
<file path=[Content_Types].xml><?xml version="1.0" encoding="utf-8"?>
<Types xmlns="http://schemas.openxmlformats.org/package/2006/content-types">
  <Default Extension="jpeg" ContentType="image/jpeg"/>
  <Default Extension="png" ContentType="image/png"/>
  <Default Extension="rels" ContentType="application/vnd.openxmlformats-package.relationships+xml"/>
  <Default Extension="svg" ContentType="image/svg+xml"/>
  <Default Extension="tmp" ContentType="image/png"/>
  <Default Extension="xml" ContentType="application/xml"/>
  <Override PartName="/ppt/presentation.xml" ContentType="application/vnd.openxmlformats-officedocument.presentationml.presentation.main+xml"/>
  <Override PartName="/ppt/slideMasters/slideMaster1.xml" ContentType="application/vnd.openxmlformats-officedocument.presentationml.slideMaster+xml"/>
  <Override PartName="/ppt/slides/slide1.xml" ContentType="application/vnd.openxmlformats-officedocument.presentationml.slide+xml"/>
  <Override PartName="/ppt/slides/slide2.xml" ContentType="application/vnd.openxmlformats-officedocument.presentationml.slide+xml"/>
  <Override PartName="/ppt/slides/slide3.xml" ContentType="application/vnd.openxmlformats-officedocument.presentationml.slide+xml"/>
  <Override PartName="/ppt/slides/slide4.xml" ContentType="application/vnd.openxmlformats-officedocument.presentationml.slide+xml"/>
  <Override PartName="/ppt/slides/slide5.xml" ContentType="application/vnd.openxmlformats-officedocument.presentationml.slide+xml"/>
  <Override PartName="/ppt/slides/slide6.xml" ContentType="application/vnd.openxmlformats-officedocument.presentationml.slide+xml"/>
  <Override PartName="/ppt/slides/slide7.xml" ContentType="application/vnd.openxmlformats-officedocument.presentationml.slide+xml"/>
  <Override PartName="/ppt/slides/slide8.xml" ContentType="application/vnd.openxmlformats-officedocument.presentationml.slide+xml"/>
  <Override PartName="/ppt/slides/slide9.xml" ContentType="application/vnd.openxmlformats-officedocument.presentationml.slide+xml"/>
  <Override PartName="/ppt/slides/slide10.xml" ContentType="application/vnd.openxmlformats-officedocument.presentationml.slide+xml"/>
  <Override PartName="/ppt/slides/slide11.xml" ContentType="application/vnd.openxmlformats-officedocument.presentationml.slide+xml"/>
  <Override PartName="/ppt/slides/slide12.xml" ContentType="application/vnd.openxmlformats-officedocument.presentationml.slide+xml"/>
  <Override PartName="/ppt/slides/slide13.xml" ContentType="application/vnd.openxmlformats-officedocument.presentationml.slide+xml"/>
  <Override PartName="/ppt/slides/slide14.xml" ContentType="application/vnd.openxmlformats-officedocument.presentationml.slide+xml"/>
  <Override PartName="/ppt/slides/slide15.xml" ContentType="application/vnd.openxmlformats-officedocument.presentationml.slide+xml"/>
  <Override PartName="/ppt/slides/slide16.xml" ContentType="application/vnd.openxmlformats-officedocument.presentationml.slide+xml"/>
  <Override PartName="/ppt/slides/slide17.xml" ContentType="application/vnd.openxmlformats-officedocument.presentationml.slide+xml"/>
  <Override PartName="/ppt/slides/slide18.xml" ContentType="application/vnd.openxmlformats-officedocument.presentationml.slide+xml"/>
  <Override PartName="/ppt/slides/slide19.xml" ContentType="application/vnd.openxmlformats-officedocument.presentationml.slide+xml"/>
  <Override PartName="/ppt/slides/slide20.xml" ContentType="application/vnd.openxmlformats-officedocument.presentationml.slide+xml"/>
  <Override PartName="/ppt/slides/slide21.xml" ContentType="application/vnd.openxmlformats-officedocument.presentationml.slide+xml"/>
  <Override PartName="/ppt/slides/slide22.xml" ContentType="application/vnd.openxmlformats-officedocument.presentationml.slide+xml"/>
  <Override PartName="/ppt/slides/slide23.xml" ContentType="application/vnd.openxmlformats-officedocument.presentationml.slide+xml"/>
  <Override PartName="/ppt/slides/slide24.xml" ContentType="application/vnd.openxmlformats-officedocument.presentationml.slide+xml"/>
  <Override PartName="/ppt/slides/slide25.xml" ContentType="application/vnd.openxmlformats-officedocument.presentationml.slide+xml"/>
  <Override PartName="/ppt/slides/slide26.xml" ContentType="application/vnd.openxmlformats-officedocument.presentationml.slide+xml"/>
  <Override PartName="/ppt/slides/slide27.xml" ContentType="application/vnd.openxmlformats-officedocument.presentationml.slide+xml"/>
  <Override PartName="/ppt/slides/slide28.xml" ContentType="application/vnd.openxmlformats-officedocument.presentationml.slide+xml"/>
  <Override PartName="/ppt/slides/slide29.xml" ContentType="application/vnd.openxmlformats-officedocument.presentationml.slide+xml"/>
  <Override PartName="/ppt/slides/slide30.xml" ContentType="application/vnd.openxmlformats-officedocument.presentationml.slide+xml"/>
  <Override PartName="/ppt/slides/slide31.xml" ContentType="application/vnd.openxmlformats-officedocument.presentationml.slide+xml"/>
  <Override PartName="/ppt/slides/slide32.xml" ContentType="application/vnd.openxmlformats-officedocument.presentationml.slide+xml"/>
  <Override PartName="/ppt/slides/slide33.xml" ContentType="application/vnd.openxmlformats-officedocument.presentationml.slide+xml"/>
  <Override PartName="/ppt/slides/slide34.xml" ContentType="application/vnd.openxmlformats-officedocument.presentationml.slide+xml"/>
  <Override PartName="/ppt/slides/slide35.xml" ContentType="application/vnd.openxmlformats-officedocument.presentationml.slide+xml"/>
  <Override PartName="/ppt/slides/slide36.xml" ContentType="application/vnd.openxmlformats-officedocument.presentationml.slide+xml"/>
  <Override PartName="/ppt/slides/slide37.xml" ContentType="application/vnd.openxmlformats-officedocument.presentationml.slide+xml"/>
  <Override PartName="/ppt/slides/slide38.xml" ContentType="application/vnd.openxmlformats-officedocument.presentationml.slide+xml"/>
  <Override PartName="/ppt/slides/slide39.xml" ContentType="application/vnd.openxmlformats-officedocument.presentationml.slide+xml"/>
  <Override PartName="/ppt/slides/slide40.xml" ContentType="application/vnd.openxmlformats-officedocument.presentationml.slide+xml"/>
  <Override PartName="/ppt/slides/slide41.xml" ContentType="application/vnd.openxmlformats-officedocument.presentationml.slide+xml"/>
  <Override PartName="/ppt/slides/slide42.xml" ContentType="application/vnd.openxmlformats-officedocument.presentationml.slide+xml"/>
  <Override PartName="/ppt/slides/slide43.xml" ContentType="application/vnd.openxmlformats-officedocument.presentationml.slide+xml"/>
  <Override PartName="/ppt/slides/slide44.xml" ContentType="application/vnd.openxmlformats-officedocument.presentationml.slide+xml"/>
  <Override PartName="/ppt/slides/slide45.xml" ContentType="application/vnd.openxmlformats-officedocument.presentationml.slide+xml"/>
  <Override PartName="/ppt/slides/slide46.xml" ContentType="application/vnd.openxmlformats-officedocument.presentationml.slide+xml"/>
  <Override PartName="/ppt/slides/slide47.xml" ContentType="application/vnd.openxmlformats-officedocument.presentationml.slide+xml"/>
  <Override PartName="/ppt/slides/slide48.xml" ContentType="application/vnd.openxmlformats-officedocument.presentationml.slide+xml"/>
  <Override PartName="/ppt/slides/slide49.xml" ContentType="application/vnd.openxmlformats-officedocument.presentationml.slide+xml"/>
  <Override PartName="/ppt/slides/slide50.xml" ContentType="application/vnd.openxmlformats-officedocument.presentationml.slide+xml"/>
  <Override PartName="/ppt/slides/slide51.xml" ContentType="application/vnd.openxmlformats-officedocument.presentationml.slide+xml"/>
  <Override PartName="/ppt/slides/slide52.xml" ContentType="application/vnd.openxmlformats-officedocument.presentationml.slide+xml"/>
  <Override PartName="/ppt/slides/slide53.xml" ContentType="application/vnd.openxmlformats-officedocument.presentationml.slide+xml"/>
  <Override PartName="/ppt/slides/slide54.xml" ContentType="application/vnd.openxmlformats-officedocument.presentationml.slide+xml"/>
  <Override PartName="/ppt/slides/slide55.xml" ContentType="application/vnd.openxmlformats-officedocument.presentationml.slide+xml"/>
  <Override PartName="/ppt/slides/slide56.xml" ContentType="application/vnd.openxmlformats-officedocument.presentationml.slide+xml"/>
  <Override PartName="/ppt/slides/slide57.xml" ContentType="application/vnd.openxmlformats-officedocument.presentationml.slide+xml"/>
  <Override PartName="/ppt/slides/slide58.xml" ContentType="application/vnd.openxmlformats-officedocument.presentationml.slide+xml"/>
  <Override PartName="/ppt/slides/slide59.xml" ContentType="application/vnd.openxmlformats-officedocument.presentationml.slide+xml"/>
  <Override PartName="/ppt/slides/slide60.xml" ContentType="application/vnd.openxmlformats-officedocument.presentationml.slide+xml"/>
  <Override PartName="/ppt/slides/slide61.xml" ContentType="application/vnd.openxmlformats-officedocument.presentationml.slide+xml"/>
  <Override PartName="/ppt/slides/slide62.xml" ContentType="application/vnd.openxmlformats-officedocument.presentationml.slide+xml"/>
  <Override PartName="/ppt/slides/slide63.xml" ContentType="application/vnd.openxmlformats-officedocument.presentationml.slide+xml"/>
  <Override PartName="/ppt/slides/slide64.xml" ContentType="application/vnd.openxmlformats-officedocument.presentationml.slide+xml"/>
  <Override PartName="/ppt/slides/slide65.xml" ContentType="application/vnd.openxmlformats-officedocument.presentationml.slide+xml"/>
  <Override PartName="/ppt/slides/slide66.xml" ContentType="application/vnd.openxmlformats-officedocument.presentationml.slide+xml"/>
  <Override PartName="/ppt/slides/slide67.xml" ContentType="application/vnd.openxmlformats-officedocument.presentationml.slide+xml"/>
  <Override PartName="/ppt/slides/slide68.xml" ContentType="application/vnd.openxmlformats-officedocument.presentationml.slide+xml"/>
  <Override PartName="/ppt/slides/slide69.xml" ContentType="application/vnd.openxmlformats-officedocument.presentationml.slide+xml"/>
  <Override PartName="/ppt/slides/slide70.xml" ContentType="application/vnd.openxmlformats-officedocument.presentationml.slide+xml"/>
  <Override PartName="/ppt/slides/slide71.xml" ContentType="application/vnd.openxmlformats-officedocument.presentationml.slide+xml"/>
  <Override PartName="/ppt/slides/slide72.xml" ContentType="application/vnd.openxmlformats-officedocument.presentationml.slide+xml"/>
  <Override PartName="/ppt/slides/slide73.xml" ContentType="application/vnd.openxmlformats-officedocument.presentationml.slide+xml"/>
  <Override PartName="/ppt/slides/slide74.xml" ContentType="application/vnd.openxmlformats-officedocument.presentationml.slide+xml"/>
  <Override PartName="/ppt/slides/slide75.xml" ContentType="application/vnd.openxmlformats-officedocument.presentationml.slide+xml"/>
  <Override PartName="/ppt/slides/slide76.xml" ContentType="application/vnd.openxmlformats-officedocument.presentationml.slide+xml"/>
  <Override PartName="/ppt/slides/slide77.xml" ContentType="application/vnd.openxmlformats-officedocument.presentationml.slide+xml"/>
  <Override PartName="/ppt/slides/slide78.xml" ContentType="application/vnd.openxmlformats-officedocument.presentationml.slide+xml"/>
  <Override PartName="/ppt/slides/slide79.xml" ContentType="application/vnd.openxmlformats-officedocument.presentationml.slide+xml"/>
  <Override PartName="/ppt/slides/slide80.xml" ContentType="application/vnd.openxmlformats-officedocument.presentationml.slide+xml"/>
  <Override PartName="/ppt/slides/slide81.xml" ContentType="application/vnd.openxmlformats-officedocument.presentationml.slide+xml"/>
  <Override PartName="/ppt/slides/slide82.xml" ContentType="application/vnd.openxmlformats-officedocument.presentationml.slide+xml"/>
  <Override PartName="/ppt/slides/slide83.xml" ContentType="application/vnd.openxmlformats-officedocument.presentationml.slide+xml"/>
  <Override PartName="/ppt/slides/slide84.xml" ContentType="application/vnd.openxmlformats-officedocument.presentationml.slide+xml"/>
  <Override PartName="/ppt/slides/slide85.xml" ContentType="application/vnd.openxmlformats-officedocument.presentationml.slide+xml"/>
  <Override PartName="/ppt/slides/slide86.xml" ContentType="application/vnd.openxmlformats-officedocument.presentationml.slide+xml"/>
  <Override PartName="/ppt/slides/slide87.xml" ContentType="application/vnd.openxmlformats-officedocument.presentationml.slide+xml"/>
  <Override PartName="/ppt/slides/slide88.xml" ContentType="application/vnd.openxmlformats-officedocument.presentationml.slide+xml"/>
  <Override PartName="/ppt/slides/slide89.xml" ContentType="application/vnd.openxmlformats-officedocument.presentationml.slide+xml"/>
  <Override PartName="/ppt/slides/slide90.xml" ContentType="application/vnd.openxmlformats-officedocument.presentationml.slide+xml"/>
  <Override PartName="/ppt/slides/slide91.xml" ContentType="application/vnd.openxmlformats-officedocument.presentationml.slide+xml"/>
  <Override PartName="/ppt/slides/slide92.xml" ContentType="application/vnd.openxmlformats-officedocument.presentationml.slide+xml"/>
  <Override PartName="/ppt/slides/slide93.xml" ContentType="application/vnd.openxmlformats-officedocument.presentationml.slide+xml"/>
  <Override PartName="/ppt/slides/slide94.xml" ContentType="application/vnd.openxmlformats-officedocument.presentationml.slide+xml"/>
  <Override PartName="/ppt/slides/slide95.xml" ContentType="application/vnd.openxmlformats-officedocument.presentationml.slide+xml"/>
  <Override PartName="/ppt/slides/slide96.xml" ContentType="application/vnd.openxmlformats-officedocument.presentationml.slide+xml"/>
  <Override PartName="/ppt/slides/slide97.xml" ContentType="application/vnd.openxmlformats-officedocument.presentationml.slide+xml"/>
  <Override PartName="/ppt/slides/slide98.xml" ContentType="application/vnd.openxmlformats-officedocument.presentationml.slide+xml"/>
  <Override PartName="/ppt/slides/slide99.xml" ContentType="application/vnd.openxmlformats-officedocument.presentationml.slide+xml"/>
  <Override PartName="/ppt/slides/slide100.xml" ContentType="application/vnd.openxmlformats-officedocument.presentationml.slide+xml"/>
  <Override PartName="/ppt/slides/slide101.xml" ContentType="application/vnd.openxmlformats-officedocument.presentationml.slide+xml"/>
  <Override PartName="/ppt/slides/slide102.xml" ContentType="application/vnd.openxmlformats-officedocument.presentationml.slide+xml"/>
  <Override PartName="/ppt/slides/slide103.xml" ContentType="application/vnd.openxmlformats-officedocument.presentationml.slide+xml"/>
  <Override PartName="/ppt/slides/slide104.xml" ContentType="application/vnd.openxmlformats-officedocument.presentationml.slide+xml"/>
  <Override PartName="/ppt/slides/slide105.xml" ContentType="application/vnd.openxmlformats-officedocument.presentationml.slide+xml"/>
  <Override PartName="/ppt/slides/slide106.xml" ContentType="application/vnd.openxmlformats-officedocument.presentationml.slide+xml"/>
  <Override PartName="/ppt/slides/slide107.xml" ContentType="application/vnd.openxmlformats-officedocument.presentationml.slide+xml"/>
  <Override PartName="/ppt/slides/slide108.xml" ContentType="application/vnd.openxmlformats-officedocument.presentationml.slide+xml"/>
  <Override PartName="/ppt/slides/slide109.xml" ContentType="application/vnd.openxmlformats-officedocument.presentationml.slide+xml"/>
  <Override PartName="/ppt/slides/slide110.xml" ContentType="application/vnd.openxmlformats-officedocument.presentationml.slide+xml"/>
  <Override PartName="/ppt/slides/slide111.xml" ContentType="application/vnd.openxmlformats-officedocument.presentationml.slide+xml"/>
  <Override PartName="/ppt/slides/slide112.xml" ContentType="application/vnd.openxmlformats-officedocument.presentationml.slide+xml"/>
  <Override PartName="/ppt/slides/slide113.xml" ContentType="application/vnd.openxmlformats-officedocument.presentationml.slide+xml"/>
  <Override PartName="/ppt/notesMasters/notesMaster1.xml" ContentType="application/vnd.openxmlformats-officedocument.presentationml.notesMaster+xml"/>
  <Override PartName="/ppt/presProps.xml" ContentType="application/vnd.openxmlformats-officedocument.presentationml.presProps+xml"/>
  <Override PartName="/ppt/viewProps.xml" ContentType="application/vnd.openxmlformats-officedocument.presentationml.viewProps+xml"/>
  <Override PartName="/ppt/theme/theme1.xml" ContentType="application/vnd.openxmlformats-officedocument.theme+xml"/>
  <Override PartName="/ppt/tableStyles.xml" ContentType="application/vnd.openxmlformats-officedocument.presentationml.tableStyles+xml"/>
  <Override PartName="/ppt/slideLayouts/slideLayout1.xml" ContentType="application/vnd.openxmlformats-officedocument.presentationml.slideLayout+xml"/>
  <Override PartName="/ppt/slideLayouts/slideLayout2.xml" ContentType="application/vnd.openxmlformats-officedocument.presentationml.slideLayout+xml"/>
  <Override PartName="/ppt/slideLayouts/slideLayout3.xml" ContentType="application/vnd.openxmlformats-officedocument.presentationml.slideLayout+xml"/>
  <Override PartName="/ppt/slideLayouts/slideLayout4.xml" ContentType="application/vnd.openxmlformats-officedocument.presentationml.slideLayout+xml"/>
  <Override PartName="/ppt/slideLayouts/slideLayout5.xml" ContentType="application/vnd.openxmlformats-officedocument.presentationml.slideLayout+xml"/>
  <Override PartName="/ppt/slideLayouts/slideLayout6.xml" ContentType="application/vnd.openxmlformats-officedocument.presentationml.slideLayout+xml"/>
  <Override PartName="/ppt/slideLayouts/slideLayout7.xml" ContentType="application/vnd.openxmlformats-officedocument.presentationml.slideLayout+xml"/>
  <Override PartName="/ppt/slideLayouts/slideLayout8.xml" ContentType="application/vnd.openxmlformats-officedocument.presentationml.slideLayout+xml"/>
  <Override PartName="/ppt/slideLayouts/slideLayout9.xml" ContentType="application/vnd.openxmlformats-officedocument.presentationml.slideLayout+xml"/>
  <Override PartName="/ppt/slideLayouts/slideLayout10.xml" ContentType="application/vnd.openxmlformats-officedocument.presentationml.slideLayout+xml"/>
  <Override PartName="/ppt/slideLayouts/slideLayout11.xml" ContentType="application/vnd.openxmlformats-officedocument.presentationml.slideLayout+xml"/>
  <Override PartName="/ppt/slideLayouts/slideLayout12.xml" ContentType="application/vnd.openxmlformats-officedocument.presentationml.slideLayout+xml"/>
  <Override PartName="/ppt/slideLayouts/slideLayout13.xml" ContentType="application/vnd.openxmlformats-officedocument.presentationml.slideLayout+xml"/>
  <Override PartName="/ppt/slideLayouts/slideLayout14.xml" ContentType="application/vnd.openxmlformats-officedocument.presentationml.slideLayout+xml"/>
  <Override PartName="/ppt/slideLayouts/slideLayout15.xml" ContentType="application/vnd.openxmlformats-officedocument.presentationml.slideLayout+xml"/>
  <Override PartName="/ppt/slideLayouts/slideLayout16.xml" ContentType="application/vnd.openxmlformats-officedocument.presentationml.slideLayout+xml"/>
  <Override PartName="/ppt/slideLayouts/slideLayout17.xml" ContentType="application/vnd.openxmlformats-officedocument.presentationml.slideLayout+xml"/>
  <Override PartName="/ppt/theme/theme2.xml" ContentType="application/vnd.openxmlformats-officedocument.theme+xml"/>
  <Override PartName="/ppt/notesSlides/notesSlide1.xml" ContentType="application/vnd.openxmlformats-officedocument.presentationml.notesSlide+xml"/>
  <Override PartName="/ppt/notesSlides/notesSlide2.xml" ContentType="application/vnd.openxmlformats-officedocument.presentationml.notesSlide+xml"/>
  <Override PartName="/ppt/tags/tag1.xml" ContentType="application/vnd.openxmlformats-officedocument.presentationml.tags+xml"/>
  <Override PartName="/ppt/tags/tag2.xml" ContentType="application/vnd.openxmlformats-officedocument.presentationml.tags+xml"/>
  <Override PartName="/ppt/tags/tag3.xml" ContentType="application/vnd.openxmlformats-officedocument.presentationml.tags+xml"/>
  <Override PartName="/ppt/tags/tag4.xml" ContentType="application/vnd.openxmlformats-officedocument.presentationml.tags+xml"/>
  <Override PartName="/ppt/tags/tag5.xml" ContentType="application/vnd.openxmlformats-officedocument.presentationml.tags+xml"/>
  <Override PartName="/ppt/tags/tag6.xml" ContentType="application/vnd.openxmlformats-officedocument.presentationml.tags+xml"/>
  <Override PartName="/ppt/tags/tag7.xml" ContentType="application/vnd.openxmlformats-officedocument.presentationml.tags+xml"/>
  <Override PartName="/ppt/tags/tag8.xml" ContentType="application/vnd.openxmlformats-officedocument.presentationml.tags+xml"/>
  <Override PartName="/ppt/tags/tag9.xml" ContentType="application/vnd.openxmlformats-officedocument.presentationml.tags+xml"/>
  <Override PartName="/ppt/tags/tag10.xml" ContentType="application/vnd.openxmlformats-officedocument.presentationml.tags+xml"/>
  <Override PartName="/ppt/tags/tag11.xml" ContentType="application/vnd.openxmlformats-officedocument.presentationml.tags+xml"/>
  <Override PartName="/ppt/tags/tag12.xml" ContentType="application/vnd.openxmlformats-officedocument.presentationml.tags+xml"/>
  <Override PartName="/ppt/tags/tag13.xml" ContentType="application/vnd.openxmlformats-officedocument.presentationml.tags+xml"/>
  <Override PartName="/ppt/tags/tag14.xml" ContentType="application/vnd.openxmlformats-officedocument.presentationml.tags+xml"/>
  <Override PartName="/ppt/tags/tag15.xml" ContentType="application/vnd.openxmlformats-officedocument.presentationml.tags+xml"/>
  <Override PartName="/ppt/tags/tag16.xml" ContentType="application/vnd.openxmlformats-officedocument.presentationml.tags+xml"/>
  <Override PartName="/ppt/tags/tag17.xml" ContentType="application/vnd.openxmlformats-officedocument.presentationml.tags+xml"/>
  <Override PartName="/ppt/notesSlides/notesSlide3.xml" ContentType="application/vnd.openxmlformats-officedocument.presentationml.notesSlide+xml"/>
  <Override PartName="/ppt/notesSlides/notesSlide4.xml" ContentType="application/vnd.openxmlformats-officedocument.presentationml.notesSlide+xml"/>
  <Override PartName="/ppt/notesSlides/notesSlide5.xml" ContentType="application/vnd.openxmlformats-officedocument.presentationml.notesSlide+xml"/>
  <Override PartName="/ppt/notesSlides/notesSlide6.xml" ContentType="application/vnd.openxmlformats-officedocument.presentationml.notesSlide+xml"/>
  <Override PartName="/ppt/notesSlides/notesSlide7.xml" ContentType="application/vnd.openxmlformats-officedocument.presentationml.notesSlide+xml"/>
  <Override PartName="/ppt/tags/tag18.xml" ContentType="application/vnd.openxmlformats-officedocument.presentationml.tags+xml"/>
  <Override PartName="/ppt/tags/tag19.xml" ContentType="application/vnd.openxmlformats-officedocument.presentationml.tags+xml"/>
  <Override PartName="/ppt/tags/tag20.xml" ContentType="application/vnd.openxmlformats-officedocument.presentationml.tags+xml"/>
  <Override PartName="/ppt/tags/tag21.xml" ContentType="application/vnd.openxmlformats-officedocument.presentationml.tags+xml"/>
  <Override PartName="/ppt/tags/tag22.xml" ContentType="application/vnd.openxmlformats-officedocument.presentationml.tags+xml"/>
  <Override PartName="/ppt/tags/tag23.xml" ContentType="application/vnd.openxmlformats-officedocument.presentationml.tags+xml"/>
  <Override PartName="/ppt/tags/tag24.xml" ContentType="application/vnd.openxmlformats-officedocument.presentationml.tags+xml"/>
  <Override PartName="/ppt/tags/tag25.xml" ContentType="application/vnd.openxmlformats-officedocument.presentationml.tags+xml"/>
  <Override PartName="/ppt/tags/tag26.xml" ContentType="application/vnd.openxmlformats-officedocument.presentationml.tags+xml"/>
  <Override PartName="/ppt/tags/tag27.xml" ContentType="application/vnd.openxmlformats-officedocument.presentationml.tags+xml"/>
  <Override PartName="/ppt/tags/tag28.xml" ContentType="application/vnd.openxmlformats-officedocument.presentationml.tags+xml"/>
  <Override PartName="/ppt/tags/tag29.xml" ContentType="application/vnd.openxmlformats-officedocument.presentationml.tags+xml"/>
  <Override PartName="/ppt/tags/tag30.xml" ContentType="application/vnd.openxmlformats-officedocument.presentationml.tags+xml"/>
  <Override PartName="/ppt/tags/tag31.xml" ContentType="application/vnd.openxmlformats-officedocument.presentationml.tags+xml"/>
  <Override PartName="/ppt/tags/tag32.xml" ContentType="application/vnd.openxmlformats-officedocument.presentationml.tags+xml"/>
  <Override PartName="/ppt/tags/tag33.xml" ContentType="application/vnd.openxmlformats-officedocument.presentationml.tags+xml"/>
  <Override PartName="/ppt/tags/tag34.xml" ContentType="application/vnd.openxmlformats-officedocument.presentationml.tags+xml"/>
  <Override PartName="/ppt/tags/tag35.xml" ContentType="application/vnd.openxmlformats-officedocument.presentationml.tags+xml"/>
  <Override PartName="/ppt/tags/tag36.xml" ContentType="application/vnd.openxmlformats-officedocument.presentationml.tags+xml"/>
  <Override PartName="/ppt/tags/tag37.xml" ContentType="application/vnd.openxmlformats-officedocument.presentationml.tags+xml"/>
  <Override PartName="/ppt/tags/tag38.xml" ContentType="application/vnd.openxmlformats-officedocument.presentationml.tags+xml"/>
  <Override PartName="/ppt/tags/tag39.xml" ContentType="application/vnd.openxmlformats-officedocument.presentationml.tags+xml"/>
  <Override PartName="/ppt/tags/tag40.xml" ContentType="application/vnd.openxmlformats-officedocument.presentationml.tags+xml"/>
  <Override PartName="/ppt/tags/tag41.xml" ContentType="application/vnd.openxmlformats-officedocument.presentationml.tags+xml"/>
  <Override PartName="/ppt/notesSlides/notesSlide8.xml" ContentType="application/vnd.openxmlformats-officedocument.presentationml.notesSlide+xml"/>
  <Override PartName="/ppt/changesInfos/changesInfo1.xml" ContentType="application/vnd.ms-powerpoint.changesinfo+xml"/>
  <Override PartName="/ppt/revisionInfo.xml" ContentType="application/vnd.ms-powerpoint.revisioninfo+xml"/>
  <Override PartName="/docProps/core.xml" ContentType="application/vnd.openxmlformats-package.core-properties+xml"/>
  <Override PartName="/docProps/app.xml" ContentType="application/vnd.openxmlformats-officedocument.extended-properties+xml"/>
</Types>
</file>

<file path=_rels/.rels><?xml version="1.0" encoding="UTF-8" standalone="yes"?>
<Relationships xmlns="http://schemas.openxmlformats.org/package/2006/relationships"><Relationship Id="rId3" Type="http://schemas.openxmlformats.org/package/2006/relationships/metadata/core-properties" Target="docProps/core.xml"/><Relationship Id="rId2" Type="http://schemas.openxmlformats.org/package/2006/relationships/metadata/thumbnail" Target="docProps/thumbnail.jpeg"/><Relationship Id="rId1" Type="http://schemas.openxmlformats.org/officeDocument/2006/relationships/officeDocument" Target="ppt/presentation.xml"/><Relationship Id="rId4" Type="http://schemas.openxmlformats.org/officeDocument/2006/relationships/extended-properties" Target="docProps/app.xml"/></Relationships>
</file>

<file path=ppt/presentation.xml><?xml version="1.0" encoding="utf-8"?>
<p:presentation xmlns:a="http://schemas.openxmlformats.org/drawingml/2006/main" xmlns:r="http://schemas.openxmlformats.org/officeDocument/2006/relationships" xmlns:p="http://schemas.openxmlformats.org/presentationml/2006/main" showSpecialPlsOnTitleSld="0" saveSubsetFonts="1">
  <p:sldMasterIdLst>
    <p:sldMasterId id="2147483676" r:id="rId1"/>
  </p:sldMasterIdLst>
  <p:notesMasterIdLst>
    <p:notesMasterId r:id="rId115"/>
  </p:notesMasterIdLst>
  <p:sldIdLst>
    <p:sldId id="256" r:id="rId2"/>
    <p:sldId id="778" r:id="rId3"/>
    <p:sldId id="632" r:id="rId4"/>
    <p:sldId id="633" r:id="rId5"/>
    <p:sldId id="634" r:id="rId6"/>
    <p:sldId id="701" r:id="rId7"/>
    <p:sldId id="699" r:id="rId8"/>
    <p:sldId id="636" r:id="rId9"/>
    <p:sldId id="781" r:id="rId10"/>
    <p:sldId id="583" r:id="rId11"/>
    <p:sldId id="788" r:id="rId12"/>
    <p:sldId id="584" r:id="rId13"/>
    <p:sldId id="585" r:id="rId14"/>
    <p:sldId id="586" r:id="rId15"/>
    <p:sldId id="587" r:id="rId16"/>
    <p:sldId id="588" r:id="rId17"/>
    <p:sldId id="589" r:id="rId18"/>
    <p:sldId id="590" r:id="rId19"/>
    <p:sldId id="591" r:id="rId20"/>
    <p:sldId id="592" r:id="rId21"/>
    <p:sldId id="593" r:id="rId22"/>
    <p:sldId id="594" r:id="rId23"/>
    <p:sldId id="595" r:id="rId24"/>
    <p:sldId id="596" r:id="rId25"/>
    <p:sldId id="597" r:id="rId26"/>
    <p:sldId id="598" r:id="rId27"/>
    <p:sldId id="599" r:id="rId28"/>
    <p:sldId id="600" r:id="rId29"/>
    <p:sldId id="601" r:id="rId30"/>
    <p:sldId id="602" r:id="rId31"/>
    <p:sldId id="603" r:id="rId32"/>
    <p:sldId id="784" r:id="rId33"/>
    <p:sldId id="785" r:id="rId34"/>
    <p:sldId id="782" r:id="rId35"/>
    <p:sldId id="604" r:id="rId36"/>
    <p:sldId id="703" r:id="rId37"/>
    <p:sldId id="704" r:id="rId38"/>
    <p:sldId id="705" r:id="rId39"/>
    <p:sldId id="706" r:id="rId40"/>
    <p:sldId id="707" r:id="rId41"/>
    <p:sldId id="708" r:id="rId42"/>
    <p:sldId id="709" r:id="rId43"/>
    <p:sldId id="710" r:id="rId44"/>
    <p:sldId id="711" r:id="rId45"/>
    <p:sldId id="712" r:id="rId46"/>
    <p:sldId id="713" r:id="rId47"/>
    <p:sldId id="714" r:id="rId48"/>
    <p:sldId id="715" r:id="rId49"/>
    <p:sldId id="716" r:id="rId50"/>
    <p:sldId id="717" r:id="rId51"/>
    <p:sldId id="718" r:id="rId52"/>
    <p:sldId id="719" r:id="rId53"/>
    <p:sldId id="789" r:id="rId54"/>
    <p:sldId id="720" r:id="rId55"/>
    <p:sldId id="721" r:id="rId56"/>
    <p:sldId id="722" r:id="rId57"/>
    <p:sldId id="723" r:id="rId58"/>
    <p:sldId id="724" r:id="rId59"/>
    <p:sldId id="725" r:id="rId60"/>
    <p:sldId id="726" r:id="rId61"/>
    <p:sldId id="727" r:id="rId62"/>
    <p:sldId id="728" r:id="rId63"/>
    <p:sldId id="729" r:id="rId64"/>
    <p:sldId id="730" r:id="rId65"/>
    <p:sldId id="731" r:id="rId66"/>
    <p:sldId id="732" r:id="rId67"/>
    <p:sldId id="733" r:id="rId68"/>
    <p:sldId id="734" r:id="rId69"/>
    <p:sldId id="735" r:id="rId70"/>
    <p:sldId id="736" r:id="rId71"/>
    <p:sldId id="737" r:id="rId72"/>
    <p:sldId id="738" r:id="rId73"/>
    <p:sldId id="739" r:id="rId74"/>
    <p:sldId id="740" r:id="rId75"/>
    <p:sldId id="741" r:id="rId76"/>
    <p:sldId id="742" r:id="rId77"/>
    <p:sldId id="743" r:id="rId78"/>
    <p:sldId id="744" r:id="rId79"/>
    <p:sldId id="745" r:id="rId80"/>
    <p:sldId id="746" r:id="rId81"/>
    <p:sldId id="747" r:id="rId82"/>
    <p:sldId id="748" r:id="rId83"/>
    <p:sldId id="749" r:id="rId84"/>
    <p:sldId id="750" r:id="rId85"/>
    <p:sldId id="751" r:id="rId86"/>
    <p:sldId id="752" r:id="rId87"/>
    <p:sldId id="753" r:id="rId88"/>
    <p:sldId id="754" r:id="rId89"/>
    <p:sldId id="755" r:id="rId90"/>
    <p:sldId id="756" r:id="rId91"/>
    <p:sldId id="757" r:id="rId92"/>
    <p:sldId id="758" r:id="rId93"/>
    <p:sldId id="759" r:id="rId94"/>
    <p:sldId id="760" r:id="rId95"/>
    <p:sldId id="761" r:id="rId96"/>
    <p:sldId id="762" r:id="rId97"/>
    <p:sldId id="763" r:id="rId98"/>
    <p:sldId id="764" r:id="rId99"/>
    <p:sldId id="765" r:id="rId100"/>
    <p:sldId id="766" r:id="rId101"/>
    <p:sldId id="767" r:id="rId102"/>
    <p:sldId id="768" r:id="rId103"/>
    <p:sldId id="769" r:id="rId104"/>
    <p:sldId id="770" r:id="rId105"/>
    <p:sldId id="771" r:id="rId106"/>
    <p:sldId id="772" r:id="rId107"/>
    <p:sldId id="773" r:id="rId108"/>
    <p:sldId id="774" r:id="rId109"/>
    <p:sldId id="775" r:id="rId110"/>
    <p:sldId id="776" r:id="rId111"/>
    <p:sldId id="783" r:id="rId112"/>
    <p:sldId id="779" r:id="rId113"/>
    <p:sldId id="786" r:id="rId114"/>
  </p:sldIdLst>
  <p:sldSz cx="9144000" cy="6858000" type="screen4x3"/>
  <p:notesSz cx="6858000" cy="9144000"/>
  <p:defaultTex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p:defaultTextStyle>
  <p:extLst>
    <p:ext uri="{EFAFB233-063F-42B5-8137-9DF3F51BA10A}">
      <p15:sldGuideLst xmlns:p15="http://schemas.microsoft.com/office/powerpoint/2012/main"/>
    </p:ext>
    <p:ext uri="{2D200454-40CA-4A62-9FC3-DE9A4176ACB9}">
      <p15:notesGuideLst xmlns:p15="http://schemas.microsoft.com/office/powerpoint/2012/main"/>
    </p:ext>
  </p:extLst>
</p:presentation>
</file>

<file path=ppt/presProps.xml><?xml version="1.0" encoding="utf-8"?>
<p:presentationPr xmlns:a="http://schemas.openxmlformats.org/drawingml/2006/main" xmlns:r="http://schemas.openxmlformats.org/officeDocument/2006/relationships" xmlns:p="http://schemas.openxmlformats.org/presentationml/2006/main">
  <p:clrMru>
    <a:srgbClr val="2E617D"/>
    <a:srgbClr val="316886"/>
    <a:srgbClr val="3A7B9F"/>
    <a:srgbClr val="20455A"/>
    <a:srgbClr val="418AB3"/>
  </p:clrMru>
  <p:extLst>
    <p:ext uri="{E76CE94A-603C-4142-B9EB-6D1370010A27}">
      <p14:discardImageEditData xmlns:p14="http://schemas.microsoft.com/office/powerpoint/2010/main" val="0"/>
    </p:ext>
    <p:ext uri="{D31A062A-798A-4329-ABDD-BBA856620510}">
      <p14:defaultImageDpi xmlns:p14="http://schemas.microsoft.com/office/powerpoint/2010/main" val="32767"/>
    </p:ext>
    <p:ext uri="{FD5EFAAD-0ECE-453E-9831-46B23BE46B34}">
      <p15:chartTrackingRefBased xmlns:p15="http://schemas.microsoft.com/office/powerpoint/2012/main" val="1"/>
    </p:ext>
  </p:extLst>
</p:presentationPr>
</file>

<file path=ppt/revisionInfo.xml><?xml version="1.0" encoding="utf-8"?>
<p1510:revInfo xmlns:a="http://schemas.openxmlformats.org/drawingml/2006/main" xmlns:r="http://schemas.openxmlformats.org/officeDocument/2006/relationships" xmlns:p1510="http://schemas.microsoft.com/office/powerpoint/2015/10/main">
  <p1510:revLst>
    <p1510:client id="{06AD6A9D-33A9-466C-A27D-C119339BBAB8}" v="20" dt="2025-11-26T03:17:07.988"/>
  </p1510:revLst>
</p1510:revInfo>
</file>

<file path=ppt/tableStyles.xml><?xml version="1.0" encoding="utf-8"?>
<a:tblStyleLst xmlns:a="http://schemas.openxmlformats.org/drawingml/2006/main" def="{5C22544A-7EE6-4342-B048-85BDC9FD1C3A}">
  <a:tblStyle styleId="{69012ECD-51FC-41F1-AA8D-1B2483CD663E}" styleName="浅色样式 2 - 强调 1">
    <a:wholeTbl>
      <a:tcTxStyle>
        <a:fontRef idx="minor">
          <a:scrgbClr r="0" g="0" b="0"/>
        </a:fontRef>
        <a:schemeClr val="tx1"/>
      </a:tcTxStyle>
      <a:tcStyle>
        <a:tcBdr>
          <a:left>
            <a:lnRef idx="1">
              <a:schemeClr val="accent1"/>
            </a:lnRef>
          </a:left>
          <a:right>
            <a:lnRef idx="1">
              <a:schemeClr val="accent1"/>
            </a:lnRef>
          </a:right>
          <a:top>
            <a:lnRef idx="1">
              <a:schemeClr val="accent1"/>
            </a:lnRef>
          </a:top>
          <a:bottom>
            <a:lnRef idx="1">
              <a:schemeClr val="accent1"/>
            </a:lnRef>
          </a:bottom>
          <a:insideH>
            <a:ln>
              <a:noFill/>
            </a:ln>
          </a:insideH>
          <a:insideV>
            <a:ln>
              <a:noFill/>
            </a:ln>
          </a:insideV>
        </a:tcBdr>
        <a:fill>
          <a:noFill/>
        </a:fill>
      </a:tcStyle>
    </a:wholeTbl>
    <a:band1H>
      <a:tcStyle>
        <a:tcBdr>
          <a:top>
            <a:lnRef idx="1">
              <a:schemeClr val="accent1"/>
            </a:lnRef>
          </a:top>
          <a:bottom>
            <a:lnRef idx="1">
              <a:schemeClr val="accent1"/>
            </a:lnRef>
          </a:bottom>
        </a:tcBdr>
      </a:tcStyle>
    </a:band1H>
    <a:band1V>
      <a:tcStyle>
        <a:tcBdr>
          <a:left>
            <a:lnRef idx="1">
              <a:schemeClr val="accent1"/>
            </a:lnRef>
          </a:left>
          <a:right>
            <a:lnRef idx="1">
              <a:schemeClr val="accent1"/>
            </a:lnRef>
          </a:right>
        </a:tcBdr>
      </a:tcStyle>
    </a:band1V>
    <a:band2V>
      <a:tcStyle>
        <a:tcBdr>
          <a:left>
            <a:lnRef idx="1">
              <a:schemeClr val="accent1"/>
            </a:lnRef>
          </a:left>
          <a:right>
            <a:lnRef idx="1">
              <a:schemeClr val="accent1"/>
            </a:lnRef>
          </a:right>
        </a:tcBdr>
      </a:tcStyle>
    </a:band2V>
    <a:lastCol>
      <a:tcTxStyle b="on"/>
      <a:tcStyle>
        <a:tcBdr/>
      </a:tcStyle>
    </a:lastCol>
    <a:firstCol>
      <a:tcTxStyle b="on"/>
      <a:tcStyle>
        <a:tcBdr/>
      </a:tcStyle>
    </a:firstCol>
    <a:lastRow>
      <a:tcTxStyle b="on"/>
      <a:tcStyle>
        <a:tcBdr>
          <a:top>
            <a:ln w="50800" cmpd="dbl">
              <a:solidFill>
                <a:schemeClr val="accent1"/>
              </a:solidFill>
            </a:ln>
          </a:top>
        </a:tcBdr>
      </a:tcStyle>
    </a:lastRow>
    <a:firstRow>
      <a:tcTxStyle b="on">
        <a:fontRef idx="minor">
          <a:scrgbClr r="0" g="0" b="0"/>
        </a:fontRef>
        <a:schemeClr val="bg1"/>
      </a:tcTxStyle>
      <a:tcStyle>
        <a:tcBdr/>
        <a:fillRef idx="1">
          <a:schemeClr val="accent1"/>
        </a:fillRef>
      </a:tcStyle>
    </a:firstRow>
  </a:tblStyle>
  <a:tblStyle styleId="{2D5ABB26-0587-4C30-8999-92F81FD0307C}" styleName="无样式，无网格">
    <a:wholeTbl>
      <a:tcTxStyle>
        <a:fontRef idx="minor">
          <a:scrgbClr r="0" g="0" b="0"/>
        </a:fontRef>
        <a:schemeClr val="tx1"/>
      </a:tcTxStyle>
      <a:tcStyle>
        <a:tcBdr>
          <a:left>
            <a:ln>
              <a:noFill/>
            </a:ln>
          </a:left>
          <a:right>
            <a:ln>
              <a:noFill/>
            </a:ln>
          </a:right>
          <a:top>
            <a:ln>
              <a:noFill/>
            </a:ln>
          </a:top>
          <a:bottom>
            <a:ln>
              <a:noFill/>
            </a:ln>
          </a:bottom>
          <a:insideH>
            <a:ln>
              <a:noFill/>
            </a:ln>
          </a:insideH>
          <a:insideV>
            <a:ln>
              <a:noFill/>
            </a:ln>
          </a:insideV>
        </a:tcBdr>
        <a:fill>
          <a:noFill/>
        </a:fill>
      </a:tcStyle>
    </a:wholeTbl>
  </a:tblStyle>
  <a:tblStyle styleId="{BC89EF96-8CEA-46FF-86C4-4CE0E7609802}" styleName="浅色样式 3 - 强调 1">
    <a:wholeTbl>
      <a:tcTxStyle>
        <a:fontRef idx="minor">
          <a:scrgbClr r="0" g="0" b="0"/>
        </a:fontRef>
        <a:schemeClr val="tx1"/>
      </a:tcTxStyle>
      <a:tcStyle>
        <a:tcBdr>
          <a:left>
            <a:ln w="12700" cmpd="sng">
              <a:solidFill>
                <a:schemeClr val="accent1"/>
              </a:solidFill>
            </a:ln>
          </a:left>
          <a:right>
            <a:ln w="12700" cmpd="sng">
              <a:solidFill>
                <a:schemeClr val="accent1"/>
              </a:solidFill>
            </a:ln>
          </a:right>
          <a:top>
            <a:ln w="12700" cmpd="sng">
              <a:solidFill>
                <a:schemeClr val="accent1"/>
              </a:solidFill>
            </a:ln>
          </a:top>
          <a:bottom>
            <a:ln w="12700" cmpd="sng">
              <a:solidFill>
                <a:schemeClr val="accent1"/>
              </a:solidFill>
            </a:ln>
          </a:bottom>
          <a:insideH>
            <a:ln w="12700" cmpd="sng">
              <a:solidFill>
                <a:schemeClr val="accent1"/>
              </a:solidFill>
            </a:ln>
          </a:insideH>
          <a:insideV>
            <a:ln w="12700" cmpd="sng">
              <a:solidFill>
                <a:schemeClr val="accent1"/>
              </a:solidFill>
            </a:ln>
          </a:insideV>
        </a:tcBdr>
        <a:fill>
          <a:noFill/>
        </a:fill>
      </a:tcStyle>
    </a:wholeTbl>
    <a:band1H>
      <a:tcStyle>
        <a:tcBdr/>
        <a:fill>
          <a:solidFill>
            <a:schemeClr val="accent1">
              <a:alpha val="20000"/>
            </a:schemeClr>
          </a:solidFill>
        </a:fill>
      </a:tcStyle>
    </a:band1H>
    <a:band1V>
      <a:tcStyle>
        <a:tcBdr/>
        <a:fill>
          <a:solidFill>
            <a:schemeClr val="accent1">
              <a:alpha val="20000"/>
            </a:schemeClr>
          </a:solidFill>
        </a:fill>
      </a:tcStyle>
    </a:band1V>
    <a:lastCol>
      <a:tcTxStyle b="on"/>
      <a:tcStyle>
        <a:tcBdr/>
      </a:tcStyle>
    </a:lastCol>
    <a:firstCol>
      <a:tcTxStyle b="on"/>
      <a:tcStyle>
        <a:tcBdr/>
      </a:tcStyle>
    </a:firstCol>
    <a:lastRow>
      <a:tcTxStyle b="on"/>
      <a:tcStyle>
        <a:tcBdr>
          <a:top>
            <a:ln w="50800" cmpd="dbl">
              <a:solidFill>
                <a:schemeClr val="accent1"/>
              </a:solidFill>
            </a:ln>
          </a:top>
        </a:tcBdr>
        <a:fill>
          <a:noFill/>
        </a:fill>
      </a:tcStyle>
    </a:lastRow>
    <a:firstRow>
      <a:tcTxStyle b="on"/>
      <a:tcStyle>
        <a:tcBdr>
          <a:bottom>
            <a:ln w="25400" cmpd="sng">
              <a:solidFill>
                <a:schemeClr val="accent1"/>
              </a:solidFill>
            </a:ln>
          </a:bottom>
        </a:tcBdr>
        <a:fill>
          <a:noFill/>
        </a:fill>
      </a:tcStyle>
    </a:firstRow>
  </a:tblStyle>
  <a:tblStyle styleId="{5C22544A-7EE6-4342-B048-85BDC9FD1C3A}" styleName="中度样式 2 - 强调 1">
    <a:wholeTbl>
      <a:tcTxStyle>
        <a:fontRef idx="minor">
          <a:prstClr val="black"/>
        </a:fontRef>
        <a:schemeClr val="dk1"/>
      </a:tcTxStyle>
      <a:tcStyle>
        <a:tcBdr>
          <a:left>
            <a:ln w="12700" cmpd="sng">
              <a:solidFill>
                <a:schemeClr val="lt1"/>
              </a:solidFill>
            </a:ln>
          </a:left>
          <a:right>
            <a:ln w="12700" cmpd="sng">
              <a:solidFill>
                <a:schemeClr val="lt1"/>
              </a:solidFill>
            </a:ln>
          </a:right>
          <a:top>
            <a:ln w="12700" cmpd="sng">
              <a:solidFill>
                <a:schemeClr val="lt1"/>
              </a:solidFill>
            </a:ln>
          </a:top>
          <a:bottom>
            <a:ln w="12700" cmpd="sng">
              <a:solidFill>
                <a:schemeClr val="lt1"/>
              </a:solidFill>
            </a:ln>
          </a:bottom>
          <a:insideH>
            <a:ln w="12700" cmpd="sng">
              <a:solidFill>
                <a:schemeClr val="lt1"/>
              </a:solidFill>
            </a:ln>
          </a:insideH>
          <a:insideV>
            <a:ln w="12700" cmpd="sng">
              <a:solidFill>
                <a:schemeClr val="lt1"/>
              </a:solidFill>
            </a:ln>
          </a:insideV>
        </a:tcBdr>
        <a:fill>
          <a:solidFill>
            <a:schemeClr val="accent1">
              <a:tint val="20000"/>
            </a:schemeClr>
          </a:solidFill>
        </a:fill>
      </a:tcStyle>
    </a:wholeTbl>
    <a:band1H>
      <a:tcStyle>
        <a:tcBdr/>
        <a:fill>
          <a:solidFill>
            <a:schemeClr val="accent1">
              <a:tint val="40000"/>
            </a:schemeClr>
          </a:solidFill>
        </a:fill>
      </a:tcStyle>
    </a:band1H>
    <a:band2H>
      <a:tcStyle>
        <a:tcBdr/>
      </a:tcStyle>
    </a:band2H>
    <a:band1V>
      <a:tcStyle>
        <a:tcBdr/>
        <a:fill>
          <a:solidFill>
            <a:schemeClr val="accent1">
              <a:tint val="40000"/>
            </a:schemeClr>
          </a:solidFill>
        </a:fill>
      </a:tcStyle>
    </a:band1V>
    <a:band2V>
      <a:tcStyle>
        <a:tcBdr/>
      </a:tcStyle>
    </a:band2V>
    <a:lastCol>
      <a:tcTxStyle b="on">
        <a:fontRef idx="minor">
          <a:prstClr val="black"/>
        </a:fontRef>
        <a:schemeClr val="lt1"/>
      </a:tcTxStyle>
      <a:tcStyle>
        <a:tcBdr/>
        <a:fill>
          <a:solidFill>
            <a:schemeClr val="accent1"/>
          </a:solidFill>
        </a:fill>
      </a:tcStyle>
    </a:lastCol>
    <a:firstCol>
      <a:tcTxStyle b="on">
        <a:fontRef idx="minor">
          <a:prstClr val="black"/>
        </a:fontRef>
        <a:schemeClr val="lt1"/>
      </a:tcTxStyle>
      <a:tcStyle>
        <a:tcBdr/>
        <a:fill>
          <a:solidFill>
            <a:schemeClr val="accent1"/>
          </a:solidFill>
        </a:fill>
      </a:tcStyle>
    </a:firstCol>
    <a:lastRow>
      <a:tcTxStyle b="on">
        <a:fontRef idx="minor">
          <a:prstClr val="black"/>
        </a:fontRef>
        <a:schemeClr val="lt1"/>
      </a:tcTxStyle>
      <a:tcStyle>
        <a:tcBdr>
          <a:top>
            <a:ln w="38100" cmpd="sng">
              <a:solidFill>
                <a:schemeClr val="lt1"/>
              </a:solidFill>
            </a:ln>
          </a:top>
        </a:tcBdr>
        <a:fill>
          <a:solidFill>
            <a:schemeClr val="accent1"/>
          </a:solidFill>
        </a:fill>
      </a:tcStyle>
    </a:lastRow>
    <a:firstRow>
      <a:tcTxStyle b="on">
        <a:fontRef idx="minor">
          <a:prstClr val="black"/>
        </a:fontRef>
        <a:schemeClr val="lt1"/>
      </a:tcTxStyle>
      <a:tcStyle>
        <a:tcBdr>
          <a:bottom>
            <a:ln w="38100" cmpd="sng">
              <a:solidFill>
                <a:schemeClr val="lt1"/>
              </a:solidFill>
            </a:ln>
          </a:bottom>
        </a:tcBdr>
        <a:fill>
          <a:solidFill>
            <a:schemeClr val="accent1"/>
          </a:solidFill>
        </a:fill>
      </a:tcStyle>
    </a:firstRow>
  </a:tblStyle>
  <a:tblStyle styleId="{BDBED569-4797-4DF1-A0F4-6AAB3CD982D8}" styleName="浅色样式 3 - 强调 5">
    <a:wholeTbl>
      <a:tcTxStyle>
        <a:fontRef idx="minor">
          <a:scrgbClr r="0" g="0" b="0"/>
        </a:fontRef>
        <a:schemeClr val="tx1"/>
      </a:tcTxStyle>
      <a:tcStyle>
        <a:tcBdr>
          <a:left>
            <a:ln w="12700" cmpd="sng">
              <a:solidFill>
                <a:schemeClr val="accent5"/>
              </a:solidFill>
            </a:ln>
          </a:left>
          <a:right>
            <a:ln w="12700" cmpd="sng">
              <a:solidFill>
                <a:schemeClr val="accent5"/>
              </a:solidFill>
            </a:ln>
          </a:right>
          <a:top>
            <a:ln w="12700" cmpd="sng">
              <a:solidFill>
                <a:schemeClr val="accent5"/>
              </a:solidFill>
            </a:ln>
          </a:top>
          <a:bottom>
            <a:ln w="12700" cmpd="sng">
              <a:solidFill>
                <a:schemeClr val="accent5"/>
              </a:solidFill>
            </a:ln>
          </a:bottom>
          <a:insideH>
            <a:ln w="12700" cmpd="sng">
              <a:solidFill>
                <a:schemeClr val="accent5"/>
              </a:solidFill>
            </a:ln>
          </a:insideH>
          <a:insideV>
            <a:ln w="12700" cmpd="sng">
              <a:solidFill>
                <a:schemeClr val="accent5"/>
              </a:solidFill>
            </a:ln>
          </a:insideV>
        </a:tcBdr>
        <a:fill>
          <a:noFill/>
        </a:fill>
      </a:tcStyle>
    </a:wholeTbl>
    <a:band1H>
      <a:tcStyle>
        <a:tcBdr/>
        <a:fill>
          <a:solidFill>
            <a:schemeClr val="accent5">
              <a:alpha val="20000"/>
            </a:schemeClr>
          </a:solidFill>
        </a:fill>
      </a:tcStyle>
    </a:band1H>
    <a:band1V>
      <a:tcStyle>
        <a:tcBdr/>
        <a:fill>
          <a:solidFill>
            <a:schemeClr val="accent5">
              <a:alpha val="20000"/>
            </a:schemeClr>
          </a:solidFill>
        </a:fill>
      </a:tcStyle>
    </a:band1V>
    <a:lastCol>
      <a:tcTxStyle b="on"/>
      <a:tcStyle>
        <a:tcBdr/>
      </a:tcStyle>
    </a:lastCol>
    <a:firstCol>
      <a:tcTxStyle b="on"/>
      <a:tcStyle>
        <a:tcBdr/>
      </a:tcStyle>
    </a:firstCol>
    <a:lastRow>
      <a:tcTxStyle b="on"/>
      <a:tcStyle>
        <a:tcBdr>
          <a:top>
            <a:ln w="50800" cmpd="dbl">
              <a:solidFill>
                <a:schemeClr val="accent5"/>
              </a:solidFill>
            </a:ln>
          </a:top>
        </a:tcBdr>
        <a:fill>
          <a:noFill/>
        </a:fill>
      </a:tcStyle>
    </a:lastRow>
    <a:firstRow>
      <a:tcTxStyle b="on"/>
      <a:tcStyle>
        <a:tcBdr>
          <a:bottom>
            <a:ln w="25400" cmpd="sng">
              <a:solidFill>
                <a:schemeClr val="accent5"/>
              </a:solidFill>
            </a:ln>
          </a:bottom>
        </a:tcBdr>
        <a:fill>
          <a:noFill/>
        </a:fill>
      </a:tcStyle>
    </a:firstRow>
  </a:tblStyle>
</a:tblStyleLst>
</file>

<file path=ppt/viewProps.xml><?xml version="1.0" encoding="utf-8"?>
<p:viewPr xmlns:a="http://schemas.openxmlformats.org/drawingml/2006/main" xmlns:r="http://schemas.openxmlformats.org/officeDocument/2006/relationships" xmlns:p="http://schemas.openxmlformats.org/presentationml/2006/main" lastView="sldThumbnailView">
  <p:normalViewPr>
    <p:restoredLeft sz="15620"/>
    <p:restoredTop sz="85214" autoAdjust="0"/>
  </p:normalViewPr>
  <p:slideViewPr>
    <p:cSldViewPr snapToGrid="0">
      <p:cViewPr varScale="1">
        <p:scale>
          <a:sx n="55" d="100"/>
          <a:sy n="55" d="100"/>
        </p:scale>
        <p:origin x="1092" y="32"/>
      </p:cViewPr>
      <p:guideLst/>
    </p:cSldViewPr>
  </p:slideViewPr>
  <p:notesTextViewPr>
    <p:cViewPr>
      <p:scale>
        <a:sx n="1" d="1"/>
        <a:sy n="1" d="1"/>
      </p:scale>
      <p:origin x="0" y="0"/>
    </p:cViewPr>
  </p:notesTextViewPr>
  <p:notesViewPr>
    <p:cSldViewPr snapToGrid="0">
      <p:cViewPr>
        <p:scale>
          <a:sx n="1" d="2"/>
          <a:sy n="1" d="2"/>
        </p:scale>
        <p:origin x="0" y="0"/>
      </p:cViewPr>
      <p:guideLst/>
    </p:cSldViewPr>
  </p:notesViewPr>
  <p:gridSpacing cx="76200" cy="76200"/>
</p:viewPr>
</file>

<file path=ppt/_rels/presentation.xml.rels><?xml version="1.0" encoding="UTF-8" standalone="yes"?>
<Relationships xmlns="http://schemas.openxmlformats.org/package/2006/relationships"><Relationship Id="rId26" Type="http://schemas.openxmlformats.org/officeDocument/2006/relationships/slide" Target="slides/slide25.xml"/><Relationship Id="rId117" Type="http://schemas.openxmlformats.org/officeDocument/2006/relationships/viewProps" Target="viewProps.xml"/><Relationship Id="rId21" Type="http://schemas.openxmlformats.org/officeDocument/2006/relationships/slide" Target="slides/slide20.xml"/><Relationship Id="rId42" Type="http://schemas.openxmlformats.org/officeDocument/2006/relationships/slide" Target="slides/slide41.xml"/><Relationship Id="rId47" Type="http://schemas.openxmlformats.org/officeDocument/2006/relationships/slide" Target="slides/slide46.xml"/><Relationship Id="rId63" Type="http://schemas.openxmlformats.org/officeDocument/2006/relationships/slide" Target="slides/slide62.xml"/><Relationship Id="rId68" Type="http://schemas.openxmlformats.org/officeDocument/2006/relationships/slide" Target="slides/slide67.xml"/><Relationship Id="rId84" Type="http://schemas.openxmlformats.org/officeDocument/2006/relationships/slide" Target="slides/slide83.xml"/><Relationship Id="rId89" Type="http://schemas.openxmlformats.org/officeDocument/2006/relationships/slide" Target="slides/slide88.xml"/><Relationship Id="rId112" Type="http://schemas.openxmlformats.org/officeDocument/2006/relationships/slide" Target="slides/slide111.xml"/><Relationship Id="rId16" Type="http://schemas.openxmlformats.org/officeDocument/2006/relationships/slide" Target="slides/slide15.xml"/><Relationship Id="rId107" Type="http://schemas.openxmlformats.org/officeDocument/2006/relationships/slide" Target="slides/slide106.xml"/><Relationship Id="rId11" Type="http://schemas.openxmlformats.org/officeDocument/2006/relationships/slide" Target="slides/slide10.xml"/><Relationship Id="rId32" Type="http://schemas.openxmlformats.org/officeDocument/2006/relationships/slide" Target="slides/slide31.xml"/><Relationship Id="rId37" Type="http://schemas.openxmlformats.org/officeDocument/2006/relationships/slide" Target="slides/slide36.xml"/><Relationship Id="rId53" Type="http://schemas.openxmlformats.org/officeDocument/2006/relationships/slide" Target="slides/slide52.xml"/><Relationship Id="rId58" Type="http://schemas.openxmlformats.org/officeDocument/2006/relationships/slide" Target="slides/slide57.xml"/><Relationship Id="rId74" Type="http://schemas.openxmlformats.org/officeDocument/2006/relationships/slide" Target="slides/slide73.xml"/><Relationship Id="rId79" Type="http://schemas.openxmlformats.org/officeDocument/2006/relationships/slide" Target="slides/slide78.xml"/><Relationship Id="rId102" Type="http://schemas.openxmlformats.org/officeDocument/2006/relationships/slide" Target="slides/slide101.xml"/><Relationship Id="rId5" Type="http://schemas.openxmlformats.org/officeDocument/2006/relationships/slide" Target="slides/slide4.xml"/><Relationship Id="rId90" Type="http://schemas.openxmlformats.org/officeDocument/2006/relationships/slide" Target="slides/slide89.xml"/><Relationship Id="rId95" Type="http://schemas.openxmlformats.org/officeDocument/2006/relationships/slide" Target="slides/slide94.xml"/><Relationship Id="rId22" Type="http://schemas.openxmlformats.org/officeDocument/2006/relationships/slide" Target="slides/slide21.xml"/><Relationship Id="rId27" Type="http://schemas.openxmlformats.org/officeDocument/2006/relationships/slide" Target="slides/slide26.xml"/><Relationship Id="rId43" Type="http://schemas.openxmlformats.org/officeDocument/2006/relationships/slide" Target="slides/slide42.xml"/><Relationship Id="rId48" Type="http://schemas.openxmlformats.org/officeDocument/2006/relationships/slide" Target="slides/slide47.xml"/><Relationship Id="rId64" Type="http://schemas.openxmlformats.org/officeDocument/2006/relationships/slide" Target="slides/slide63.xml"/><Relationship Id="rId69" Type="http://schemas.openxmlformats.org/officeDocument/2006/relationships/slide" Target="slides/slide68.xml"/><Relationship Id="rId113" Type="http://schemas.openxmlformats.org/officeDocument/2006/relationships/slide" Target="slides/slide112.xml"/><Relationship Id="rId118" Type="http://schemas.openxmlformats.org/officeDocument/2006/relationships/theme" Target="theme/theme1.xml"/><Relationship Id="rId80" Type="http://schemas.openxmlformats.org/officeDocument/2006/relationships/slide" Target="slides/slide79.xml"/><Relationship Id="rId85" Type="http://schemas.openxmlformats.org/officeDocument/2006/relationships/slide" Target="slides/slide84.xml"/><Relationship Id="rId12" Type="http://schemas.openxmlformats.org/officeDocument/2006/relationships/slide" Target="slides/slide11.xml"/><Relationship Id="rId17" Type="http://schemas.openxmlformats.org/officeDocument/2006/relationships/slide" Target="slides/slide16.xml"/><Relationship Id="rId33" Type="http://schemas.openxmlformats.org/officeDocument/2006/relationships/slide" Target="slides/slide32.xml"/><Relationship Id="rId38" Type="http://schemas.openxmlformats.org/officeDocument/2006/relationships/slide" Target="slides/slide37.xml"/><Relationship Id="rId59" Type="http://schemas.openxmlformats.org/officeDocument/2006/relationships/slide" Target="slides/slide58.xml"/><Relationship Id="rId103" Type="http://schemas.openxmlformats.org/officeDocument/2006/relationships/slide" Target="slides/slide102.xml"/><Relationship Id="rId108" Type="http://schemas.openxmlformats.org/officeDocument/2006/relationships/slide" Target="slides/slide107.xml"/><Relationship Id="rId54" Type="http://schemas.openxmlformats.org/officeDocument/2006/relationships/slide" Target="slides/slide53.xml"/><Relationship Id="rId70" Type="http://schemas.openxmlformats.org/officeDocument/2006/relationships/slide" Target="slides/slide69.xml"/><Relationship Id="rId75" Type="http://schemas.openxmlformats.org/officeDocument/2006/relationships/slide" Target="slides/slide74.xml"/><Relationship Id="rId91" Type="http://schemas.openxmlformats.org/officeDocument/2006/relationships/slide" Target="slides/slide90.xml"/><Relationship Id="rId96" Type="http://schemas.openxmlformats.org/officeDocument/2006/relationships/slide" Target="slides/slide95.xml"/><Relationship Id="rId1" Type="http://schemas.openxmlformats.org/officeDocument/2006/relationships/slideMaster" Target="slideMasters/slideMaster1.xml"/><Relationship Id="rId6" Type="http://schemas.openxmlformats.org/officeDocument/2006/relationships/slide" Target="slides/slide5.xml"/><Relationship Id="rId23" Type="http://schemas.openxmlformats.org/officeDocument/2006/relationships/slide" Target="slides/slide22.xml"/><Relationship Id="rId28" Type="http://schemas.openxmlformats.org/officeDocument/2006/relationships/slide" Target="slides/slide27.xml"/><Relationship Id="rId49" Type="http://schemas.openxmlformats.org/officeDocument/2006/relationships/slide" Target="slides/slide48.xml"/><Relationship Id="rId114" Type="http://schemas.openxmlformats.org/officeDocument/2006/relationships/slide" Target="slides/slide113.xml"/><Relationship Id="rId119" Type="http://schemas.openxmlformats.org/officeDocument/2006/relationships/tableStyles" Target="tableStyles.xml"/><Relationship Id="rId44" Type="http://schemas.openxmlformats.org/officeDocument/2006/relationships/slide" Target="slides/slide43.xml"/><Relationship Id="rId60" Type="http://schemas.openxmlformats.org/officeDocument/2006/relationships/slide" Target="slides/slide59.xml"/><Relationship Id="rId65" Type="http://schemas.openxmlformats.org/officeDocument/2006/relationships/slide" Target="slides/slide64.xml"/><Relationship Id="rId81" Type="http://schemas.openxmlformats.org/officeDocument/2006/relationships/slide" Target="slides/slide80.xml"/><Relationship Id="rId86" Type="http://schemas.openxmlformats.org/officeDocument/2006/relationships/slide" Target="slides/slide85.xml"/><Relationship Id="rId4" Type="http://schemas.openxmlformats.org/officeDocument/2006/relationships/slide" Target="slides/slide3.xml"/><Relationship Id="rId9" Type="http://schemas.openxmlformats.org/officeDocument/2006/relationships/slide" Target="slides/slide8.xml"/><Relationship Id="rId13" Type="http://schemas.openxmlformats.org/officeDocument/2006/relationships/slide" Target="slides/slide12.xml"/><Relationship Id="rId18" Type="http://schemas.openxmlformats.org/officeDocument/2006/relationships/slide" Target="slides/slide17.xml"/><Relationship Id="rId39" Type="http://schemas.openxmlformats.org/officeDocument/2006/relationships/slide" Target="slides/slide38.xml"/><Relationship Id="rId109" Type="http://schemas.openxmlformats.org/officeDocument/2006/relationships/slide" Target="slides/slide108.xml"/><Relationship Id="rId34" Type="http://schemas.openxmlformats.org/officeDocument/2006/relationships/slide" Target="slides/slide33.xml"/><Relationship Id="rId50" Type="http://schemas.openxmlformats.org/officeDocument/2006/relationships/slide" Target="slides/slide49.xml"/><Relationship Id="rId55" Type="http://schemas.openxmlformats.org/officeDocument/2006/relationships/slide" Target="slides/slide54.xml"/><Relationship Id="rId76" Type="http://schemas.openxmlformats.org/officeDocument/2006/relationships/slide" Target="slides/slide75.xml"/><Relationship Id="rId97" Type="http://schemas.openxmlformats.org/officeDocument/2006/relationships/slide" Target="slides/slide96.xml"/><Relationship Id="rId104" Type="http://schemas.openxmlformats.org/officeDocument/2006/relationships/slide" Target="slides/slide103.xml"/><Relationship Id="rId120" Type="http://schemas.microsoft.com/office/2016/11/relationships/changesInfo" Target="changesInfos/changesInfo1.xml"/><Relationship Id="rId7" Type="http://schemas.openxmlformats.org/officeDocument/2006/relationships/slide" Target="slides/slide6.xml"/><Relationship Id="rId71" Type="http://schemas.openxmlformats.org/officeDocument/2006/relationships/slide" Target="slides/slide70.xml"/><Relationship Id="rId92" Type="http://schemas.openxmlformats.org/officeDocument/2006/relationships/slide" Target="slides/slide91.xml"/><Relationship Id="rId2" Type="http://schemas.openxmlformats.org/officeDocument/2006/relationships/slide" Target="slides/slide1.xml"/><Relationship Id="rId29" Type="http://schemas.openxmlformats.org/officeDocument/2006/relationships/slide" Target="slides/slide28.xml"/><Relationship Id="rId24" Type="http://schemas.openxmlformats.org/officeDocument/2006/relationships/slide" Target="slides/slide23.xml"/><Relationship Id="rId40" Type="http://schemas.openxmlformats.org/officeDocument/2006/relationships/slide" Target="slides/slide39.xml"/><Relationship Id="rId45" Type="http://schemas.openxmlformats.org/officeDocument/2006/relationships/slide" Target="slides/slide44.xml"/><Relationship Id="rId66" Type="http://schemas.openxmlformats.org/officeDocument/2006/relationships/slide" Target="slides/slide65.xml"/><Relationship Id="rId87" Type="http://schemas.openxmlformats.org/officeDocument/2006/relationships/slide" Target="slides/slide86.xml"/><Relationship Id="rId110" Type="http://schemas.openxmlformats.org/officeDocument/2006/relationships/slide" Target="slides/slide109.xml"/><Relationship Id="rId115" Type="http://schemas.openxmlformats.org/officeDocument/2006/relationships/notesMaster" Target="notesMasters/notesMaster1.xml"/><Relationship Id="rId61" Type="http://schemas.openxmlformats.org/officeDocument/2006/relationships/slide" Target="slides/slide60.xml"/><Relationship Id="rId82" Type="http://schemas.openxmlformats.org/officeDocument/2006/relationships/slide" Target="slides/slide81.xml"/><Relationship Id="rId19" Type="http://schemas.openxmlformats.org/officeDocument/2006/relationships/slide" Target="slides/slide18.xml"/><Relationship Id="rId14" Type="http://schemas.openxmlformats.org/officeDocument/2006/relationships/slide" Target="slides/slide13.xml"/><Relationship Id="rId30" Type="http://schemas.openxmlformats.org/officeDocument/2006/relationships/slide" Target="slides/slide29.xml"/><Relationship Id="rId35" Type="http://schemas.openxmlformats.org/officeDocument/2006/relationships/slide" Target="slides/slide34.xml"/><Relationship Id="rId56" Type="http://schemas.openxmlformats.org/officeDocument/2006/relationships/slide" Target="slides/slide55.xml"/><Relationship Id="rId77" Type="http://schemas.openxmlformats.org/officeDocument/2006/relationships/slide" Target="slides/slide76.xml"/><Relationship Id="rId100" Type="http://schemas.openxmlformats.org/officeDocument/2006/relationships/slide" Target="slides/slide99.xml"/><Relationship Id="rId105" Type="http://schemas.openxmlformats.org/officeDocument/2006/relationships/slide" Target="slides/slide104.xml"/><Relationship Id="rId8" Type="http://schemas.openxmlformats.org/officeDocument/2006/relationships/slide" Target="slides/slide7.xml"/><Relationship Id="rId51" Type="http://schemas.openxmlformats.org/officeDocument/2006/relationships/slide" Target="slides/slide50.xml"/><Relationship Id="rId72" Type="http://schemas.openxmlformats.org/officeDocument/2006/relationships/slide" Target="slides/slide71.xml"/><Relationship Id="rId93" Type="http://schemas.openxmlformats.org/officeDocument/2006/relationships/slide" Target="slides/slide92.xml"/><Relationship Id="rId98" Type="http://schemas.openxmlformats.org/officeDocument/2006/relationships/slide" Target="slides/slide97.xml"/><Relationship Id="rId121" Type="http://schemas.microsoft.com/office/2015/10/relationships/revisionInfo" Target="revisionInfo.xml"/><Relationship Id="rId3" Type="http://schemas.openxmlformats.org/officeDocument/2006/relationships/slide" Target="slides/slide2.xml"/><Relationship Id="rId25" Type="http://schemas.openxmlformats.org/officeDocument/2006/relationships/slide" Target="slides/slide24.xml"/><Relationship Id="rId46" Type="http://schemas.openxmlformats.org/officeDocument/2006/relationships/slide" Target="slides/slide45.xml"/><Relationship Id="rId67" Type="http://schemas.openxmlformats.org/officeDocument/2006/relationships/slide" Target="slides/slide66.xml"/><Relationship Id="rId116" Type="http://schemas.openxmlformats.org/officeDocument/2006/relationships/presProps" Target="presProps.xml"/><Relationship Id="rId20" Type="http://schemas.openxmlformats.org/officeDocument/2006/relationships/slide" Target="slides/slide19.xml"/><Relationship Id="rId41" Type="http://schemas.openxmlformats.org/officeDocument/2006/relationships/slide" Target="slides/slide40.xml"/><Relationship Id="rId62" Type="http://schemas.openxmlformats.org/officeDocument/2006/relationships/slide" Target="slides/slide61.xml"/><Relationship Id="rId83" Type="http://schemas.openxmlformats.org/officeDocument/2006/relationships/slide" Target="slides/slide82.xml"/><Relationship Id="rId88" Type="http://schemas.openxmlformats.org/officeDocument/2006/relationships/slide" Target="slides/slide87.xml"/><Relationship Id="rId111" Type="http://schemas.openxmlformats.org/officeDocument/2006/relationships/slide" Target="slides/slide110.xml"/><Relationship Id="rId15" Type="http://schemas.openxmlformats.org/officeDocument/2006/relationships/slide" Target="slides/slide14.xml"/><Relationship Id="rId36" Type="http://schemas.openxmlformats.org/officeDocument/2006/relationships/slide" Target="slides/slide35.xml"/><Relationship Id="rId57" Type="http://schemas.openxmlformats.org/officeDocument/2006/relationships/slide" Target="slides/slide56.xml"/><Relationship Id="rId106" Type="http://schemas.openxmlformats.org/officeDocument/2006/relationships/slide" Target="slides/slide105.xml"/><Relationship Id="rId10" Type="http://schemas.openxmlformats.org/officeDocument/2006/relationships/slide" Target="slides/slide9.xml"/><Relationship Id="rId31" Type="http://schemas.openxmlformats.org/officeDocument/2006/relationships/slide" Target="slides/slide30.xml"/><Relationship Id="rId52" Type="http://schemas.openxmlformats.org/officeDocument/2006/relationships/slide" Target="slides/slide51.xml"/><Relationship Id="rId73" Type="http://schemas.openxmlformats.org/officeDocument/2006/relationships/slide" Target="slides/slide72.xml"/><Relationship Id="rId78" Type="http://schemas.openxmlformats.org/officeDocument/2006/relationships/slide" Target="slides/slide77.xml"/><Relationship Id="rId94" Type="http://schemas.openxmlformats.org/officeDocument/2006/relationships/slide" Target="slides/slide93.xml"/><Relationship Id="rId99" Type="http://schemas.openxmlformats.org/officeDocument/2006/relationships/slide" Target="slides/slide98.xml"/><Relationship Id="rId101" Type="http://schemas.openxmlformats.org/officeDocument/2006/relationships/slide" Target="slides/slide100.xml"/></Relationships>
</file>

<file path=ppt/changesInfos/changesInfo1.xml><?xml version="1.0" encoding="utf-8"?>
<pc:chgInfo xmlns:a="http://schemas.openxmlformats.org/drawingml/2006/main" xmlns:r="http://schemas.openxmlformats.org/officeDocument/2006/relationships" xmlns:ac="http://schemas.microsoft.com/office/drawing/2013/main/command" xmlns:pc="http://schemas.microsoft.com/office/powerpoint/2013/main/command">
  <pc:docChgLst>
    <pc:chgData name="欣捷 王" userId="b965477fa0aef5e6" providerId="LiveId" clId="{2F857495-2BB0-4053-B57D-AD2A648DCC80}"/>
    <pc:docChg chg="custSel modSld">
      <pc:chgData name="欣捷 王" userId="b965477fa0aef5e6" providerId="LiveId" clId="{2F857495-2BB0-4053-B57D-AD2A648DCC80}" dt="2025-11-26T03:17:07.988" v="29"/>
      <pc:docMkLst>
        <pc:docMk/>
      </pc:docMkLst>
      <pc:sldChg chg="modSp mod">
        <pc:chgData name="欣捷 王" userId="b965477fa0aef5e6" providerId="LiveId" clId="{2F857495-2BB0-4053-B57D-AD2A648DCC80}" dt="2025-11-26T03:16:41.246" v="23"/>
        <pc:sldMkLst>
          <pc:docMk/>
          <pc:sldMk cId="881180701" sldId="788"/>
        </pc:sldMkLst>
        <pc:spChg chg="mod">
          <ac:chgData name="欣捷 王" userId="b965477fa0aef5e6" providerId="LiveId" clId="{2F857495-2BB0-4053-B57D-AD2A648DCC80}" dt="2025-11-26T03:16:41.245" v="20"/>
          <ac:spMkLst>
            <pc:docMk/>
            <pc:sldMk cId="881180701" sldId="788"/>
            <ac:spMk id="18" creationId="{8731C54F-26B4-D8A4-8752-2197440F3E0D}"/>
          </ac:spMkLst>
        </pc:spChg>
        <pc:spChg chg="mod">
          <ac:chgData name="欣捷 王" userId="b965477fa0aef5e6" providerId="LiveId" clId="{2F857495-2BB0-4053-B57D-AD2A648DCC80}" dt="2025-11-26T03:16:41.245" v="19"/>
          <ac:spMkLst>
            <pc:docMk/>
            <pc:sldMk cId="881180701" sldId="788"/>
            <ac:spMk id="19" creationId="{38CBE638-E6F1-8AC6-C224-980E06C5302B}"/>
          </ac:spMkLst>
        </pc:spChg>
        <pc:spChg chg="mod">
          <ac:chgData name="欣捷 王" userId="b965477fa0aef5e6" providerId="LiveId" clId="{2F857495-2BB0-4053-B57D-AD2A648DCC80}" dt="2025-11-26T03:16:41.245" v="19"/>
          <ac:spMkLst>
            <pc:docMk/>
            <pc:sldMk cId="881180701" sldId="788"/>
            <ac:spMk id="20" creationId="{C189037A-20E1-3029-7460-E12B2F47C8E2}"/>
          </ac:spMkLst>
        </pc:spChg>
        <pc:spChg chg="mod">
          <ac:chgData name="欣捷 王" userId="b965477fa0aef5e6" providerId="LiveId" clId="{2F857495-2BB0-4053-B57D-AD2A648DCC80}" dt="2025-11-26T03:16:41.245" v="19"/>
          <ac:spMkLst>
            <pc:docMk/>
            <pc:sldMk cId="881180701" sldId="788"/>
            <ac:spMk id="21" creationId="{0307A880-7E00-36F0-91C9-B47CF8C0955F}"/>
          </ac:spMkLst>
        </pc:spChg>
        <pc:grpChg chg="mod">
          <ac:chgData name="欣捷 王" userId="b965477fa0aef5e6" providerId="LiveId" clId="{2F857495-2BB0-4053-B57D-AD2A648DCC80}" dt="2025-11-26T03:16:41.245" v="21"/>
          <ac:grpSpMkLst>
            <pc:docMk/>
            <pc:sldMk cId="881180701" sldId="788"/>
            <ac:grpSpMk id="22" creationId="{B7A1B223-753F-7D2F-79DE-ECEB674FCEEA}"/>
          </ac:grpSpMkLst>
        </pc:grpChg>
        <pc:picChg chg="mod ord">
          <ac:chgData name="欣捷 王" userId="b965477fa0aef5e6" providerId="LiveId" clId="{2F857495-2BB0-4053-B57D-AD2A648DCC80}" dt="2025-11-26T03:16:41.246" v="23"/>
          <ac:picMkLst>
            <pc:docMk/>
            <pc:sldMk cId="881180701" sldId="788"/>
            <ac:picMk id="7" creationId="{F5C33E3D-9D3C-3557-0A31-871E5DE4F91F}"/>
          </ac:picMkLst>
        </pc:picChg>
      </pc:sldChg>
      <pc:sldChg chg="modSp mod">
        <pc:chgData name="欣捷 王" userId="b965477fa0aef5e6" providerId="LiveId" clId="{2F857495-2BB0-4053-B57D-AD2A648DCC80}" dt="2025-11-26T03:17:07.988" v="29"/>
        <pc:sldMkLst>
          <pc:docMk/>
          <pc:sldMk cId="2046412873" sldId="789"/>
        </pc:sldMkLst>
        <pc:spChg chg="mod">
          <ac:chgData name="欣捷 王" userId="b965477fa0aef5e6" providerId="LiveId" clId="{2F857495-2BB0-4053-B57D-AD2A648DCC80}" dt="2025-11-26T03:17:07.987" v="26"/>
          <ac:spMkLst>
            <pc:docMk/>
            <pc:sldMk cId="2046412873" sldId="789"/>
            <ac:spMk id="18" creationId="{19345E4C-98CD-7354-B5E6-C6BE2D434031}"/>
          </ac:spMkLst>
        </pc:spChg>
        <pc:spChg chg="mod">
          <ac:chgData name="欣捷 王" userId="b965477fa0aef5e6" providerId="LiveId" clId="{2F857495-2BB0-4053-B57D-AD2A648DCC80}" dt="2025-11-26T03:17:07.987" v="25"/>
          <ac:spMkLst>
            <pc:docMk/>
            <pc:sldMk cId="2046412873" sldId="789"/>
            <ac:spMk id="19" creationId="{B438592E-7607-23E3-08FA-0A59B04A4764}"/>
          </ac:spMkLst>
        </pc:spChg>
        <pc:spChg chg="mod">
          <ac:chgData name="欣捷 王" userId="b965477fa0aef5e6" providerId="LiveId" clId="{2F857495-2BB0-4053-B57D-AD2A648DCC80}" dt="2025-11-26T03:17:07.987" v="25"/>
          <ac:spMkLst>
            <pc:docMk/>
            <pc:sldMk cId="2046412873" sldId="789"/>
            <ac:spMk id="20" creationId="{4644103F-D660-ACA9-0992-F7A7058E4EEF}"/>
          </ac:spMkLst>
        </pc:spChg>
        <pc:spChg chg="mod">
          <ac:chgData name="欣捷 王" userId="b965477fa0aef5e6" providerId="LiveId" clId="{2F857495-2BB0-4053-B57D-AD2A648DCC80}" dt="2025-11-26T03:17:07.987" v="25"/>
          <ac:spMkLst>
            <pc:docMk/>
            <pc:sldMk cId="2046412873" sldId="789"/>
            <ac:spMk id="21" creationId="{2C6314DF-AF57-8CB3-31EB-623D65F62B48}"/>
          </ac:spMkLst>
        </pc:spChg>
        <pc:grpChg chg="mod">
          <ac:chgData name="欣捷 王" userId="b965477fa0aef5e6" providerId="LiveId" clId="{2F857495-2BB0-4053-B57D-AD2A648DCC80}" dt="2025-11-26T03:17:07.988" v="27"/>
          <ac:grpSpMkLst>
            <pc:docMk/>
            <pc:sldMk cId="2046412873" sldId="789"/>
            <ac:grpSpMk id="22" creationId="{5CE57F6E-2E19-474E-A6BE-2BF11541285F}"/>
          </ac:grpSpMkLst>
        </pc:grpChg>
        <pc:picChg chg="mod ord">
          <ac:chgData name="欣捷 王" userId="b965477fa0aef5e6" providerId="LiveId" clId="{2F857495-2BB0-4053-B57D-AD2A648DCC80}" dt="2025-11-26T03:17:07.988" v="29"/>
          <ac:picMkLst>
            <pc:docMk/>
            <pc:sldMk cId="2046412873" sldId="789"/>
            <ac:picMk id="7" creationId="{5F7C7274-B0E2-DD06-A529-9CB679D980DA}"/>
          </ac:picMkLst>
        </pc:picChg>
      </pc:sldChg>
    </pc:docChg>
  </pc:docChgLst>
</pc:chgInfo>
</file>

<file path=ppt/notesMasters/_rels/notesMaster1.xml.rels><?xml version="1.0" encoding="UTF-8" standalone="yes"?>
<Relationships xmlns="http://schemas.openxmlformats.org/package/2006/relationships"><Relationship Id="rId1" Type="http://schemas.openxmlformats.org/officeDocument/2006/relationships/theme" Target="../theme/theme2.xml"/></Relationships>
</file>

<file path=ppt/notesMasters/notesMaster1.xml><?xml version="1.0" encoding="utf-8"?>
<p:notes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页眉占位符 1"/>
          <p:cNvSpPr>
            <a:spLocks noGrp="1"/>
          </p:cNvSpPr>
          <p:nvPr>
            <p:ph type="hdr" sz="quarter"/>
          </p:nvPr>
        </p:nvSpPr>
        <p:spPr>
          <a:xfrm>
            <a:off x="0" y="0"/>
            <a:ext cx="2971800" cy="458788"/>
          </a:xfrm>
          <a:prstGeom prst="rect">
            <a:avLst/>
          </a:prstGeom>
        </p:spPr>
        <p:txBody>
          <a:bodyPr vert="horz" lIns="91440" tIns="45720" rIns="91440" bIns="45720" rtlCol="0"/>
          <a:lstStyle>
            <a:lvl1pPr algn="l">
              <a:defRPr sz="1200"/>
            </a:lvl1pPr>
          </a:lstStyle>
          <a:p>
            <a:endParaRPr lang="zh-CN" altLang="en-US"/>
          </a:p>
        </p:txBody>
      </p:sp>
      <p:sp>
        <p:nvSpPr>
          <p:cNvPr id="3" name="日期占位符 2"/>
          <p:cNvSpPr>
            <a:spLocks noGrp="1"/>
          </p:cNvSpPr>
          <p:nvPr>
            <p:ph type="dt" idx="1"/>
          </p:nvPr>
        </p:nvSpPr>
        <p:spPr>
          <a:xfrm>
            <a:off x="3884613" y="0"/>
            <a:ext cx="2971800" cy="458788"/>
          </a:xfrm>
          <a:prstGeom prst="rect">
            <a:avLst/>
          </a:prstGeom>
        </p:spPr>
        <p:txBody>
          <a:bodyPr vert="horz" lIns="91440" tIns="45720" rIns="91440" bIns="45720" rtlCol="0"/>
          <a:lstStyle>
            <a:lvl1pPr algn="r">
              <a:defRPr sz="1200"/>
            </a:lvl1pPr>
          </a:lstStyle>
          <a:p>
            <a:fld id="{A779D049-5B44-483E-9C3C-697C85C65D4A}" type="datetimeFigureOut">
              <a:rPr lang="zh-CN" altLang="en-US" smtClean="0"/>
              <a:t>2025/11/26</a:t>
            </a:fld>
            <a:endParaRPr lang="zh-CN" altLang="en-US"/>
          </a:p>
        </p:txBody>
      </p:sp>
      <p:sp>
        <p:nvSpPr>
          <p:cNvPr id="4" name="幻灯片图像占位符 3"/>
          <p:cNvSpPr>
            <a:spLocks noGrp="1" noRot="1" noChangeAspect="1"/>
          </p:cNvSpPr>
          <p:nvPr>
            <p:ph type="sldImg" idx="2"/>
          </p:nvPr>
        </p:nvSpPr>
        <p:spPr>
          <a:xfrm>
            <a:off x="1371600" y="1143000"/>
            <a:ext cx="4114800" cy="3086100"/>
          </a:xfrm>
          <a:prstGeom prst="rect">
            <a:avLst/>
          </a:prstGeom>
          <a:noFill/>
          <a:ln w="12700">
            <a:solidFill>
              <a:prstClr val="black"/>
            </a:solidFill>
          </a:ln>
        </p:spPr>
        <p:txBody>
          <a:bodyPr vert="horz" lIns="91440" tIns="45720" rIns="91440" bIns="45720" rtlCol="0" anchor="ctr"/>
          <a:lstStyle/>
          <a:p>
            <a:endParaRPr lang="zh-CN" altLang="en-US"/>
          </a:p>
        </p:txBody>
      </p:sp>
      <p:sp>
        <p:nvSpPr>
          <p:cNvPr id="5" name="备注占位符 4"/>
          <p:cNvSpPr>
            <a:spLocks noGrp="1"/>
          </p:cNvSpPr>
          <p:nvPr>
            <p:ph type="body" sz="quarter" idx="3"/>
          </p:nvPr>
        </p:nvSpPr>
        <p:spPr>
          <a:xfrm>
            <a:off x="685800" y="4400550"/>
            <a:ext cx="5486400" cy="3600450"/>
          </a:xfrm>
          <a:prstGeom prst="rect">
            <a:avLst/>
          </a:prstGeom>
        </p:spPr>
        <p:txBody>
          <a:bodyPr vert="horz" lIns="91440" tIns="45720" rIns="91440" bIns="45720" rtlCol="0"/>
          <a:lstStyle/>
          <a:p>
            <a:pPr lvl="0"/>
            <a:r>
              <a:rPr lang="zh-CN" altLang="en-US"/>
              <a:t>单击此处编辑母版文本样式</a:t>
            </a:r>
          </a:p>
          <a:p>
            <a:pPr lvl="1"/>
            <a:r>
              <a:rPr lang="zh-CN" altLang="en-US"/>
              <a:t>二级</a:t>
            </a:r>
          </a:p>
          <a:p>
            <a:pPr lvl="2"/>
            <a:r>
              <a:rPr lang="zh-CN" altLang="en-US"/>
              <a:t>三级</a:t>
            </a:r>
          </a:p>
          <a:p>
            <a:pPr lvl="3"/>
            <a:r>
              <a:rPr lang="zh-CN" altLang="en-US"/>
              <a:t>四级</a:t>
            </a:r>
          </a:p>
          <a:p>
            <a:pPr lvl="4"/>
            <a:r>
              <a:rPr lang="zh-CN" altLang="en-US"/>
              <a:t>五级</a:t>
            </a:r>
          </a:p>
        </p:txBody>
      </p:sp>
      <p:sp>
        <p:nvSpPr>
          <p:cNvPr id="6" name="页脚占位符 5"/>
          <p:cNvSpPr>
            <a:spLocks noGrp="1"/>
          </p:cNvSpPr>
          <p:nvPr>
            <p:ph type="ftr" sz="quarter" idx="4"/>
          </p:nvPr>
        </p:nvSpPr>
        <p:spPr>
          <a:xfrm>
            <a:off x="0" y="8685213"/>
            <a:ext cx="2971800" cy="458787"/>
          </a:xfrm>
          <a:prstGeom prst="rect">
            <a:avLst/>
          </a:prstGeom>
        </p:spPr>
        <p:txBody>
          <a:bodyPr vert="horz" lIns="91440" tIns="45720" rIns="91440" bIns="45720" rtlCol="0" anchor="b"/>
          <a:lstStyle>
            <a:lvl1pPr algn="l">
              <a:defRPr sz="1200"/>
            </a:lvl1pPr>
          </a:lstStyle>
          <a:p>
            <a:endParaRPr lang="zh-CN" altLang="en-US"/>
          </a:p>
        </p:txBody>
      </p:sp>
      <p:sp>
        <p:nvSpPr>
          <p:cNvPr id="7" name="灯片编号占位符 6"/>
          <p:cNvSpPr>
            <a:spLocks noGrp="1"/>
          </p:cNvSpPr>
          <p:nvPr>
            <p:ph type="sldNum" sz="quarter" idx="5"/>
          </p:nvPr>
        </p:nvSpPr>
        <p:spPr>
          <a:xfrm>
            <a:off x="3884613" y="8685213"/>
            <a:ext cx="2971800" cy="458787"/>
          </a:xfrm>
          <a:prstGeom prst="rect">
            <a:avLst/>
          </a:prstGeom>
        </p:spPr>
        <p:txBody>
          <a:bodyPr vert="horz" lIns="91440" tIns="45720" rIns="91440" bIns="45720" rtlCol="0" anchor="b"/>
          <a:lstStyle>
            <a:lvl1pPr algn="r">
              <a:defRPr sz="1200"/>
            </a:lvl1pPr>
          </a:lstStyle>
          <a:p>
            <a:fld id="{CC0C3482-A6A0-4CF0-A287-4BD4EF082C88}" type="slidenum">
              <a:rPr lang="zh-CN" altLang="en-US" smtClean="0"/>
              <a:t>‹#›</a:t>
            </a:fld>
            <a:endParaRPr lang="zh-CN" altLang="en-US"/>
          </a:p>
        </p:txBody>
      </p:sp>
    </p:spTree>
    <p:extLst>
      <p:ext uri="{BB962C8B-B14F-4D97-AF65-F5344CB8AC3E}">
        <p14:creationId xmlns:p14="http://schemas.microsoft.com/office/powerpoint/2010/main" val="219494067"/>
      </p:ext>
    </p:extLst>
  </p:cSld>
  <p:clrMap bg1="lt1" tx1="dk1" bg2="lt2" tx2="dk2" accent1="accent1" accent2="accent2" accent3="accent3" accent4="accent4" accent5="accent5" accent6="accent6" hlink="hlink" folHlink="folHlink"/>
  <p:notesStyle>
    <a:lvl1pPr marL="0" algn="l" defTabSz="914400" rtl="0" eaLnBrk="1" latinLnBrk="0" hangingPunct="1">
      <a:defRPr sz="1200" kern="1200">
        <a:solidFill>
          <a:schemeClr val="tx1"/>
        </a:solidFill>
        <a:latin typeface="+mn-lt"/>
        <a:ea typeface="+mn-ea"/>
        <a:cs typeface="+mn-cs"/>
      </a:defRPr>
    </a:lvl1pPr>
    <a:lvl2pPr marL="457200" algn="l" defTabSz="914400" rtl="0" eaLnBrk="1" latinLnBrk="0" hangingPunct="1">
      <a:defRPr sz="1200" kern="1200">
        <a:solidFill>
          <a:schemeClr val="tx1"/>
        </a:solidFill>
        <a:latin typeface="+mn-lt"/>
        <a:ea typeface="+mn-ea"/>
        <a:cs typeface="+mn-cs"/>
      </a:defRPr>
    </a:lvl2pPr>
    <a:lvl3pPr marL="914400" algn="l" defTabSz="914400" rtl="0" eaLnBrk="1" latinLnBrk="0" hangingPunct="1">
      <a:defRPr sz="1200" kern="1200">
        <a:solidFill>
          <a:schemeClr val="tx1"/>
        </a:solidFill>
        <a:latin typeface="+mn-lt"/>
        <a:ea typeface="+mn-ea"/>
        <a:cs typeface="+mn-cs"/>
      </a:defRPr>
    </a:lvl3pPr>
    <a:lvl4pPr marL="1371600" algn="l" defTabSz="914400" rtl="0" eaLnBrk="1" latinLnBrk="0" hangingPunct="1">
      <a:defRPr sz="1200" kern="1200">
        <a:solidFill>
          <a:schemeClr val="tx1"/>
        </a:solidFill>
        <a:latin typeface="+mn-lt"/>
        <a:ea typeface="+mn-ea"/>
        <a:cs typeface="+mn-cs"/>
      </a:defRPr>
    </a:lvl4pPr>
    <a:lvl5pPr marL="1828800" algn="l" defTabSz="914400" rtl="0" eaLnBrk="1" latinLnBrk="0" hangingPunct="1">
      <a:defRPr sz="1200" kern="1200">
        <a:solidFill>
          <a:schemeClr val="tx1"/>
        </a:solidFill>
        <a:latin typeface="+mn-lt"/>
        <a:ea typeface="+mn-ea"/>
        <a:cs typeface="+mn-cs"/>
      </a:defRPr>
    </a:lvl5pPr>
    <a:lvl6pPr marL="2286000" algn="l" defTabSz="914400" rtl="0" eaLnBrk="1" latinLnBrk="0" hangingPunct="1">
      <a:defRPr sz="1200" kern="1200">
        <a:solidFill>
          <a:schemeClr val="tx1"/>
        </a:solidFill>
        <a:latin typeface="+mn-lt"/>
        <a:ea typeface="+mn-ea"/>
        <a:cs typeface="+mn-cs"/>
      </a:defRPr>
    </a:lvl6pPr>
    <a:lvl7pPr marL="2743200" algn="l" defTabSz="914400" rtl="0" eaLnBrk="1" latinLnBrk="0" hangingPunct="1">
      <a:defRPr sz="1200" kern="1200">
        <a:solidFill>
          <a:schemeClr val="tx1"/>
        </a:solidFill>
        <a:latin typeface="+mn-lt"/>
        <a:ea typeface="+mn-ea"/>
        <a:cs typeface="+mn-cs"/>
      </a:defRPr>
    </a:lvl7pPr>
    <a:lvl8pPr marL="3200400" algn="l" defTabSz="914400" rtl="0" eaLnBrk="1" latinLnBrk="0" hangingPunct="1">
      <a:defRPr sz="1200" kern="1200">
        <a:solidFill>
          <a:schemeClr val="tx1"/>
        </a:solidFill>
        <a:latin typeface="+mn-lt"/>
        <a:ea typeface="+mn-ea"/>
        <a:cs typeface="+mn-cs"/>
      </a:defRPr>
    </a:lvl8pPr>
    <a:lvl9pPr marL="3657600" algn="l" defTabSz="914400" rtl="0" eaLnBrk="1" latinLnBrk="0" hangingPunct="1">
      <a:defRPr sz="1200" kern="1200">
        <a:solidFill>
          <a:schemeClr val="tx1"/>
        </a:solidFill>
        <a:latin typeface="+mn-lt"/>
        <a:ea typeface="+mn-ea"/>
        <a:cs typeface="+mn-cs"/>
      </a:defRPr>
    </a:lvl9pPr>
  </p:notesStyle>
</p:notesMaster>
</file>

<file path=ppt/notesSlides/_rels/notesSlide1.xml.rels><?xml version="1.0" encoding="UTF-8" standalone="yes"?>
<Relationships xmlns="http://schemas.openxmlformats.org/package/2006/relationships"><Relationship Id="rId2" Type="http://schemas.openxmlformats.org/officeDocument/2006/relationships/slide" Target="../slides/slide9.xml"/><Relationship Id="rId1" Type="http://schemas.openxmlformats.org/officeDocument/2006/relationships/notesMaster" Target="../notesMasters/notesMaster1.xml"/></Relationships>
</file>

<file path=ppt/notesSlides/_rels/notesSlide2.xml.rels><?xml version="1.0" encoding="UTF-8" standalone="yes"?>
<Relationships xmlns="http://schemas.openxmlformats.org/package/2006/relationships"><Relationship Id="rId2" Type="http://schemas.openxmlformats.org/officeDocument/2006/relationships/slide" Target="../slides/slide10.xml"/><Relationship Id="rId1" Type="http://schemas.openxmlformats.org/officeDocument/2006/relationships/notesMaster" Target="../notesMasters/notesMaster1.xml"/></Relationships>
</file>

<file path=ppt/notesSlides/_rels/notesSlide3.xml.rels><?xml version="1.0" encoding="UTF-8" standalone="yes"?>
<Relationships xmlns="http://schemas.openxmlformats.org/package/2006/relationships"><Relationship Id="rId2" Type="http://schemas.openxmlformats.org/officeDocument/2006/relationships/slide" Target="../slides/slide13.xml"/><Relationship Id="rId1" Type="http://schemas.openxmlformats.org/officeDocument/2006/relationships/notesMaster" Target="../notesMasters/notesMaster1.xml"/></Relationships>
</file>

<file path=ppt/notesSlides/_rels/notesSlide4.xml.rels><?xml version="1.0" encoding="UTF-8" standalone="yes"?>
<Relationships xmlns="http://schemas.openxmlformats.org/package/2006/relationships"><Relationship Id="rId2" Type="http://schemas.openxmlformats.org/officeDocument/2006/relationships/slide" Target="../slides/slide31.xml"/><Relationship Id="rId1" Type="http://schemas.openxmlformats.org/officeDocument/2006/relationships/notesMaster" Target="../notesMasters/notesMaster1.xml"/></Relationships>
</file>

<file path=ppt/notesSlides/_rels/notesSlide5.xml.rels><?xml version="1.0" encoding="UTF-8" standalone="yes"?>
<Relationships xmlns="http://schemas.openxmlformats.org/package/2006/relationships"><Relationship Id="rId2" Type="http://schemas.openxmlformats.org/officeDocument/2006/relationships/slide" Target="../slides/slide32.xml"/><Relationship Id="rId1" Type="http://schemas.openxmlformats.org/officeDocument/2006/relationships/notesMaster" Target="../notesMasters/notesMaster1.xml"/></Relationships>
</file>

<file path=ppt/notesSlides/_rels/notesSlide6.xml.rels><?xml version="1.0" encoding="UTF-8" standalone="yes"?>
<Relationships xmlns="http://schemas.openxmlformats.org/package/2006/relationships"><Relationship Id="rId2" Type="http://schemas.openxmlformats.org/officeDocument/2006/relationships/slide" Target="../slides/slide33.xml"/><Relationship Id="rId1" Type="http://schemas.openxmlformats.org/officeDocument/2006/relationships/notesMaster" Target="../notesMasters/notesMaster1.xml"/></Relationships>
</file>

<file path=ppt/notesSlides/_rels/notesSlide7.xml.rels><?xml version="1.0" encoding="UTF-8" standalone="yes"?>
<Relationships xmlns="http://schemas.openxmlformats.org/package/2006/relationships"><Relationship Id="rId2" Type="http://schemas.openxmlformats.org/officeDocument/2006/relationships/slide" Target="../slides/slide34.xml"/><Relationship Id="rId1" Type="http://schemas.openxmlformats.org/officeDocument/2006/relationships/notesMaster" Target="../notesMasters/notesMaster1.xml"/></Relationships>
</file>

<file path=ppt/notesSlides/_rels/notesSlide8.xml.rels><?xml version="1.0" encoding="UTF-8" standalone="yes"?>
<Relationships xmlns="http://schemas.openxmlformats.org/package/2006/relationships"><Relationship Id="rId2" Type="http://schemas.openxmlformats.org/officeDocument/2006/relationships/slide" Target="../slides/slide65.xml"/><Relationship Id="rId1" Type="http://schemas.openxmlformats.org/officeDocument/2006/relationships/notesMaster" Target="../notesMasters/notesMaster1.xml"/></Relationships>
</file>

<file path=ppt/notesSlides/notesSlide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5"/>
          </p:nvPr>
        </p:nvSpPr>
        <p:spPr/>
        <p:txBody>
          <a:bodyPr/>
          <a:lstStyle/>
          <a:p>
            <a:fld id="{CC0C3482-A6A0-4CF0-A287-4BD4EF082C88}" type="slidenum">
              <a:rPr lang="zh-CN" altLang="en-US" smtClean="0"/>
              <a:t>9</a:t>
            </a:fld>
            <a:endParaRPr lang="zh-CN" altLang="en-US"/>
          </a:p>
        </p:txBody>
      </p:sp>
    </p:spTree>
    <p:extLst>
      <p:ext uri="{BB962C8B-B14F-4D97-AF65-F5344CB8AC3E}">
        <p14:creationId xmlns:p14="http://schemas.microsoft.com/office/powerpoint/2010/main" val="548182271"/>
      </p:ext>
    </p:extLst>
  </p:cSld>
  <p:clrMapOvr>
    <a:masterClrMapping/>
  </p:clrMapOvr>
</p:notes>
</file>

<file path=ppt/notesSlides/notesSlide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458" name="幻灯片图像占位符 1">
            <a:extLst>
              <a:ext uri="{FF2B5EF4-FFF2-40B4-BE49-F238E27FC236}">
                <a16:creationId xmlns:a16="http://schemas.microsoft.com/office/drawing/2014/main" id="{357E0C96-B3D4-4602-A287-403C0299365D}"/>
              </a:ext>
            </a:extLst>
          </p:cNvPr>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19459" name="备注占位符 2">
            <a:extLst>
              <a:ext uri="{FF2B5EF4-FFF2-40B4-BE49-F238E27FC236}">
                <a16:creationId xmlns:a16="http://schemas.microsoft.com/office/drawing/2014/main" id="{7295E3DE-B699-4B53-8E83-D79E2FEA6AB1}"/>
              </a:ext>
            </a:extLst>
          </p:cNvPr>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pPr>
              <a:spcBef>
                <a:spcPct val="0"/>
              </a:spcBef>
            </a:pPr>
            <a:r>
              <a:rPr lang="zh-CN" altLang="en-US"/>
              <a:t>预测分析的关键问题是怎样选择一个非终结符的产生式，非递归分析器通过查分析表来决定产生式</a:t>
            </a:r>
            <a:endParaRPr lang="en-US" altLang="zh-CN"/>
          </a:p>
          <a:p>
            <a:pPr>
              <a:spcBef>
                <a:spcPct val="0"/>
              </a:spcBef>
            </a:pPr>
            <a:r>
              <a:rPr lang="zh-CN" altLang="en-US"/>
              <a:t>算法</a:t>
            </a:r>
            <a:r>
              <a:rPr lang="en-US" altLang="zh-CN"/>
              <a:t>3.1</a:t>
            </a:r>
            <a:endParaRPr lang="zh-CN" altLang="en-US"/>
          </a:p>
        </p:txBody>
      </p:sp>
      <p:sp>
        <p:nvSpPr>
          <p:cNvPr id="19460" name="灯片编号占位符 3">
            <a:extLst>
              <a:ext uri="{FF2B5EF4-FFF2-40B4-BE49-F238E27FC236}">
                <a16:creationId xmlns:a16="http://schemas.microsoft.com/office/drawing/2014/main" id="{11C5D015-3ED9-4276-97F4-CF5D03EB0774}"/>
              </a:ext>
            </a:extLst>
          </p:cNvPr>
          <p:cNvSpPr txBox="1">
            <a:spLocks noGrp="1"/>
          </p:cNvSpPr>
          <p:nvPr/>
        </p:nvSpPr>
        <p:spPr bwMode="auto">
          <a:xfrm>
            <a:off x="3884613" y="8685213"/>
            <a:ext cx="2971800"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b"/>
          <a:lstStyle>
            <a:lvl1pPr>
              <a:spcBef>
                <a:spcPct val="30000"/>
              </a:spcBef>
              <a:defRPr sz="1200">
                <a:solidFill>
                  <a:schemeClr val="tx1"/>
                </a:solidFill>
                <a:latin typeface="Calibri" panose="020F0502020204030204" pitchFamily="34" charset="0"/>
                <a:ea typeface="宋体" panose="02010600030101010101" pitchFamily="2" charset="-122"/>
              </a:defRPr>
            </a:lvl1pPr>
            <a:lvl2pPr marL="742950" indent="-285750">
              <a:spcBef>
                <a:spcPct val="30000"/>
              </a:spcBef>
              <a:defRPr sz="1200">
                <a:solidFill>
                  <a:schemeClr val="tx1"/>
                </a:solidFill>
                <a:latin typeface="Calibri" panose="020F0502020204030204" pitchFamily="34" charset="0"/>
                <a:ea typeface="宋体" panose="02010600030101010101" pitchFamily="2" charset="-122"/>
              </a:defRPr>
            </a:lvl2pPr>
            <a:lvl3pPr marL="1143000" indent="-228600">
              <a:spcBef>
                <a:spcPct val="30000"/>
              </a:spcBef>
              <a:defRPr sz="1200">
                <a:solidFill>
                  <a:schemeClr val="tx1"/>
                </a:solidFill>
                <a:latin typeface="Calibri" panose="020F0502020204030204" pitchFamily="34" charset="0"/>
                <a:ea typeface="宋体" panose="02010600030101010101" pitchFamily="2" charset="-122"/>
              </a:defRPr>
            </a:lvl3pPr>
            <a:lvl4pPr marL="1600200" indent="-228600">
              <a:spcBef>
                <a:spcPct val="30000"/>
              </a:spcBef>
              <a:defRPr sz="1200">
                <a:solidFill>
                  <a:schemeClr val="tx1"/>
                </a:solidFill>
                <a:latin typeface="Calibri" panose="020F0502020204030204" pitchFamily="34" charset="0"/>
                <a:ea typeface="宋体" panose="02010600030101010101" pitchFamily="2" charset="-122"/>
              </a:defRPr>
            </a:lvl4pPr>
            <a:lvl5pPr marL="2057400" indent="-228600">
              <a:spcBef>
                <a:spcPct val="30000"/>
              </a:spcBef>
              <a:defRPr sz="1200">
                <a:solidFill>
                  <a:schemeClr val="tx1"/>
                </a:solidFill>
                <a:latin typeface="Calibri" panose="020F0502020204030204" pitchFamily="34" charset="0"/>
                <a:ea typeface="宋体" panose="02010600030101010101" pitchFamily="2" charset="-122"/>
              </a:defRPr>
            </a:lvl5pPr>
            <a:lvl6pPr marL="2514600" indent="-228600" eaLnBrk="0" fontAlgn="base" hangingPunct="0">
              <a:spcBef>
                <a:spcPct val="30000"/>
              </a:spcBef>
              <a:spcAft>
                <a:spcPct val="0"/>
              </a:spcAft>
              <a:defRPr sz="1200">
                <a:solidFill>
                  <a:schemeClr val="tx1"/>
                </a:solidFill>
                <a:latin typeface="Calibri" panose="020F0502020204030204" pitchFamily="34" charset="0"/>
                <a:ea typeface="宋体" panose="02010600030101010101" pitchFamily="2" charset="-122"/>
              </a:defRPr>
            </a:lvl6pPr>
            <a:lvl7pPr marL="2971800" indent="-228600" eaLnBrk="0" fontAlgn="base" hangingPunct="0">
              <a:spcBef>
                <a:spcPct val="30000"/>
              </a:spcBef>
              <a:spcAft>
                <a:spcPct val="0"/>
              </a:spcAft>
              <a:defRPr sz="1200">
                <a:solidFill>
                  <a:schemeClr val="tx1"/>
                </a:solidFill>
                <a:latin typeface="Calibri" panose="020F0502020204030204" pitchFamily="34" charset="0"/>
                <a:ea typeface="宋体" panose="02010600030101010101" pitchFamily="2" charset="-122"/>
              </a:defRPr>
            </a:lvl7pPr>
            <a:lvl8pPr marL="3429000" indent="-228600" eaLnBrk="0" fontAlgn="base" hangingPunct="0">
              <a:spcBef>
                <a:spcPct val="30000"/>
              </a:spcBef>
              <a:spcAft>
                <a:spcPct val="0"/>
              </a:spcAft>
              <a:defRPr sz="1200">
                <a:solidFill>
                  <a:schemeClr val="tx1"/>
                </a:solidFill>
                <a:latin typeface="Calibri" panose="020F0502020204030204" pitchFamily="34" charset="0"/>
                <a:ea typeface="宋体" panose="02010600030101010101" pitchFamily="2" charset="-122"/>
              </a:defRPr>
            </a:lvl8pPr>
            <a:lvl9pPr marL="3886200" indent="-228600" eaLnBrk="0" fontAlgn="base" hangingPunct="0">
              <a:spcBef>
                <a:spcPct val="30000"/>
              </a:spcBef>
              <a:spcAft>
                <a:spcPct val="0"/>
              </a:spcAft>
              <a:defRPr sz="1200">
                <a:solidFill>
                  <a:schemeClr val="tx1"/>
                </a:solidFill>
                <a:latin typeface="Calibri" panose="020F0502020204030204" pitchFamily="34" charset="0"/>
                <a:ea typeface="宋体" panose="02010600030101010101" pitchFamily="2" charset="-122"/>
              </a:defRPr>
            </a:lvl9pPr>
          </a:lstStyle>
          <a:p>
            <a:pPr algn="r">
              <a:spcBef>
                <a:spcPct val="0"/>
              </a:spcBef>
            </a:pPr>
            <a:fld id="{901A4F0D-5390-41D9-8BC4-24E15341AD98}" type="slidenum">
              <a:rPr lang="zh-CN" altLang="en-US">
                <a:latin typeface="Times New Roman" panose="02020603050405020304" pitchFamily="18" charset="0"/>
              </a:rPr>
              <a:pPr algn="r">
                <a:spcBef>
                  <a:spcPct val="0"/>
                </a:spcBef>
              </a:pPr>
              <a:t>10</a:t>
            </a:fld>
            <a:endParaRPr lang="en-US" altLang="zh-CN">
              <a:latin typeface="Times New Roman" panose="02020603050405020304" pitchFamily="18" charset="0"/>
            </a:endParaRPr>
          </a:p>
        </p:txBody>
      </p:sp>
    </p:spTree>
  </p:cSld>
  <p:clrMapOvr>
    <a:masterClrMapping/>
  </p:clrMapOvr>
</p:notes>
</file>

<file path=ppt/notesSlides/notesSlide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2530" name="幻灯片图像占位符 1">
            <a:extLst>
              <a:ext uri="{FF2B5EF4-FFF2-40B4-BE49-F238E27FC236}">
                <a16:creationId xmlns:a16="http://schemas.microsoft.com/office/drawing/2014/main" id="{962E9C91-651D-449B-99D1-B3B2AF62A0ED}"/>
              </a:ext>
            </a:extLst>
          </p:cNvPr>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22531" name="备注占位符 2">
            <a:extLst>
              <a:ext uri="{FF2B5EF4-FFF2-40B4-BE49-F238E27FC236}">
                <a16:creationId xmlns:a16="http://schemas.microsoft.com/office/drawing/2014/main" id="{4A94B439-34D6-435A-9B40-596A542ADE97}"/>
              </a:ext>
            </a:extLst>
          </p:cNvPr>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pPr>
              <a:spcBef>
                <a:spcPct val="0"/>
              </a:spcBef>
            </a:pPr>
            <a:r>
              <a:rPr lang="zh-CN" altLang="en-US"/>
              <a:t>一边看例子一边画分析树</a:t>
            </a:r>
          </a:p>
        </p:txBody>
      </p:sp>
      <p:sp>
        <p:nvSpPr>
          <p:cNvPr id="22532" name="灯片编号占位符 3">
            <a:extLst>
              <a:ext uri="{FF2B5EF4-FFF2-40B4-BE49-F238E27FC236}">
                <a16:creationId xmlns:a16="http://schemas.microsoft.com/office/drawing/2014/main" id="{E8439B02-89C4-4930-962E-F01D6309DAA6}"/>
              </a:ext>
            </a:extLst>
          </p:cNvPr>
          <p:cNvSpPr txBox="1">
            <a:spLocks noGrp="1"/>
          </p:cNvSpPr>
          <p:nvPr/>
        </p:nvSpPr>
        <p:spPr bwMode="auto">
          <a:xfrm>
            <a:off x="3884613" y="8685213"/>
            <a:ext cx="2971800"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b"/>
          <a:lstStyle>
            <a:lvl1pPr>
              <a:spcBef>
                <a:spcPct val="30000"/>
              </a:spcBef>
              <a:defRPr sz="1200">
                <a:solidFill>
                  <a:schemeClr val="tx1"/>
                </a:solidFill>
                <a:latin typeface="Calibri" panose="020F0502020204030204" pitchFamily="34" charset="0"/>
                <a:ea typeface="宋体" panose="02010600030101010101" pitchFamily="2" charset="-122"/>
              </a:defRPr>
            </a:lvl1pPr>
            <a:lvl2pPr marL="742950" indent="-285750">
              <a:spcBef>
                <a:spcPct val="30000"/>
              </a:spcBef>
              <a:defRPr sz="1200">
                <a:solidFill>
                  <a:schemeClr val="tx1"/>
                </a:solidFill>
                <a:latin typeface="Calibri" panose="020F0502020204030204" pitchFamily="34" charset="0"/>
                <a:ea typeface="宋体" panose="02010600030101010101" pitchFamily="2" charset="-122"/>
              </a:defRPr>
            </a:lvl2pPr>
            <a:lvl3pPr marL="1143000" indent="-228600">
              <a:spcBef>
                <a:spcPct val="30000"/>
              </a:spcBef>
              <a:defRPr sz="1200">
                <a:solidFill>
                  <a:schemeClr val="tx1"/>
                </a:solidFill>
                <a:latin typeface="Calibri" panose="020F0502020204030204" pitchFamily="34" charset="0"/>
                <a:ea typeface="宋体" panose="02010600030101010101" pitchFamily="2" charset="-122"/>
              </a:defRPr>
            </a:lvl3pPr>
            <a:lvl4pPr marL="1600200" indent="-228600">
              <a:spcBef>
                <a:spcPct val="30000"/>
              </a:spcBef>
              <a:defRPr sz="1200">
                <a:solidFill>
                  <a:schemeClr val="tx1"/>
                </a:solidFill>
                <a:latin typeface="Calibri" panose="020F0502020204030204" pitchFamily="34" charset="0"/>
                <a:ea typeface="宋体" panose="02010600030101010101" pitchFamily="2" charset="-122"/>
              </a:defRPr>
            </a:lvl4pPr>
            <a:lvl5pPr marL="2057400" indent="-228600">
              <a:spcBef>
                <a:spcPct val="30000"/>
              </a:spcBef>
              <a:defRPr sz="1200">
                <a:solidFill>
                  <a:schemeClr val="tx1"/>
                </a:solidFill>
                <a:latin typeface="Calibri" panose="020F0502020204030204" pitchFamily="34" charset="0"/>
                <a:ea typeface="宋体" panose="02010600030101010101" pitchFamily="2" charset="-122"/>
              </a:defRPr>
            </a:lvl5pPr>
            <a:lvl6pPr marL="2514600" indent="-228600" eaLnBrk="0" fontAlgn="base" hangingPunct="0">
              <a:spcBef>
                <a:spcPct val="30000"/>
              </a:spcBef>
              <a:spcAft>
                <a:spcPct val="0"/>
              </a:spcAft>
              <a:defRPr sz="1200">
                <a:solidFill>
                  <a:schemeClr val="tx1"/>
                </a:solidFill>
                <a:latin typeface="Calibri" panose="020F0502020204030204" pitchFamily="34" charset="0"/>
                <a:ea typeface="宋体" panose="02010600030101010101" pitchFamily="2" charset="-122"/>
              </a:defRPr>
            </a:lvl6pPr>
            <a:lvl7pPr marL="2971800" indent="-228600" eaLnBrk="0" fontAlgn="base" hangingPunct="0">
              <a:spcBef>
                <a:spcPct val="30000"/>
              </a:spcBef>
              <a:spcAft>
                <a:spcPct val="0"/>
              </a:spcAft>
              <a:defRPr sz="1200">
                <a:solidFill>
                  <a:schemeClr val="tx1"/>
                </a:solidFill>
                <a:latin typeface="Calibri" panose="020F0502020204030204" pitchFamily="34" charset="0"/>
                <a:ea typeface="宋体" panose="02010600030101010101" pitchFamily="2" charset="-122"/>
              </a:defRPr>
            </a:lvl7pPr>
            <a:lvl8pPr marL="3429000" indent="-228600" eaLnBrk="0" fontAlgn="base" hangingPunct="0">
              <a:spcBef>
                <a:spcPct val="30000"/>
              </a:spcBef>
              <a:spcAft>
                <a:spcPct val="0"/>
              </a:spcAft>
              <a:defRPr sz="1200">
                <a:solidFill>
                  <a:schemeClr val="tx1"/>
                </a:solidFill>
                <a:latin typeface="Calibri" panose="020F0502020204030204" pitchFamily="34" charset="0"/>
                <a:ea typeface="宋体" panose="02010600030101010101" pitchFamily="2" charset="-122"/>
              </a:defRPr>
            </a:lvl8pPr>
            <a:lvl9pPr marL="3886200" indent="-228600" eaLnBrk="0" fontAlgn="base" hangingPunct="0">
              <a:spcBef>
                <a:spcPct val="30000"/>
              </a:spcBef>
              <a:spcAft>
                <a:spcPct val="0"/>
              </a:spcAft>
              <a:defRPr sz="1200">
                <a:solidFill>
                  <a:schemeClr val="tx1"/>
                </a:solidFill>
                <a:latin typeface="Calibri" panose="020F0502020204030204" pitchFamily="34" charset="0"/>
                <a:ea typeface="宋体" panose="02010600030101010101" pitchFamily="2" charset="-122"/>
              </a:defRPr>
            </a:lvl9pPr>
          </a:lstStyle>
          <a:p>
            <a:pPr algn="r">
              <a:spcBef>
                <a:spcPct val="0"/>
              </a:spcBef>
            </a:pPr>
            <a:fld id="{7D371B33-1037-4209-B599-76A5E838B952}" type="slidenum">
              <a:rPr lang="zh-CN" altLang="en-US">
                <a:latin typeface="Times New Roman" panose="02020603050405020304" pitchFamily="18" charset="0"/>
              </a:rPr>
              <a:pPr algn="r">
                <a:spcBef>
                  <a:spcPct val="0"/>
                </a:spcBef>
              </a:pPr>
              <a:t>13</a:t>
            </a:fld>
            <a:endParaRPr lang="en-US" altLang="zh-CN">
              <a:latin typeface="Times New Roman" panose="02020603050405020304" pitchFamily="18" charset="0"/>
            </a:endParaRPr>
          </a:p>
        </p:txBody>
      </p:sp>
    </p:spTree>
  </p:cSld>
  <p:clrMapOvr>
    <a:masterClrMapping/>
  </p:clrMapOvr>
</p:notes>
</file>

<file path=ppt/notesSlides/notesSlide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5"/>
          </p:nvPr>
        </p:nvSpPr>
        <p:spPr/>
        <p:txBody>
          <a:bodyPr/>
          <a:lstStyle/>
          <a:p>
            <a:fld id="{CC0C3482-A6A0-4CF0-A287-4BD4EF082C88}" type="slidenum">
              <a:rPr lang="zh-CN" altLang="en-US" smtClean="0"/>
              <a:t>31</a:t>
            </a:fld>
            <a:endParaRPr lang="zh-CN" altLang="en-US"/>
          </a:p>
        </p:txBody>
      </p:sp>
    </p:spTree>
    <p:extLst>
      <p:ext uri="{BB962C8B-B14F-4D97-AF65-F5344CB8AC3E}">
        <p14:creationId xmlns:p14="http://schemas.microsoft.com/office/powerpoint/2010/main" val="2701918604"/>
      </p:ext>
    </p:extLst>
  </p:cSld>
  <p:clrMapOvr>
    <a:masterClrMapping/>
  </p:clrMapOvr>
</p:notes>
</file>

<file path=ppt/notesSlides/notesSlide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zh-CN" altLang="en-US"/>
              <a:t>大家接下来一起想一想，</a:t>
            </a:r>
            <a:r>
              <a:rPr lang="en-US" altLang="zh-CN" sz="1200"/>
              <a:t>LL(1)</a:t>
            </a:r>
            <a:r>
              <a:rPr lang="zh-CN" altLang="en-US" sz="1200"/>
              <a:t>分析法只能用于编译器设计吗？</a:t>
            </a:r>
          </a:p>
          <a:p>
            <a:endParaRPr lang="en-US" altLang="zh-CN"/>
          </a:p>
          <a:p>
            <a:r>
              <a:rPr lang="en-US" altLang="zh-CN" sz="1200"/>
              <a:t>LL(1)</a:t>
            </a:r>
            <a:r>
              <a:rPr lang="zh-CN" altLang="en-US" sz="1200"/>
              <a:t>分析法是一种通用的</a:t>
            </a:r>
            <a:r>
              <a:rPr lang="zh-CN" altLang="en-US" b="0" i="0">
                <a:solidFill>
                  <a:srgbClr val="05073B"/>
                </a:solidFill>
                <a:effectLst/>
                <a:latin typeface="-apple-system"/>
              </a:rPr>
              <a:t>自顶向下的语法分析方法，他不仅在编译器和解释器的开发中扮演着重要角色，也可以应用于自然语言处理领域，比如用于从文本中进行信息抽取和情感分析等。</a:t>
            </a:r>
            <a:endParaRPr lang="en-US" altLang="zh-CN" b="0" i="0">
              <a:solidFill>
                <a:srgbClr val="05073B"/>
              </a:solidFill>
              <a:effectLst/>
              <a:latin typeface="-apple-system"/>
            </a:endParaRPr>
          </a:p>
          <a:p>
            <a:endParaRPr lang="en-US" altLang="zh-CN" b="0" i="0">
              <a:solidFill>
                <a:srgbClr val="05073B"/>
              </a:solidFill>
              <a:effectLst/>
              <a:latin typeface="-apple-system"/>
            </a:endParaRPr>
          </a:p>
          <a:p>
            <a:r>
              <a:rPr lang="zh-CN" altLang="en-US" b="0" i="0">
                <a:solidFill>
                  <a:srgbClr val="05073B"/>
                </a:solidFill>
                <a:effectLst/>
                <a:latin typeface="-apple-system"/>
              </a:rPr>
              <a:t>所以同学们学习的时候一定不要将方法和应用绑定，不要因为我们是在编译原理课程上学习的</a:t>
            </a:r>
            <a:r>
              <a:rPr lang="en-US" altLang="zh-CN" sz="1200"/>
              <a:t>LL(1)</a:t>
            </a:r>
            <a:r>
              <a:rPr lang="zh-CN" altLang="en-US" sz="1200"/>
              <a:t>分析法就将其局限在编译器的设计上，</a:t>
            </a:r>
            <a:r>
              <a:rPr lang="zh-CN" altLang="en-US" b="0" i="0">
                <a:solidFill>
                  <a:srgbClr val="05073B"/>
                </a:solidFill>
                <a:effectLst/>
                <a:latin typeface="-apple-system"/>
              </a:rPr>
              <a:t>而应当学会触类旁通。</a:t>
            </a:r>
            <a:endParaRPr lang="zh-CN" altLang="en-US"/>
          </a:p>
        </p:txBody>
      </p:sp>
      <p:sp>
        <p:nvSpPr>
          <p:cNvPr id="4" name="灯片编号占位符 3"/>
          <p:cNvSpPr>
            <a:spLocks noGrp="1"/>
          </p:cNvSpPr>
          <p:nvPr>
            <p:ph type="sldNum" sz="quarter" idx="5"/>
          </p:nvPr>
        </p:nvSpPr>
        <p:spPr/>
        <p:txBody>
          <a:bodyPr/>
          <a:lstStyle/>
          <a:p>
            <a:fld id="{CC0C3482-A6A0-4CF0-A287-4BD4EF082C88}" type="slidenum">
              <a:rPr lang="zh-CN" altLang="en-US" smtClean="0"/>
              <a:t>32</a:t>
            </a:fld>
            <a:endParaRPr lang="zh-CN" altLang="en-US"/>
          </a:p>
        </p:txBody>
      </p:sp>
    </p:spTree>
    <p:extLst>
      <p:ext uri="{BB962C8B-B14F-4D97-AF65-F5344CB8AC3E}">
        <p14:creationId xmlns:p14="http://schemas.microsoft.com/office/powerpoint/2010/main" val="1442047871"/>
      </p:ext>
    </p:extLst>
  </p:cSld>
  <p:clrMapOvr>
    <a:masterClrMapping/>
  </p:clrMapOvr>
</p:notes>
</file>

<file path=ppt/notesSlides/notesSlide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zh-CN" altLang="en-US"/>
              <a:t>古希腊哲学家亚里士多德的第一哲学告诉我们应当探究世界的本质。马斯克也从第一性原理的角度强调了抓住事物本质的重要性。所以同学们在学习中要优先掌握方法和思想，做到触类旁通，才能事半功倍。</a:t>
            </a:r>
          </a:p>
        </p:txBody>
      </p:sp>
      <p:sp>
        <p:nvSpPr>
          <p:cNvPr id="4" name="灯片编号占位符 3"/>
          <p:cNvSpPr>
            <a:spLocks noGrp="1"/>
          </p:cNvSpPr>
          <p:nvPr>
            <p:ph type="sldNum" sz="quarter" idx="5"/>
          </p:nvPr>
        </p:nvSpPr>
        <p:spPr/>
        <p:txBody>
          <a:bodyPr/>
          <a:lstStyle/>
          <a:p>
            <a:fld id="{CC0C3482-A6A0-4CF0-A287-4BD4EF082C88}" type="slidenum">
              <a:rPr lang="zh-CN" altLang="en-US" smtClean="0"/>
              <a:t>33</a:t>
            </a:fld>
            <a:endParaRPr lang="zh-CN" altLang="en-US"/>
          </a:p>
        </p:txBody>
      </p:sp>
    </p:spTree>
    <p:extLst>
      <p:ext uri="{BB962C8B-B14F-4D97-AF65-F5344CB8AC3E}">
        <p14:creationId xmlns:p14="http://schemas.microsoft.com/office/powerpoint/2010/main" val="2971967224"/>
      </p:ext>
    </p:extLst>
  </p:cSld>
  <p:clrMapOvr>
    <a:masterClrMapping/>
  </p:clrMapOvr>
</p:notes>
</file>

<file path=ppt/notesSlides/notesSlide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5"/>
          </p:nvPr>
        </p:nvSpPr>
        <p:spPr/>
        <p:txBody>
          <a:bodyPr/>
          <a:lstStyle/>
          <a:p>
            <a:fld id="{CC0C3482-A6A0-4CF0-A287-4BD4EF082C88}" type="slidenum">
              <a:rPr lang="zh-CN" altLang="en-US" smtClean="0"/>
              <a:t>34</a:t>
            </a:fld>
            <a:endParaRPr lang="zh-CN" altLang="en-US"/>
          </a:p>
        </p:txBody>
      </p:sp>
    </p:spTree>
    <p:extLst>
      <p:ext uri="{BB962C8B-B14F-4D97-AF65-F5344CB8AC3E}">
        <p14:creationId xmlns:p14="http://schemas.microsoft.com/office/powerpoint/2010/main" val="1485190093"/>
      </p:ext>
    </p:extLst>
  </p:cSld>
  <p:clrMapOvr>
    <a:masterClrMapping/>
  </p:clrMapOvr>
</p:notes>
</file>

<file path=ppt/notesSlides/notesSlide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2706" name="幻灯片图像占位符 1">
            <a:extLst>
              <a:ext uri="{FF2B5EF4-FFF2-40B4-BE49-F238E27FC236}">
                <a16:creationId xmlns:a16="http://schemas.microsoft.com/office/drawing/2014/main" id="{DB6B4D9C-3F9E-4D7B-9A43-DC21109000C8}"/>
              </a:ext>
            </a:extLst>
          </p:cNvPr>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72707" name="备注占位符 2">
            <a:extLst>
              <a:ext uri="{FF2B5EF4-FFF2-40B4-BE49-F238E27FC236}">
                <a16:creationId xmlns:a16="http://schemas.microsoft.com/office/drawing/2014/main" id="{B3898FDC-CB22-4B10-A878-95AB9E20CE06}"/>
              </a:ext>
            </a:extLst>
          </p:cNvPr>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endParaRPr lang="zh-CN" altLang="en-US"/>
          </a:p>
        </p:txBody>
      </p:sp>
      <p:sp>
        <p:nvSpPr>
          <p:cNvPr id="72708" name="灯片编号占位符 3">
            <a:extLst>
              <a:ext uri="{FF2B5EF4-FFF2-40B4-BE49-F238E27FC236}">
                <a16:creationId xmlns:a16="http://schemas.microsoft.com/office/drawing/2014/main" id="{CDE5173B-DBA9-4391-8B1E-08A7DB105F69}"/>
              </a:ext>
            </a:extLst>
          </p:cNvPr>
          <p:cNvSpPr>
            <a:spLocks noGrp="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2400" b="1">
                <a:solidFill>
                  <a:schemeClr val="tx1"/>
                </a:solidFill>
                <a:latin typeface="Times New Roman" panose="02020603050405020304" pitchFamily="18" charset="0"/>
                <a:ea typeface="宋体" panose="02010600030101010101" pitchFamily="2" charset="-122"/>
              </a:defRPr>
            </a:lvl1pPr>
            <a:lvl2pPr marL="742950" indent="-285750">
              <a:defRPr sz="2400" b="1">
                <a:solidFill>
                  <a:schemeClr val="tx1"/>
                </a:solidFill>
                <a:latin typeface="Times New Roman" panose="02020603050405020304" pitchFamily="18" charset="0"/>
                <a:ea typeface="宋体" panose="02010600030101010101" pitchFamily="2" charset="-122"/>
              </a:defRPr>
            </a:lvl2pPr>
            <a:lvl3pPr marL="1143000" indent="-228600">
              <a:defRPr sz="2400" b="1">
                <a:solidFill>
                  <a:schemeClr val="tx1"/>
                </a:solidFill>
                <a:latin typeface="Times New Roman" panose="02020603050405020304" pitchFamily="18" charset="0"/>
                <a:ea typeface="宋体" panose="02010600030101010101" pitchFamily="2" charset="-122"/>
              </a:defRPr>
            </a:lvl3pPr>
            <a:lvl4pPr marL="1600200" indent="-228600">
              <a:defRPr sz="2400" b="1">
                <a:solidFill>
                  <a:schemeClr val="tx1"/>
                </a:solidFill>
                <a:latin typeface="Times New Roman" panose="02020603050405020304" pitchFamily="18" charset="0"/>
                <a:ea typeface="宋体" panose="02010600030101010101" pitchFamily="2" charset="-122"/>
              </a:defRPr>
            </a:lvl4pPr>
            <a:lvl5pPr marL="2057400" indent="-228600">
              <a:defRPr sz="2400" b="1">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sz="2400" b="1">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sz="2400" b="1">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sz="2400" b="1">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sz="2400" b="1">
                <a:solidFill>
                  <a:schemeClr val="tx1"/>
                </a:solidFill>
                <a:latin typeface="Times New Roman" panose="02020603050405020304" pitchFamily="18" charset="0"/>
                <a:ea typeface="宋体" panose="02010600030101010101" pitchFamily="2" charset="-122"/>
              </a:defRPr>
            </a:lvl9pPr>
          </a:lstStyle>
          <a:p>
            <a:fld id="{9DD6A2D6-7D8D-4594-B3B2-21776F75BC3F}" type="slidenum">
              <a:rPr lang="zh-CN" altLang="en-US" sz="1200">
                <a:solidFill>
                  <a:srgbClr val="000000"/>
                </a:solidFill>
              </a:rPr>
              <a:pPr/>
              <a:t>65</a:t>
            </a:fld>
            <a:endParaRPr lang="zh-CN" altLang="en-US" sz="1200">
              <a:solidFill>
                <a:srgbClr val="000000"/>
              </a:solidFill>
            </a:endParaRPr>
          </a:p>
        </p:txBody>
      </p:sp>
    </p:spTree>
  </p:cSld>
  <p:clrMapOvr>
    <a:masterClrMapping/>
  </p:clrMapOvr>
</p:notes>
</file>

<file path=ppt/slideLayouts/_rels/slideLayout1.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Master" Target="../slideMasters/slideMaster1.xml"/></Relationships>
</file>

<file path=ppt/slideLayouts/_rels/slideLayout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slideLayout1.xml><?xml version="1.0" encoding="utf-8"?>
<p:sldLayout xmlns:a="http://schemas.openxmlformats.org/drawingml/2006/main" xmlns:r="http://schemas.openxmlformats.org/officeDocument/2006/relationships" xmlns:p="http://schemas.openxmlformats.org/presentationml/2006/main" type="title" preserve="1">
  <p:cSld name="标题幻灯片">
    <p:bg>
      <p:bgPr>
        <a:solidFill>
          <a:srgbClr val="20455A"/>
        </a:solidFill>
        <a:effectLst/>
      </p:bgPr>
    </p:bg>
    <p:spTree>
      <p:nvGrpSpPr>
        <p:cNvPr id="1" name=""/>
        <p:cNvGrpSpPr/>
        <p:nvPr/>
      </p:nvGrpSpPr>
      <p:grpSpPr>
        <a:xfrm>
          <a:off x="0" y="0"/>
          <a:ext cx="0" cy="0"/>
          <a:chOff x="0" y="0"/>
          <a:chExt cx="0" cy="0"/>
        </a:xfrm>
      </p:grpSpPr>
      <p:pic>
        <p:nvPicPr>
          <p:cNvPr id="7" name="图片 6">
            <a:extLst>
              <a:ext uri="{FF2B5EF4-FFF2-40B4-BE49-F238E27FC236}">
                <a16:creationId xmlns:a16="http://schemas.microsoft.com/office/drawing/2014/main" id="{6B629830-5336-4949-A8B2-948D6B2F12A5}"/>
              </a:ext>
            </a:extLst>
          </p:cNvPr>
          <p:cNvPicPr>
            <a:picLocks noChangeAspect="1"/>
          </p:cNvPicPr>
          <p:nvPr/>
        </p:nvPicPr>
        <p:blipFill rotWithShape="1">
          <a:blip r:embed="rId2">
            <a:extLst>
              <a:ext uri="{28A0092B-C50C-407E-A947-70E740481C1C}">
                <a14:useLocalDpi xmlns:a14="http://schemas.microsoft.com/office/drawing/2010/main" val="0"/>
              </a:ext>
            </a:extLst>
          </a:blip>
          <a:srcRect l="10656" r="10656"/>
          <a:stretch/>
        </p:blipFill>
        <p:spPr>
          <a:xfrm>
            <a:off x="0" y="0"/>
            <a:ext cx="9144000" cy="2934488"/>
          </a:xfrm>
          <a:prstGeom prst="rect">
            <a:avLst/>
          </a:prstGeom>
        </p:spPr>
      </p:pic>
      <p:sp>
        <p:nvSpPr>
          <p:cNvPr id="2" name="Title 1"/>
          <p:cNvSpPr>
            <a:spLocks noGrp="1"/>
          </p:cNvSpPr>
          <p:nvPr>
            <p:ph type="ctrTitle"/>
          </p:nvPr>
        </p:nvSpPr>
        <p:spPr>
          <a:xfrm>
            <a:off x="685800" y="2541494"/>
            <a:ext cx="7772400" cy="2192151"/>
          </a:xfrm>
        </p:spPr>
        <p:txBody>
          <a:bodyPr anchor="b"/>
          <a:lstStyle>
            <a:lvl1pPr algn="ctr">
              <a:defRPr sz="6000">
                <a:solidFill>
                  <a:schemeClr val="bg1"/>
                </a:solidFill>
              </a:defRPr>
            </a:lvl1pPr>
          </a:lstStyle>
          <a:p>
            <a:r>
              <a:rPr lang="zh-CN" altLang="en-US"/>
              <a:t>单击此处编辑母版标题样式</a:t>
            </a:r>
            <a:endParaRPr lang="en-US"/>
          </a:p>
        </p:txBody>
      </p:sp>
      <p:sp>
        <p:nvSpPr>
          <p:cNvPr id="3" name="Subtitle 2"/>
          <p:cNvSpPr>
            <a:spLocks noGrp="1"/>
          </p:cNvSpPr>
          <p:nvPr>
            <p:ph type="subTitle" idx="1"/>
          </p:nvPr>
        </p:nvSpPr>
        <p:spPr>
          <a:xfrm>
            <a:off x="1143000" y="4966310"/>
            <a:ext cx="6858000" cy="936951"/>
          </a:xfrm>
        </p:spPr>
        <p:txBody>
          <a:bodyPr/>
          <a:lstStyle>
            <a:lvl1pPr marL="0" indent="0" algn="ctr">
              <a:buNone/>
              <a:defRPr sz="2400">
                <a:solidFill>
                  <a:schemeClr val="bg1"/>
                </a:solidFill>
              </a:defRPr>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zh-CN" altLang="en-US"/>
              <a:t>单击此处编辑母版副标题样式</a:t>
            </a:r>
            <a:endParaRPr lang="en-US"/>
          </a:p>
        </p:txBody>
      </p:sp>
      <p:pic>
        <p:nvPicPr>
          <p:cNvPr id="5" name="图片 4">
            <a:extLst>
              <a:ext uri="{FF2B5EF4-FFF2-40B4-BE49-F238E27FC236}">
                <a16:creationId xmlns:a16="http://schemas.microsoft.com/office/drawing/2014/main" id="{37E01A93-E996-4DF8-B9CC-4F6E64C77D68}"/>
              </a:ext>
            </a:extLst>
          </p:cNvPr>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0" y="0"/>
            <a:ext cx="9144000" cy="2934488"/>
          </a:xfrm>
          <a:prstGeom prst="rect">
            <a:avLst/>
          </a:prstGeom>
        </p:spPr>
      </p:pic>
      <p:pic>
        <p:nvPicPr>
          <p:cNvPr id="4" name="图片 3">
            <a:extLst>
              <a:ext uri="{FF2B5EF4-FFF2-40B4-BE49-F238E27FC236}">
                <a16:creationId xmlns:a16="http://schemas.microsoft.com/office/drawing/2014/main" id="{A0569823-9640-FEE5-7C4D-00063EFF1F45}"/>
              </a:ext>
            </a:extLst>
          </p:cNvPr>
          <p:cNvPicPr>
            <a:picLocks noChangeAspect="1"/>
          </p:cNvPicPr>
          <p:nvPr userDrawn="1"/>
        </p:nvPicPr>
        <p:blipFill rotWithShape="1">
          <a:blip r:embed="rId2">
            <a:extLst>
              <a:ext uri="{28A0092B-C50C-407E-A947-70E740481C1C}">
                <a14:useLocalDpi xmlns:a14="http://schemas.microsoft.com/office/drawing/2010/main" val="0"/>
              </a:ext>
            </a:extLst>
          </a:blip>
          <a:srcRect l="10656" r="10656"/>
          <a:stretch/>
        </p:blipFill>
        <p:spPr>
          <a:xfrm>
            <a:off x="0" y="0"/>
            <a:ext cx="9144000" cy="2934488"/>
          </a:xfrm>
          <a:prstGeom prst="rect">
            <a:avLst/>
          </a:prstGeom>
        </p:spPr>
      </p:pic>
    </p:spTree>
    <p:extLst>
      <p:ext uri="{BB962C8B-B14F-4D97-AF65-F5344CB8AC3E}">
        <p14:creationId xmlns:p14="http://schemas.microsoft.com/office/powerpoint/2010/main" val="1270851197"/>
      </p:ext>
    </p:extLst>
  </p:cSld>
  <p:clrMapOvr>
    <a:masterClrMapping/>
  </p:clrMapOvr>
</p:sldLayout>
</file>

<file path=ppt/slideLayouts/slideLayout2.xml><?xml version="1.0" encoding="utf-8"?>
<p:sldLayout xmlns:a="http://schemas.openxmlformats.org/drawingml/2006/main" xmlns:r="http://schemas.openxmlformats.org/officeDocument/2006/relationships" xmlns:p="http://schemas.openxmlformats.org/presentationml/2006/main" type="obj" preserve="1">
  <p:cSld name="标题和内容">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zh-CN" altLang="en-US"/>
              <a:t>单击此处编辑母版标题样式</a:t>
            </a:r>
            <a:endParaRPr lang="en-US"/>
          </a:p>
        </p:txBody>
      </p:sp>
      <p:sp>
        <p:nvSpPr>
          <p:cNvPr id="3" name="Content Placeholder 2"/>
          <p:cNvSpPr>
            <a:spLocks noGrp="1"/>
          </p:cNvSpPr>
          <p:nvPr>
            <p:ph idx="1"/>
          </p:nvPr>
        </p:nvSpPr>
        <p:spPr/>
        <p:txBody>
          <a:bodyPr>
            <a:normAutofit/>
          </a:bodyPr>
          <a:lstStyle>
            <a:lvl1pPr>
              <a:lnSpc>
                <a:spcPct val="100000"/>
              </a:lnSpc>
              <a:defRPr sz="3200"/>
            </a:lvl1pPr>
            <a:lvl2pPr>
              <a:lnSpc>
                <a:spcPct val="100000"/>
              </a:lnSpc>
              <a:defRPr sz="2800"/>
            </a:lvl2pPr>
            <a:lvl3pPr>
              <a:lnSpc>
                <a:spcPct val="100000"/>
              </a:lnSpc>
              <a:defRPr sz="2400"/>
            </a:lvl3pPr>
            <a:lvl4pPr>
              <a:lnSpc>
                <a:spcPct val="100000"/>
              </a:lnSpc>
              <a:defRPr sz="2000"/>
            </a:lvl4pPr>
            <a:lvl5pPr>
              <a:lnSpc>
                <a:spcPct val="100000"/>
              </a:lnSpc>
              <a:defRPr sz="2000"/>
            </a:lvl5pPr>
          </a:lstStyle>
          <a:p>
            <a:pPr lvl="0"/>
            <a:r>
              <a:rPr lang="zh-CN" altLang="en-US"/>
              <a:t>单击此处编辑母版文本样式</a:t>
            </a:r>
          </a:p>
          <a:p>
            <a:pPr lvl="1"/>
            <a:r>
              <a:rPr lang="zh-CN" altLang="en-US"/>
              <a:t>二级</a:t>
            </a:r>
          </a:p>
          <a:p>
            <a:pPr lvl="2"/>
            <a:r>
              <a:rPr lang="zh-CN" altLang="en-US"/>
              <a:t>三级</a:t>
            </a:r>
          </a:p>
          <a:p>
            <a:pPr lvl="3"/>
            <a:r>
              <a:rPr lang="zh-CN" altLang="en-US"/>
              <a:t>四级</a:t>
            </a:r>
          </a:p>
          <a:p>
            <a:pPr lvl="4"/>
            <a:r>
              <a:rPr lang="zh-CN" altLang="en-US"/>
              <a:t>五级</a:t>
            </a:r>
            <a:endParaRPr lang="en-US"/>
          </a:p>
        </p:txBody>
      </p:sp>
      <p:sp>
        <p:nvSpPr>
          <p:cNvPr id="4" name="日期占位符 3">
            <a:extLst>
              <a:ext uri="{FF2B5EF4-FFF2-40B4-BE49-F238E27FC236}">
                <a16:creationId xmlns:a16="http://schemas.microsoft.com/office/drawing/2014/main" id="{8FD20E6C-FB89-68E9-164A-0E504C4D3FB8}"/>
              </a:ext>
            </a:extLst>
          </p:cNvPr>
          <p:cNvSpPr>
            <a:spLocks noGrp="1"/>
          </p:cNvSpPr>
          <p:nvPr>
            <p:ph type="dt" sz="half" idx="10"/>
          </p:nvPr>
        </p:nvSpPr>
        <p:spPr/>
        <p:txBody>
          <a:bodyPr/>
          <a:lstStyle/>
          <a:p>
            <a:fld id="{711C9641-D16B-4C46-8954-25F25A20706D}" type="datetime2">
              <a:rPr lang="zh-CN" altLang="en-US" smtClean="0"/>
              <a:t>2025年11月26日</a:t>
            </a:fld>
            <a:endParaRPr lang="zh-CN" altLang="en-US"/>
          </a:p>
        </p:txBody>
      </p:sp>
      <p:sp>
        <p:nvSpPr>
          <p:cNvPr id="5" name="页脚占位符 4">
            <a:extLst>
              <a:ext uri="{FF2B5EF4-FFF2-40B4-BE49-F238E27FC236}">
                <a16:creationId xmlns:a16="http://schemas.microsoft.com/office/drawing/2014/main" id="{996A6C13-CFA3-3AF6-23F4-C8246972D478}"/>
              </a:ext>
            </a:extLst>
          </p:cNvPr>
          <p:cNvSpPr>
            <a:spLocks noGrp="1"/>
          </p:cNvSpPr>
          <p:nvPr>
            <p:ph type="ftr" sz="quarter" idx="11"/>
          </p:nvPr>
        </p:nvSpPr>
        <p:spPr/>
        <p:txBody>
          <a:bodyPr/>
          <a:lstStyle/>
          <a:p>
            <a:r>
              <a:rPr lang="zh-CN" altLang="en-US"/>
              <a:t>编译原理</a:t>
            </a:r>
            <a:r>
              <a:rPr lang="en-US" altLang="zh-CN"/>
              <a:t>-</a:t>
            </a:r>
            <a:r>
              <a:rPr lang="zh-CN" altLang="en-US"/>
              <a:t>王欣捷</a:t>
            </a:r>
            <a:r>
              <a:rPr lang="en-US" altLang="zh-CN"/>
              <a:t>-</a:t>
            </a:r>
            <a:r>
              <a:rPr lang="zh-CN" altLang="en-US"/>
              <a:t>第三章 语法分析</a:t>
            </a:r>
            <a:r>
              <a:rPr lang="en-US" altLang="zh-CN"/>
              <a:t>(4)</a:t>
            </a:r>
            <a:endParaRPr lang="zh-CN" altLang="en-US"/>
          </a:p>
        </p:txBody>
      </p:sp>
      <p:sp>
        <p:nvSpPr>
          <p:cNvPr id="6" name="灯片编号占位符 5">
            <a:extLst>
              <a:ext uri="{FF2B5EF4-FFF2-40B4-BE49-F238E27FC236}">
                <a16:creationId xmlns:a16="http://schemas.microsoft.com/office/drawing/2014/main" id="{71E45253-17F5-89F1-7504-AB07B9F23A86}"/>
              </a:ext>
            </a:extLst>
          </p:cNvPr>
          <p:cNvSpPr>
            <a:spLocks noGrp="1"/>
          </p:cNvSpPr>
          <p:nvPr>
            <p:ph type="sldNum" sz="quarter" idx="12"/>
          </p:nvPr>
        </p:nvSpPr>
        <p:spPr/>
        <p:txBody>
          <a:bodyPr/>
          <a:lstStyle/>
          <a:p>
            <a:fld id="{094DEB03-EFC6-4C20-8FC8-295189A5386F}" type="slidenum">
              <a:rPr lang="zh-CN" altLang="en-US" smtClean="0"/>
              <a:pPr/>
              <a:t>‹#›</a:t>
            </a:fld>
            <a:endParaRPr lang="zh-CN" altLang="en-US"/>
          </a:p>
        </p:txBody>
      </p:sp>
    </p:spTree>
    <p:extLst>
      <p:ext uri="{BB962C8B-B14F-4D97-AF65-F5344CB8AC3E}">
        <p14:creationId xmlns:p14="http://schemas.microsoft.com/office/powerpoint/2010/main" val="1746674021"/>
      </p:ext>
    </p:extLst>
  </p:cSld>
  <p:clrMapOvr>
    <a:masterClrMapping/>
  </p:clrMapOvr>
</p:sldLayout>
</file>

<file path=ppt/slideLayouts/slideLayout3.xml><?xml version="1.0" encoding="utf-8"?>
<p:sldLayout xmlns:a="http://schemas.openxmlformats.org/drawingml/2006/main" xmlns:r="http://schemas.openxmlformats.org/officeDocument/2006/relationships" xmlns:p="http://schemas.openxmlformats.org/presentationml/2006/main" type="secHead" preserve="1">
  <p:cSld name="节标题">
    <p:spTree>
      <p:nvGrpSpPr>
        <p:cNvPr id="1" name=""/>
        <p:cNvGrpSpPr/>
        <p:nvPr/>
      </p:nvGrpSpPr>
      <p:grpSpPr>
        <a:xfrm>
          <a:off x="0" y="0"/>
          <a:ext cx="0" cy="0"/>
          <a:chOff x="0" y="0"/>
          <a:chExt cx="0" cy="0"/>
        </a:xfrm>
      </p:grpSpPr>
      <p:sp>
        <p:nvSpPr>
          <p:cNvPr id="2" name="Title 1"/>
          <p:cNvSpPr>
            <a:spLocks noGrp="1"/>
          </p:cNvSpPr>
          <p:nvPr>
            <p:ph type="title"/>
          </p:nvPr>
        </p:nvSpPr>
        <p:spPr>
          <a:xfrm>
            <a:off x="623888" y="1709741"/>
            <a:ext cx="7886700" cy="2852737"/>
          </a:xfrm>
        </p:spPr>
        <p:txBody>
          <a:bodyPr anchor="b"/>
          <a:lstStyle>
            <a:lvl1pPr>
              <a:defRPr sz="6000"/>
            </a:lvl1pPr>
          </a:lstStyle>
          <a:p>
            <a:r>
              <a:rPr lang="zh-CN" altLang="en-US"/>
              <a:t>单击此处编辑母版标题样式</a:t>
            </a:r>
            <a:endParaRPr lang="en-US"/>
          </a:p>
        </p:txBody>
      </p:sp>
      <p:sp>
        <p:nvSpPr>
          <p:cNvPr id="3" name="Text Placeholder 2"/>
          <p:cNvSpPr>
            <a:spLocks noGrp="1"/>
          </p:cNvSpPr>
          <p:nvPr>
            <p:ph type="body" idx="1"/>
          </p:nvPr>
        </p:nvSpPr>
        <p:spPr>
          <a:xfrm>
            <a:off x="623888" y="4589466"/>
            <a:ext cx="7886700" cy="1500187"/>
          </a:xfrm>
        </p:spPr>
        <p:txBody>
          <a:bodyPr/>
          <a:lstStyle>
            <a:lvl1pPr marL="0" indent="0">
              <a:buNone/>
              <a:defRPr sz="2400">
                <a:solidFill>
                  <a:schemeClr val="tx1"/>
                </a:solidFill>
              </a:defRPr>
            </a:lvl1pPr>
            <a:lvl2pPr marL="457200" indent="0">
              <a:buNone/>
              <a:defRPr sz="2000">
                <a:solidFill>
                  <a:schemeClr val="tx1">
                    <a:tint val="75000"/>
                  </a:schemeClr>
                </a:solidFill>
              </a:defRPr>
            </a:lvl2pPr>
            <a:lvl3pPr marL="914400" indent="0">
              <a:buNone/>
              <a:defRPr sz="1800">
                <a:solidFill>
                  <a:schemeClr val="tx1">
                    <a:tint val="75000"/>
                  </a:schemeClr>
                </a:solidFill>
              </a:defRPr>
            </a:lvl3pPr>
            <a:lvl4pPr marL="1371600" indent="0">
              <a:buNone/>
              <a:defRPr sz="1600">
                <a:solidFill>
                  <a:schemeClr val="tx1">
                    <a:tint val="75000"/>
                  </a:schemeClr>
                </a:solidFill>
              </a:defRPr>
            </a:lvl4pPr>
            <a:lvl5pPr marL="1828800" indent="0">
              <a:buNone/>
              <a:defRPr sz="1600">
                <a:solidFill>
                  <a:schemeClr val="tx1">
                    <a:tint val="75000"/>
                  </a:schemeClr>
                </a:solidFill>
              </a:defRPr>
            </a:lvl5pPr>
            <a:lvl6pPr marL="2286000" indent="0">
              <a:buNone/>
              <a:defRPr sz="1600">
                <a:solidFill>
                  <a:schemeClr val="tx1">
                    <a:tint val="75000"/>
                  </a:schemeClr>
                </a:solidFill>
              </a:defRPr>
            </a:lvl6pPr>
            <a:lvl7pPr marL="2743200" indent="0">
              <a:buNone/>
              <a:defRPr sz="1600">
                <a:solidFill>
                  <a:schemeClr val="tx1">
                    <a:tint val="75000"/>
                  </a:schemeClr>
                </a:solidFill>
              </a:defRPr>
            </a:lvl7pPr>
            <a:lvl8pPr marL="3200400" indent="0">
              <a:buNone/>
              <a:defRPr sz="1600">
                <a:solidFill>
                  <a:schemeClr val="tx1">
                    <a:tint val="75000"/>
                  </a:schemeClr>
                </a:solidFill>
              </a:defRPr>
            </a:lvl8pPr>
            <a:lvl9pPr marL="3657600" indent="0">
              <a:buNone/>
              <a:defRPr sz="1600">
                <a:solidFill>
                  <a:schemeClr val="tx1">
                    <a:tint val="75000"/>
                  </a:schemeClr>
                </a:solidFill>
              </a:defRPr>
            </a:lvl9pPr>
          </a:lstStyle>
          <a:p>
            <a:pPr lvl="0"/>
            <a:r>
              <a:rPr lang="zh-CN" altLang="en-US"/>
              <a:t>单击此处编辑母版文本样式</a:t>
            </a:r>
          </a:p>
        </p:txBody>
      </p:sp>
      <p:sp>
        <p:nvSpPr>
          <p:cNvPr id="4" name="日期占位符 3">
            <a:extLst>
              <a:ext uri="{FF2B5EF4-FFF2-40B4-BE49-F238E27FC236}">
                <a16:creationId xmlns:a16="http://schemas.microsoft.com/office/drawing/2014/main" id="{4AB14192-683D-1581-6D26-BAED78CAF6E7}"/>
              </a:ext>
            </a:extLst>
          </p:cNvPr>
          <p:cNvSpPr>
            <a:spLocks noGrp="1"/>
          </p:cNvSpPr>
          <p:nvPr>
            <p:ph type="dt" sz="half" idx="10"/>
          </p:nvPr>
        </p:nvSpPr>
        <p:spPr/>
        <p:txBody>
          <a:bodyPr/>
          <a:lstStyle/>
          <a:p>
            <a:fld id="{467A3C56-C7A6-460C-AFE8-F622985F20B9}" type="datetime2">
              <a:rPr lang="zh-CN" altLang="en-US" smtClean="0"/>
              <a:t>2025年11月26日</a:t>
            </a:fld>
            <a:endParaRPr lang="zh-CN" altLang="en-US"/>
          </a:p>
        </p:txBody>
      </p:sp>
      <p:sp>
        <p:nvSpPr>
          <p:cNvPr id="5" name="页脚占位符 4">
            <a:extLst>
              <a:ext uri="{FF2B5EF4-FFF2-40B4-BE49-F238E27FC236}">
                <a16:creationId xmlns:a16="http://schemas.microsoft.com/office/drawing/2014/main" id="{0907685F-6B1C-E4EB-B539-2D58EFF019E5}"/>
              </a:ext>
            </a:extLst>
          </p:cNvPr>
          <p:cNvSpPr>
            <a:spLocks noGrp="1"/>
          </p:cNvSpPr>
          <p:nvPr>
            <p:ph type="ftr" sz="quarter" idx="11"/>
          </p:nvPr>
        </p:nvSpPr>
        <p:spPr/>
        <p:txBody>
          <a:bodyPr/>
          <a:lstStyle/>
          <a:p>
            <a:r>
              <a:rPr lang="zh-CN" altLang="en-US"/>
              <a:t>编译原理</a:t>
            </a:r>
            <a:r>
              <a:rPr lang="en-US" altLang="zh-CN"/>
              <a:t>-</a:t>
            </a:r>
            <a:r>
              <a:rPr lang="zh-CN" altLang="en-US"/>
              <a:t>王欣捷</a:t>
            </a:r>
            <a:r>
              <a:rPr lang="en-US" altLang="zh-CN"/>
              <a:t>-</a:t>
            </a:r>
            <a:r>
              <a:rPr lang="zh-CN" altLang="en-US"/>
              <a:t>第三章 语法分析</a:t>
            </a:r>
            <a:r>
              <a:rPr lang="en-US" altLang="zh-CN"/>
              <a:t>(4)</a:t>
            </a:r>
            <a:endParaRPr lang="zh-CN" altLang="en-US"/>
          </a:p>
        </p:txBody>
      </p:sp>
      <p:sp>
        <p:nvSpPr>
          <p:cNvPr id="6" name="灯片编号占位符 5">
            <a:extLst>
              <a:ext uri="{FF2B5EF4-FFF2-40B4-BE49-F238E27FC236}">
                <a16:creationId xmlns:a16="http://schemas.microsoft.com/office/drawing/2014/main" id="{C4AF35F3-E92D-A082-789F-7BFB914AD4DE}"/>
              </a:ext>
            </a:extLst>
          </p:cNvPr>
          <p:cNvSpPr>
            <a:spLocks noGrp="1"/>
          </p:cNvSpPr>
          <p:nvPr>
            <p:ph type="sldNum" sz="quarter" idx="12"/>
          </p:nvPr>
        </p:nvSpPr>
        <p:spPr/>
        <p:txBody>
          <a:bodyPr/>
          <a:lstStyle/>
          <a:p>
            <a:fld id="{094DEB03-EFC6-4C20-8FC8-295189A5386F}" type="slidenum">
              <a:rPr lang="zh-CN" altLang="en-US" smtClean="0"/>
              <a:pPr/>
              <a:t>‹#›</a:t>
            </a:fld>
            <a:endParaRPr lang="zh-CN" altLang="en-US"/>
          </a:p>
        </p:txBody>
      </p:sp>
    </p:spTree>
    <p:extLst>
      <p:ext uri="{BB962C8B-B14F-4D97-AF65-F5344CB8AC3E}">
        <p14:creationId xmlns:p14="http://schemas.microsoft.com/office/powerpoint/2010/main" val="986869304"/>
      </p:ext>
    </p:extLst>
  </p:cSld>
  <p:clrMapOvr>
    <a:masterClrMapping/>
  </p:clrMapOvr>
</p:sldLayout>
</file>

<file path=ppt/slideLayouts/slideLayout4.xml><?xml version="1.0" encoding="utf-8"?>
<p:sldLayout xmlns:a="http://schemas.openxmlformats.org/drawingml/2006/main" xmlns:r="http://schemas.openxmlformats.org/officeDocument/2006/relationships" xmlns:p="http://schemas.openxmlformats.org/presentationml/2006/main" type="twoObj" preserve="1">
  <p:cSld name="两栏内容">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zh-CN" altLang="en-US"/>
              <a:t>单击此处编辑母版标题样式</a:t>
            </a:r>
            <a:endParaRPr lang="en-US"/>
          </a:p>
        </p:txBody>
      </p:sp>
      <p:sp>
        <p:nvSpPr>
          <p:cNvPr id="3" name="Content Placeholder 2"/>
          <p:cNvSpPr>
            <a:spLocks noGrp="1"/>
          </p:cNvSpPr>
          <p:nvPr>
            <p:ph sz="half" idx="1"/>
          </p:nvPr>
        </p:nvSpPr>
        <p:spPr>
          <a:xfrm>
            <a:off x="628650" y="1277471"/>
            <a:ext cx="3886200" cy="4899492"/>
          </a:xfrm>
        </p:spPr>
        <p:txBody>
          <a:bodyPr>
            <a:normAutofit/>
          </a:bodyPr>
          <a:lstStyle>
            <a:lvl1pPr>
              <a:lnSpc>
                <a:spcPct val="100000"/>
              </a:lnSpc>
              <a:defRPr sz="3200"/>
            </a:lvl1pPr>
            <a:lvl2pPr>
              <a:lnSpc>
                <a:spcPct val="100000"/>
              </a:lnSpc>
              <a:defRPr sz="2800"/>
            </a:lvl2pPr>
            <a:lvl3pPr>
              <a:lnSpc>
                <a:spcPct val="100000"/>
              </a:lnSpc>
              <a:defRPr sz="2400"/>
            </a:lvl3pPr>
            <a:lvl4pPr>
              <a:lnSpc>
                <a:spcPct val="100000"/>
              </a:lnSpc>
              <a:defRPr sz="2000"/>
            </a:lvl4pPr>
            <a:lvl5pPr>
              <a:lnSpc>
                <a:spcPct val="100000"/>
              </a:lnSpc>
              <a:defRPr sz="2000"/>
            </a:lvl5pPr>
          </a:lstStyle>
          <a:p>
            <a:pPr lvl="0"/>
            <a:r>
              <a:rPr lang="zh-CN" altLang="en-US"/>
              <a:t>单击此处编辑母版文本样式</a:t>
            </a:r>
          </a:p>
          <a:p>
            <a:pPr lvl="1"/>
            <a:r>
              <a:rPr lang="zh-CN" altLang="en-US"/>
              <a:t>二级</a:t>
            </a:r>
          </a:p>
          <a:p>
            <a:pPr lvl="2"/>
            <a:r>
              <a:rPr lang="zh-CN" altLang="en-US"/>
              <a:t>三级</a:t>
            </a:r>
          </a:p>
          <a:p>
            <a:pPr lvl="3"/>
            <a:r>
              <a:rPr lang="zh-CN" altLang="en-US"/>
              <a:t>四级</a:t>
            </a:r>
          </a:p>
          <a:p>
            <a:pPr lvl="4"/>
            <a:r>
              <a:rPr lang="zh-CN" altLang="en-US"/>
              <a:t>五级</a:t>
            </a:r>
            <a:endParaRPr lang="en-US"/>
          </a:p>
        </p:txBody>
      </p:sp>
      <p:sp>
        <p:nvSpPr>
          <p:cNvPr id="4" name="Content Placeholder 3"/>
          <p:cNvSpPr>
            <a:spLocks noGrp="1"/>
          </p:cNvSpPr>
          <p:nvPr>
            <p:ph sz="half" idx="2"/>
          </p:nvPr>
        </p:nvSpPr>
        <p:spPr>
          <a:xfrm>
            <a:off x="4629150" y="1277471"/>
            <a:ext cx="3886200" cy="4899492"/>
          </a:xfrm>
        </p:spPr>
        <p:txBody>
          <a:bodyPr>
            <a:normAutofit/>
          </a:bodyPr>
          <a:lstStyle>
            <a:lvl1pPr>
              <a:lnSpc>
                <a:spcPct val="100000"/>
              </a:lnSpc>
              <a:defRPr sz="3200"/>
            </a:lvl1pPr>
            <a:lvl2pPr>
              <a:lnSpc>
                <a:spcPct val="100000"/>
              </a:lnSpc>
              <a:defRPr sz="2800"/>
            </a:lvl2pPr>
            <a:lvl3pPr>
              <a:lnSpc>
                <a:spcPct val="100000"/>
              </a:lnSpc>
              <a:defRPr sz="2400"/>
            </a:lvl3pPr>
            <a:lvl4pPr>
              <a:lnSpc>
                <a:spcPct val="100000"/>
              </a:lnSpc>
              <a:defRPr sz="2000"/>
            </a:lvl4pPr>
            <a:lvl5pPr>
              <a:lnSpc>
                <a:spcPct val="100000"/>
              </a:lnSpc>
              <a:defRPr sz="2000"/>
            </a:lvl5pPr>
          </a:lstStyle>
          <a:p>
            <a:pPr lvl="0"/>
            <a:r>
              <a:rPr lang="zh-CN" altLang="en-US"/>
              <a:t>单击此处编辑母版文本样式</a:t>
            </a:r>
          </a:p>
          <a:p>
            <a:pPr lvl="1"/>
            <a:r>
              <a:rPr lang="zh-CN" altLang="en-US"/>
              <a:t>二级</a:t>
            </a:r>
          </a:p>
          <a:p>
            <a:pPr lvl="2"/>
            <a:r>
              <a:rPr lang="zh-CN" altLang="en-US"/>
              <a:t>三级</a:t>
            </a:r>
          </a:p>
          <a:p>
            <a:pPr lvl="3"/>
            <a:r>
              <a:rPr lang="zh-CN" altLang="en-US"/>
              <a:t>四级</a:t>
            </a:r>
          </a:p>
          <a:p>
            <a:pPr lvl="4"/>
            <a:r>
              <a:rPr lang="zh-CN" altLang="en-US"/>
              <a:t>五级</a:t>
            </a:r>
            <a:endParaRPr lang="en-US"/>
          </a:p>
        </p:txBody>
      </p:sp>
      <p:sp>
        <p:nvSpPr>
          <p:cNvPr id="5" name="日期占位符 4">
            <a:extLst>
              <a:ext uri="{FF2B5EF4-FFF2-40B4-BE49-F238E27FC236}">
                <a16:creationId xmlns:a16="http://schemas.microsoft.com/office/drawing/2014/main" id="{5E5BC956-E926-BE30-0185-7656950F0A72}"/>
              </a:ext>
            </a:extLst>
          </p:cNvPr>
          <p:cNvSpPr>
            <a:spLocks noGrp="1"/>
          </p:cNvSpPr>
          <p:nvPr>
            <p:ph type="dt" sz="half" idx="10"/>
          </p:nvPr>
        </p:nvSpPr>
        <p:spPr/>
        <p:txBody>
          <a:bodyPr/>
          <a:lstStyle/>
          <a:p>
            <a:fld id="{32184C53-8C6C-478F-A368-572E5BA2AB37}" type="datetime2">
              <a:rPr lang="zh-CN" altLang="en-US" smtClean="0"/>
              <a:t>2025年11月26日</a:t>
            </a:fld>
            <a:endParaRPr lang="zh-CN" altLang="en-US"/>
          </a:p>
        </p:txBody>
      </p:sp>
      <p:sp>
        <p:nvSpPr>
          <p:cNvPr id="6" name="页脚占位符 5">
            <a:extLst>
              <a:ext uri="{FF2B5EF4-FFF2-40B4-BE49-F238E27FC236}">
                <a16:creationId xmlns:a16="http://schemas.microsoft.com/office/drawing/2014/main" id="{6656DBF4-9933-067B-B557-16954CF52ADD}"/>
              </a:ext>
            </a:extLst>
          </p:cNvPr>
          <p:cNvSpPr>
            <a:spLocks noGrp="1"/>
          </p:cNvSpPr>
          <p:nvPr>
            <p:ph type="ftr" sz="quarter" idx="11"/>
          </p:nvPr>
        </p:nvSpPr>
        <p:spPr/>
        <p:txBody>
          <a:bodyPr/>
          <a:lstStyle/>
          <a:p>
            <a:r>
              <a:rPr lang="zh-CN" altLang="en-US"/>
              <a:t>编译原理</a:t>
            </a:r>
            <a:r>
              <a:rPr lang="en-US" altLang="zh-CN"/>
              <a:t>-</a:t>
            </a:r>
            <a:r>
              <a:rPr lang="zh-CN" altLang="en-US"/>
              <a:t>王欣捷</a:t>
            </a:r>
            <a:r>
              <a:rPr lang="en-US" altLang="zh-CN"/>
              <a:t>-</a:t>
            </a:r>
            <a:r>
              <a:rPr lang="zh-CN" altLang="en-US"/>
              <a:t>第三章 语法分析</a:t>
            </a:r>
            <a:r>
              <a:rPr lang="en-US" altLang="zh-CN"/>
              <a:t>(4)</a:t>
            </a:r>
            <a:endParaRPr lang="zh-CN" altLang="en-US"/>
          </a:p>
        </p:txBody>
      </p:sp>
      <p:sp>
        <p:nvSpPr>
          <p:cNvPr id="7" name="灯片编号占位符 6">
            <a:extLst>
              <a:ext uri="{FF2B5EF4-FFF2-40B4-BE49-F238E27FC236}">
                <a16:creationId xmlns:a16="http://schemas.microsoft.com/office/drawing/2014/main" id="{423FBFBE-854C-0926-2670-E450A61781DA}"/>
              </a:ext>
            </a:extLst>
          </p:cNvPr>
          <p:cNvSpPr>
            <a:spLocks noGrp="1"/>
          </p:cNvSpPr>
          <p:nvPr>
            <p:ph type="sldNum" sz="quarter" idx="12"/>
          </p:nvPr>
        </p:nvSpPr>
        <p:spPr/>
        <p:txBody>
          <a:bodyPr/>
          <a:lstStyle/>
          <a:p>
            <a:fld id="{094DEB03-EFC6-4C20-8FC8-295189A5386F}" type="slidenum">
              <a:rPr lang="zh-CN" altLang="en-US" smtClean="0"/>
              <a:pPr/>
              <a:t>‹#›</a:t>
            </a:fld>
            <a:endParaRPr lang="zh-CN" altLang="en-US"/>
          </a:p>
        </p:txBody>
      </p:sp>
    </p:spTree>
    <p:extLst>
      <p:ext uri="{BB962C8B-B14F-4D97-AF65-F5344CB8AC3E}">
        <p14:creationId xmlns:p14="http://schemas.microsoft.com/office/powerpoint/2010/main" val="1359647733"/>
      </p:ext>
    </p:extLst>
  </p:cSld>
  <p:clrMapOvr>
    <a:masterClrMapping/>
  </p:clrMapOvr>
</p:sldLayout>
</file>

<file path=ppt/slideLayouts/slideLayout5.xml><?xml version="1.0" encoding="utf-8"?>
<p:sldLayout xmlns:a="http://schemas.openxmlformats.org/drawingml/2006/main" xmlns:r="http://schemas.openxmlformats.org/officeDocument/2006/relationships" xmlns:p="http://schemas.openxmlformats.org/presentationml/2006/main" preserve="1">
  <p:cSld name="比较">
    <p:spTree>
      <p:nvGrpSpPr>
        <p:cNvPr id="1" name=""/>
        <p:cNvGrpSpPr/>
        <p:nvPr/>
      </p:nvGrpSpPr>
      <p:grpSpPr>
        <a:xfrm>
          <a:off x="0" y="0"/>
          <a:ext cx="0" cy="0"/>
          <a:chOff x="0" y="0"/>
          <a:chExt cx="0" cy="0"/>
        </a:xfrm>
      </p:grpSpPr>
      <p:sp>
        <p:nvSpPr>
          <p:cNvPr id="3" name="Text Placeholder 2"/>
          <p:cNvSpPr>
            <a:spLocks noGrp="1"/>
          </p:cNvSpPr>
          <p:nvPr>
            <p:ph type="body" idx="1"/>
          </p:nvPr>
        </p:nvSpPr>
        <p:spPr>
          <a:xfrm>
            <a:off x="629842" y="1318094"/>
            <a:ext cx="3868340" cy="470366"/>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zh-CN" altLang="en-US"/>
              <a:t>单击此处编辑母版文本样式</a:t>
            </a:r>
          </a:p>
        </p:txBody>
      </p:sp>
      <p:sp>
        <p:nvSpPr>
          <p:cNvPr id="4" name="Content Placeholder 3"/>
          <p:cNvSpPr>
            <a:spLocks noGrp="1"/>
          </p:cNvSpPr>
          <p:nvPr>
            <p:ph sz="half" idx="2"/>
          </p:nvPr>
        </p:nvSpPr>
        <p:spPr>
          <a:xfrm>
            <a:off x="629842" y="1924287"/>
            <a:ext cx="3868340" cy="4265376"/>
          </a:xfrm>
        </p:spPr>
        <p:txBody>
          <a:bodyPr>
            <a:normAutofit/>
          </a:bodyPr>
          <a:lstStyle>
            <a:lvl1pPr>
              <a:lnSpc>
                <a:spcPct val="100000"/>
              </a:lnSpc>
              <a:defRPr sz="3200"/>
            </a:lvl1pPr>
            <a:lvl2pPr>
              <a:lnSpc>
                <a:spcPct val="100000"/>
              </a:lnSpc>
              <a:defRPr sz="2800"/>
            </a:lvl2pPr>
            <a:lvl3pPr>
              <a:lnSpc>
                <a:spcPct val="100000"/>
              </a:lnSpc>
              <a:defRPr sz="2400"/>
            </a:lvl3pPr>
            <a:lvl4pPr>
              <a:lnSpc>
                <a:spcPct val="100000"/>
              </a:lnSpc>
              <a:defRPr sz="2000"/>
            </a:lvl4pPr>
            <a:lvl5pPr>
              <a:lnSpc>
                <a:spcPct val="100000"/>
              </a:lnSpc>
              <a:defRPr sz="2000"/>
            </a:lvl5pPr>
          </a:lstStyle>
          <a:p>
            <a:pPr lvl="0"/>
            <a:r>
              <a:rPr lang="zh-CN" altLang="en-US"/>
              <a:t>单击此处编辑母版文本样式</a:t>
            </a:r>
          </a:p>
          <a:p>
            <a:pPr lvl="1"/>
            <a:r>
              <a:rPr lang="zh-CN" altLang="en-US"/>
              <a:t>二级</a:t>
            </a:r>
          </a:p>
          <a:p>
            <a:pPr lvl="2"/>
            <a:r>
              <a:rPr lang="zh-CN" altLang="en-US"/>
              <a:t>三级</a:t>
            </a:r>
          </a:p>
          <a:p>
            <a:pPr lvl="3"/>
            <a:r>
              <a:rPr lang="zh-CN" altLang="en-US"/>
              <a:t>四级</a:t>
            </a:r>
          </a:p>
          <a:p>
            <a:pPr lvl="4"/>
            <a:r>
              <a:rPr lang="zh-CN" altLang="en-US"/>
              <a:t>五级</a:t>
            </a:r>
            <a:endParaRPr lang="en-US"/>
          </a:p>
        </p:txBody>
      </p:sp>
      <p:sp>
        <p:nvSpPr>
          <p:cNvPr id="5" name="Text Placeholder 4"/>
          <p:cNvSpPr>
            <a:spLocks noGrp="1"/>
          </p:cNvSpPr>
          <p:nvPr>
            <p:ph type="body" sz="quarter" idx="3"/>
          </p:nvPr>
        </p:nvSpPr>
        <p:spPr>
          <a:xfrm>
            <a:off x="4629151" y="1318094"/>
            <a:ext cx="3887391" cy="470366"/>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zh-CN" altLang="en-US"/>
              <a:t>单击此处编辑母版文本样式</a:t>
            </a:r>
          </a:p>
        </p:txBody>
      </p:sp>
      <p:sp>
        <p:nvSpPr>
          <p:cNvPr id="6" name="Content Placeholder 5"/>
          <p:cNvSpPr>
            <a:spLocks noGrp="1"/>
          </p:cNvSpPr>
          <p:nvPr>
            <p:ph sz="quarter" idx="4"/>
          </p:nvPr>
        </p:nvSpPr>
        <p:spPr>
          <a:xfrm>
            <a:off x="4629151" y="1924287"/>
            <a:ext cx="3887391" cy="4265376"/>
          </a:xfrm>
        </p:spPr>
        <p:txBody>
          <a:bodyPr>
            <a:normAutofit/>
          </a:bodyPr>
          <a:lstStyle>
            <a:lvl1pPr>
              <a:lnSpc>
                <a:spcPct val="100000"/>
              </a:lnSpc>
              <a:defRPr sz="3200"/>
            </a:lvl1pPr>
            <a:lvl2pPr>
              <a:lnSpc>
                <a:spcPct val="100000"/>
              </a:lnSpc>
              <a:defRPr sz="2800"/>
            </a:lvl2pPr>
            <a:lvl3pPr>
              <a:lnSpc>
                <a:spcPct val="100000"/>
              </a:lnSpc>
              <a:defRPr sz="2400"/>
            </a:lvl3pPr>
            <a:lvl4pPr>
              <a:lnSpc>
                <a:spcPct val="100000"/>
              </a:lnSpc>
              <a:defRPr sz="2000"/>
            </a:lvl4pPr>
            <a:lvl5pPr>
              <a:lnSpc>
                <a:spcPct val="100000"/>
              </a:lnSpc>
              <a:defRPr sz="2000"/>
            </a:lvl5pPr>
          </a:lstStyle>
          <a:p>
            <a:pPr lvl="0"/>
            <a:r>
              <a:rPr lang="zh-CN" altLang="en-US"/>
              <a:t>单击此处编辑母版文本样式</a:t>
            </a:r>
          </a:p>
          <a:p>
            <a:pPr lvl="1"/>
            <a:r>
              <a:rPr lang="zh-CN" altLang="en-US"/>
              <a:t>二级</a:t>
            </a:r>
          </a:p>
          <a:p>
            <a:pPr lvl="2"/>
            <a:r>
              <a:rPr lang="zh-CN" altLang="en-US"/>
              <a:t>三级</a:t>
            </a:r>
          </a:p>
          <a:p>
            <a:pPr lvl="3"/>
            <a:r>
              <a:rPr lang="zh-CN" altLang="en-US"/>
              <a:t>四级</a:t>
            </a:r>
          </a:p>
          <a:p>
            <a:pPr lvl="4"/>
            <a:r>
              <a:rPr lang="zh-CN" altLang="en-US"/>
              <a:t>五级</a:t>
            </a:r>
            <a:endParaRPr lang="en-US"/>
          </a:p>
        </p:txBody>
      </p:sp>
      <p:sp>
        <p:nvSpPr>
          <p:cNvPr id="10" name="Title 1">
            <a:extLst>
              <a:ext uri="{FF2B5EF4-FFF2-40B4-BE49-F238E27FC236}">
                <a16:creationId xmlns:a16="http://schemas.microsoft.com/office/drawing/2014/main" id="{29226026-9100-429E-A7E2-D154A72B41CF}"/>
              </a:ext>
            </a:extLst>
          </p:cNvPr>
          <p:cNvSpPr>
            <a:spLocks noGrp="1"/>
          </p:cNvSpPr>
          <p:nvPr>
            <p:ph type="title"/>
          </p:nvPr>
        </p:nvSpPr>
        <p:spPr>
          <a:xfrm>
            <a:off x="628650" y="229136"/>
            <a:ext cx="7886700" cy="953133"/>
          </a:xfrm>
        </p:spPr>
        <p:txBody>
          <a:bodyPr/>
          <a:lstStyle/>
          <a:p>
            <a:r>
              <a:rPr lang="zh-CN" altLang="en-US"/>
              <a:t>单击此处编辑母版标题样式</a:t>
            </a:r>
            <a:endParaRPr lang="en-US"/>
          </a:p>
        </p:txBody>
      </p:sp>
      <p:sp>
        <p:nvSpPr>
          <p:cNvPr id="2" name="日期占位符 1">
            <a:extLst>
              <a:ext uri="{FF2B5EF4-FFF2-40B4-BE49-F238E27FC236}">
                <a16:creationId xmlns:a16="http://schemas.microsoft.com/office/drawing/2014/main" id="{B189DA9E-6D2C-ECFE-516A-4D7CBF5DE6CD}"/>
              </a:ext>
            </a:extLst>
          </p:cNvPr>
          <p:cNvSpPr>
            <a:spLocks noGrp="1"/>
          </p:cNvSpPr>
          <p:nvPr>
            <p:ph type="dt" sz="half" idx="10"/>
          </p:nvPr>
        </p:nvSpPr>
        <p:spPr/>
        <p:txBody>
          <a:bodyPr/>
          <a:lstStyle/>
          <a:p>
            <a:fld id="{C4C0D468-5936-42B4-935D-1A8CC73EDBEA}" type="datetime2">
              <a:rPr lang="zh-CN" altLang="en-US" smtClean="0"/>
              <a:t>2025年11月26日</a:t>
            </a:fld>
            <a:endParaRPr lang="zh-CN" altLang="en-US"/>
          </a:p>
        </p:txBody>
      </p:sp>
      <p:sp>
        <p:nvSpPr>
          <p:cNvPr id="7" name="页脚占位符 6">
            <a:extLst>
              <a:ext uri="{FF2B5EF4-FFF2-40B4-BE49-F238E27FC236}">
                <a16:creationId xmlns:a16="http://schemas.microsoft.com/office/drawing/2014/main" id="{84D214C7-BE70-775E-3184-699E828CAA6D}"/>
              </a:ext>
            </a:extLst>
          </p:cNvPr>
          <p:cNvSpPr>
            <a:spLocks noGrp="1"/>
          </p:cNvSpPr>
          <p:nvPr>
            <p:ph type="ftr" sz="quarter" idx="11"/>
          </p:nvPr>
        </p:nvSpPr>
        <p:spPr/>
        <p:txBody>
          <a:bodyPr/>
          <a:lstStyle/>
          <a:p>
            <a:r>
              <a:rPr lang="zh-CN" altLang="en-US"/>
              <a:t>编译原理</a:t>
            </a:r>
            <a:r>
              <a:rPr lang="en-US" altLang="zh-CN"/>
              <a:t>-</a:t>
            </a:r>
            <a:r>
              <a:rPr lang="zh-CN" altLang="en-US"/>
              <a:t>王欣捷</a:t>
            </a:r>
            <a:r>
              <a:rPr lang="en-US" altLang="zh-CN"/>
              <a:t>-</a:t>
            </a:r>
            <a:r>
              <a:rPr lang="zh-CN" altLang="en-US"/>
              <a:t>第三章 语法分析</a:t>
            </a:r>
            <a:r>
              <a:rPr lang="en-US" altLang="zh-CN"/>
              <a:t>(4)</a:t>
            </a:r>
            <a:endParaRPr lang="zh-CN" altLang="en-US"/>
          </a:p>
        </p:txBody>
      </p:sp>
      <p:sp>
        <p:nvSpPr>
          <p:cNvPr id="8" name="灯片编号占位符 7">
            <a:extLst>
              <a:ext uri="{FF2B5EF4-FFF2-40B4-BE49-F238E27FC236}">
                <a16:creationId xmlns:a16="http://schemas.microsoft.com/office/drawing/2014/main" id="{4E63B42C-0A8D-3187-C6A2-EC53CC68F059}"/>
              </a:ext>
            </a:extLst>
          </p:cNvPr>
          <p:cNvSpPr>
            <a:spLocks noGrp="1"/>
          </p:cNvSpPr>
          <p:nvPr>
            <p:ph type="sldNum" sz="quarter" idx="12"/>
          </p:nvPr>
        </p:nvSpPr>
        <p:spPr/>
        <p:txBody>
          <a:bodyPr/>
          <a:lstStyle/>
          <a:p>
            <a:fld id="{094DEB03-EFC6-4C20-8FC8-295189A5386F}" type="slidenum">
              <a:rPr lang="zh-CN" altLang="en-US" smtClean="0"/>
              <a:pPr/>
              <a:t>‹#›</a:t>
            </a:fld>
            <a:endParaRPr lang="zh-CN" altLang="en-US"/>
          </a:p>
        </p:txBody>
      </p:sp>
    </p:spTree>
    <p:extLst>
      <p:ext uri="{BB962C8B-B14F-4D97-AF65-F5344CB8AC3E}">
        <p14:creationId xmlns:p14="http://schemas.microsoft.com/office/powerpoint/2010/main" val="986589912"/>
      </p:ext>
    </p:extLst>
  </p:cSld>
  <p:clrMapOvr>
    <a:masterClrMapping/>
  </p:clrMapOvr>
</p:sldLayout>
</file>

<file path=ppt/slideLayouts/slideLayout6.xml><?xml version="1.0" encoding="utf-8"?>
<p:sldLayout xmlns:a="http://schemas.openxmlformats.org/drawingml/2006/main" xmlns:r="http://schemas.openxmlformats.org/officeDocument/2006/relationships" xmlns:p="http://schemas.openxmlformats.org/presentationml/2006/main" type="titleOnly" preserve="1">
  <p:cSld name="仅标题">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zh-CN" altLang="en-US"/>
              <a:t>单击此处编辑母版标题样式</a:t>
            </a:r>
            <a:endParaRPr lang="en-US"/>
          </a:p>
        </p:txBody>
      </p:sp>
      <p:sp>
        <p:nvSpPr>
          <p:cNvPr id="3" name="日期占位符 2">
            <a:extLst>
              <a:ext uri="{FF2B5EF4-FFF2-40B4-BE49-F238E27FC236}">
                <a16:creationId xmlns:a16="http://schemas.microsoft.com/office/drawing/2014/main" id="{6F910E3A-F2ED-EEF4-F254-EC2E311F2E32}"/>
              </a:ext>
            </a:extLst>
          </p:cNvPr>
          <p:cNvSpPr>
            <a:spLocks noGrp="1"/>
          </p:cNvSpPr>
          <p:nvPr>
            <p:ph type="dt" sz="half" idx="10"/>
          </p:nvPr>
        </p:nvSpPr>
        <p:spPr/>
        <p:txBody>
          <a:bodyPr/>
          <a:lstStyle/>
          <a:p>
            <a:fld id="{30AD8531-9964-4CA0-871C-3EC9FDDE7CB5}" type="datetime2">
              <a:rPr lang="zh-CN" altLang="en-US" smtClean="0"/>
              <a:t>2025年11月26日</a:t>
            </a:fld>
            <a:endParaRPr lang="zh-CN" altLang="en-US"/>
          </a:p>
        </p:txBody>
      </p:sp>
      <p:sp>
        <p:nvSpPr>
          <p:cNvPr id="4" name="页脚占位符 3">
            <a:extLst>
              <a:ext uri="{FF2B5EF4-FFF2-40B4-BE49-F238E27FC236}">
                <a16:creationId xmlns:a16="http://schemas.microsoft.com/office/drawing/2014/main" id="{92EB21E9-A4F5-FC64-1354-7982178B27C7}"/>
              </a:ext>
            </a:extLst>
          </p:cNvPr>
          <p:cNvSpPr>
            <a:spLocks noGrp="1"/>
          </p:cNvSpPr>
          <p:nvPr>
            <p:ph type="ftr" sz="quarter" idx="11"/>
          </p:nvPr>
        </p:nvSpPr>
        <p:spPr/>
        <p:txBody>
          <a:bodyPr/>
          <a:lstStyle/>
          <a:p>
            <a:r>
              <a:rPr lang="zh-CN" altLang="en-US"/>
              <a:t>编译原理</a:t>
            </a:r>
            <a:r>
              <a:rPr lang="en-US" altLang="zh-CN"/>
              <a:t>-</a:t>
            </a:r>
            <a:r>
              <a:rPr lang="zh-CN" altLang="en-US"/>
              <a:t>王欣捷</a:t>
            </a:r>
            <a:r>
              <a:rPr lang="en-US" altLang="zh-CN"/>
              <a:t>-</a:t>
            </a:r>
            <a:r>
              <a:rPr lang="zh-CN" altLang="en-US"/>
              <a:t>第三章 语法分析</a:t>
            </a:r>
            <a:r>
              <a:rPr lang="en-US" altLang="zh-CN"/>
              <a:t>(4)</a:t>
            </a:r>
            <a:endParaRPr lang="zh-CN" altLang="en-US"/>
          </a:p>
        </p:txBody>
      </p:sp>
      <p:sp>
        <p:nvSpPr>
          <p:cNvPr id="5" name="灯片编号占位符 4">
            <a:extLst>
              <a:ext uri="{FF2B5EF4-FFF2-40B4-BE49-F238E27FC236}">
                <a16:creationId xmlns:a16="http://schemas.microsoft.com/office/drawing/2014/main" id="{4B089F21-B949-2FD1-743C-8877F79815E4}"/>
              </a:ext>
            </a:extLst>
          </p:cNvPr>
          <p:cNvSpPr>
            <a:spLocks noGrp="1"/>
          </p:cNvSpPr>
          <p:nvPr>
            <p:ph type="sldNum" sz="quarter" idx="12"/>
          </p:nvPr>
        </p:nvSpPr>
        <p:spPr/>
        <p:txBody>
          <a:bodyPr/>
          <a:lstStyle/>
          <a:p>
            <a:fld id="{094DEB03-EFC6-4C20-8FC8-295189A5386F}" type="slidenum">
              <a:rPr lang="zh-CN" altLang="en-US" smtClean="0"/>
              <a:pPr/>
              <a:t>‹#›</a:t>
            </a:fld>
            <a:endParaRPr lang="zh-CN" altLang="en-US"/>
          </a:p>
        </p:txBody>
      </p:sp>
    </p:spTree>
    <p:extLst>
      <p:ext uri="{BB962C8B-B14F-4D97-AF65-F5344CB8AC3E}">
        <p14:creationId xmlns:p14="http://schemas.microsoft.com/office/powerpoint/2010/main" val="937751799"/>
      </p:ext>
    </p:extLst>
  </p:cSld>
  <p:clrMapOvr>
    <a:masterClrMapping/>
  </p:clrMapOvr>
</p:sldLayout>
</file>

<file path=ppt/slideLayouts/slideLayout7.xml><?xml version="1.0" encoding="utf-8"?>
<p:sldLayout xmlns:a="http://schemas.openxmlformats.org/drawingml/2006/main" xmlns:r="http://schemas.openxmlformats.org/officeDocument/2006/relationships" xmlns:p="http://schemas.openxmlformats.org/presentationml/2006/main" preserve="1">
  <p:cSld name="空白">
    <p:spTree>
      <p:nvGrpSpPr>
        <p:cNvPr id="1" name=""/>
        <p:cNvGrpSpPr/>
        <p:nvPr/>
      </p:nvGrpSpPr>
      <p:grpSpPr>
        <a:xfrm>
          <a:off x="0" y="0"/>
          <a:ext cx="0" cy="0"/>
          <a:chOff x="0" y="0"/>
          <a:chExt cx="0" cy="0"/>
        </a:xfrm>
      </p:grpSpPr>
      <p:sp>
        <p:nvSpPr>
          <p:cNvPr id="2" name="日期占位符 1">
            <a:extLst>
              <a:ext uri="{FF2B5EF4-FFF2-40B4-BE49-F238E27FC236}">
                <a16:creationId xmlns:a16="http://schemas.microsoft.com/office/drawing/2014/main" id="{4F0BF46A-E386-812F-0D08-5F8229156F0F}"/>
              </a:ext>
            </a:extLst>
          </p:cNvPr>
          <p:cNvSpPr>
            <a:spLocks noGrp="1"/>
          </p:cNvSpPr>
          <p:nvPr>
            <p:ph type="dt" sz="half" idx="10"/>
          </p:nvPr>
        </p:nvSpPr>
        <p:spPr/>
        <p:txBody>
          <a:bodyPr/>
          <a:lstStyle/>
          <a:p>
            <a:fld id="{7466FBA3-6249-4240-BA41-3FC2203F3F95}" type="datetime2">
              <a:rPr lang="zh-CN" altLang="en-US" smtClean="0"/>
              <a:t>2025年11月26日</a:t>
            </a:fld>
            <a:endParaRPr lang="zh-CN" altLang="en-US"/>
          </a:p>
        </p:txBody>
      </p:sp>
      <p:sp>
        <p:nvSpPr>
          <p:cNvPr id="3" name="页脚占位符 2">
            <a:extLst>
              <a:ext uri="{FF2B5EF4-FFF2-40B4-BE49-F238E27FC236}">
                <a16:creationId xmlns:a16="http://schemas.microsoft.com/office/drawing/2014/main" id="{AF34F61A-207B-527E-FBEF-08F5D67B5E45}"/>
              </a:ext>
            </a:extLst>
          </p:cNvPr>
          <p:cNvSpPr>
            <a:spLocks noGrp="1"/>
          </p:cNvSpPr>
          <p:nvPr>
            <p:ph type="ftr" sz="quarter" idx="11"/>
          </p:nvPr>
        </p:nvSpPr>
        <p:spPr/>
        <p:txBody>
          <a:bodyPr/>
          <a:lstStyle/>
          <a:p>
            <a:r>
              <a:rPr lang="zh-CN" altLang="en-US"/>
              <a:t>编译原理</a:t>
            </a:r>
            <a:r>
              <a:rPr lang="en-US" altLang="zh-CN"/>
              <a:t>-</a:t>
            </a:r>
            <a:r>
              <a:rPr lang="zh-CN" altLang="en-US"/>
              <a:t>王欣捷</a:t>
            </a:r>
            <a:r>
              <a:rPr lang="en-US" altLang="zh-CN"/>
              <a:t>-</a:t>
            </a:r>
            <a:r>
              <a:rPr lang="zh-CN" altLang="en-US"/>
              <a:t>第三章 语法分析</a:t>
            </a:r>
            <a:r>
              <a:rPr lang="en-US" altLang="zh-CN"/>
              <a:t>(4)</a:t>
            </a:r>
            <a:endParaRPr lang="zh-CN" altLang="en-US"/>
          </a:p>
        </p:txBody>
      </p:sp>
      <p:sp>
        <p:nvSpPr>
          <p:cNvPr id="4" name="灯片编号占位符 3">
            <a:extLst>
              <a:ext uri="{FF2B5EF4-FFF2-40B4-BE49-F238E27FC236}">
                <a16:creationId xmlns:a16="http://schemas.microsoft.com/office/drawing/2014/main" id="{790BB434-81FB-B74A-0CBE-68F34BF44D4C}"/>
              </a:ext>
            </a:extLst>
          </p:cNvPr>
          <p:cNvSpPr>
            <a:spLocks noGrp="1"/>
          </p:cNvSpPr>
          <p:nvPr>
            <p:ph type="sldNum" sz="quarter" idx="12"/>
          </p:nvPr>
        </p:nvSpPr>
        <p:spPr/>
        <p:txBody>
          <a:bodyPr/>
          <a:lstStyle/>
          <a:p>
            <a:fld id="{094DEB03-EFC6-4C20-8FC8-295189A5386F}" type="slidenum">
              <a:rPr lang="zh-CN" altLang="en-US" smtClean="0"/>
              <a:pPr/>
              <a:t>‹#›</a:t>
            </a:fld>
            <a:endParaRPr lang="zh-CN" altLang="en-US"/>
          </a:p>
        </p:txBody>
      </p:sp>
    </p:spTree>
    <p:extLst>
      <p:ext uri="{BB962C8B-B14F-4D97-AF65-F5344CB8AC3E}">
        <p14:creationId xmlns:p14="http://schemas.microsoft.com/office/powerpoint/2010/main" val="3169467367"/>
      </p:ext>
    </p:extLst>
  </p:cSld>
  <p:clrMapOvr>
    <a:masterClrMapping/>
  </p:clrMapOvr>
</p:sldLayout>
</file>

<file path=ppt/slideLayouts/slideLayout8.xml><?xml version="1.0" encoding="utf-8"?>
<p:sldLayout xmlns:a="http://schemas.openxmlformats.org/drawingml/2006/main" xmlns:r="http://schemas.openxmlformats.org/officeDocument/2006/relationships" xmlns:p="http://schemas.openxmlformats.org/presentationml/2006/main" type="objTx" preserve="1">
  <p:cSld name="内容与标题">
    <p:spTree>
      <p:nvGrpSpPr>
        <p:cNvPr id="1" name=""/>
        <p:cNvGrpSpPr/>
        <p:nvPr/>
      </p:nvGrpSpPr>
      <p:grpSpPr>
        <a:xfrm>
          <a:off x="0" y="0"/>
          <a:ext cx="0" cy="0"/>
          <a:chOff x="0" y="0"/>
          <a:chExt cx="0" cy="0"/>
        </a:xfrm>
      </p:grpSpPr>
      <p:sp>
        <p:nvSpPr>
          <p:cNvPr id="2" name="Title 1"/>
          <p:cNvSpPr>
            <a:spLocks noGrp="1"/>
          </p:cNvSpPr>
          <p:nvPr>
            <p:ph type="title"/>
          </p:nvPr>
        </p:nvSpPr>
        <p:spPr>
          <a:xfrm>
            <a:off x="629841" y="137692"/>
            <a:ext cx="2949178" cy="1143000"/>
          </a:xfrm>
        </p:spPr>
        <p:txBody>
          <a:bodyPr anchor="ctr"/>
          <a:lstStyle>
            <a:lvl1pPr algn="l">
              <a:defRPr sz="3200"/>
            </a:lvl1pPr>
          </a:lstStyle>
          <a:p>
            <a:r>
              <a:rPr lang="zh-CN" altLang="en-US"/>
              <a:t>单击此处编辑母版标题样式</a:t>
            </a:r>
            <a:endParaRPr lang="en-US"/>
          </a:p>
        </p:txBody>
      </p:sp>
      <p:sp>
        <p:nvSpPr>
          <p:cNvPr id="3" name="Content Placeholder 2"/>
          <p:cNvSpPr>
            <a:spLocks noGrp="1"/>
          </p:cNvSpPr>
          <p:nvPr>
            <p:ph idx="1"/>
          </p:nvPr>
        </p:nvSpPr>
        <p:spPr>
          <a:xfrm>
            <a:off x="3887391" y="704851"/>
            <a:ext cx="4629150" cy="5156201"/>
          </a:xfrm>
        </p:spPr>
        <p:txBody>
          <a:bodyPr>
            <a:normAutofit/>
          </a:bodyPr>
          <a:lstStyle>
            <a:lvl1pPr>
              <a:lnSpc>
                <a:spcPct val="100000"/>
              </a:lnSpc>
              <a:defRPr sz="2800"/>
            </a:lvl1pPr>
            <a:lvl2pPr>
              <a:lnSpc>
                <a:spcPct val="100000"/>
              </a:lnSpc>
              <a:defRPr sz="2400"/>
            </a:lvl2pPr>
            <a:lvl3pPr>
              <a:lnSpc>
                <a:spcPct val="100000"/>
              </a:lnSpc>
              <a:defRPr sz="2000"/>
            </a:lvl3pPr>
            <a:lvl4pPr>
              <a:lnSpc>
                <a:spcPct val="100000"/>
              </a:lnSpc>
              <a:defRPr sz="1800"/>
            </a:lvl4pPr>
            <a:lvl5pPr>
              <a:lnSpc>
                <a:spcPct val="100000"/>
              </a:lnSpc>
              <a:defRPr sz="1800"/>
            </a:lvl5pPr>
            <a:lvl6pPr>
              <a:defRPr sz="2000"/>
            </a:lvl6pPr>
            <a:lvl7pPr>
              <a:defRPr sz="2000"/>
            </a:lvl7pPr>
            <a:lvl8pPr>
              <a:defRPr sz="2000"/>
            </a:lvl8pPr>
            <a:lvl9pPr>
              <a:defRPr sz="2000"/>
            </a:lvl9pPr>
          </a:lstStyle>
          <a:p>
            <a:pPr lvl="0"/>
            <a:r>
              <a:rPr lang="zh-CN" altLang="en-US"/>
              <a:t>单击此处编辑母版文本样式</a:t>
            </a:r>
          </a:p>
          <a:p>
            <a:pPr lvl="1"/>
            <a:r>
              <a:rPr lang="zh-CN" altLang="en-US"/>
              <a:t>二级</a:t>
            </a:r>
          </a:p>
          <a:p>
            <a:pPr lvl="2"/>
            <a:r>
              <a:rPr lang="zh-CN" altLang="en-US"/>
              <a:t>三级</a:t>
            </a:r>
          </a:p>
          <a:p>
            <a:pPr lvl="3"/>
            <a:r>
              <a:rPr lang="zh-CN" altLang="en-US"/>
              <a:t>四级</a:t>
            </a:r>
          </a:p>
          <a:p>
            <a:pPr lvl="4"/>
            <a:r>
              <a:rPr lang="zh-CN" altLang="en-US"/>
              <a:t>五级</a:t>
            </a:r>
            <a:endParaRPr lang="en-US"/>
          </a:p>
        </p:txBody>
      </p:sp>
      <p:sp>
        <p:nvSpPr>
          <p:cNvPr id="4" name="Text Placeholder 3"/>
          <p:cNvSpPr>
            <a:spLocks noGrp="1"/>
          </p:cNvSpPr>
          <p:nvPr>
            <p:ph type="body" sz="half" idx="2"/>
          </p:nvPr>
        </p:nvSpPr>
        <p:spPr>
          <a:xfrm>
            <a:off x="629841" y="1371602"/>
            <a:ext cx="2949178" cy="4497387"/>
          </a:xfrm>
        </p:spPr>
        <p:txBody>
          <a:bodyPr/>
          <a:lstStyle>
            <a:lvl1pPr marL="0" indent="0">
              <a:buNone/>
              <a:defRPr sz="16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lang="zh-CN" altLang="en-US"/>
              <a:t>单击此处编辑母版文本样式</a:t>
            </a:r>
          </a:p>
        </p:txBody>
      </p:sp>
      <p:sp>
        <p:nvSpPr>
          <p:cNvPr id="5" name="日期占位符 4">
            <a:extLst>
              <a:ext uri="{FF2B5EF4-FFF2-40B4-BE49-F238E27FC236}">
                <a16:creationId xmlns:a16="http://schemas.microsoft.com/office/drawing/2014/main" id="{6CD298AE-E700-D985-6042-9D007D8F30EB}"/>
              </a:ext>
            </a:extLst>
          </p:cNvPr>
          <p:cNvSpPr>
            <a:spLocks noGrp="1"/>
          </p:cNvSpPr>
          <p:nvPr>
            <p:ph type="dt" sz="half" idx="10"/>
          </p:nvPr>
        </p:nvSpPr>
        <p:spPr/>
        <p:txBody>
          <a:bodyPr/>
          <a:lstStyle/>
          <a:p>
            <a:fld id="{6570A1BE-6F66-4546-9366-1D0FBC3A4DF8}" type="datetime2">
              <a:rPr lang="zh-CN" altLang="en-US" smtClean="0"/>
              <a:t>2025年11月26日</a:t>
            </a:fld>
            <a:endParaRPr lang="zh-CN" altLang="en-US"/>
          </a:p>
        </p:txBody>
      </p:sp>
      <p:sp>
        <p:nvSpPr>
          <p:cNvPr id="6" name="页脚占位符 5">
            <a:extLst>
              <a:ext uri="{FF2B5EF4-FFF2-40B4-BE49-F238E27FC236}">
                <a16:creationId xmlns:a16="http://schemas.microsoft.com/office/drawing/2014/main" id="{2B258D42-CF72-34ED-F56F-AE9B813E9CC6}"/>
              </a:ext>
            </a:extLst>
          </p:cNvPr>
          <p:cNvSpPr>
            <a:spLocks noGrp="1"/>
          </p:cNvSpPr>
          <p:nvPr>
            <p:ph type="ftr" sz="quarter" idx="11"/>
          </p:nvPr>
        </p:nvSpPr>
        <p:spPr/>
        <p:txBody>
          <a:bodyPr/>
          <a:lstStyle/>
          <a:p>
            <a:r>
              <a:rPr lang="zh-CN" altLang="en-US"/>
              <a:t>编译原理</a:t>
            </a:r>
            <a:r>
              <a:rPr lang="en-US" altLang="zh-CN"/>
              <a:t>-</a:t>
            </a:r>
            <a:r>
              <a:rPr lang="zh-CN" altLang="en-US"/>
              <a:t>王欣捷</a:t>
            </a:r>
            <a:r>
              <a:rPr lang="en-US" altLang="zh-CN"/>
              <a:t>-</a:t>
            </a:r>
            <a:r>
              <a:rPr lang="zh-CN" altLang="en-US"/>
              <a:t>第三章 语法分析</a:t>
            </a:r>
            <a:r>
              <a:rPr lang="en-US" altLang="zh-CN"/>
              <a:t>(4)</a:t>
            </a:r>
            <a:endParaRPr lang="zh-CN" altLang="en-US"/>
          </a:p>
        </p:txBody>
      </p:sp>
      <p:sp>
        <p:nvSpPr>
          <p:cNvPr id="7" name="灯片编号占位符 6">
            <a:extLst>
              <a:ext uri="{FF2B5EF4-FFF2-40B4-BE49-F238E27FC236}">
                <a16:creationId xmlns:a16="http://schemas.microsoft.com/office/drawing/2014/main" id="{DBDFD631-A3E9-165A-35DB-0DEA1F6E9435}"/>
              </a:ext>
            </a:extLst>
          </p:cNvPr>
          <p:cNvSpPr>
            <a:spLocks noGrp="1"/>
          </p:cNvSpPr>
          <p:nvPr>
            <p:ph type="sldNum" sz="quarter" idx="12"/>
          </p:nvPr>
        </p:nvSpPr>
        <p:spPr/>
        <p:txBody>
          <a:bodyPr/>
          <a:lstStyle/>
          <a:p>
            <a:fld id="{094DEB03-EFC6-4C20-8FC8-295189A5386F}" type="slidenum">
              <a:rPr lang="zh-CN" altLang="en-US" smtClean="0"/>
              <a:pPr/>
              <a:t>‹#›</a:t>
            </a:fld>
            <a:endParaRPr lang="zh-CN" altLang="en-US"/>
          </a:p>
        </p:txBody>
      </p:sp>
    </p:spTree>
    <p:extLst>
      <p:ext uri="{BB962C8B-B14F-4D97-AF65-F5344CB8AC3E}">
        <p14:creationId xmlns:p14="http://schemas.microsoft.com/office/powerpoint/2010/main" val="2737455948"/>
      </p:ext>
    </p:extLst>
  </p:cSld>
  <p:clrMapOvr>
    <a:masterClrMapping/>
  </p:clrMapOvr>
</p:sldLayout>
</file>

<file path=ppt/slideLayouts/slideLayout9.xml><?xml version="1.0" encoding="utf-8"?>
<p:sldLayout xmlns:a="http://schemas.openxmlformats.org/drawingml/2006/main" xmlns:r="http://schemas.openxmlformats.org/officeDocument/2006/relationships" xmlns:p="http://schemas.openxmlformats.org/presentationml/2006/main" preserve="1">
  <p:cSld name="图片与标题">
    <p:spTree>
      <p:nvGrpSpPr>
        <p:cNvPr id="1" name=""/>
        <p:cNvGrpSpPr/>
        <p:nvPr/>
      </p:nvGrpSpPr>
      <p:grpSpPr>
        <a:xfrm>
          <a:off x="0" y="0"/>
          <a:ext cx="0" cy="0"/>
          <a:chOff x="0" y="0"/>
          <a:chExt cx="0" cy="0"/>
        </a:xfrm>
      </p:grpSpPr>
      <p:sp>
        <p:nvSpPr>
          <p:cNvPr id="3" name="Picture Placeholder 2"/>
          <p:cNvSpPr>
            <a:spLocks noGrp="1" noChangeAspect="1"/>
          </p:cNvSpPr>
          <p:nvPr>
            <p:ph type="pic" idx="1"/>
          </p:nvPr>
        </p:nvSpPr>
        <p:spPr>
          <a:xfrm>
            <a:off x="3887391" y="714376"/>
            <a:ext cx="4629150" cy="5146676"/>
          </a:xfrm>
        </p:spPr>
        <p:txBody>
          <a:bodyPr anchor="t"/>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zh-CN" altLang="en-US"/>
              <a:t>单击图标添加图片</a:t>
            </a:r>
            <a:endParaRPr lang="en-US"/>
          </a:p>
        </p:txBody>
      </p:sp>
      <p:sp>
        <p:nvSpPr>
          <p:cNvPr id="4" name="Text Placeholder 3"/>
          <p:cNvSpPr>
            <a:spLocks noGrp="1"/>
          </p:cNvSpPr>
          <p:nvPr>
            <p:ph type="body" sz="half" idx="2"/>
          </p:nvPr>
        </p:nvSpPr>
        <p:spPr>
          <a:xfrm>
            <a:off x="629841" y="1381127"/>
            <a:ext cx="2949178" cy="4487863"/>
          </a:xfrm>
        </p:spPr>
        <p:txBody>
          <a:bodyPr/>
          <a:lstStyle>
            <a:lvl1pPr marL="0" indent="0">
              <a:buNone/>
              <a:defRPr sz="16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lang="zh-CN" altLang="en-US"/>
              <a:t>单击此处编辑母版文本样式</a:t>
            </a:r>
          </a:p>
        </p:txBody>
      </p:sp>
      <p:sp>
        <p:nvSpPr>
          <p:cNvPr id="8" name="Title 1">
            <a:extLst>
              <a:ext uri="{FF2B5EF4-FFF2-40B4-BE49-F238E27FC236}">
                <a16:creationId xmlns:a16="http://schemas.microsoft.com/office/drawing/2014/main" id="{572FE7C6-2AD9-404C-A485-6AF34B7534FE}"/>
              </a:ext>
            </a:extLst>
          </p:cNvPr>
          <p:cNvSpPr>
            <a:spLocks noGrp="1"/>
          </p:cNvSpPr>
          <p:nvPr>
            <p:ph type="title"/>
          </p:nvPr>
        </p:nvSpPr>
        <p:spPr>
          <a:xfrm>
            <a:off x="629841" y="137692"/>
            <a:ext cx="2949178" cy="1143000"/>
          </a:xfrm>
        </p:spPr>
        <p:txBody>
          <a:bodyPr anchor="ctr"/>
          <a:lstStyle>
            <a:lvl1pPr algn="l">
              <a:defRPr sz="3200"/>
            </a:lvl1pPr>
          </a:lstStyle>
          <a:p>
            <a:r>
              <a:rPr lang="zh-CN" altLang="en-US"/>
              <a:t>单击此处编辑母版标题样式</a:t>
            </a:r>
            <a:endParaRPr lang="en-US"/>
          </a:p>
        </p:txBody>
      </p:sp>
      <p:sp>
        <p:nvSpPr>
          <p:cNvPr id="2" name="日期占位符 1">
            <a:extLst>
              <a:ext uri="{FF2B5EF4-FFF2-40B4-BE49-F238E27FC236}">
                <a16:creationId xmlns:a16="http://schemas.microsoft.com/office/drawing/2014/main" id="{9781ADDD-B50D-2265-4F73-7D94A8CACBC9}"/>
              </a:ext>
            </a:extLst>
          </p:cNvPr>
          <p:cNvSpPr>
            <a:spLocks noGrp="1"/>
          </p:cNvSpPr>
          <p:nvPr>
            <p:ph type="dt" sz="half" idx="10"/>
          </p:nvPr>
        </p:nvSpPr>
        <p:spPr/>
        <p:txBody>
          <a:bodyPr/>
          <a:lstStyle/>
          <a:p>
            <a:fld id="{47F0060A-E308-47A8-B243-C7568182BB0F}" type="datetime2">
              <a:rPr lang="zh-CN" altLang="en-US" smtClean="0"/>
              <a:t>2025年11月26日</a:t>
            </a:fld>
            <a:endParaRPr lang="zh-CN" altLang="en-US"/>
          </a:p>
        </p:txBody>
      </p:sp>
      <p:sp>
        <p:nvSpPr>
          <p:cNvPr id="5" name="页脚占位符 4">
            <a:extLst>
              <a:ext uri="{FF2B5EF4-FFF2-40B4-BE49-F238E27FC236}">
                <a16:creationId xmlns:a16="http://schemas.microsoft.com/office/drawing/2014/main" id="{317C0C95-F80D-C1E1-CCD9-FED7EC490C5E}"/>
              </a:ext>
            </a:extLst>
          </p:cNvPr>
          <p:cNvSpPr>
            <a:spLocks noGrp="1"/>
          </p:cNvSpPr>
          <p:nvPr>
            <p:ph type="ftr" sz="quarter" idx="11"/>
          </p:nvPr>
        </p:nvSpPr>
        <p:spPr/>
        <p:txBody>
          <a:bodyPr/>
          <a:lstStyle/>
          <a:p>
            <a:r>
              <a:rPr lang="zh-CN" altLang="en-US"/>
              <a:t>编译原理</a:t>
            </a:r>
            <a:r>
              <a:rPr lang="en-US" altLang="zh-CN"/>
              <a:t>-</a:t>
            </a:r>
            <a:r>
              <a:rPr lang="zh-CN" altLang="en-US"/>
              <a:t>王欣捷</a:t>
            </a:r>
            <a:r>
              <a:rPr lang="en-US" altLang="zh-CN"/>
              <a:t>-</a:t>
            </a:r>
            <a:r>
              <a:rPr lang="zh-CN" altLang="en-US"/>
              <a:t>第三章 语法分析</a:t>
            </a:r>
            <a:r>
              <a:rPr lang="en-US" altLang="zh-CN"/>
              <a:t>(4)</a:t>
            </a:r>
            <a:endParaRPr lang="zh-CN" altLang="en-US"/>
          </a:p>
        </p:txBody>
      </p:sp>
      <p:sp>
        <p:nvSpPr>
          <p:cNvPr id="6" name="灯片编号占位符 5">
            <a:extLst>
              <a:ext uri="{FF2B5EF4-FFF2-40B4-BE49-F238E27FC236}">
                <a16:creationId xmlns:a16="http://schemas.microsoft.com/office/drawing/2014/main" id="{561A04C7-B65F-289E-E03D-12535DA86D13}"/>
              </a:ext>
            </a:extLst>
          </p:cNvPr>
          <p:cNvSpPr>
            <a:spLocks noGrp="1"/>
          </p:cNvSpPr>
          <p:nvPr>
            <p:ph type="sldNum" sz="quarter" idx="12"/>
          </p:nvPr>
        </p:nvSpPr>
        <p:spPr/>
        <p:txBody>
          <a:bodyPr/>
          <a:lstStyle/>
          <a:p>
            <a:fld id="{094DEB03-EFC6-4C20-8FC8-295189A5386F}" type="slidenum">
              <a:rPr lang="zh-CN" altLang="en-US" smtClean="0"/>
              <a:pPr/>
              <a:t>‹#›</a:t>
            </a:fld>
            <a:endParaRPr lang="zh-CN" altLang="en-US"/>
          </a:p>
        </p:txBody>
      </p:sp>
    </p:spTree>
    <p:extLst>
      <p:ext uri="{BB962C8B-B14F-4D97-AF65-F5344CB8AC3E}">
        <p14:creationId xmlns:p14="http://schemas.microsoft.com/office/powerpoint/2010/main" val="928571509"/>
      </p:ext>
    </p:extLst>
  </p:cSld>
  <p:clrMapOvr>
    <a:masterClrMapping/>
  </p:clrMapOvr>
</p:sldLayout>
</file>

<file path=ppt/slideLayouts/slideLayout10.xml><?xml version="1.0" encoding="utf-8"?>
<p:sldLayout xmlns:a="http://schemas.openxmlformats.org/drawingml/2006/main" xmlns:r="http://schemas.openxmlformats.org/officeDocument/2006/relationships" xmlns:p="http://schemas.openxmlformats.org/presentationml/2006/main" type="vertTx" preserve="1">
  <p:cSld name="标题和竖排文字">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zh-CN" altLang="en-US"/>
              <a:t>单击此处编辑母版标题样式</a:t>
            </a:r>
            <a:endParaRPr lang="en-US"/>
          </a:p>
        </p:txBody>
      </p:sp>
      <p:sp>
        <p:nvSpPr>
          <p:cNvPr id="3" name="Vertical Text Placeholder 2"/>
          <p:cNvSpPr>
            <a:spLocks noGrp="1"/>
          </p:cNvSpPr>
          <p:nvPr>
            <p:ph type="body" orient="vert" idx="1"/>
          </p:nvPr>
        </p:nvSpPr>
        <p:spPr/>
        <p:txBody>
          <a:bodyPr vert="eaVert"/>
          <a:lstStyle/>
          <a:p>
            <a:pPr lvl="0"/>
            <a:r>
              <a:rPr lang="zh-CN" altLang="en-US"/>
              <a:t>单击此处编辑母版文本样式</a:t>
            </a:r>
          </a:p>
          <a:p>
            <a:pPr lvl="1"/>
            <a:r>
              <a:rPr lang="zh-CN" altLang="en-US"/>
              <a:t>二级</a:t>
            </a:r>
          </a:p>
          <a:p>
            <a:pPr lvl="2"/>
            <a:r>
              <a:rPr lang="zh-CN" altLang="en-US"/>
              <a:t>三级</a:t>
            </a:r>
          </a:p>
          <a:p>
            <a:pPr lvl="3"/>
            <a:r>
              <a:rPr lang="zh-CN" altLang="en-US"/>
              <a:t>四级</a:t>
            </a:r>
          </a:p>
          <a:p>
            <a:pPr lvl="4"/>
            <a:r>
              <a:rPr lang="zh-CN" altLang="en-US"/>
              <a:t>五级</a:t>
            </a:r>
            <a:endParaRPr lang="en-US"/>
          </a:p>
        </p:txBody>
      </p:sp>
      <p:sp>
        <p:nvSpPr>
          <p:cNvPr id="4" name="日期占位符 3">
            <a:extLst>
              <a:ext uri="{FF2B5EF4-FFF2-40B4-BE49-F238E27FC236}">
                <a16:creationId xmlns:a16="http://schemas.microsoft.com/office/drawing/2014/main" id="{2858B23B-E63C-7924-6739-DE03BC37431D}"/>
              </a:ext>
            </a:extLst>
          </p:cNvPr>
          <p:cNvSpPr>
            <a:spLocks noGrp="1"/>
          </p:cNvSpPr>
          <p:nvPr>
            <p:ph type="dt" sz="half" idx="10"/>
          </p:nvPr>
        </p:nvSpPr>
        <p:spPr/>
        <p:txBody>
          <a:bodyPr/>
          <a:lstStyle/>
          <a:p>
            <a:fld id="{83BBA42D-58D9-4124-AA75-7EAA7A97E185}" type="datetime2">
              <a:rPr lang="zh-CN" altLang="en-US" smtClean="0"/>
              <a:t>2025年11月26日</a:t>
            </a:fld>
            <a:endParaRPr lang="zh-CN" altLang="en-US"/>
          </a:p>
        </p:txBody>
      </p:sp>
      <p:sp>
        <p:nvSpPr>
          <p:cNvPr id="5" name="页脚占位符 4">
            <a:extLst>
              <a:ext uri="{FF2B5EF4-FFF2-40B4-BE49-F238E27FC236}">
                <a16:creationId xmlns:a16="http://schemas.microsoft.com/office/drawing/2014/main" id="{3ADDC46F-A2C9-DCCE-53CA-FD68C17AB64A}"/>
              </a:ext>
            </a:extLst>
          </p:cNvPr>
          <p:cNvSpPr>
            <a:spLocks noGrp="1"/>
          </p:cNvSpPr>
          <p:nvPr>
            <p:ph type="ftr" sz="quarter" idx="11"/>
          </p:nvPr>
        </p:nvSpPr>
        <p:spPr/>
        <p:txBody>
          <a:bodyPr/>
          <a:lstStyle/>
          <a:p>
            <a:r>
              <a:rPr lang="zh-CN" altLang="en-US"/>
              <a:t>编译原理</a:t>
            </a:r>
            <a:r>
              <a:rPr lang="en-US" altLang="zh-CN"/>
              <a:t>-</a:t>
            </a:r>
            <a:r>
              <a:rPr lang="zh-CN" altLang="en-US"/>
              <a:t>王欣捷</a:t>
            </a:r>
            <a:r>
              <a:rPr lang="en-US" altLang="zh-CN"/>
              <a:t>-</a:t>
            </a:r>
            <a:r>
              <a:rPr lang="zh-CN" altLang="en-US"/>
              <a:t>第三章 语法分析</a:t>
            </a:r>
            <a:r>
              <a:rPr lang="en-US" altLang="zh-CN"/>
              <a:t>(4)</a:t>
            </a:r>
            <a:endParaRPr lang="zh-CN" altLang="en-US"/>
          </a:p>
        </p:txBody>
      </p:sp>
      <p:sp>
        <p:nvSpPr>
          <p:cNvPr id="6" name="灯片编号占位符 5">
            <a:extLst>
              <a:ext uri="{FF2B5EF4-FFF2-40B4-BE49-F238E27FC236}">
                <a16:creationId xmlns:a16="http://schemas.microsoft.com/office/drawing/2014/main" id="{2FE5539E-CDF7-804D-9506-F8F808768310}"/>
              </a:ext>
            </a:extLst>
          </p:cNvPr>
          <p:cNvSpPr>
            <a:spLocks noGrp="1"/>
          </p:cNvSpPr>
          <p:nvPr>
            <p:ph type="sldNum" sz="quarter" idx="12"/>
          </p:nvPr>
        </p:nvSpPr>
        <p:spPr/>
        <p:txBody>
          <a:bodyPr/>
          <a:lstStyle/>
          <a:p>
            <a:fld id="{094DEB03-EFC6-4C20-8FC8-295189A5386F}" type="slidenum">
              <a:rPr lang="zh-CN" altLang="en-US" smtClean="0"/>
              <a:pPr/>
              <a:t>‹#›</a:t>
            </a:fld>
            <a:endParaRPr lang="zh-CN" altLang="en-US"/>
          </a:p>
        </p:txBody>
      </p:sp>
    </p:spTree>
    <p:extLst>
      <p:ext uri="{BB962C8B-B14F-4D97-AF65-F5344CB8AC3E}">
        <p14:creationId xmlns:p14="http://schemas.microsoft.com/office/powerpoint/2010/main" val="1812412881"/>
      </p:ext>
    </p:extLst>
  </p:cSld>
  <p:clrMapOvr>
    <a:masterClrMapping/>
  </p:clrMapOvr>
</p:sldLayout>
</file>

<file path=ppt/slideLayouts/slideLayout11.xml><?xml version="1.0" encoding="utf-8"?>
<p:sldLayout xmlns:a="http://schemas.openxmlformats.org/drawingml/2006/main" xmlns:r="http://schemas.openxmlformats.org/officeDocument/2006/relationships" xmlns:p="http://schemas.openxmlformats.org/presentationml/2006/main" type="vertTitleAndTx" preserve="1">
  <p:cSld name="竖排标题与文本">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543676" y="365125"/>
            <a:ext cx="1971675" cy="5811838"/>
          </a:xfrm>
        </p:spPr>
        <p:txBody>
          <a:bodyPr vert="eaVert"/>
          <a:lstStyle/>
          <a:p>
            <a:r>
              <a:rPr lang="zh-CN" altLang="en-US"/>
              <a:t>单击此处编辑母版标题样式</a:t>
            </a:r>
            <a:endParaRPr lang="en-US"/>
          </a:p>
        </p:txBody>
      </p:sp>
      <p:sp>
        <p:nvSpPr>
          <p:cNvPr id="3" name="Vertical Text Placeholder 2"/>
          <p:cNvSpPr>
            <a:spLocks noGrp="1"/>
          </p:cNvSpPr>
          <p:nvPr>
            <p:ph type="body" orient="vert" idx="1"/>
          </p:nvPr>
        </p:nvSpPr>
        <p:spPr>
          <a:xfrm>
            <a:off x="628651" y="365125"/>
            <a:ext cx="5800725" cy="5811838"/>
          </a:xfrm>
        </p:spPr>
        <p:txBody>
          <a:bodyPr vert="eaVert"/>
          <a:lstStyle/>
          <a:p>
            <a:pPr lvl="0"/>
            <a:r>
              <a:rPr lang="zh-CN" altLang="en-US"/>
              <a:t>单击此处编辑母版文本样式</a:t>
            </a:r>
          </a:p>
          <a:p>
            <a:pPr lvl="1"/>
            <a:r>
              <a:rPr lang="zh-CN" altLang="en-US"/>
              <a:t>二级</a:t>
            </a:r>
          </a:p>
          <a:p>
            <a:pPr lvl="2"/>
            <a:r>
              <a:rPr lang="zh-CN" altLang="en-US"/>
              <a:t>三级</a:t>
            </a:r>
          </a:p>
          <a:p>
            <a:pPr lvl="3"/>
            <a:r>
              <a:rPr lang="zh-CN" altLang="en-US"/>
              <a:t>四级</a:t>
            </a:r>
          </a:p>
          <a:p>
            <a:pPr lvl="4"/>
            <a:r>
              <a:rPr lang="zh-CN" altLang="en-US"/>
              <a:t>五级</a:t>
            </a:r>
            <a:endParaRPr lang="en-US"/>
          </a:p>
        </p:txBody>
      </p:sp>
      <p:sp>
        <p:nvSpPr>
          <p:cNvPr id="4" name="日期占位符 3">
            <a:extLst>
              <a:ext uri="{FF2B5EF4-FFF2-40B4-BE49-F238E27FC236}">
                <a16:creationId xmlns:a16="http://schemas.microsoft.com/office/drawing/2014/main" id="{55B09B39-3007-BEB7-B5AD-FF5977A94FB9}"/>
              </a:ext>
            </a:extLst>
          </p:cNvPr>
          <p:cNvSpPr>
            <a:spLocks noGrp="1"/>
          </p:cNvSpPr>
          <p:nvPr>
            <p:ph type="dt" sz="half" idx="10"/>
          </p:nvPr>
        </p:nvSpPr>
        <p:spPr/>
        <p:txBody>
          <a:bodyPr/>
          <a:lstStyle/>
          <a:p>
            <a:fld id="{D257517D-436E-4A1E-939D-8E580FDDB9EC}" type="datetime2">
              <a:rPr lang="zh-CN" altLang="en-US" smtClean="0"/>
              <a:t>2025年11月26日</a:t>
            </a:fld>
            <a:endParaRPr lang="zh-CN" altLang="en-US"/>
          </a:p>
        </p:txBody>
      </p:sp>
      <p:sp>
        <p:nvSpPr>
          <p:cNvPr id="5" name="页脚占位符 4">
            <a:extLst>
              <a:ext uri="{FF2B5EF4-FFF2-40B4-BE49-F238E27FC236}">
                <a16:creationId xmlns:a16="http://schemas.microsoft.com/office/drawing/2014/main" id="{3DC64B84-DDCA-A2A7-6AF5-422C28B8707A}"/>
              </a:ext>
            </a:extLst>
          </p:cNvPr>
          <p:cNvSpPr>
            <a:spLocks noGrp="1"/>
          </p:cNvSpPr>
          <p:nvPr>
            <p:ph type="ftr" sz="quarter" idx="11"/>
          </p:nvPr>
        </p:nvSpPr>
        <p:spPr/>
        <p:txBody>
          <a:bodyPr/>
          <a:lstStyle/>
          <a:p>
            <a:r>
              <a:rPr lang="zh-CN" altLang="en-US"/>
              <a:t>编译原理</a:t>
            </a:r>
            <a:r>
              <a:rPr lang="en-US" altLang="zh-CN"/>
              <a:t>-</a:t>
            </a:r>
            <a:r>
              <a:rPr lang="zh-CN" altLang="en-US"/>
              <a:t>王欣捷</a:t>
            </a:r>
            <a:r>
              <a:rPr lang="en-US" altLang="zh-CN"/>
              <a:t>-</a:t>
            </a:r>
            <a:r>
              <a:rPr lang="zh-CN" altLang="en-US"/>
              <a:t>第三章 语法分析</a:t>
            </a:r>
            <a:r>
              <a:rPr lang="en-US" altLang="zh-CN"/>
              <a:t>(4)</a:t>
            </a:r>
            <a:endParaRPr lang="zh-CN" altLang="en-US"/>
          </a:p>
        </p:txBody>
      </p:sp>
      <p:sp>
        <p:nvSpPr>
          <p:cNvPr id="6" name="灯片编号占位符 5">
            <a:extLst>
              <a:ext uri="{FF2B5EF4-FFF2-40B4-BE49-F238E27FC236}">
                <a16:creationId xmlns:a16="http://schemas.microsoft.com/office/drawing/2014/main" id="{6F739592-4F64-1117-E412-90F3314629D3}"/>
              </a:ext>
            </a:extLst>
          </p:cNvPr>
          <p:cNvSpPr>
            <a:spLocks noGrp="1"/>
          </p:cNvSpPr>
          <p:nvPr>
            <p:ph type="sldNum" sz="quarter" idx="12"/>
          </p:nvPr>
        </p:nvSpPr>
        <p:spPr/>
        <p:txBody>
          <a:bodyPr/>
          <a:lstStyle/>
          <a:p>
            <a:fld id="{094DEB03-EFC6-4C20-8FC8-295189A5386F}" type="slidenum">
              <a:rPr lang="zh-CN" altLang="en-US" smtClean="0"/>
              <a:pPr/>
              <a:t>‹#›</a:t>
            </a:fld>
            <a:endParaRPr lang="zh-CN" altLang="en-US"/>
          </a:p>
        </p:txBody>
      </p:sp>
    </p:spTree>
    <p:extLst>
      <p:ext uri="{BB962C8B-B14F-4D97-AF65-F5344CB8AC3E}">
        <p14:creationId xmlns:p14="http://schemas.microsoft.com/office/powerpoint/2010/main" val="2966225589"/>
      </p:ext>
    </p:extLst>
  </p:cSld>
  <p:clrMapOvr>
    <a:masterClrMapping/>
  </p:clrMapOvr>
</p:sldLayout>
</file>

<file path=ppt/slideLayouts/slideLayout12.xml><?xml version="1.0" encoding="utf-8"?>
<p:sldLayout xmlns:a="http://schemas.openxmlformats.org/drawingml/2006/main" xmlns:r="http://schemas.openxmlformats.org/officeDocument/2006/relationships" xmlns:p="http://schemas.openxmlformats.org/presentationml/2006/main" type="txAndObj">
  <p:cSld name="标题，文本与内容">
    <p:spTree>
      <p:nvGrpSpPr>
        <p:cNvPr id="1" name=""/>
        <p:cNvGrpSpPr/>
        <p:nvPr/>
      </p:nvGrpSpPr>
      <p:grpSpPr>
        <a:xfrm>
          <a:off x="0" y="0"/>
          <a:ext cx="0" cy="0"/>
          <a:chOff x="0" y="0"/>
          <a:chExt cx="0" cy="0"/>
        </a:xfrm>
      </p:grpSpPr>
      <p:sp>
        <p:nvSpPr>
          <p:cNvPr id="2" name="标题 1"/>
          <p:cNvSpPr>
            <a:spLocks noGrp="1"/>
          </p:cNvSpPr>
          <p:nvPr>
            <p:ph type="title"/>
          </p:nvPr>
        </p:nvSpPr>
        <p:spPr>
          <a:xfrm>
            <a:off x="1150939" y="214314"/>
            <a:ext cx="7793037" cy="1462087"/>
          </a:xfrm>
        </p:spPr>
        <p:txBody>
          <a:bodyPr/>
          <a:lstStyle/>
          <a:p>
            <a:r>
              <a:rPr lang="zh-CN" altLang="en-US"/>
              <a:t>单击此处编辑母版标题样式</a:t>
            </a:r>
          </a:p>
        </p:txBody>
      </p:sp>
      <p:sp>
        <p:nvSpPr>
          <p:cNvPr id="3" name="文本占位符 2"/>
          <p:cNvSpPr>
            <a:spLocks noGrp="1"/>
          </p:cNvSpPr>
          <p:nvPr>
            <p:ph type="body" sz="half" idx="1"/>
          </p:nvPr>
        </p:nvSpPr>
        <p:spPr>
          <a:xfrm>
            <a:off x="1182688" y="2017713"/>
            <a:ext cx="3810000" cy="4114800"/>
          </a:xfrm>
        </p:spPr>
        <p:txBody>
          <a:bodyPr/>
          <a:lstStyle/>
          <a:p>
            <a:pPr lvl="0"/>
            <a:r>
              <a:rPr lang="zh-CN" altLang="en-US"/>
              <a:t>单击此处编辑母版文本样式</a:t>
            </a:r>
          </a:p>
          <a:p>
            <a:pPr lvl="1"/>
            <a:r>
              <a:rPr lang="zh-CN" altLang="en-US"/>
              <a:t>二级</a:t>
            </a:r>
          </a:p>
          <a:p>
            <a:pPr lvl="2"/>
            <a:r>
              <a:rPr lang="zh-CN" altLang="en-US"/>
              <a:t>三级</a:t>
            </a:r>
          </a:p>
          <a:p>
            <a:pPr lvl="3"/>
            <a:r>
              <a:rPr lang="zh-CN" altLang="en-US"/>
              <a:t>四级</a:t>
            </a:r>
          </a:p>
          <a:p>
            <a:pPr lvl="4"/>
            <a:r>
              <a:rPr lang="zh-CN" altLang="en-US"/>
              <a:t>五级</a:t>
            </a:r>
          </a:p>
        </p:txBody>
      </p:sp>
      <p:sp>
        <p:nvSpPr>
          <p:cNvPr id="4" name="内容占位符 3"/>
          <p:cNvSpPr>
            <a:spLocks noGrp="1"/>
          </p:cNvSpPr>
          <p:nvPr>
            <p:ph sz="half" idx="2"/>
          </p:nvPr>
        </p:nvSpPr>
        <p:spPr>
          <a:xfrm>
            <a:off x="5145088" y="2017713"/>
            <a:ext cx="3810000" cy="4114800"/>
          </a:xfrm>
        </p:spPr>
        <p:txBody>
          <a:bodyPr/>
          <a:lstStyle/>
          <a:p>
            <a:pPr lvl="0"/>
            <a:r>
              <a:rPr lang="zh-CN" altLang="en-US"/>
              <a:t>单击此处编辑母版文本样式</a:t>
            </a:r>
          </a:p>
          <a:p>
            <a:pPr lvl="1"/>
            <a:r>
              <a:rPr lang="zh-CN" altLang="en-US"/>
              <a:t>二级</a:t>
            </a:r>
          </a:p>
          <a:p>
            <a:pPr lvl="2"/>
            <a:r>
              <a:rPr lang="zh-CN" altLang="en-US"/>
              <a:t>三级</a:t>
            </a:r>
          </a:p>
          <a:p>
            <a:pPr lvl="3"/>
            <a:r>
              <a:rPr lang="zh-CN" altLang="en-US"/>
              <a:t>四级</a:t>
            </a:r>
          </a:p>
          <a:p>
            <a:pPr lvl="4"/>
            <a:r>
              <a:rPr lang="zh-CN" altLang="en-US"/>
              <a:t>五级</a:t>
            </a:r>
          </a:p>
        </p:txBody>
      </p:sp>
      <p:sp>
        <p:nvSpPr>
          <p:cNvPr id="8" name="日期占位符 7">
            <a:extLst>
              <a:ext uri="{FF2B5EF4-FFF2-40B4-BE49-F238E27FC236}">
                <a16:creationId xmlns:a16="http://schemas.microsoft.com/office/drawing/2014/main" id="{DFF38CD5-A72C-F759-0789-EEDBD4DE3D74}"/>
              </a:ext>
            </a:extLst>
          </p:cNvPr>
          <p:cNvSpPr>
            <a:spLocks noGrp="1"/>
          </p:cNvSpPr>
          <p:nvPr>
            <p:ph type="dt" sz="half" idx="10"/>
          </p:nvPr>
        </p:nvSpPr>
        <p:spPr/>
        <p:txBody>
          <a:bodyPr/>
          <a:lstStyle/>
          <a:p>
            <a:pPr>
              <a:defRPr/>
            </a:pPr>
            <a:fld id="{FCC9412E-F5F9-4203-A872-4C6686239C26}" type="datetime2">
              <a:rPr lang="zh-CN" altLang="en-US" smtClean="0"/>
              <a:t>2025年11月26日</a:t>
            </a:fld>
            <a:endParaRPr lang="en-US" altLang="zh-CN"/>
          </a:p>
        </p:txBody>
      </p:sp>
      <p:sp>
        <p:nvSpPr>
          <p:cNvPr id="9" name="页脚占位符 8">
            <a:extLst>
              <a:ext uri="{FF2B5EF4-FFF2-40B4-BE49-F238E27FC236}">
                <a16:creationId xmlns:a16="http://schemas.microsoft.com/office/drawing/2014/main" id="{538FBA95-D414-F06C-DB52-00D94A9C9E67}"/>
              </a:ext>
            </a:extLst>
          </p:cNvPr>
          <p:cNvSpPr>
            <a:spLocks noGrp="1"/>
          </p:cNvSpPr>
          <p:nvPr>
            <p:ph type="ftr" sz="quarter" idx="11"/>
          </p:nvPr>
        </p:nvSpPr>
        <p:spPr/>
        <p:txBody>
          <a:bodyPr/>
          <a:lstStyle/>
          <a:p>
            <a:pPr>
              <a:defRPr/>
            </a:pPr>
            <a:r>
              <a:rPr lang="zh-CN" altLang="en-US"/>
              <a:t>编译原理</a:t>
            </a:r>
            <a:r>
              <a:rPr lang="en-US" altLang="zh-CN"/>
              <a:t>-</a:t>
            </a:r>
            <a:r>
              <a:rPr lang="zh-CN" altLang="en-US"/>
              <a:t>王欣捷</a:t>
            </a:r>
            <a:r>
              <a:rPr lang="en-US" altLang="zh-CN"/>
              <a:t>-</a:t>
            </a:r>
            <a:r>
              <a:rPr lang="zh-CN" altLang="en-US"/>
              <a:t>第三章 语法分析</a:t>
            </a:r>
            <a:r>
              <a:rPr lang="en-US" altLang="zh-CN"/>
              <a:t>(4)</a:t>
            </a:r>
          </a:p>
        </p:txBody>
      </p:sp>
      <p:sp>
        <p:nvSpPr>
          <p:cNvPr id="10" name="灯片编号占位符 9">
            <a:extLst>
              <a:ext uri="{FF2B5EF4-FFF2-40B4-BE49-F238E27FC236}">
                <a16:creationId xmlns:a16="http://schemas.microsoft.com/office/drawing/2014/main" id="{8FA977F0-2D4E-D075-7789-0395E8EE4A0F}"/>
              </a:ext>
            </a:extLst>
          </p:cNvPr>
          <p:cNvSpPr>
            <a:spLocks noGrp="1"/>
          </p:cNvSpPr>
          <p:nvPr>
            <p:ph type="sldNum" sz="quarter" idx="12"/>
          </p:nvPr>
        </p:nvSpPr>
        <p:spPr/>
        <p:txBody>
          <a:bodyPr/>
          <a:lstStyle/>
          <a:p>
            <a:fld id="{4340BF94-B045-4AA7-87F8-D09869C15F2D}" type="slidenum">
              <a:rPr lang="en-US" altLang="zh-CN" smtClean="0"/>
              <a:pPr/>
              <a:t>‹#›</a:t>
            </a:fld>
            <a:endParaRPr lang="en-US" altLang="zh-CN"/>
          </a:p>
        </p:txBody>
      </p:sp>
    </p:spTree>
    <p:extLst>
      <p:ext uri="{BB962C8B-B14F-4D97-AF65-F5344CB8AC3E}">
        <p14:creationId xmlns:p14="http://schemas.microsoft.com/office/powerpoint/2010/main" val="3429435569"/>
      </p:ext>
    </p:extLst>
  </p:cSld>
  <p:clrMapOvr>
    <a:masterClrMapping/>
  </p:clrMapOvr>
</p:sldLayout>
</file>

<file path=ppt/slideLayouts/slideLayout13.xml><?xml version="1.0" encoding="utf-8"?>
<p:sldLayout xmlns:a="http://schemas.openxmlformats.org/drawingml/2006/main" xmlns:r="http://schemas.openxmlformats.org/officeDocument/2006/relationships" xmlns:p="http://schemas.openxmlformats.org/presentationml/2006/main" type="tbl">
  <p:cSld name="标题和表格">
    <p:spTree>
      <p:nvGrpSpPr>
        <p:cNvPr id="1" name=""/>
        <p:cNvGrpSpPr/>
        <p:nvPr/>
      </p:nvGrpSpPr>
      <p:grpSpPr>
        <a:xfrm>
          <a:off x="0" y="0"/>
          <a:ext cx="0" cy="0"/>
          <a:chOff x="0" y="0"/>
          <a:chExt cx="0" cy="0"/>
        </a:xfrm>
      </p:grpSpPr>
      <p:sp>
        <p:nvSpPr>
          <p:cNvPr id="2" name="标题 1"/>
          <p:cNvSpPr>
            <a:spLocks noGrp="1"/>
          </p:cNvSpPr>
          <p:nvPr>
            <p:ph type="title"/>
          </p:nvPr>
        </p:nvSpPr>
        <p:spPr>
          <a:xfrm>
            <a:off x="1150939" y="214314"/>
            <a:ext cx="7793037" cy="1462087"/>
          </a:xfrm>
        </p:spPr>
        <p:txBody>
          <a:bodyPr/>
          <a:lstStyle/>
          <a:p>
            <a:r>
              <a:rPr lang="zh-CN" altLang="en-US"/>
              <a:t>单击此处编辑母版标题样式</a:t>
            </a:r>
          </a:p>
        </p:txBody>
      </p:sp>
      <p:sp>
        <p:nvSpPr>
          <p:cNvPr id="3" name="表格占位符 2"/>
          <p:cNvSpPr>
            <a:spLocks noGrp="1"/>
          </p:cNvSpPr>
          <p:nvPr>
            <p:ph type="tbl" idx="1"/>
          </p:nvPr>
        </p:nvSpPr>
        <p:spPr>
          <a:xfrm>
            <a:off x="1182688" y="2017713"/>
            <a:ext cx="7772400" cy="4114800"/>
          </a:xfrm>
        </p:spPr>
        <p:txBody>
          <a:bodyPr/>
          <a:lstStyle/>
          <a:p>
            <a:pPr lvl="0"/>
            <a:r>
              <a:rPr lang="zh-CN" altLang="en-US" noProof="0"/>
              <a:t>单击图标添加表格</a:t>
            </a:r>
          </a:p>
        </p:txBody>
      </p:sp>
      <p:sp>
        <p:nvSpPr>
          <p:cNvPr id="7" name="日期占位符 6">
            <a:extLst>
              <a:ext uri="{FF2B5EF4-FFF2-40B4-BE49-F238E27FC236}">
                <a16:creationId xmlns:a16="http://schemas.microsoft.com/office/drawing/2014/main" id="{C9A8814B-8A88-C255-1CC9-3C519F1E888A}"/>
              </a:ext>
            </a:extLst>
          </p:cNvPr>
          <p:cNvSpPr>
            <a:spLocks noGrp="1"/>
          </p:cNvSpPr>
          <p:nvPr>
            <p:ph type="dt" sz="half" idx="10"/>
          </p:nvPr>
        </p:nvSpPr>
        <p:spPr/>
        <p:txBody>
          <a:bodyPr/>
          <a:lstStyle/>
          <a:p>
            <a:pPr>
              <a:defRPr/>
            </a:pPr>
            <a:fld id="{73E84960-301C-4DC6-B183-7047CA0E4DAB}" type="datetime2">
              <a:rPr lang="zh-CN" altLang="en-US" smtClean="0"/>
              <a:t>2025年11月26日</a:t>
            </a:fld>
            <a:endParaRPr lang="en-US" altLang="zh-CN"/>
          </a:p>
        </p:txBody>
      </p:sp>
      <p:sp>
        <p:nvSpPr>
          <p:cNvPr id="8" name="页脚占位符 7">
            <a:extLst>
              <a:ext uri="{FF2B5EF4-FFF2-40B4-BE49-F238E27FC236}">
                <a16:creationId xmlns:a16="http://schemas.microsoft.com/office/drawing/2014/main" id="{F89516C1-45F7-9ADE-2F07-8A46D2457D3A}"/>
              </a:ext>
            </a:extLst>
          </p:cNvPr>
          <p:cNvSpPr>
            <a:spLocks noGrp="1"/>
          </p:cNvSpPr>
          <p:nvPr>
            <p:ph type="ftr" sz="quarter" idx="11"/>
          </p:nvPr>
        </p:nvSpPr>
        <p:spPr/>
        <p:txBody>
          <a:bodyPr/>
          <a:lstStyle/>
          <a:p>
            <a:pPr>
              <a:defRPr/>
            </a:pPr>
            <a:r>
              <a:rPr lang="zh-CN" altLang="en-US"/>
              <a:t>编译原理</a:t>
            </a:r>
            <a:r>
              <a:rPr lang="en-US" altLang="zh-CN"/>
              <a:t>-</a:t>
            </a:r>
            <a:r>
              <a:rPr lang="zh-CN" altLang="en-US"/>
              <a:t>王欣捷</a:t>
            </a:r>
            <a:r>
              <a:rPr lang="en-US" altLang="zh-CN"/>
              <a:t>-</a:t>
            </a:r>
            <a:r>
              <a:rPr lang="zh-CN" altLang="en-US"/>
              <a:t>第三章 语法分析</a:t>
            </a:r>
            <a:r>
              <a:rPr lang="en-US" altLang="zh-CN"/>
              <a:t>(4)</a:t>
            </a:r>
          </a:p>
        </p:txBody>
      </p:sp>
      <p:sp>
        <p:nvSpPr>
          <p:cNvPr id="9" name="灯片编号占位符 8">
            <a:extLst>
              <a:ext uri="{FF2B5EF4-FFF2-40B4-BE49-F238E27FC236}">
                <a16:creationId xmlns:a16="http://schemas.microsoft.com/office/drawing/2014/main" id="{1A007FEB-0C75-86B7-2DB2-264DC6B13F21}"/>
              </a:ext>
            </a:extLst>
          </p:cNvPr>
          <p:cNvSpPr>
            <a:spLocks noGrp="1"/>
          </p:cNvSpPr>
          <p:nvPr>
            <p:ph type="sldNum" sz="quarter" idx="12"/>
          </p:nvPr>
        </p:nvSpPr>
        <p:spPr/>
        <p:txBody>
          <a:bodyPr/>
          <a:lstStyle/>
          <a:p>
            <a:fld id="{8BD2B71C-2254-4FC7-804F-C3C0DEF8C1A5}" type="slidenum">
              <a:rPr lang="en-US" altLang="zh-CN" smtClean="0"/>
              <a:pPr/>
              <a:t>‹#›</a:t>
            </a:fld>
            <a:endParaRPr lang="en-US" altLang="zh-CN"/>
          </a:p>
        </p:txBody>
      </p:sp>
    </p:spTree>
    <p:extLst>
      <p:ext uri="{BB962C8B-B14F-4D97-AF65-F5344CB8AC3E}">
        <p14:creationId xmlns:p14="http://schemas.microsoft.com/office/powerpoint/2010/main" val="705216674"/>
      </p:ext>
    </p:extLst>
  </p:cSld>
  <p:clrMapOvr>
    <a:masterClrMapping/>
  </p:clrMapOvr>
</p:sldLayout>
</file>

<file path=ppt/slideLayouts/slideLayout14.xml><?xml version="1.0" encoding="utf-8"?>
<p:sldLayout xmlns:a="http://schemas.openxmlformats.org/drawingml/2006/main" xmlns:r="http://schemas.openxmlformats.org/officeDocument/2006/relationships" xmlns:p="http://schemas.openxmlformats.org/presentationml/2006/main" preserve="1" userDrawn="1">
  <p:cSld name="1_比较">
    <p:spTree>
      <p:nvGrpSpPr>
        <p:cNvPr id="1" name=""/>
        <p:cNvGrpSpPr/>
        <p:nvPr/>
      </p:nvGrpSpPr>
      <p:grpSpPr>
        <a:xfrm>
          <a:off x="0" y="0"/>
          <a:ext cx="0" cy="0"/>
          <a:chOff x="0" y="0"/>
          <a:chExt cx="0" cy="0"/>
        </a:xfrm>
      </p:grpSpPr>
      <p:sp>
        <p:nvSpPr>
          <p:cNvPr id="3" name="Text Placeholder 2"/>
          <p:cNvSpPr>
            <a:spLocks noGrp="1"/>
          </p:cNvSpPr>
          <p:nvPr>
            <p:ph type="body" idx="1"/>
          </p:nvPr>
        </p:nvSpPr>
        <p:spPr>
          <a:xfrm>
            <a:off x="629842" y="1318094"/>
            <a:ext cx="3868340" cy="470366"/>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zh-CN" altLang="en-US"/>
              <a:t>单击此处编辑母版文本样式</a:t>
            </a:r>
          </a:p>
        </p:txBody>
      </p:sp>
      <p:sp>
        <p:nvSpPr>
          <p:cNvPr id="4" name="Content Placeholder 3"/>
          <p:cNvSpPr>
            <a:spLocks noGrp="1"/>
          </p:cNvSpPr>
          <p:nvPr>
            <p:ph sz="half" idx="2"/>
          </p:nvPr>
        </p:nvSpPr>
        <p:spPr>
          <a:xfrm>
            <a:off x="629842" y="1924287"/>
            <a:ext cx="3868340" cy="4265376"/>
          </a:xfrm>
        </p:spPr>
        <p:txBody>
          <a:bodyPr>
            <a:normAutofit/>
          </a:bodyPr>
          <a:lstStyle>
            <a:lvl1pPr>
              <a:lnSpc>
                <a:spcPct val="100000"/>
              </a:lnSpc>
              <a:defRPr sz="3200"/>
            </a:lvl1pPr>
            <a:lvl2pPr>
              <a:lnSpc>
                <a:spcPct val="100000"/>
              </a:lnSpc>
              <a:defRPr sz="2800"/>
            </a:lvl2pPr>
            <a:lvl3pPr>
              <a:lnSpc>
                <a:spcPct val="100000"/>
              </a:lnSpc>
              <a:defRPr sz="2400"/>
            </a:lvl3pPr>
            <a:lvl4pPr>
              <a:lnSpc>
                <a:spcPct val="100000"/>
              </a:lnSpc>
              <a:defRPr sz="2000"/>
            </a:lvl4pPr>
            <a:lvl5pPr>
              <a:lnSpc>
                <a:spcPct val="100000"/>
              </a:lnSpc>
              <a:defRPr sz="2000"/>
            </a:lvl5pPr>
          </a:lstStyle>
          <a:p>
            <a:pPr lvl="0"/>
            <a:r>
              <a:rPr lang="zh-CN" altLang="en-US"/>
              <a:t>单击此处编辑母版文本样式</a:t>
            </a:r>
          </a:p>
          <a:p>
            <a:pPr lvl="1"/>
            <a:r>
              <a:rPr lang="zh-CN" altLang="en-US"/>
              <a:t>二级</a:t>
            </a:r>
          </a:p>
          <a:p>
            <a:pPr lvl="2"/>
            <a:r>
              <a:rPr lang="zh-CN" altLang="en-US"/>
              <a:t>三级</a:t>
            </a:r>
          </a:p>
          <a:p>
            <a:pPr lvl="3"/>
            <a:r>
              <a:rPr lang="zh-CN" altLang="en-US"/>
              <a:t>四级</a:t>
            </a:r>
          </a:p>
          <a:p>
            <a:pPr lvl="4"/>
            <a:r>
              <a:rPr lang="zh-CN" altLang="en-US"/>
              <a:t>五级</a:t>
            </a:r>
            <a:endParaRPr lang="en-US"/>
          </a:p>
        </p:txBody>
      </p:sp>
      <p:sp>
        <p:nvSpPr>
          <p:cNvPr id="5" name="Text Placeholder 4"/>
          <p:cNvSpPr>
            <a:spLocks noGrp="1"/>
          </p:cNvSpPr>
          <p:nvPr>
            <p:ph type="body" sz="quarter" idx="3"/>
          </p:nvPr>
        </p:nvSpPr>
        <p:spPr>
          <a:xfrm>
            <a:off x="4629150" y="1318094"/>
            <a:ext cx="3887391" cy="470366"/>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zh-CN" altLang="en-US"/>
              <a:t>单击此处编辑母版文本样式</a:t>
            </a:r>
          </a:p>
        </p:txBody>
      </p:sp>
      <p:sp>
        <p:nvSpPr>
          <p:cNvPr id="6" name="Content Placeholder 5"/>
          <p:cNvSpPr>
            <a:spLocks noGrp="1"/>
          </p:cNvSpPr>
          <p:nvPr>
            <p:ph sz="quarter" idx="4"/>
          </p:nvPr>
        </p:nvSpPr>
        <p:spPr>
          <a:xfrm>
            <a:off x="4629150" y="1924287"/>
            <a:ext cx="3887391" cy="4265376"/>
          </a:xfrm>
        </p:spPr>
        <p:txBody>
          <a:bodyPr>
            <a:normAutofit/>
          </a:bodyPr>
          <a:lstStyle>
            <a:lvl1pPr>
              <a:lnSpc>
                <a:spcPct val="100000"/>
              </a:lnSpc>
              <a:defRPr sz="3200"/>
            </a:lvl1pPr>
            <a:lvl2pPr>
              <a:lnSpc>
                <a:spcPct val="100000"/>
              </a:lnSpc>
              <a:defRPr sz="2800"/>
            </a:lvl2pPr>
            <a:lvl3pPr>
              <a:lnSpc>
                <a:spcPct val="100000"/>
              </a:lnSpc>
              <a:defRPr sz="2400"/>
            </a:lvl3pPr>
            <a:lvl4pPr>
              <a:lnSpc>
                <a:spcPct val="100000"/>
              </a:lnSpc>
              <a:defRPr sz="2000"/>
            </a:lvl4pPr>
            <a:lvl5pPr>
              <a:lnSpc>
                <a:spcPct val="100000"/>
              </a:lnSpc>
              <a:defRPr sz="2000"/>
            </a:lvl5pPr>
          </a:lstStyle>
          <a:p>
            <a:pPr lvl="0"/>
            <a:r>
              <a:rPr lang="zh-CN" altLang="en-US"/>
              <a:t>单击此处编辑母版文本样式</a:t>
            </a:r>
          </a:p>
          <a:p>
            <a:pPr lvl="1"/>
            <a:r>
              <a:rPr lang="zh-CN" altLang="en-US"/>
              <a:t>二级</a:t>
            </a:r>
          </a:p>
          <a:p>
            <a:pPr lvl="2"/>
            <a:r>
              <a:rPr lang="zh-CN" altLang="en-US"/>
              <a:t>三级</a:t>
            </a:r>
          </a:p>
          <a:p>
            <a:pPr lvl="3"/>
            <a:r>
              <a:rPr lang="zh-CN" altLang="en-US"/>
              <a:t>四级</a:t>
            </a:r>
          </a:p>
          <a:p>
            <a:pPr lvl="4"/>
            <a:r>
              <a:rPr lang="zh-CN" altLang="en-US"/>
              <a:t>五级</a:t>
            </a:r>
            <a:endParaRPr lang="en-US"/>
          </a:p>
        </p:txBody>
      </p:sp>
      <p:sp>
        <p:nvSpPr>
          <p:cNvPr id="10" name="Title 1">
            <a:extLst>
              <a:ext uri="{FF2B5EF4-FFF2-40B4-BE49-F238E27FC236}">
                <a16:creationId xmlns:a16="http://schemas.microsoft.com/office/drawing/2014/main" id="{29226026-9100-429E-A7E2-D154A72B41CF}"/>
              </a:ext>
            </a:extLst>
          </p:cNvPr>
          <p:cNvSpPr>
            <a:spLocks noGrp="1"/>
          </p:cNvSpPr>
          <p:nvPr>
            <p:ph type="title"/>
          </p:nvPr>
        </p:nvSpPr>
        <p:spPr>
          <a:xfrm>
            <a:off x="628650" y="229134"/>
            <a:ext cx="7886700" cy="953133"/>
          </a:xfrm>
        </p:spPr>
        <p:txBody>
          <a:bodyPr/>
          <a:lstStyle/>
          <a:p>
            <a:r>
              <a:rPr lang="zh-CN" altLang="en-US"/>
              <a:t>单击此处编辑母版标题样式</a:t>
            </a:r>
            <a:endParaRPr lang="en-US"/>
          </a:p>
        </p:txBody>
      </p:sp>
    </p:spTree>
    <p:extLst>
      <p:ext uri="{BB962C8B-B14F-4D97-AF65-F5344CB8AC3E}">
        <p14:creationId xmlns:p14="http://schemas.microsoft.com/office/powerpoint/2010/main" val="3953042929"/>
      </p:ext>
    </p:extLst>
  </p:cSld>
  <p:clrMapOvr>
    <a:masterClrMapping/>
  </p:clrMapOvr>
</p:sldLayout>
</file>

<file path=ppt/slideLayouts/slideLayout15.xml><?xml version="1.0" encoding="utf-8"?>
<p:sldLayout xmlns:a="http://schemas.openxmlformats.org/drawingml/2006/main" xmlns:r="http://schemas.openxmlformats.org/officeDocument/2006/relationships" xmlns:p="http://schemas.openxmlformats.org/presentationml/2006/main" preserve="1" userDrawn="1">
  <p:cSld name="1_空白">
    <p:spTree>
      <p:nvGrpSpPr>
        <p:cNvPr id="1" name=""/>
        <p:cNvGrpSpPr/>
        <p:nvPr/>
      </p:nvGrpSpPr>
      <p:grpSpPr>
        <a:xfrm>
          <a:off x="0" y="0"/>
          <a:ext cx="0" cy="0"/>
          <a:chOff x="0" y="0"/>
          <a:chExt cx="0" cy="0"/>
        </a:xfrm>
      </p:grpSpPr>
    </p:spTree>
    <p:extLst>
      <p:ext uri="{BB962C8B-B14F-4D97-AF65-F5344CB8AC3E}">
        <p14:creationId xmlns:p14="http://schemas.microsoft.com/office/powerpoint/2010/main" val="1548262287"/>
      </p:ext>
    </p:extLst>
  </p:cSld>
  <p:clrMapOvr>
    <a:masterClrMapping/>
  </p:clrMapOvr>
</p:sldLayout>
</file>

<file path=ppt/slideLayouts/slideLayout16.xml><?xml version="1.0" encoding="utf-8"?>
<p:sldLayout xmlns:a="http://schemas.openxmlformats.org/drawingml/2006/main" xmlns:r="http://schemas.openxmlformats.org/officeDocument/2006/relationships" xmlns:p="http://schemas.openxmlformats.org/presentationml/2006/main" preserve="1" userDrawn="1">
  <p:cSld name="1_图片与标题">
    <p:spTree>
      <p:nvGrpSpPr>
        <p:cNvPr id="1" name=""/>
        <p:cNvGrpSpPr/>
        <p:nvPr/>
      </p:nvGrpSpPr>
      <p:grpSpPr>
        <a:xfrm>
          <a:off x="0" y="0"/>
          <a:ext cx="0" cy="0"/>
          <a:chOff x="0" y="0"/>
          <a:chExt cx="0" cy="0"/>
        </a:xfrm>
      </p:grpSpPr>
      <p:sp>
        <p:nvSpPr>
          <p:cNvPr id="3" name="Picture Placeholder 2"/>
          <p:cNvSpPr>
            <a:spLocks noGrp="1" noChangeAspect="1"/>
          </p:cNvSpPr>
          <p:nvPr>
            <p:ph type="pic" idx="1"/>
          </p:nvPr>
        </p:nvSpPr>
        <p:spPr>
          <a:xfrm>
            <a:off x="3887391" y="714376"/>
            <a:ext cx="4629150" cy="5146676"/>
          </a:xfrm>
        </p:spPr>
        <p:txBody>
          <a:bodyPr anchor="t"/>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zh-CN" altLang="en-US"/>
              <a:t>单击图标添加图片</a:t>
            </a:r>
            <a:endParaRPr lang="en-US"/>
          </a:p>
        </p:txBody>
      </p:sp>
      <p:sp>
        <p:nvSpPr>
          <p:cNvPr id="4" name="Text Placeholder 3"/>
          <p:cNvSpPr>
            <a:spLocks noGrp="1"/>
          </p:cNvSpPr>
          <p:nvPr>
            <p:ph type="body" sz="half" idx="2"/>
          </p:nvPr>
        </p:nvSpPr>
        <p:spPr>
          <a:xfrm>
            <a:off x="629841" y="1381125"/>
            <a:ext cx="2949178" cy="4487863"/>
          </a:xfrm>
        </p:spPr>
        <p:txBody>
          <a:bodyPr/>
          <a:lstStyle>
            <a:lvl1pPr marL="0" indent="0">
              <a:buNone/>
              <a:defRPr sz="16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lang="zh-CN" altLang="en-US"/>
              <a:t>单击此处编辑母版文本样式</a:t>
            </a:r>
          </a:p>
        </p:txBody>
      </p:sp>
      <p:sp>
        <p:nvSpPr>
          <p:cNvPr id="8" name="Title 1">
            <a:extLst>
              <a:ext uri="{FF2B5EF4-FFF2-40B4-BE49-F238E27FC236}">
                <a16:creationId xmlns:a16="http://schemas.microsoft.com/office/drawing/2014/main" id="{572FE7C6-2AD9-404C-A485-6AF34B7534FE}"/>
              </a:ext>
            </a:extLst>
          </p:cNvPr>
          <p:cNvSpPr>
            <a:spLocks noGrp="1"/>
          </p:cNvSpPr>
          <p:nvPr>
            <p:ph type="title"/>
          </p:nvPr>
        </p:nvSpPr>
        <p:spPr>
          <a:xfrm>
            <a:off x="629841" y="137692"/>
            <a:ext cx="2949178" cy="1143000"/>
          </a:xfrm>
        </p:spPr>
        <p:txBody>
          <a:bodyPr anchor="ctr"/>
          <a:lstStyle>
            <a:lvl1pPr algn="l">
              <a:defRPr sz="3200"/>
            </a:lvl1pPr>
          </a:lstStyle>
          <a:p>
            <a:r>
              <a:rPr lang="zh-CN" altLang="en-US"/>
              <a:t>单击此处编辑母版标题样式</a:t>
            </a:r>
            <a:endParaRPr lang="en-US"/>
          </a:p>
        </p:txBody>
      </p:sp>
    </p:spTree>
    <p:extLst>
      <p:ext uri="{BB962C8B-B14F-4D97-AF65-F5344CB8AC3E}">
        <p14:creationId xmlns:p14="http://schemas.microsoft.com/office/powerpoint/2010/main" val="1159994160"/>
      </p:ext>
    </p:extLst>
  </p:cSld>
  <p:clrMapOvr>
    <a:masterClrMapping/>
  </p:clrMapOvr>
</p:sldLayout>
</file>

<file path=ppt/slideLayouts/slideLayout17.xml><?xml version="1.0" encoding="utf-8"?>
<p:sldLayout xmlns:a="http://schemas.openxmlformats.org/drawingml/2006/main" xmlns:r="http://schemas.openxmlformats.org/officeDocument/2006/relationships" xmlns:p="http://schemas.openxmlformats.org/presentationml/2006/main" type="blank" preserve="1">
  <p:cSld name="2_空白">
    <p:spTree>
      <p:nvGrpSpPr>
        <p:cNvPr id="1" name=""/>
        <p:cNvGrpSpPr/>
        <p:nvPr/>
      </p:nvGrpSpPr>
      <p:grpSpPr>
        <a:xfrm>
          <a:off x="0" y="0"/>
          <a:ext cx="0" cy="0"/>
          <a:chOff x="0" y="0"/>
          <a:chExt cx="0" cy="0"/>
        </a:xfrm>
      </p:grpSpPr>
      <p:sp>
        <p:nvSpPr>
          <p:cNvPr id="2" name="页脚占位符 1">
            <a:extLst>
              <a:ext uri="{FF2B5EF4-FFF2-40B4-BE49-F238E27FC236}">
                <a16:creationId xmlns:a16="http://schemas.microsoft.com/office/drawing/2014/main" id="{1634C2AC-E2BB-5C1C-D75E-3C8027FFFB75}"/>
              </a:ext>
            </a:extLst>
          </p:cNvPr>
          <p:cNvSpPr>
            <a:spLocks noGrp="1"/>
          </p:cNvSpPr>
          <p:nvPr>
            <p:ph type="ftr" sz="quarter" idx="10"/>
          </p:nvPr>
        </p:nvSpPr>
        <p:spPr/>
        <p:txBody>
          <a:bodyPr/>
          <a:lstStyle/>
          <a:p>
            <a:r>
              <a:rPr lang="zh-CN" altLang="en-US"/>
              <a:t>编译原理</a:t>
            </a:r>
            <a:r>
              <a:rPr lang="en-US" altLang="zh-CN"/>
              <a:t>-</a:t>
            </a:r>
            <a:r>
              <a:rPr lang="zh-CN" altLang="en-US"/>
              <a:t>王欣捷</a:t>
            </a:r>
            <a:r>
              <a:rPr lang="en-US" altLang="zh-CN"/>
              <a:t>-</a:t>
            </a:r>
            <a:r>
              <a:rPr lang="zh-CN" altLang="en-US"/>
              <a:t>第三章 语法分析</a:t>
            </a:r>
            <a:r>
              <a:rPr lang="en-US" altLang="zh-CN"/>
              <a:t>(4)</a:t>
            </a:r>
            <a:endParaRPr lang="zh-CN" altLang="en-US"/>
          </a:p>
        </p:txBody>
      </p:sp>
      <p:sp>
        <p:nvSpPr>
          <p:cNvPr id="3" name="灯片编号占位符 2">
            <a:extLst>
              <a:ext uri="{FF2B5EF4-FFF2-40B4-BE49-F238E27FC236}">
                <a16:creationId xmlns:a16="http://schemas.microsoft.com/office/drawing/2014/main" id="{79DB80EA-867A-C0EA-6D87-05C9DBE20FC3}"/>
              </a:ext>
            </a:extLst>
          </p:cNvPr>
          <p:cNvSpPr>
            <a:spLocks noGrp="1"/>
          </p:cNvSpPr>
          <p:nvPr>
            <p:ph type="sldNum" sz="quarter" idx="11"/>
          </p:nvPr>
        </p:nvSpPr>
        <p:spPr/>
        <p:txBody>
          <a:bodyPr/>
          <a:lstStyle/>
          <a:p>
            <a:fld id="{094DEB03-EFC6-4C20-8FC8-295189A5386F}" type="slidenum">
              <a:rPr lang="zh-CN" altLang="en-US" smtClean="0"/>
              <a:pPr/>
              <a:t>‹#›</a:t>
            </a:fld>
            <a:endParaRPr lang="zh-CN" altLang="en-US"/>
          </a:p>
        </p:txBody>
      </p:sp>
      <p:sp>
        <p:nvSpPr>
          <p:cNvPr id="4" name="日期占位符 3">
            <a:extLst>
              <a:ext uri="{FF2B5EF4-FFF2-40B4-BE49-F238E27FC236}">
                <a16:creationId xmlns:a16="http://schemas.microsoft.com/office/drawing/2014/main" id="{DEEE60DF-7CE8-3DD2-BBE9-01261C94074B}"/>
              </a:ext>
            </a:extLst>
          </p:cNvPr>
          <p:cNvSpPr>
            <a:spLocks noGrp="1"/>
          </p:cNvSpPr>
          <p:nvPr>
            <p:ph type="dt" sz="half" idx="12"/>
          </p:nvPr>
        </p:nvSpPr>
        <p:spPr/>
        <p:txBody>
          <a:bodyPr/>
          <a:lstStyle/>
          <a:p>
            <a:fld id="{32184C53-8C6C-478F-A368-572E5BA2AB37}" type="datetime2">
              <a:rPr lang="zh-CN" altLang="en-US" smtClean="0"/>
              <a:t>2025年11月26日</a:t>
            </a:fld>
            <a:endParaRPr lang="zh-CN" altLang="en-US"/>
          </a:p>
        </p:txBody>
      </p:sp>
    </p:spTree>
    <p:extLst>
      <p:ext uri="{BB962C8B-B14F-4D97-AF65-F5344CB8AC3E}">
        <p14:creationId xmlns:p14="http://schemas.microsoft.com/office/powerpoint/2010/main" val="1399235519"/>
      </p:ext>
    </p:extLst>
  </p:cSld>
  <p:clrMapOvr>
    <a:masterClrMapping/>
  </p:clrMapOvr>
</p:sldLayout>
</file>

<file path=ppt/slideMasters/_rels/slideMaster1.xml.rels><?xml version="1.0" encoding="UTF-8" standalone="yes"?>
<Relationships xmlns="http://schemas.openxmlformats.org/package/2006/relationships"><Relationship Id="rId8" Type="http://schemas.openxmlformats.org/officeDocument/2006/relationships/slideLayout" Target="../slideLayouts/slideLayout8.xml"/><Relationship Id="rId13" Type="http://schemas.openxmlformats.org/officeDocument/2006/relationships/slideLayout" Target="../slideLayouts/slideLayout13.xml"/><Relationship Id="rId18" Type="http://schemas.openxmlformats.org/officeDocument/2006/relationships/theme" Target="../theme/theme1.xml"/><Relationship Id="rId3" Type="http://schemas.openxmlformats.org/officeDocument/2006/relationships/slideLayout" Target="../slideLayouts/slideLayout3.xml"/><Relationship Id="rId7" Type="http://schemas.openxmlformats.org/officeDocument/2006/relationships/slideLayout" Target="../slideLayouts/slideLayout7.xml"/><Relationship Id="rId12" Type="http://schemas.openxmlformats.org/officeDocument/2006/relationships/slideLayout" Target="../slideLayouts/slideLayout12.xml"/><Relationship Id="rId17" Type="http://schemas.openxmlformats.org/officeDocument/2006/relationships/slideLayout" Target="../slideLayouts/slideLayout17.xml"/><Relationship Id="rId2" Type="http://schemas.openxmlformats.org/officeDocument/2006/relationships/slideLayout" Target="../slideLayouts/slideLayout2.xml"/><Relationship Id="rId16" Type="http://schemas.openxmlformats.org/officeDocument/2006/relationships/slideLayout" Target="../slideLayouts/slideLayout16.xml"/><Relationship Id="rId1" Type="http://schemas.openxmlformats.org/officeDocument/2006/relationships/slideLayout" Target="../slideLayouts/slideLayout1.xml"/><Relationship Id="rId6" Type="http://schemas.openxmlformats.org/officeDocument/2006/relationships/slideLayout" Target="../slideLayouts/slideLayout6.xml"/><Relationship Id="rId11" Type="http://schemas.openxmlformats.org/officeDocument/2006/relationships/slideLayout" Target="../slideLayouts/slideLayout11.xml"/><Relationship Id="rId5" Type="http://schemas.openxmlformats.org/officeDocument/2006/relationships/slideLayout" Target="../slideLayouts/slideLayout5.xml"/><Relationship Id="rId15" Type="http://schemas.openxmlformats.org/officeDocument/2006/relationships/slideLayout" Target="../slideLayouts/slideLayout15.xml"/><Relationship Id="rId10" Type="http://schemas.openxmlformats.org/officeDocument/2006/relationships/slideLayout" Target="../slideLayouts/slideLayout10.xml"/><Relationship Id="rId4" Type="http://schemas.openxmlformats.org/officeDocument/2006/relationships/slideLayout" Target="../slideLayouts/slideLayout4.xml"/><Relationship Id="rId9" Type="http://schemas.openxmlformats.org/officeDocument/2006/relationships/slideLayout" Target="../slideLayouts/slideLayout9.xml"/><Relationship Id="rId14" Type="http://schemas.openxmlformats.org/officeDocument/2006/relationships/slideLayout" Target="../slideLayouts/slideLayout14.xml"/></Relationships>
</file>

<file path=ppt/slideMasters/slideMaster1.xml><?xml version="1.0" encoding="utf-8"?>
<p:sld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9" name="矩形 8">
            <a:extLst>
              <a:ext uri="{FF2B5EF4-FFF2-40B4-BE49-F238E27FC236}">
                <a16:creationId xmlns:a16="http://schemas.microsoft.com/office/drawing/2014/main" id="{20F3958B-01C0-0A96-68C9-F7752383FD9A}"/>
              </a:ext>
            </a:extLst>
          </p:cNvPr>
          <p:cNvSpPr/>
          <p:nvPr/>
        </p:nvSpPr>
        <p:spPr>
          <a:xfrm>
            <a:off x="0" y="0"/>
            <a:ext cx="9144000" cy="229128"/>
          </a:xfrm>
          <a:prstGeom prst="rect">
            <a:avLst/>
          </a:prstGeom>
          <a:gradFill flip="none" rotWithShape="1">
            <a:gsLst>
              <a:gs pos="0">
                <a:srgbClr val="3A7B9F">
                  <a:lumMod val="89000"/>
                </a:srgbClr>
              </a:gs>
              <a:gs pos="23000">
                <a:srgbClr val="3A7B9F">
                  <a:lumMod val="89000"/>
                </a:srgbClr>
              </a:gs>
              <a:gs pos="69000">
                <a:srgbClr val="316886">
                  <a:lumMod val="75000"/>
                </a:srgbClr>
              </a:gs>
              <a:gs pos="97000">
                <a:srgbClr val="2E617D">
                  <a:lumMod val="70000"/>
                </a:srgbClr>
              </a:gs>
            </a:gsLst>
            <a:path path="circle">
              <a:fillToRect l="50000" t="50000" r="50000" b="50000"/>
            </a:path>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lvl="0" algn="ctr"/>
            <a:endParaRPr lang="zh-CN" altLang="en-US"/>
          </a:p>
        </p:txBody>
      </p:sp>
      <p:cxnSp>
        <p:nvCxnSpPr>
          <p:cNvPr id="10" name="直接连接符 9">
            <a:extLst>
              <a:ext uri="{FF2B5EF4-FFF2-40B4-BE49-F238E27FC236}">
                <a16:creationId xmlns:a16="http://schemas.microsoft.com/office/drawing/2014/main" id="{8D5E4ABF-DD54-6BBA-BAC2-E1D45644836D}"/>
              </a:ext>
            </a:extLst>
          </p:cNvPr>
          <p:cNvCxnSpPr/>
          <p:nvPr/>
        </p:nvCxnSpPr>
        <p:spPr>
          <a:xfrm>
            <a:off x="0" y="229136"/>
            <a:ext cx="9144000" cy="0"/>
          </a:xfrm>
          <a:prstGeom prst="line">
            <a:avLst/>
          </a:prstGeom>
          <a:ln>
            <a:solidFill>
              <a:schemeClr val="tx2">
                <a:lumMod val="50000"/>
              </a:schemeClr>
            </a:solidFill>
          </a:ln>
        </p:spPr>
        <p:style>
          <a:lnRef idx="1">
            <a:schemeClr val="accent1"/>
          </a:lnRef>
          <a:fillRef idx="0">
            <a:schemeClr val="accent1"/>
          </a:fillRef>
          <a:effectRef idx="0">
            <a:schemeClr val="accent1"/>
          </a:effectRef>
          <a:fontRef idx="minor">
            <a:schemeClr val="tx1"/>
          </a:fontRef>
        </p:style>
      </p:cxnSp>
      <p:sp>
        <p:nvSpPr>
          <p:cNvPr id="2" name="Title Placeholder 1"/>
          <p:cNvSpPr>
            <a:spLocks noGrp="1"/>
          </p:cNvSpPr>
          <p:nvPr>
            <p:ph type="title"/>
          </p:nvPr>
        </p:nvSpPr>
        <p:spPr>
          <a:xfrm>
            <a:off x="628650" y="229136"/>
            <a:ext cx="7886700" cy="953133"/>
          </a:xfrm>
          <a:prstGeom prst="rect">
            <a:avLst/>
          </a:prstGeom>
        </p:spPr>
        <p:txBody>
          <a:bodyPr vert="horz" lIns="91440" tIns="45720" rIns="91440" bIns="45720" rtlCol="0" anchor="ctr">
            <a:normAutofit/>
          </a:bodyPr>
          <a:lstStyle/>
          <a:p>
            <a:r>
              <a:rPr lang="zh-CN" altLang="en-US"/>
              <a:t>单击此处编辑母版标题样式</a:t>
            </a:r>
            <a:endParaRPr lang="en-US"/>
          </a:p>
        </p:txBody>
      </p:sp>
      <p:sp>
        <p:nvSpPr>
          <p:cNvPr id="3" name="Text Placeholder 2"/>
          <p:cNvSpPr>
            <a:spLocks noGrp="1"/>
          </p:cNvSpPr>
          <p:nvPr>
            <p:ph type="body" idx="1"/>
          </p:nvPr>
        </p:nvSpPr>
        <p:spPr>
          <a:xfrm>
            <a:off x="628650" y="1257300"/>
            <a:ext cx="7886700" cy="4919663"/>
          </a:xfrm>
          <a:prstGeom prst="rect">
            <a:avLst/>
          </a:prstGeom>
        </p:spPr>
        <p:txBody>
          <a:bodyPr vert="horz" lIns="91440" tIns="45720" rIns="91440" bIns="45720" rtlCol="0">
            <a:normAutofit/>
          </a:bodyPr>
          <a:lstStyle/>
          <a:p>
            <a:pPr lvl="0"/>
            <a:r>
              <a:rPr lang="zh-CN" altLang="en-US"/>
              <a:t>单击此处编辑母版文本样式</a:t>
            </a:r>
          </a:p>
          <a:p>
            <a:pPr lvl="1"/>
            <a:r>
              <a:rPr lang="zh-CN" altLang="en-US"/>
              <a:t>二级</a:t>
            </a:r>
          </a:p>
          <a:p>
            <a:pPr lvl="2"/>
            <a:r>
              <a:rPr lang="zh-CN" altLang="en-US"/>
              <a:t>三级</a:t>
            </a:r>
          </a:p>
          <a:p>
            <a:pPr lvl="3"/>
            <a:r>
              <a:rPr lang="zh-CN" altLang="en-US"/>
              <a:t>四级</a:t>
            </a:r>
          </a:p>
          <a:p>
            <a:pPr lvl="4"/>
            <a:r>
              <a:rPr lang="zh-CN" altLang="en-US"/>
              <a:t>五级</a:t>
            </a:r>
            <a:endParaRPr lang="en-US"/>
          </a:p>
        </p:txBody>
      </p:sp>
      <p:sp>
        <p:nvSpPr>
          <p:cNvPr id="7" name="箭头: 五边形 6">
            <a:extLst>
              <a:ext uri="{FF2B5EF4-FFF2-40B4-BE49-F238E27FC236}">
                <a16:creationId xmlns:a16="http://schemas.microsoft.com/office/drawing/2014/main" id="{6CBCA317-D25B-4606-AB40-B04900150411}"/>
              </a:ext>
            </a:extLst>
          </p:cNvPr>
          <p:cNvSpPr/>
          <p:nvPr/>
        </p:nvSpPr>
        <p:spPr>
          <a:xfrm>
            <a:off x="0" y="365136"/>
            <a:ext cx="628650" cy="681135"/>
          </a:xfrm>
          <a:prstGeom prst="homePlate">
            <a:avLst/>
          </a:prstGeom>
          <a:gradFill flip="none" rotWithShape="1">
            <a:gsLst>
              <a:gs pos="0">
                <a:srgbClr val="3A7B9F">
                  <a:lumMod val="89000"/>
                </a:srgbClr>
              </a:gs>
              <a:gs pos="23000">
                <a:srgbClr val="3A7B9F">
                  <a:lumMod val="89000"/>
                </a:srgbClr>
              </a:gs>
              <a:gs pos="69000">
                <a:srgbClr val="316886">
                  <a:lumMod val="75000"/>
                </a:srgbClr>
              </a:gs>
              <a:gs pos="97000">
                <a:srgbClr val="2E617D">
                  <a:lumMod val="70000"/>
                </a:srgbClr>
              </a:gs>
            </a:gsLst>
            <a:path path="circle">
              <a:fillToRect l="50000" t="50000" r="50000" b="50000"/>
            </a:path>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sz="1800"/>
          </a:p>
        </p:txBody>
      </p:sp>
      <p:sp>
        <p:nvSpPr>
          <p:cNvPr id="5" name="箭头: 五边形 4">
            <a:extLst>
              <a:ext uri="{FF2B5EF4-FFF2-40B4-BE49-F238E27FC236}">
                <a16:creationId xmlns:a16="http://schemas.microsoft.com/office/drawing/2014/main" id="{97360822-865F-4201-A117-CC1E539ED999}"/>
              </a:ext>
            </a:extLst>
          </p:cNvPr>
          <p:cNvSpPr/>
          <p:nvPr/>
        </p:nvSpPr>
        <p:spPr>
          <a:xfrm>
            <a:off x="0" y="365128"/>
            <a:ext cx="628650" cy="681135"/>
          </a:xfrm>
          <a:prstGeom prst="homePlate">
            <a:avLst/>
          </a:prstGeom>
          <a:gradFill flip="none" rotWithShape="1">
            <a:gsLst>
              <a:gs pos="0">
                <a:srgbClr val="3A7B9F">
                  <a:lumMod val="89000"/>
                </a:srgbClr>
              </a:gs>
              <a:gs pos="23000">
                <a:srgbClr val="3A7B9F">
                  <a:lumMod val="89000"/>
                </a:srgbClr>
              </a:gs>
              <a:gs pos="69000">
                <a:srgbClr val="316886">
                  <a:lumMod val="75000"/>
                </a:srgbClr>
              </a:gs>
              <a:gs pos="97000">
                <a:srgbClr val="2E617D">
                  <a:lumMod val="70000"/>
                </a:srgbClr>
              </a:gs>
            </a:gsLst>
            <a:path path="circle">
              <a:fillToRect l="50000" t="50000" r="50000" b="50000"/>
            </a:path>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lvl="0" algn="ctr"/>
            <a:endParaRPr lang="zh-CN" altLang="en-US"/>
          </a:p>
        </p:txBody>
      </p:sp>
      <p:sp>
        <p:nvSpPr>
          <p:cNvPr id="6" name="页脚占位符 5">
            <a:extLst>
              <a:ext uri="{FF2B5EF4-FFF2-40B4-BE49-F238E27FC236}">
                <a16:creationId xmlns:a16="http://schemas.microsoft.com/office/drawing/2014/main" id="{A1345553-EF4A-DBDE-C790-A708CC05CA81}"/>
              </a:ext>
            </a:extLst>
          </p:cNvPr>
          <p:cNvSpPr>
            <a:spLocks noGrp="1"/>
          </p:cNvSpPr>
          <p:nvPr>
            <p:ph type="ftr" sz="quarter" idx="3"/>
          </p:nvPr>
        </p:nvSpPr>
        <p:spPr>
          <a:xfrm>
            <a:off x="3028950" y="10800"/>
            <a:ext cx="3086100" cy="180000"/>
          </a:xfrm>
          <a:prstGeom prst="rect">
            <a:avLst/>
          </a:prstGeom>
        </p:spPr>
        <p:txBody>
          <a:bodyPr vert="horz" lIns="91440" tIns="45720" rIns="91440" bIns="45720" rtlCol="0" anchor="ctr"/>
          <a:lstStyle>
            <a:lvl1pPr algn="ctr">
              <a:defRPr sz="1200">
                <a:solidFill>
                  <a:schemeClr val="bg1"/>
                </a:solidFill>
              </a:defRPr>
            </a:lvl1pPr>
          </a:lstStyle>
          <a:p>
            <a:r>
              <a:rPr lang="zh-CN" altLang="en-US"/>
              <a:t>编译原理</a:t>
            </a:r>
            <a:r>
              <a:rPr lang="en-US" altLang="zh-CN"/>
              <a:t>-</a:t>
            </a:r>
            <a:r>
              <a:rPr lang="zh-CN" altLang="en-US"/>
              <a:t>王欣捷</a:t>
            </a:r>
            <a:r>
              <a:rPr lang="en-US" altLang="zh-CN"/>
              <a:t>-</a:t>
            </a:r>
            <a:r>
              <a:rPr lang="zh-CN" altLang="en-US"/>
              <a:t>第三章 语法分析</a:t>
            </a:r>
            <a:r>
              <a:rPr lang="en-US" altLang="zh-CN"/>
              <a:t>(4)</a:t>
            </a:r>
            <a:endParaRPr lang="zh-CN" altLang="en-US"/>
          </a:p>
        </p:txBody>
      </p:sp>
      <p:sp>
        <p:nvSpPr>
          <p:cNvPr id="8" name="灯片编号占位符 7">
            <a:extLst>
              <a:ext uri="{FF2B5EF4-FFF2-40B4-BE49-F238E27FC236}">
                <a16:creationId xmlns:a16="http://schemas.microsoft.com/office/drawing/2014/main" id="{1023F4F9-B6BF-0026-295C-0157F77F367D}"/>
              </a:ext>
            </a:extLst>
          </p:cNvPr>
          <p:cNvSpPr>
            <a:spLocks noGrp="1"/>
          </p:cNvSpPr>
          <p:nvPr>
            <p:ph type="sldNum" sz="quarter" idx="4"/>
          </p:nvPr>
        </p:nvSpPr>
        <p:spPr>
          <a:xfrm>
            <a:off x="7056000" y="10800"/>
            <a:ext cx="2057400" cy="180000"/>
          </a:xfrm>
          <a:prstGeom prst="rect">
            <a:avLst/>
          </a:prstGeom>
        </p:spPr>
        <p:txBody>
          <a:bodyPr vert="horz" lIns="91440" tIns="45720" rIns="91440" bIns="45720" rtlCol="0" anchor="ctr"/>
          <a:lstStyle>
            <a:lvl1pPr algn="r">
              <a:defRPr sz="1200">
                <a:solidFill>
                  <a:schemeClr val="bg1"/>
                </a:solidFill>
              </a:defRPr>
            </a:lvl1pPr>
          </a:lstStyle>
          <a:p>
            <a:fld id="{094DEB03-EFC6-4C20-8FC8-295189A5386F}" type="slidenum">
              <a:rPr lang="zh-CN" altLang="en-US" smtClean="0"/>
              <a:pPr/>
              <a:t>‹#›</a:t>
            </a:fld>
            <a:endParaRPr lang="zh-CN" altLang="en-US"/>
          </a:p>
        </p:txBody>
      </p:sp>
      <p:sp>
        <p:nvSpPr>
          <p:cNvPr id="4" name="日期占位符 3">
            <a:extLst>
              <a:ext uri="{FF2B5EF4-FFF2-40B4-BE49-F238E27FC236}">
                <a16:creationId xmlns:a16="http://schemas.microsoft.com/office/drawing/2014/main" id="{A980115C-8837-19E6-64B4-FBB7C7E3D3D2}"/>
              </a:ext>
            </a:extLst>
          </p:cNvPr>
          <p:cNvSpPr>
            <a:spLocks noGrp="1"/>
          </p:cNvSpPr>
          <p:nvPr>
            <p:ph type="dt" sz="half" idx="2"/>
          </p:nvPr>
        </p:nvSpPr>
        <p:spPr>
          <a:xfrm>
            <a:off x="32400" y="10800"/>
            <a:ext cx="2059200" cy="180000"/>
          </a:xfrm>
          <a:prstGeom prst="rect">
            <a:avLst/>
          </a:prstGeom>
        </p:spPr>
        <p:txBody>
          <a:bodyPr vert="horz" lIns="91440" tIns="45720" rIns="91440" bIns="45720" rtlCol="0" anchor="ctr"/>
          <a:lstStyle>
            <a:lvl1pPr algn="l">
              <a:defRPr sz="1200">
                <a:solidFill>
                  <a:schemeClr val="bg1"/>
                </a:solidFill>
              </a:defRPr>
            </a:lvl1pPr>
          </a:lstStyle>
          <a:p>
            <a:fld id="{32184C53-8C6C-478F-A368-572E5BA2AB37}" type="datetime2">
              <a:rPr lang="zh-CN" altLang="en-US" smtClean="0"/>
              <a:t>2025年11月26日</a:t>
            </a:fld>
            <a:endParaRPr lang="zh-CN" altLang="en-US"/>
          </a:p>
        </p:txBody>
      </p:sp>
      <p:sp>
        <p:nvSpPr>
          <p:cNvPr id="11" name="箭头: 五边形 10">
            <a:extLst>
              <a:ext uri="{FF2B5EF4-FFF2-40B4-BE49-F238E27FC236}">
                <a16:creationId xmlns:a16="http://schemas.microsoft.com/office/drawing/2014/main" id="{F73CF7BB-3311-0032-6637-2267D442B1DE}"/>
              </a:ext>
            </a:extLst>
          </p:cNvPr>
          <p:cNvSpPr/>
          <p:nvPr userDrawn="1"/>
        </p:nvSpPr>
        <p:spPr>
          <a:xfrm>
            <a:off x="0" y="365134"/>
            <a:ext cx="628650" cy="681135"/>
          </a:xfrm>
          <a:prstGeom prst="homePlate">
            <a:avLst/>
          </a:prstGeom>
          <a:gradFill flip="none" rotWithShape="1">
            <a:gsLst>
              <a:gs pos="0">
                <a:srgbClr val="3A7B9F">
                  <a:lumMod val="89000"/>
                </a:srgbClr>
              </a:gs>
              <a:gs pos="23000">
                <a:srgbClr val="3A7B9F">
                  <a:lumMod val="89000"/>
                </a:srgbClr>
              </a:gs>
              <a:gs pos="69000">
                <a:srgbClr val="316886">
                  <a:lumMod val="75000"/>
                </a:srgbClr>
              </a:gs>
              <a:gs pos="97000">
                <a:srgbClr val="2E617D">
                  <a:lumMod val="70000"/>
                </a:srgbClr>
              </a:gs>
            </a:gsLst>
            <a:path path="circle">
              <a:fillToRect l="50000" t="50000" r="50000" b="50000"/>
            </a:path>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sz="1800"/>
          </a:p>
        </p:txBody>
      </p:sp>
    </p:spTree>
    <p:extLst>
      <p:ext uri="{BB962C8B-B14F-4D97-AF65-F5344CB8AC3E}">
        <p14:creationId xmlns:p14="http://schemas.microsoft.com/office/powerpoint/2010/main" val="2647412770"/>
      </p:ext>
    </p:extLst>
  </p:cSld>
  <p:clrMap bg1="lt1" tx1="dk1" bg2="lt2" tx2="dk2" accent1="accent1" accent2="accent2" accent3="accent3" accent4="accent4" accent5="accent5" accent6="accent6" hlink="hlink" folHlink="folHlink"/>
  <p:sldLayoutIdLst>
    <p:sldLayoutId id="2147483677" r:id="rId1"/>
    <p:sldLayoutId id="2147483678" r:id="rId2"/>
    <p:sldLayoutId id="2147483679" r:id="rId3"/>
    <p:sldLayoutId id="2147483680" r:id="rId4"/>
    <p:sldLayoutId id="2147483681" r:id="rId5"/>
    <p:sldLayoutId id="2147483682" r:id="rId6"/>
    <p:sldLayoutId id="2147483683" r:id="rId7"/>
    <p:sldLayoutId id="2147483684" r:id="rId8"/>
    <p:sldLayoutId id="2147483685" r:id="rId9"/>
    <p:sldLayoutId id="2147483686" r:id="rId10"/>
    <p:sldLayoutId id="2147483687" r:id="rId11"/>
    <p:sldLayoutId id="2147483688" r:id="rId12"/>
    <p:sldLayoutId id="2147483689" r:id="rId13"/>
    <p:sldLayoutId id="2147483667" r:id="rId14"/>
    <p:sldLayoutId id="2147483669" r:id="rId15"/>
    <p:sldLayoutId id="2147483671" r:id="rId16"/>
    <p:sldLayoutId id="2147483690" r:id="rId17"/>
  </p:sldLayoutIdLst>
  <p:hf hdr="0"/>
  <p:txStyles>
    <p:titleStyle>
      <a:lvl1pPr algn="l" defTabSz="914400" rtl="0" eaLnBrk="1" latinLnBrk="0" hangingPunct="1">
        <a:lnSpc>
          <a:spcPct val="90000"/>
        </a:lnSpc>
        <a:spcBef>
          <a:spcPct val="0"/>
        </a:spcBef>
        <a:buNone/>
        <a:defRPr sz="4400" kern="1200">
          <a:solidFill>
            <a:schemeClr val="tx1"/>
          </a:solidFill>
          <a:latin typeface="+mj-lt"/>
          <a:ea typeface="+mj-ea"/>
          <a:cs typeface="+mj-cs"/>
        </a:defRPr>
      </a:lvl1pPr>
    </p:titleStyle>
    <p:bodyStyle>
      <a:lvl1pPr marL="228600" indent="-228600" algn="l" defTabSz="914400" rtl="0" eaLnBrk="1" latinLnBrk="0" hangingPunct="1">
        <a:lnSpc>
          <a:spcPct val="100000"/>
        </a:lnSpc>
        <a:spcBef>
          <a:spcPts val="1000"/>
        </a:spcBef>
        <a:buFont typeface="Arial" panose="020B0604020202020204" pitchFamily="34" charset="0"/>
        <a:buChar char="•"/>
        <a:defRPr sz="3600" kern="1200">
          <a:solidFill>
            <a:schemeClr val="tx1"/>
          </a:solidFill>
          <a:latin typeface="+mn-lt"/>
          <a:ea typeface="+mn-ea"/>
          <a:cs typeface="+mn-cs"/>
        </a:defRPr>
      </a:lvl1pPr>
      <a:lvl2pPr marL="685800" indent="-228600" algn="l" defTabSz="914400" rtl="0" eaLnBrk="1" latinLnBrk="0" hangingPunct="1">
        <a:lnSpc>
          <a:spcPct val="100000"/>
        </a:lnSpc>
        <a:spcBef>
          <a:spcPts val="500"/>
        </a:spcBef>
        <a:buFont typeface="Arial" panose="020B0604020202020204" pitchFamily="34" charset="0"/>
        <a:buChar char="•"/>
        <a:defRPr sz="3200" kern="1200">
          <a:solidFill>
            <a:schemeClr val="tx1"/>
          </a:solidFill>
          <a:latin typeface="+mn-lt"/>
          <a:ea typeface="+mn-ea"/>
          <a:cs typeface="+mn-cs"/>
        </a:defRPr>
      </a:lvl2pPr>
      <a:lvl3pPr marL="1143000" indent="-228600" algn="l" defTabSz="914400" rtl="0" eaLnBrk="1" latinLnBrk="0" hangingPunct="1">
        <a:lnSpc>
          <a:spcPct val="100000"/>
        </a:lnSpc>
        <a:spcBef>
          <a:spcPts val="500"/>
        </a:spcBef>
        <a:buFont typeface="Arial" panose="020B0604020202020204" pitchFamily="34" charset="0"/>
        <a:buChar char="•"/>
        <a:defRPr sz="2800" kern="1200">
          <a:solidFill>
            <a:schemeClr val="tx1"/>
          </a:solidFill>
          <a:latin typeface="+mn-lt"/>
          <a:ea typeface="+mn-ea"/>
          <a:cs typeface="+mn-cs"/>
        </a:defRPr>
      </a:lvl3pPr>
      <a:lvl4pPr marL="1600200" indent="-228600" algn="l" defTabSz="914400" rtl="0" eaLnBrk="1" latinLnBrk="0" hangingPunct="1">
        <a:lnSpc>
          <a:spcPct val="100000"/>
        </a:lnSpc>
        <a:spcBef>
          <a:spcPts val="500"/>
        </a:spcBef>
        <a:buFont typeface="Arial" panose="020B0604020202020204" pitchFamily="34" charset="0"/>
        <a:buChar char="•"/>
        <a:defRPr sz="2400" kern="1200">
          <a:solidFill>
            <a:schemeClr val="tx1"/>
          </a:solidFill>
          <a:latin typeface="+mn-lt"/>
          <a:ea typeface="+mn-ea"/>
          <a:cs typeface="+mn-cs"/>
        </a:defRPr>
      </a:lvl4pPr>
      <a:lvl5pPr marL="2057400" indent="-228600" algn="l" defTabSz="914400" rtl="0" eaLnBrk="1" latinLnBrk="0" hangingPunct="1">
        <a:lnSpc>
          <a:spcPct val="100000"/>
        </a:lnSpc>
        <a:spcBef>
          <a:spcPts val="500"/>
        </a:spcBef>
        <a:buFont typeface="Arial" panose="020B0604020202020204" pitchFamily="34" charset="0"/>
        <a:buChar char="•"/>
        <a:defRPr sz="24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s/_rels/slide1.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2.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3.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4.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5.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6.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7.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8.xml.rels><?xml version="1.0" encoding="UTF-8" standalone="yes"?>
<Relationships xmlns="http://schemas.openxmlformats.org/package/2006/relationships"><Relationship Id="rId3" Type="http://schemas.openxmlformats.org/officeDocument/2006/relationships/image" Target="../media/image3.svg"/><Relationship Id="rId2" Type="http://schemas.openxmlformats.org/officeDocument/2006/relationships/image" Target="../media/image2.png"/><Relationship Id="rId1" Type="http://schemas.openxmlformats.org/officeDocument/2006/relationships/slideLayout" Target="../slideLayouts/slideLayout2.xml"/></Relationships>
</file>

<file path=ppt/slides/_rels/slide9.xml.rels><?xml version="1.0" encoding="UTF-8" standalone="yes"?>
<Relationships xmlns="http://schemas.openxmlformats.org/package/2006/relationships"><Relationship Id="rId2" Type="http://schemas.openxmlformats.org/officeDocument/2006/relationships/notesSlide" Target="../notesSlides/notesSlide1.xml"/><Relationship Id="rId1" Type="http://schemas.openxmlformats.org/officeDocument/2006/relationships/slideLayout" Target="../slideLayouts/slideLayout2.xml"/></Relationships>
</file>

<file path=ppt/slides/_rels/slide10.xml.rels><?xml version="1.0" encoding="UTF-8" standalone="yes"?>
<Relationships xmlns="http://schemas.openxmlformats.org/package/2006/relationships"><Relationship Id="rId3" Type="http://schemas.openxmlformats.org/officeDocument/2006/relationships/image" Target="../media/image4.png"/><Relationship Id="rId2" Type="http://schemas.openxmlformats.org/officeDocument/2006/relationships/notesSlide" Target="../notesSlides/notesSlide2.xml"/><Relationship Id="rId1" Type="http://schemas.openxmlformats.org/officeDocument/2006/relationships/slideLayout" Target="../slideLayouts/slideLayout6.xml"/></Relationships>
</file>

<file path=ppt/slides/_rels/slide11.xml.rels><?xml version="1.0" encoding="UTF-8" standalone="yes"?>
<Relationships xmlns="http://schemas.openxmlformats.org/package/2006/relationships"><Relationship Id="rId8" Type="http://schemas.openxmlformats.org/officeDocument/2006/relationships/tags" Target="../tags/tag8.xml"/><Relationship Id="rId13" Type="http://schemas.openxmlformats.org/officeDocument/2006/relationships/tags" Target="../tags/tag13.xml"/><Relationship Id="rId18" Type="http://schemas.openxmlformats.org/officeDocument/2006/relationships/slideLayout" Target="../slideLayouts/slideLayout17.xml"/><Relationship Id="rId3" Type="http://schemas.openxmlformats.org/officeDocument/2006/relationships/tags" Target="../tags/tag3.xml"/><Relationship Id="rId7" Type="http://schemas.openxmlformats.org/officeDocument/2006/relationships/tags" Target="../tags/tag7.xml"/><Relationship Id="rId12" Type="http://schemas.openxmlformats.org/officeDocument/2006/relationships/tags" Target="../tags/tag12.xml"/><Relationship Id="rId17" Type="http://schemas.openxmlformats.org/officeDocument/2006/relationships/tags" Target="../tags/tag17.xml"/><Relationship Id="rId2" Type="http://schemas.openxmlformats.org/officeDocument/2006/relationships/tags" Target="../tags/tag2.xml"/><Relationship Id="rId16" Type="http://schemas.openxmlformats.org/officeDocument/2006/relationships/tags" Target="../tags/tag16.xml"/><Relationship Id="rId1" Type="http://schemas.openxmlformats.org/officeDocument/2006/relationships/tags" Target="../tags/tag1.xml"/><Relationship Id="rId6" Type="http://schemas.openxmlformats.org/officeDocument/2006/relationships/tags" Target="../tags/tag6.xml"/><Relationship Id="rId11" Type="http://schemas.openxmlformats.org/officeDocument/2006/relationships/tags" Target="../tags/tag11.xml"/><Relationship Id="rId5" Type="http://schemas.openxmlformats.org/officeDocument/2006/relationships/tags" Target="../tags/tag5.xml"/><Relationship Id="rId15" Type="http://schemas.openxmlformats.org/officeDocument/2006/relationships/tags" Target="../tags/tag15.xml"/><Relationship Id="rId10" Type="http://schemas.openxmlformats.org/officeDocument/2006/relationships/tags" Target="../tags/tag10.xml"/><Relationship Id="rId19" Type="http://schemas.openxmlformats.org/officeDocument/2006/relationships/image" Target="../media/image5.tmp"/><Relationship Id="rId4" Type="http://schemas.openxmlformats.org/officeDocument/2006/relationships/tags" Target="../tags/tag4.xml"/><Relationship Id="rId9" Type="http://schemas.openxmlformats.org/officeDocument/2006/relationships/tags" Target="../tags/tag9.xml"/><Relationship Id="rId14" Type="http://schemas.openxmlformats.org/officeDocument/2006/relationships/tags" Target="../tags/tag14.xml"/></Relationships>
</file>

<file path=ppt/slides/_rels/slide12.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3.xml.rels><?xml version="1.0" encoding="UTF-8" standalone="yes"?>
<Relationships xmlns="http://schemas.openxmlformats.org/package/2006/relationships"><Relationship Id="rId3" Type="http://schemas.openxmlformats.org/officeDocument/2006/relationships/image" Target="../media/image6.png"/><Relationship Id="rId2" Type="http://schemas.openxmlformats.org/officeDocument/2006/relationships/notesSlide" Target="../notesSlides/notesSlide3.xml"/><Relationship Id="rId1" Type="http://schemas.openxmlformats.org/officeDocument/2006/relationships/slideLayout" Target="../slideLayouts/slideLayout2.xml"/></Relationships>
</file>

<file path=ppt/slides/_rels/slide14.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5.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6.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7.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8.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9.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0.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1.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2.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3.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4.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5.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6.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7.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8.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9.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30.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31.xml.rels><?xml version="1.0" encoding="UTF-8" standalone="yes"?>
<Relationships xmlns="http://schemas.openxmlformats.org/package/2006/relationships"><Relationship Id="rId2" Type="http://schemas.openxmlformats.org/officeDocument/2006/relationships/notesSlide" Target="../notesSlides/notesSlide4.xml"/><Relationship Id="rId1" Type="http://schemas.openxmlformats.org/officeDocument/2006/relationships/slideLayout" Target="../slideLayouts/slideLayout2.xml"/></Relationships>
</file>

<file path=ppt/slides/_rels/slide32.xml.rels><?xml version="1.0" encoding="UTF-8" standalone="yes"?>
<Relationships xmlns="http://schemas.openxmlformats.org/package/2006/relationships"><Relationship Id="rId3" Type="http://schemas.openxmlformats.org/officeDocument/2006/relationships/image" Target="../media/image7.jpeg"/><Relationship Id="rId2" Type="http://schemas.openxmlformats.org/officeDocument/2006/relationships/notesSlide" Target="../notesSlides/notesSlide5.xml"/><Relationship Id="rId1" Type="http://schemas.openxmlformats.org/officeDocument/2006/relationships/slideLayout" Target="../slideLayouts/slideLayout4.xml"/></Relationships>
</file>

<file path=ppt/slides/_rels/slide33.xml.rels><?xml version="1.0" encoding="UTF-8" standalone="yes"?>
<Relationships xmlns="http://schemas.openxmlformats.org/package/2006/relationships"><Relationship Id="rId3" Type="http://schemas.openxmlformats.org/officeDocument/2006/relationships/image" Target="../media/image8.png"/><Relationship Id="rId2" Type="http://schemas.openxmlformats.org/officeDocument/2006/relationships/notesSlide" Target="../notesSlides/notesSlide6.xml"/><Relationship Id="rId1" Type="http://schemas.openxmlformats.org/officeDocument/2006/relationships/slideLayout" Target="../slideLayouts/slideLayout4.xml"/><Relationship Id="rId4" Type="http://schemas.openxmlformats.org/officeDocument/2006/relationships/image" Target="../media/image9.png"/></Relationships>
</file>

<file path=ppt/slides/_rels/slide34.xml.rels><?xml version="1.0" encoding="UTF-8" standalone="yes"?>
<Relationships xmlns="http://schemas.openxmlformats.org/package/2006/relationships"><Relationship Id="rId2" Type="http://schemas.openxmlformats.org/officeDocument/2006/relationships/notesSlide" Target="../notesSlides/notesSlide7.xml"/><Relationship Id="rId1" Type="http://schemas.openxmlformats.org/officeDocument/2006/relationships/slideLayout" Target="../slideLayouts/slideLayout2.xml"/></Relationships>
</file>

<file path=ppt/slides/_rels/slide35.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36.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37.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38.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39.xml.rels><?xml version="1.0" encoding="UTF-8" standalone="yes"?>
<Relationships xmlns="http://schemas.openxmlformats.org/package/2006/relationships"><Relationship Id="rId2" Type="http://schemas.openxmlformats.org/officeDocument/2006/relationships/image" Target="../media/image6.png"/><Relationship Id="rId1" Type="http://schemas.openxmlformats.org/officeDocument/2006/relationships/slideLayout" Target="../slideLayouts/slideLayout6.xml"/></Relationships>
</file>

<file path=ppt/slides/_rels/slide40.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41.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42.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43.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44.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45.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46.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47.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48.xml.rels><?xml version="1.0" encoding="UTF-8" standalone="yes"?>
<Relationships xmlns="http://schemas.openxmlformats.org/package/2006/relationships"><Relationship Id="rId2" Type="http://schemas.openxmlformats.org/officeDocument/2006/relationships/image" Target="../media/image6.png"/><Relationship Id="rId1" Type="http://schemas.openxmlformats.org/officeDocument/2006/relationships/slideLayout" Target="../slideLayouts/slideLayout2.xml"/></Relationships>
</file>

<file path=ppt/slides/_rels/slide49.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50.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51.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52.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53.xml.rels><?xml version="1.0" encoding="UTF-8" standalone="yes"?>
<Relationships xmlns="http://schemas.openxmlformats.org/package/2006/relationships"><Relationship Id="rId8" Type="http://schemas.openxmlformats.org/officeDocument/2006/relationships/tags" Target="../tags/tag25.xml"/><Relationship Id="rId13" Type="http://schemas.openxmlformats.org/officeDocument/2006/relationships/tags" Target="../tags/tag30.xml"/><Relationship Id="rId18" Type="http://schemas.openxmlformats.org/officeDocument/2006/relationships/tags" Target="../tags/tag35.xml"/><Relationship Id="rId26" Type="http://schemas.openxmlformats.org/officeDocument/2006/relationships/image" Target="../media/image10.png"/><Relationship Id="rId3" Type="http://schemas.openxmlformats.org/officeDocument/2006/relationships/tags" Target="../tags/tag20.xml"/><Relationship Id="rId21" Type="http://schemas.openxmlformats.org/officeDocument/2006/relationships/tags" Target="../tags/tag38.xml"/><Relationship Id="rId7" Type="http://schemas.openxmlformats.org/officeDocument/2006/relationships/tags" Target="../tags/tag24.xml"/><Relationship Id="rId12" Type="http://schemas.openxmlformats.org/officeDocument/2006/relationships/tags" Target="../tags/tag29.xml"/><Relationship Id="rId17" Type="http://schemas.openxmlformats.org/officeDocument/2006/relationships/tags" Target="../tags/tag34.xml"/><Relationship Id="rId25" Type="http://schemas.openxmlformats.org/officeDocument/2006/relationships/slideLayout" Target="../slideLayouts/slideLayout17.xml"/><Relationship Id="rId2" Type="http://schemas.openxmlformats.org/officeDocument/2006/relationships/tags" Target="../tags/tag19.xml"/><Relationship Id="rId16" Type="http://schemas.openxmlformats.org/officeDocument/2006/relationships/tags" Target="../tags/tag33.xml"/><Relationship Id="rId20" Type="http://schemas.openxmlformats.org/officeDocument/2006/relationships/tags" Target="../tags/tag37.xml"/><Relationship Id="rId1" Type="http://schemas.openxmlformats.org/officeDocument/2006/relationships/tags" Target="../tags/tag18.xml"/><Relationship Id="rId6" Type="http://schemas.openxmlformats.org/officeDocument/2006/relationships/tags" Target="../tags/tag23.xml"/><Relationship Id="rId11" Type="http://schemas.openxmlformats.org/officeDocument/2006/relationships/tags" Target="../tags/tag28.xml"/><Relationship Id="rId24" Type="http://schemas.openxmlformats.org/officeDocument/2006/relationships/tags" Target="../tags/tag41.xml"/><Relationship Id="rId5" Type="http://schemas.openxmlformats.org/officeDocument/2006/relationships/tags" Target="../tags/tag22.xml"/><Relationship Id="rId15" Type="http://schemas.openxmlformats.org/officeDocument/2006/relationships/tags" Target="../tags/tag32.xml"/><Relationship Id="rId23" Type="http://schemas.openxmlformats.org/officeDocument/2006/relationships/tags" Target="../tags/tag40.xml"/><Relationship Id="rId28" Type="http://schemas.openxmlformats.org/officeDocument/2006/relationships/image" Target="../media/image5.tmp"/><Relationship Id="rId10" Type="http://schemas.openxmlformats.org/officeDocument/2006/relationships/tags" Target="../tags/tag27.xml"/><Relationship Id="rId19" Type="http://schemas.openxmlformats.org/officeDocument/2006/relationships/tags" Target="../tags/tag36.xml"/><Relationship Id="rId4" Type="http://schemas.openxmlformats.org/officeDocument/2006/relationships/tags" Target="../tags/tag21.xml"/><Relationship Id="rId9" Type="http://schemas.openxmlformats.org/officeDocument/2006/relationships/tags" Target="../tags/tag26.xml"/><Relationship Id="rId14" Type="http://schemas.openxmlformats.org/officeDocument/2006/relationships/tags" Target="../tags/tag31.xml"/><Relationship Id="rId22" Type="http://schemas.openxmlformats.org/officeDocument/2006/relationships/tags" Target="../tags/tag39.xml"/><Relationship Id="rId27" Type="http://schemas.openxmlformats.org/officeDocument/2006/relationships/image" Target="../media/image11.png"/></Relationships>
</file>

<file path=ppt/slides/_rels/slide54.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55.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56.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57.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58.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59.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60.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61.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62.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63.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64.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65.xml.rels><?xml version="1.0" encoding="UTF-8" standalone="yes"?>
<Relationships xmlns="http://schemas.openxmlformats.org/package/2006/relationships"><Relationship Id="rId2" Type="http://schemas.openxmlformats.org/officeDocument/2006/relationships/notesSlide" Target="../notesSlides/notesSlide8.xml"/><Relationship Id="rId1" Type="http://schemas.openxmlformats.org/officeDocument/2006/relationships/slideLayout" Target="../slideLayouts/slideLayout2.xml"/></Relationships>
</file>

<file path=ppt/slides/_rels/slide66.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67.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68.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69.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70.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71.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72.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73.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74.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75.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76.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77.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78.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79.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80.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81.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82.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83.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84.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85.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86.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87.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88.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89.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90.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91.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92.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93.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94.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95.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96.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97.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98.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99.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00.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01.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02.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03.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04.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05.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06.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07.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08.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09.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10.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11.xml.rels><?xml version="1.0" encoding="UTF-8" standalone="yes"?>
<Relationships xmlns="http://schemas.openxmlformats.org/package/2006/relationships"><Relationship Id="rId2" Type="http://schemas.openxmlformats.org/officeDocument/2006/relationships/image" Target="../media/image12.png"/><Relationship Id="rId1" Type="http://schemas.openxmlformats.org/officeDocument/2006/relationships/slideLayout" Target="../slideLayouts/slideLayout2.xml"/></Relationships>
</file>

<file path=ppt/slides/_rels/slide112.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13.xml.rels><?xml version="1.0" encoding="UTF-8" standalone="yes"?>
<Relationships xmlns="http://schemas.openxmlformats.org/package/2006/relationships"><Relationship Id="rId2" Type="http://schemas.openxmlformats.org/officeDocument/2006/relationships/image" Target="../media/image13.png"/><Relationship Id="rId1" Type="http://schemas.openxmlformats.org/officeDocument/2006/relationships/slideLayout" Target="../slideLayouts/slideLayout6.xml"/></Relationships>
</file>

<file path=ppt/slides/slide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标题 1">
            <a:extLst>
              <a:ext uri="{FF2B5EF4-FFF2-40B4-BE49-F238E27FC236}">
                <a16:creationId xmlns:a16="http://schemas.microsoft.com/office/drawing/2014/main" id="{E7DC3515-54D4-4A44-A409-1AD3C10C63ED}"/>
              </a:ext>
            </a:extLst>
          </p:cNvPr>
          <p:cNvSpPr>
            <a:spLocks noGrp="1"/>
          </p:cNvSpPr>
          <p:nvPr>
            <p:ph type="ctrTitle"/>
          </p:nvPr>
        </p:nvSpPr>
        <p:spPr/>
        <p:txBody>
          <a:bodyPr/>
          <a:lstStyle/>
          <a:p>
            <a:r>
              <a:rPr lang="zh-CN" altLang="en-US"/>
              <a:t>第三章 语法分析</a:t>
            </a:r>
            <a:r>
              <a:rPr lang="en-US" altLang="zh-CN"/>
              <a:t>(4)</a:t>
            </a:r>
            <a:endParaRPr lang="zh-CN" altLang="en-US" sz="3600"/>
          </a:p>
        </p:txBody>
      </p:sp>
      <p:sp>
        <p:nvSpPr>
          <p:cNvPr id="3" name="副标题 2">
            <a:extLst>
              <a:ext uri="{FF2B5EF4-FFF2-40B4-BE49-F238E27FC236}">
                <a16:creationId xmlns:a16="http://schemas.microsoft.com/office/drawing/2014/main" id="{B9F7C19A-4716-4FDA-9AAE-2A3CD35E521D}"/>
              </a:ext>
            </a:extLst>
          </p:cNvPr>
          <p:cNvSpPr>
            <a:spLocks noGrp="1"/>
          </p:cNvSpPr>
          <p:nvPr>
            <p:ph type="subTitle" idx="1"/>
          </p:nvPr>
        </p:nvSpPr>
        <p:spPr/>
        <p:txBody>
          <a:bodyPr>
            <a:normAutofit fontScale="85000" lnSpcReduction="20000"/>
          </a:bodyPr>
          <a:lstStyle/>
          <a:p>
            <a:endParaRPr lang="en-US" altLang="zh-CN" sz="1800"/>
          </a:p>
          <a:p>
            <a:r>
              <a:rPr lang="zh-CN" altLang="en-US" sz="1800"/>
              <a:t>中国海洋大学 计算机系 王欣捷</a:t>
            </a:r>
            <a:endParaRPr lang="en-US" altLang="zh-CN" sz="1800"/>
          </a:p>
          <a:p>
            <a:r>
              <a:rPr lang="en-US" altLang="zh-CN" sz="1800"/>
              <a:t>wangxinjie@ouc.edu.cn</a:t>
            </a:r>
            <a:endParaRPr lang="zh-CN" altLang="en-US" sz="1800"/>
          </a:p>
        </p:txBody>
      </p:sp>
      <p:sp>
        <p:nvSpPr>
          <p:cNvPr id="4" name="文本框 3">
            <a:extLst>
              <a:ext uri="{FF2B5EF4-FFF2-40B4-BE49-F238E27FC236}">
                <a16:creationId xmlns:a16="http://schemas.microsoft.com/office/drawing/2014/main" id="{CB9EEABF-8F2E-4A8A-9369-F41B0C31DBC7}"/>
              </a:ext>
            </a:extLst>
          </p:cNvPr>
          <p:cNvSpPr txBox="1"/>
          <p:nvPr/>
        </p:nvSpPr>
        <p:spPr>
          <a:xfrm>
            <a:off x="3363977" y="3105834"/>
            <a:ext cx="2416046" cy="646331"/>
          </a:xfrm>
          <a:prstGeom prst="rect">
            <a:avLst/>
          </a:prstGeom>
          <a:noFill/>
        </p:spPr>
        <p:txBody>
          <a:bodyPr wrap="none" rtlCol="0">
            <a:spAutoFit/>
          </a:bodyPr>
          <a:lstStyle/>
          <a:p>
            <a:r>
              <a:rPr lang="zh-CN" altLang="en-US" sz="3600">
                <a:solidFill>
                  <a:schemeClr val="bg1"/>
                </a:solidFill>
              </a:rPr>
              <a:t>编 译 原 理</a:t>
            </a:r>
          </a:p>
        </p:txBody>
      </p:sp>
    </p:spTree>
    <p:extLst>
      <p:ext uri="{BB962C8B-B14F-4D97-AF65-F5344CB8AC3E}">
        <p14:creationId xmlns:p14="http://schemas.microsoft.com/office/powerpoint/2010/main" val="2470898374"/>
      </p:ext>
    </p:extLst>
  </p:cSld>
  <p:clrMapOvr>
    <a:masterClrMapping/>
  </p:clrMapOvr>
</p:sld>
</file>

<file path=ppt/slides/slide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3794" name="Rectangle 2">
            <a:extLst>
              <a:ext uri="{FF2B5EF4-FFF2-40B4-BE49-F238E27FC236}">
                <a16:creationId xmlns:a16="http://schemas.microsoft.com/office/drawing/2014/main" id="{BCB14357-A6C3-49CF-B63A-0C8F7428DE79}"/>
              </a:ext>
            </a:extLst>
          </p:cNvPr>
          <p:cNvSpPr>
            <a:spLocks noGrp="1" noChangeArrowheads="1"/>
          </p:cNvSpPr>
          <p:nvPr>
            <p:ph type="title"/>
          </p:nvPr>
        </p:nvSpPr>
        <p:spPr/>
        <p:txBody>
          <a:bodyPr/>
          <a:lstStyle/>
          <a:p>
            <a:pPr eaLnBrk="1" hangingPunct="1"/>
            <a:r>
              <a:rPr lang="zh-CN" altLang="en-US"/>
              <a:t>上次课回顾</a:t>
            </a:r>
          </a:p>
        </p:txBody>
      </p:sp>
      <p:sp>
        <p:nvSpPr>
          <p:cNvPr id="33795" name="Rectangle 3">
            <a:extLst>
              <a:ext uri="{FF2B5EF4-FFF2-40B4-BE49-F238E27FC236}">
                <a16:creationId xmlns:a16="http://schemas.microsoft.com/office/drawing/2014/main" id="{609FA8B0-1F8D-454B-98EB-8FCE0BE47D94}"/>
              </a:ext>
            </a:extLst>
          </p:cNvPr>
          <p:cNvSpPr>
            <a:spLocks noGrp="1" noChangeArrowheads="1"/>
          </p:cNvSpPr>
          <p:nvPr>
            <p:ph idx="1"/>
          </p:nvPr>
        </p:nvSpPr>
        <p:spPr/>
        <p:txBody>
          <a:bodyPr/>
          <a:lstStyle/>
          <a:p>
            <a:pPr eaLnBrk="1" hangingPunct="1"/>
            <a:r>
              <a:rPr lang="en-US" altLang="zh-CN" sz="3600"/>
              <a:t>3.3 </a:t>
            </a:r>
            <a:r>
              <a:rPr lang="zh-CN" altLang="en-US" sz="3600"/>
              <a:t>自上而下分析</a:t>
            </a:r>
          </a:p>
          <a:p>
            <a:pPr lvl="1" eaLnBrk="1" hangingPunct="1"/>
            <a:r>
              <a:rPr lang="en-US" altLang="zh-CN" sz="3200"/>
              <a:t>3.3.1 </a:t>
            </a:r>
            <a:r>
              <a:rPr lang="zh-CN" altLang="en-US" sz="3200"/>
              <a:t>一般分析方法</a:t>
            </a:r>
          </a:p>
          <a:p>
            <a:pPr lvl="1" eaLnBrk="1" hangingPunct="1"/>
            <a:r>
              <a:rPr lang="en-US" altLang="zh-CN" sz="3200"/>
              <a:t>3.3.2 </a:t>
            </a:r>
            <a:r>
              <a:rPr lang="zh-CN" altLang="en-US" sz="3200"/>
              <a:t>预测分析方法的一种形式：</a:t>
            </a:r>
            <a:r>
              <a:rPr lang="en-US" altLang="zh-CN" sz="3200"/>
              <a:t>LL(1)</a:t>
            </a:r>
            <a:r>
              <a:rPr lang="zh-CN" altLang="en-US" sz="3200"/>
              <a:t>文法</a:t>
            </a:r>
            <a:endParaRPr lang="en-US" altLang="zh-CN" sz="2400"/>
          </a:p>
          <a:p>
            <a:pPr lvl="1" eaLnBrk="1" hangingPunct="1"/>
            <a:r>
              <a:rPr lang="en-US" altLang="zh-CN" sz="3200"/>
              <a:t>3.3.3 </a:t>
            </a:r>
            <a:r>
              <a:rPr lang="zh-CN" altLang="en-US" sz="3200"/>
              <a:t>预测分析实现：递归</a:t>
            </a:r>
            <a:endParaRPr lang="en-US" altLang="zh-CN" sz="3200"/>
          </a:p>
          <a:p>
            <a:pPr lvl="1" eaLnBrk="1" hangingPunct="1"/>
            <a:r>
              <a:rPr lang="en-US" altLang="zh-CN" sz="3200"/>
              <a:t>3.3.4 </a:t>
            </a:r>
            <a:r>
              <a:rPr lang="zh-CN" altLang="en-US" sz="3200"/>
              <a:t>预测分析实现：非递归（这次课讲）</a:t>
            </a:r>
          </a:p>
        </p:txBody>
      </p:sp>
      <p:sp>
        <p:nvSpPr>
          <p:cNvPr id="2" name="日期占位符 1">
            <a:extLst>
              <a:ext uri="{FF2B5EF4-FFF2-40B4-BE49-F238E27FC236}">
                <a16:creationId xmlns:a16="http://schemas.microsoft.com/office/drawing/2014/main" id="{358E2C14-D475-EA3E-0BAD-F6CA4FBD450C}"/>
              </a:ext>
            </a:extLst>
          </p:cNvPr>
          <p:cNvSpPr>
            <a:spLocks noGrp="1"/>
          </p:cNvSpPr>
          <p:nvPr>
            <p:ph type="dt" sz="half" idx="10"/>
          </p:nvPr>
        </p:nvSpPr>
        <p:spPr/>
        <p:txBody>
          <a:bodyPr/>
          <a:lstStyle/>
          <a:p>
            <a:fld id="{4B65F900-1744-43CF-A2EE-DE6A0F2645FF}" type="datetime2">
              <a:rPr lang="zh-CN" altLang="en-US" smtClean="0"/>
              <a:pPr/>
              <a:t>2025年11月26日</a:t>
            </a:fld>
            <a:endParaRPr lang="zh-CN" altLang="en-US"/>
          </a:p>
        </p:txBody>
      </p:sp>
      <p:sp>
        <p:nvSpPr>
          <p:cNvPr id="3" name="页脚占位符 2">
            <a:extLst>
              <a:ext uri="{FF2B5EF4-FFF2-40B4-BE49-F238E27FC236}">
                <a16:creationId xmlns:a16="http://schemas.microsoft.com/office/drawing/2014/main" id="{DF5C5C8F-6328-BF09-BD7A-769655715AC3}"/>
              </a:ext>
            </a:extLst>
          </p:cNvPr>
          <p:cNvSpPr>
            <a:spLocks noGrp="1"/>
          </p:cNvSpPr>
          <p:nvPr>
            <p:ph type="ftr" sz="quarter" idx="11"/>
          </p:nvPr>
        </p:nvSpPr>
        <p:spPr/>
        <p:txBody>
          <a:bodyPr/>
          <a:lstStyle/>
          <a:p>
            <a:r>
              <a:rPr lang="zh-CN" altLang="en-US"/>
              <a:t>编译原理</a:t>
            </a:r>
            <a:r>
              <a:rPr lang="en-US" altLang="zh-CN"/>
              <a:t>-</a:t>
            </a:r>
            <a:r>
              <a:rPr lang="zh-CN" altLang="en-US"/>
              <a:t>王欣捷</a:t>
            </a:r>
            <a:r>
              <a:rPr lang="en-US" altLang="zh-CN"/>
              <a:t>-</a:t>
            </a:r>
            <a:r>
              <a:rPr lang="zh-CN" altLang="en-US"/>
              <a:t>第三章 语法分析</a:t>
            </a:r>
            <a:r>
              <a:rPr lang="en-US" altLang="zh-CN"/>
              <a:t>(4)</a:t>
            </a:r>
            <a:endParaRPr lang="zh-CN" altLang="en-US"/>
          </a:p>
        </p:txBody>
      </p:sp>
      <p:sp>
        <p:nvSpPr>
          <p:cNvPr id="4" name="灯片编号占位符 3">
            <a:extLst>
              <a:ext uri="{FF2B5EF4-FFF2-40B4-BE49-F238E27FC236}">
                <a16:creationId xmlns:a16="http://schemas.microsoft.com/office/drawing/2014/main" id="{0B95F37B-358A-127F-6F0D-6A9352657A24}"/>
              </a:ext>
            </a:extLst>
          </p:cNvPr>
          <p:cNvSpPr>
            <a:spLocks noGrp="1"/>
          </p:cNvSpPr>
          <p:nvPr>
            <p:ph type="sldNum" sz="quarter" idx="12"/>
          </p:nvPr>
        </p:nvSpPr>
        <p:spPr/>
        <p:txBody>
          <a:bodyPr/>
          <a:lstStyle/>
          <a:p>
            <a:fld id="{094DEB03-EFC6-4C20-8FC8-295189A5386F}" type="slidenum">
              <a:rPr lang="zh-CN" altLang="en-US" smtClean="0"/>
              <a:pPr/>
              <a:t>2</a:t>
            </a:fld>
            <a:endParaRPr lang="zh-CN" altLang="en-US"/>
          </a:p>
        </p:txBody>
      </p:sp>
    </p:spTree>
  </p:cSld>
  <p:clrMapOvr>
    <a:masterClrMapping/>
  </p:clrMapOvr>
</p:sld>
</file>

<file path=ppt/slides/slide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290" name="Rectangle 2">
            <a:extLst>
              <a:ext uri="{FF2B5EF4-FFF2-40B4-BE49-F238E27FC236}">
                <a16:creationId xmlns:a16="http://schemas.microsoft.com/office/drawing/2014/main" id="{803540C0-1C0D-4162-A3E1-F061877204F5}"/>
              </a:ext>
            </a:extLst>
          </p:cNvPr>
          <p:cNvSpPr>
            <a:spLocks noGrp="1" noChangeArrowheads="1"/>
          </p:cNvSpPr>
          <p:nvPr>
            <p:ph type="title"/>
          </p:nvPr>
        </p:nvSpPr>
        <p:spPr/>
        <p:txBody>
          <a:bodyPr/>
          <a:lstStyle/>
          <a:p>
            <a:pPr eaLnBrk="1" hangingPunct="1"/>
            <a:r>
              <a:rPr lang="zh-CN" altLang="en-US"/>
              <a:t>上次课回顾</a:t>
            </a:r>
          </a:p>
        </p:txBody>
      </p:sp>
      <p:sp>
        <p:nvSpPr>
          <p:cNvPr id="12291" name="Rectangle 3">
            <a:extLst>
              <a:ext uri="{FF2B5EF4-FFF2-40B4-BE49-F238E27FC236}">
                <a16:creationId xmlns:a16="http://schemas.microsoft.com/office/drawing/2014/main" id="{F18F22AC-E989-4239-84CC-D1E69470A010}"/>
              </a:ext>
            </a:extLst>
          </p:cNvPr>
          <p:cNvSpPr>
            <a:spLocks noGrp="1" noChangeArrowheads="1"/>
          </p:cNvSpPr>
          <p:nvPr>
            <p:ph idx="1"/>
          </p:nvPr>
        </p:nvSpPr>
        <p:spPr/>
        <p:txBody>
          <a:bodyPr>
            <a:normAutofit/>
          </a:bodyPr>
          <a:lstStyle/>
          <a:p>
            <a:pPr eaLnBrk="1" hangingPunct="1">
              <a:lnSpc>
                <a:spcPct val="90000"/>
              </a:lnSpc>
            </a:pPr>
            <a:r>
              <a:rPr lang="zh-CN" altLang="en-US"/>
              <a:t>自上而下的分析（</a:t>
            </a:r>
            <a:r>
              <a:rPr lang="en-US" altLang="zh-CN" b="1">
                <a:latin typeface="Times New Roman" panose="02020603050405020304" pitchFamily="18" charset="0"/>
              </a:rPr>
              <a:t>top-down parsing</a:t>
            </a:r>
            <a:r>
              <a:rPr lang="zh-CN" altLang="en-US"/>
              <a:t>）：</a:t>
            </a:r>
            <a:endParaRPr lang="zh-CN" altLang="en-US">
              <a:latin typeface="Times New Roman" panose="02020603050405020304" pitchFamily="18" charset="0"/>
              <a:sym typeface="Symbol" panose="05050102010706020507" pitchFamily="18" charset="2"/>
            </a:endParaRPr>
          </a:p>
          <a:p>
            <a:pPr lvl="1" eaLnBrk="1" hangingPunct="1">
              <a:lnSpc>
                <a:spcPct val="90000"/>
              </a:lnSpc>
            </a:pPr>
            <a:r>
              <a:rPr lang="zh-CN" altLang="en-US"/>
              <a:t>什么是自上而下分析？</a:t>
            </a:r>
          </a:p>
          <a:p>
            <a:pPr lvl="1" eaLnBrk="1" hangingPunct="1">
              <a:lnSpc>
                <a:spcPct val="90000"/>
              </a:lnSpc>
            </a:pPr>
            <a:r>
              <a:rPr lang="zh-CN" altLang="en-US"/>
              <a:t>自上而下分析的一般方法？试探、回溯</a:t>
            </a:r>
          </a:p>
          <a:p>
            <a:pPr lvl="1" eaLnBrk="1" hangingPunct="1">
              <a:lnSpc>
                <a:spcPct val="90000"/>
              </a:lnSpc>
            </a:pPr>
            <a:r>
              <a:rPr lang="zh-CN" altLang="en-US"/>
              <a:t>如何限制文法保证无回溯？</a:t>
            </a:r>
          </a:p>
          <a:p>
            <a:pPr lvl="1" eaLnBrk="1" hangingPunct="1">
              <a:lnSpc>
                <a:spcPct val="90000"/>
              </a:lnSpc>
              <a:buFont typeface="Wingdings" panose="05000000000000000000" pitchFamily="2" charset="2"/>
              <a:buNone/>
            </a:pPr>
            <a:r>
              <a:rPr lang="zh-CN" altLang="en-US" b="1">
                <a:latin typeface="Times New Roman" panose="02020603050405020304" pitchFamily="18" charset="0"/>
              </a:rPr>
              <a:t>    </a:t>
            </a:r>
            <a:r>
              <a:rPr lang="en-US" altLang="zh-CN" b="1">
                <a:latin typeface="Times New Roman" panose="02020603050405020304" pitchFamily="18" charset="0"/>
              </a:rPr>
              <a:t>LL(1)</a:t>
            </a:r>
            <a:r>
              <a:rPr lang="zh-CN" altLang="en-US"/>
              <a:t>文法（</a:t>
            </a:r>
            <a:r>
              <a:rPr lang="en-US" altLang="zh-CN" b="1">
                <a:solidFill>
                  <a:schemeClr val="accent2"/>
                </a:solidFill>
                <a:latin typeface="Times New Roman" panose="02020603050405020304" pitchFamily="18" charset="0"/>
              </a:rPr>
              <a:t>L</a:t>
            </a:r>
            <a:r>
              <a:rPr lang="en-US" altLang="zh-CN" b="1">
                <a:latin typeface="Times New Roman" panose="02020603050405020304" pitchFamily="18" charset="0"/>
              </a:rPr>
              <a:t>eft-to-right parse, </a:t>
            </a:r>
            <a:r>
              <a:rPr lang="en-US" altLang="zh-CN" b="1">
                <a:solidFill>
                  <a:schemeClr val="accent2"/>
                </a:solidFill>
                <a:latin typeface="Times New Roman" panose="02020603050405020304" pitchFamily="18" charset="0"/>
              </a:rPr>
              <a:t>L</a:t>
            </a:r>
            <a:r>
              <a:rPr lang="en-US" altLang="zh-CN" b="1">
                <a:latin typeface="Times New Roman" panose="02020603050405020304" pitchFamily="18" charset="0"/>
              </a:rPr>
              <a:t>eftmost-derivation, </a:t>
            </a:r>
            <a:r>
              <a:rPr lang="en-US" altLang="zh-CN" b="1">
                <a:solidFill>
                  <a:schemeClr val="accent2"/>
                </a:solidFill>
                <a:latin typeface="Times New Roman" panose="02020603050405020304" pitchFamily="18" charset="0"/>
              </a:rPr>
              <a:t>1</a:t>
            </a:r>
            <a:r>
              <a:rPr lang="en-US" altLang="zh-CN" b="1">
                <a:latin typeface="Times New Roman" panose="02020603050405020304" pitchFamily="18" charset="0"/>
              </a:rPr>
              <a:t>-symbol lookahead</a:t>
            </a:r>
            <a:r>
              <a:rPr lang="zh-CN" altLang="en-US"/>
              <a:t>）</a:t>
            </a:r>
          </a:p>
          <a:p>
            <a:pPr lvl="1" eaLnBrk="1" hangingPunct="1">
              <a:lnSpc>
                <a:spcPct val="90000"/>
              </a:lnSpc>
              <a:buFont typeface="Wingdings" panose="05000000000000000000" pitchFamily="2" charset="2"/>
              <a:buNone/>
            </a:pPr>
            <a:endParaRPr lang="zh-CN" altLang="en-US"/>
          </a:p>
          <a:p>
            <a:pPr algn="just" eaLnBrk="1" hangingPunct="1">
              <a:lnSpc>
                <a:spcPct val="90000"/>
              </a:lnSpc>
              <a:spcBef>
                <a:spcPct val="0"/>
              </a:spcBef>
              <a:buFont typeface="Wingdings" panose="05000000000000000000" pitchFamily="2" charset="2"/>
              <a:buNone/>
            </a:pPr>
            <a:r>
              <a:rPr lang="zh-CN" altLang="en-US" sz="2800">
                <a:latin typeface="Times New Roman" panose="02020603050405020304" pitchFamily="18" charset="0"/>
              </a:rPr>
              <a:t>		</a:t>
            </a:r>
            <a:r>
              <a:rPr lang="zh-CN" altLang="en-US" sz="2400">
                <a:latin typeface="Times New Roman" panose="02020603050405020304" pitchFamily="18" charset="0"/>
              </a:rPr>
              <a:t>任何两个产生式</a:t>
            </a:r>
            <a:r>
              <a:rPr lang="en-US" altLang="zh-CN" sz="2400" b="1" i="1">
                <a:latin typeface="Times New Roman" panose="02020603050405020304" pitchFamily="18" charset="0"/>
              </a:rPr>
              <a:t>A </a:t>
            </a:r>
            <a:r>
              <a:rPr lang="en-US" altLang="zh-CN" sz="2400" b="1">
                <a:latin typeface="Times New Roman" panose="02020603050405020304" pitchFamily="18" charset="0"/>
                <a:sym typeface="Symbol" panose="05050102010706020507" pitchFamily="18" charset="2"/>
              </a:rPr>
              <a:t></a:t>
            </a:r>
            <a:r>
              <a:rPr lang="en-US" altLang="zh-CN" sz="2400" b="1" i="1">
                <a:latin typeface="Times New Roman" panose="02020603050405020304" pitchFamily="18" charset="0"/>
                <a:sym typeface="Symbol" panose="05050102010706020507" pitchFamily="18" charset="2"/>
              </a:rPr>
              <a:t></a:t>
            </a:r>
            <a:r>
              <a:rPr lang="en-US" altLang="zh-CN" sz="2400" b="1" i="1">
                <a:latin typeface="Times New Roman" panose="02020603050405020304" pitchFamily="18" charset="0"/>
              </a:rPr>
              <a:t> | </a:t>
            </a:r>
            <a:r>
              <a:rPr lang="en-US" altLang="zh-CN" sz="2400" b="1" i="1">
                <a:latin typeface="Times New Roman" panose="02020603050405020304" pitchFamily="18" charset="0"/>
                <a:sym typeface="Symbol" panose="05050102010706020507" pitchFamily="18" charset="2"/>
              </a:rPr>
              <a:t></a:t>
            </a:r>
            <a:r>
              <a:rPr lang="en-US" altLang="zh-CN" sz="2400" i="1">
                <a:latin typeface="Times New Roman" panose="02020603050405020304" pitchFamily="18" charset="0"/>
                <a:sym typeface="Symbol" panose="05050102010706020507" pitchFamily="18" charset="2"/>
              </a:rPr>
              <a:t> </a:t>
            </a:r>
            <a:r>
              <a:rPr lang="zh-CN" altLang="en-US" sz="2400">
                <a:latin typeface="Times New Roman" panose="02020603050405020304" pitchFamily="18" charset="0"/>
              </a:rPr>
              <a:t>都满足下列条件</a:t>
            </a:r>
            <a:r>
              <a:rPr lang="zh-CN" altLang="en-US" sz="2800">
                <a:latin typeface="Times New Roman" panose="02020603050405020304" pitchFamily="18" charset="0"/>
              </a:rPr>
              <a:t>：</a:t>
            </a:r>
          </a:p>
          <a:p>
            <a:pPr lvl="2" algn="just" eaLnBrk="1" hangingPunct="1">
              <a:lnSpc>
                <a:spcPct val="90000"/>
              </a:lnSpc>
              <a:spcBef>
                <a:spcPct val="0"/>
              </a:spcBef>
            </a:pPr>
            <a:r>
              <a:rPr lang="en-US" altLang="zh-CN" b="1">
                <a:latin typeface="Times New Roman" panose="02020603050405020304" pitchFamily="18" charset="0"/>
              </a:rPr>
              <a:t>FIRST(</a:t>
            </a:r>
            <a:r>
              <a:rPr lang="en-US" altLang="zh-CN" b="1" i="1">
                <a:latin typeface="Times New Roman" panose="02020603050405020304" pitchFamily="18" charset="0"/>
                <a:sym typeface="Symbol" panose="05050102010706020507" pitchFamily="18" charset="2"/>
              </a:rPr>
              <a:t></a:t>
            </a:r>
            <a:r>
              <a:rPr lang="en-US" altLang="zh-CN" b="1" i="1">
                <a:latin typeface="Times New Roman" panose="02020603050405020304" pitchFamily="18" charset="0"/>
              </a:rPr>
              <a:t> </a:t>
            </a:r>
            <a:r>
              <a:rPr lang="en-US" altLang="zh-CN" b="1">
                <a:latin typeface="Times New Roman" panose="02020603050405020304" pitchFamily="18" charset="0"/>
              </a:rPr>
              <a:t>) </a:t>
            </a:r>
            <a:r>
              <a:rPr lang="en-US" altLang="zh-CN" b="1">
                <a:latin typeface="Times New Roman" panose="02020603050405020304" pitchFamily="18" charset="0"/>
                <a:sym typeface="Symbol" panose="05050102010706020507" pitchFamily="18" charset="2"/>
              </a:rPr>
              <a:t></a:t>
            </a:r>
            <a:r>
              <a:rPr lang="en-US" altLang="zh-CN" b="1">
                <a:latin typeface="Times New Roman" panose="02020603050405020304" pitchFamily="18" charset="0"/>
              </a:rPr>
              <a:t> FIRST(</a:t>
            </a:r>
            <a:r>
              <a:rPr lang="en-US" altLang="zh-CN" b="1" i="1">
                <a:latin typeface="Times New Roman" panose="02020603050405020304" pitchFamily="18" charset="0"/>
                <a:sym typeface="Symbol" panose="05050102010706020507" pitchFamily="18" charset="2"/>
              </a:rPr>
              <a:t></a:t>
            </a:r>
            <a:r>
              <a:rPr lang="en-US" altLang="zh-CN" b="1">
                <a:latin typeface="Times New Roman" panose="02020603050405020304" pitchFamily="18" charset="0"/>
              </a:rPr>
              <a:t> ) = </a:t>
            </a:r>
            <a:r>
              <a:rPr lang="en-US" altLang="zh-CN" b="1">
                <a:latin typeface="Times New Roman" panose="02020603050405020304" pitchFamily="18" charset="0"/>
                <a:sym typeface="Symbol" panose="05050102010706020507" pitchFamily="18" charset="2"/>
              </a:rPr>
              <a:t></a:t>
            </a:r>
            <a:endParaRPr lang="en-US" altLang="zh-CN" b="1">
              <a:latin typeface="Times New Roman" panose="02020603050405020304" pitchFamily="18" charset="0"/>
            </a:endParaRPr>
          </a:p>
          <a:p>
            <a:pPr lvl="2" eaLnBrk="1" hangingPunct="1">
              <a:lnSpc>
                <a:spcPct val="90000"/>
              </a:lnSpc>
              <a:spcBef>
                <a:spcPct val="0"/>
              </a:spcBef>
            </a:pPr>
            <a:r>
              <a:rPr lang="zh-CN" altLang="en-US">
                <a:latin typeface="Times New Roman" panose="02020603050405020304" pitchFamily="18" charset="0"/>
              </a:rPr>
              <a:t>若</a:t>
            </a:r>
            <a:r>
              <a:rPr lang="zh-CN" altLang="en-US" b="1" i="1">
                <a:latin typeface="Times New Roman" panose="02020603050405020304" pitchFamily="18" charset="0"/>
                <a:sym typeface="Symbol" panose="05050102010706020507" pitchFamily="18" charset="2"/>
              </a:rPr>
              <a:t></a:t>
            </a:r>
            <a:r>
              <a:rPr lang="zh-CN" altLang="en-US" b="1" i="1">
                <a:latin typeface="Times New Roman" panose="02020603050405020304" pitchFamily="18" charset="0"/>
              </a:rPr>
              <a:t> </a:t>
            </a:r>
            <a:r>
              <a:rPr lang="zh-CN" altLang="en-US" b="1">
                <a:latin typeface="Times New Roman" panose="02020603050405020304" pitchFamily="18" charset="0"/>
                <a:sym typeface="Symbol" panose="05050102010706020507" pitchFamily="18" charset="2"/>
              </a:rPr>
              <a:t></a:t>
            </a:r>
            <a:r>
              <a:rPr lang="zh-CN" altLang="en-US" b="1">
                <a:latin typeface="Times New Roman" panose="02020603050405020304" pitchFamily="18" charset="0"/>
              </a:rPr>
              <a:t>* </a:t>
            </a:r>
            <a:r>
              <a:rPr lang="zh-CN" altLang="en-US" b="1">
                <a:latin typeface="Times New Roman" panose="02020603050405020304" pitchFamily="18" charset="0"/>
                <a:sym typeface="Symbol" panose="05050102010706020507" pitchFamily="18" charset="2"/>
              </a:rPr>
              <a:t></a:t>
            </a:r>
            <a:r>
              <a:rPr lang="zh-CN" altLang="en-US" b="1">
                <a:latin typeface="Times New Roman" panose="02020603050405020304" pitchFamily="18" charset="0"/>
              </a:rPr>
              <a:t> ，</a:t>
            </a:r>
            <a:r>
              <a:rPr lang="zh-CN" altLang="en-US">
                <a:latin typeface="Times New Roman" panose="02020603050405020304" pitchFamily="18" charset="0"/>
              </a:rPr>
              <a:t>那么</a:t>
            </a:r>
            <a:r>
              <a:rPr lang="en-US" altLang="zh-CN" b="1">
                <a:latin typeface="Times New Roman" panose="02020603050405020304" pitchFamily="18" charset="0"/>
              </a:rPr>
              <a:t>FIRST(</a:t>
            </a:r>
            <a:r>
              <a:rPr lang="en-US" altLang="zh-CN" b="1" i="1">
                <a:latin typeface="Times New Roman" panose="02020603050405020304" pitchFamily="18" charset="0"/>
                <a:sym typeface="Symbol" panose="05050102010706020507" pitchFamily="18" charset="2"/>
              </a:rPr>
              <a:t></a:t>
            </a:r>
            <a:r>
              <a:rPr lang="en-US" altLang="zh-CN" b="1">
                <a:latin typeface="Times New Roman" panose="02020603050405020304" pitchFamily="18" charset="0"/>
              </a:rPr>
              <a:t>) </a:t>
            </a:r>
            <a:r>
              <a:rPr lang="en-US" altLang="zh-CN" b="1">
                <a:latin typeface="Times New Roman" panose="02020603050405020304" pitchFamily="18" charset="0"/>
                <a:sym typeface="Symbol" panose="05050102010706020507" pitchFamily="18" charset="2"/>
              </a:rPr>
              <a:t></a:t>
            </a:r>
            <a:r>
              <a:rPr lang="en-US" altLang="zh-CN" b="1">
                <a:latin typeface="Times New Roman" panose="02020603050405020304" pitchFamily="18" charset="0"/>
              </a:rPr>
              <a:t> FOLLOW(</a:t>
            </a:r>
            <a:r>
              <a:rPr lang="en-US" altLang="zh-CN" b="1" i="1">
                <a:latin typeface="Times New Roman" panose="02020603050405020304" pitchFamily="18" charset="0"/>
              </a:rPr>
              <a:t>A</a:t>
            </a:r>
            <a:r>
              <a:rPr lang="en-US" altLang="zh-CN" b="1">
                <a:latin typeface="Times New Roman" panose="02020603050405020304" pitchFamily="18" charset="0"/>
              </a:rPr>
              <a:t>) = </a:t>
            </a:r>
            <a:r>
              <a:rPr lang="en-US" altLang="zh-CN" b="1">
                <a:latin typeface="Times New Roman" panose="02020603050405020304" pitchFamily="18" charset="0"/>
                <a:sym typeface="Symbol" panose="05050102010706020507" pitchFamily="18" charset="2"/>
              </a:rPr>
              <a:t></a:t>
            </a:r>
          </a:p>
          <a:p>
            <a:pPr lvl="2" eaLnBrk="1" hangingPunct="1">
              <a:lnSpc>
                <a:spcPct val="90000"/>
              </a:lnSpc>
            </a:pPr>
            <a:endParaRPr lang="en-US" altLang="zh-CN"/>
          </a:p>
        </p:txBody>
      </p:sp>
      <p:sp>
        <p:nvSpPr>
          <p:cNvPr id="2" name="日期占位符 1">
            <a:extLst>
              <a:ext uri="{FF2B5EF4-FFF2-40B4-BE49-F238E27FC236}">
                <a16:creationId xmlns:a16="http://schemas.microsoft.com/office/drawing/2014/main" id="{C8218067-E887-EFA6-239F-E22B9C9A70EF}"/>
              </a:ext>
            </a:extLst>
          </p:cNvPr>
          <p:cNvSpPr>
            <a:spLocks noGrp="1"/>
          </p:cNvSpPr>
          <p:nvPr>
            <p:ph type="dt" sz="half" idx="10"/>
          </p:nvPr>
        </p:nvSpPr>
        <p:spPr/>
        <p:txBody>
          <a:bodyPr/>
          <a:lstStyle/>
          <a:p>
            <a:fld id="{0C7994F7-DA3B-44A2-A3FB-4FACA7C74593}" type="datetime2">
              <a:rPr lang="zh-CN" altLang="en-US" smtClean="0"/>
              <a:pPr/>
              <a:t>2025年11月26日</a:t>
            </a:fld>
            <a:endParaRPr lang="zh-CN" altLang="en-US"/>
          </a:p>
        </p:txBody>
      </p:sp>
      <p:sp>
        <p:nvSpPr>
          <p:cNvPr id="3" name="页脚占位符 2">
            <a:extLst>
              <a:ext uri="{FF2B5EF4-FFF2-40B4-BE49-F238E27FC236}">
                <a16:creationId xmlns:a16="http://schemas.microsoft.com/office/drawing/2014/main" id="{C0D7136F-DF1F-58F1-D953-A25676D8DD7A}"/>
              </a:ext>
            </a:extLst>
          </p:cNvPr>
          <p:cNvSpPr>
            <a:spLocks noGrp="1"/>
          </p:cNvSpPr>
          <p:nvPr>
            <p:ph type="ftr" sz="quarter" idx="11"/>
          </p:nvPr>
        </p:nvSpPr>
        <p:spPr/>
        <p:txBody>
          <a:bodyPr/>
          <a:lstStyle/>
          <a:p>
            <a:r>
              <a:rPr lang="zh-CN" altLang="en-US"/>
              <a:t>编译原理</a:t>
            </a:r>
            <a:r>
              <a:rPr lang="en-US" altLang="zh-CN"/>
              <a:t>-</a:t>
            </a:r>
            <a:r>
              <a:rPr lang="zh-CN" altLang="en-US"/>
              <a:t>王欣捷</a:t>
            </a:r>
            <a:r>
              <a:rPr lang="en-US" altLang="zh-CN"/>
              <a:t>-</a:t>
            </a:r>
            <a:r>
              <a:rPr lang="zh-CN" altLang="en-US"/>
              <a:t>第三章 语法分析</a:t>
            </a:r>
            <a:r>
              <a:rPr lang="en-US" altLang="zh-CN"/>
              <a:t>(4)</a:t>
            </a:r>
            <a:endParaRPr lang="zh-CN" altLang="en-US"/>
          </a:p>
        </p:txBody>
      </p:sp>
      <p:sp>
        <p:nvSpPr>
          <p:cNvPr id="4" name="灯片编号占位符 3">
            <a:extLst>
              <a:ext uri="{FF2B5EF4-FFF2-40B4-BE49-F238E27FC236}">
                <a16:creationId xmlns:a16="http://schemas.microsoft.com/office/drawing/2014/main" id="{84B0097E-D26D-6BCC-6059-9516660FF6F5}"/>
              </a:ext>
            </a:extLst>
          </p:cNvPr>
          <p:cNvSpPr>
            <a:spLocks noGrp="1"/>
          </p:cNvSpPr>
          <p:nvPr>
            <p:ph type="sldNum" sz="quarter" idx="12"/>
          </p:nvPr>
        </p:nvSpPr>
        <p:spPr/>
        <p:txBody>
          <a:bodyPr/>
          <a:lstStyle/>
          <a:p>
            <a:fld id="{094DEB03-EFC6-4C20-8FC8-295189A5386F}" type="slidenum">
              <a:rPr lang="zh-CN" altLang="en-US" smtClean="0"/>
              <a:pPr/>
              <a:t>3</a:t>
            </a:fld>
            <a:endParaRPr lang="zh-CN" altLang="en-US"/>
          </a:p>
        </p:txBody>
      </p:sp>
    </p:spTree>
  </p:cSld>
  <p:clrMapOvr>
    <a:masterClrMapping/>
  </p:clrMapOvr>
</p:sld>
</file>

<file path=ppt/slides/slide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314" name="Rectangle 2">
            <a:extLst>
              <a:ext uri="{FF2B5EF4-FFF2-40B4-BE49-F238E27FC236}">
                <a16:creationId xmlns:a16="http://schemas.microsoft.com/office/drawing/2014/main" id="{9824CD5B-33E3-40BA-8F9E-18E66E69522F}"/>
              </a:ext>
            </a:extLst>
          </p:cNvPr>
          <p:cNvSpPr>
            <a:spLocks noGrp="1" noChangeArrowheads="1"/>
          </p:cNvSpPr>
          <p:nvPr>
            <p:ph type="title"/>
          </p:nvPr>
        </p:nvSpPr>
        <p:spPr/>
        <p:txBody>
          <a:bodyPr/>
          <a:lstStyle/>
          <a:p>
            <a:pPr eaLnBrk="1" hangingPunct="1"/>
            <a:r>
              <a:rPr lang="zh-CN" altLang="en-US"/>
              <a:t>上次课回顾</a:t>
            </a:r>
          </a:p>
        </p:txBody>
      </p:sp>
      <p:sp>
        <p:nvSpPr>
          <p:cNvPr id="13315" name="Rectangle 3">
            <a:extLst>
              <a:ext uri="{FF2B5EF4-FFF2-40B4-BE49-F238E27FC236}">
                <a16:creationId xmlns:a16="http://schemas.microsoft.com/office/drawing/2014/main" id="{67677F30-1E24-4626-BA0B-3725AE43666A}"/>
              </a:ext>
            </a:extLst>
          </p:cNvPr>
          <p:cNvSpPr>
            <a:spLocks noGrp="1" noChangeArrowheads="1"/>
          </p:cNvSpPr>
          <p:nvPr>
            <p:ph idx="1"/>
          </p:nvPr>
        </p:nvSpPr>
        <p:spPr/>
        <p:txBody>
          <a:bodyPr/>
          <a:lstStyle/>
          <a:p>
            <a:pPr eaLnBrk="1" hangingPunct="1">
              <a:spcBef>
                <a:spcPct val="0"/>
              </a:spcBef>
            </a:pPr>
            <a:r>
              <a:rPr lang="en-US" altLang="zh-CN" sz="2800" b="1" dirty="0">
                <a:latin typeface="Times New Roman" panose="02020603050405020304" pitchFamily="18" charset="0"/>
              </a:rPr>
              <a:t>FIRST</a:t>
            </a:r>
            <a:r>
              <a:rPr lang="zh-CN" altLang="en-US" sz="2800" dirty="0">
                <a:latin typeface="Times New Roman" panose="02020603050405020304" pitchFamily="18" charset="0"/>
              </a:rPr>
              <a:t>和</a:t>
            </a:r>
            <a:r>
              <a:rPr lang="en-US" altLang="zh-CN" sz="2800" b="1" dirty="0">
                <a:latin typeface="Times New Roman" panose="02020603050405020304" pitchFamily="18" charset="0"/>
              </a:rPr>
              <a:t>FOLLOW</a:t>
            </a:r>
          </a:p>
          <a:p>
            <a:pPr lvl="1" eaLnBrk="1" hangingPunct="1">
              <a:spcBef>
                <a:spcPct val="0"/>
              </a:spcBef>
            </a:pPr>
            <a:r>
              <a:rPr lang="en-US" altLang="zh-CN" sz="2400" b="1" dirty="0">
                <a:latin typeface="Times New Roman" panose="02020603050405020304" pitchFamily="18" charset="0"/>
              </a:rPr>
              <a:t>FIRST (</a:t>
            </a:r>
            <a:r>
              <a:rPr lang="en-US" altLang="zh-CN" sz="2400" b="1" i="1" dirty="0">
                <a:latin typeface="Times New Roman" panose="02020603050405020304" pitchFamily="18" charset="0"/>
                <a:sym typeface="Symbol" panose="05050102010706020507" pitchFamily="18" charset="2"/>
              </a:rPr>
              <a:t></a:t>
            </a:r>
            <a:r>
              <a:rPr lang="en-US" altLang="zh-CN" sz="2400" b="1" i="1" dirty="0">
                <a:latin typeface="Times New Roman" panose="02020603050405020304" pitchFamily="18" charset="0"/>
              </a:rPr>
              <a:t> </a:t>
            </a:r>
            <a:r>
              <a:rPr lang="en-US" altLang="zh-CN" sz="2400" b="1" dirty="0">
                <a:latin typeface="Times New Roman" panose="02020603050405020304" pitchFamily="18" charset="0"/>
              </a:rPr>
              <a:t>)={</a:t>
            </a:r>
            <a:r>
              <a:rPr lang="en-US" altLang="zh-CN" sz="2400" b="1" i="1" dirty="0">
                <a:latin typeface="Times New Roman" panose="02020603050405020304" pitchFamily="18" charset="0"/>
              </a:rPr>
              <a:t>a </a:t>
            </a:r>
            <a:r>
              <a:rPr lang="en-US" altLang="zh-CN" sz="2400" b="1" dirty="0">
                <a:latin typeface="Times New Roman" panose="02020603050405020304" pitchFamily="18" charset="0"/>
              </a:rPr>
              <a:t>| </a:t>
            </a:r>
            <a:r>
              <a:rPr lang="en-US" altLang="zh-CN" sz="2400" b="1" i="1" dirty="0">
                <a:latin typeface="Times New Roman" panose="02020603050405020304" pitchFamily="18" charset="0"/>
                <a:sym typeface="Symbol" panose="05050102010706020507" pitchFamily="18" charset="2"/>
              </a:rPr>
              <a:t></a:t>
            </a:r>
            <a:r>
              <a:rPr lang="en-US" altLang="zh-CN" sz="2400" b="1" i="1" dirty="0">
                <a:latin typeface="Times New Roman" panose="02020603050405020304" pitchFamily="18" charset="0"/>
              </a:rPr>
              <a:t> </a:t>
            </a:r>
            <a:r>
              <a:rPr lang="en-US" altLang="zh-CN" sz="2400" b="1" dirty="0">
                <a:latin typeface="Times New Roman" panose="02020603050405020304" pitchFamily="18" charset="0"/>
                <a:sym typeface="Symbol" panose="05050102010706020507" pitchFamily="18" charset="2"/>
              </a:rPr>
              <a:t></a:t>
            </a:r>
            <a:r>
              <a:rPr lang="en-US" altLang="zh-CN" sz="2400" b="1" dirty="0">
                <a:latin typeface="Times New Roman" panose="02020603050405020304" pitchFamily="18" charset="0"/>
              </a:rPr>
              <a:t>* </a:t>
            </a:r>
            <a:r>
              <a:rPr lang="en-US" altLang="zh-CN" sz="2400" b="1" i="1" dirty="0">
                <a:latin typeface="Times New Roman" panose="02020603050405020304" pitchFamily="18" charset="0"/>
              </a:rPr>
              <a:t>a</a:t>
            </a:r>
            <a:r>
              <a:rPr lang="en-US" altLang="zh-CN" sz="2400" b="1" dirty="0">
                <a:latin typeface="Times New Roman" panose="02020603050405020304" pitchFamily="18" charset="0"/>
              </a:rPr>
              <a:t>…,</a:t>
            </a:r>
            <a:r>
              <a:rPr lang="en-US" altLang="zh-CN" sz="2400" b="1" i="1" dirty="0">
                <a:latin typeface="Times New Roman" panose="02020603050405020304" pitchFamily="18" charset="0"/>
              </a:rPr>
              <a:t> a </a:t>
            </a:r>
            <a:r>
              <a:rPr lang="en-US" altLang="zh-CN" sz="2400" b="1" dirty="0">
                <a:latin typeface="Times New Roman" panose="02020603050405020304" pitchFamily="18" charset="0"/>
                <a:sym typeface="Symbol" panose="05050102010706020507" pitchFamily="18" charset="2"/>
              </a:rPr>
              <a:t></a:t>
            </a:r>
            <a:r>
              <a:rPr lang="en-US" altLang="zh-CN" sz="2400" b="1" dirty="0">
                <a:latin typeface="Times New Roman" panose="02020603050405020304" pitchFamily="18" charset="0"/>
              </a:rPr>
              <a:t> </a:t>
            </a:r>
            <a:r>
              <a:rPr lang="en-US" altLang="zh-CN" sz="2400" b="1" i="1" dirty="0">
                <a:latin typeface="Times New Roman" panose="02020603050405020304" pitchFamily="18" charset="0"/>
              </a:rPr>
              <a:t>V</a:t>
            </a:r>
            <a:r>
              <a:rPr lang="en-US" altLang="zh-CN" sz="2400" b="1" i="1" baseline="-30000" dirty="0">
                <a:latin typeface="Times New Roman" panose="02020603050405020304" pitchFamily="18" charset="0"/>
              </a:rPr>
              <a:t>T</a:t>
            </a:r>
            <a:r>
              <a:rPr lang="en-US" altLang="zh-CN" sz="2400" b="1" dirty="0">
                <a:latin typeface="Times New Roman" panose="02020603050405020304" pitchFamily="18" charset="0"/>
              </a:rPr>
              <a:t>} </a:t>
            </a:r>
          </a:p>
          <a:p>
            <a:pPr lvl="1" eaLnBrk="1" hangingPunct="1">
              <a:spcBef>
                <a:spcPct val="0"/>
              </a:spcBef>
              <a:buFont typeface="Wingdings" panose="05000000000000000000" pitchFamily="2" charset="2"/>
              <a:buNone/>
            </a:pPr>
            <a:r>
              <a:rPr lang="en-US" altLang="zh-CN" sz="2400" b="1" dirty="0">
                <a:latin typeface="Times New Roman" panose="02020603050405020304" pitchFamily="18" charset="0"/>
              </a:rPr>
              <a:t>   </a:t>
            </a:r>
            <a:r>
              <a:rPr lang="zh-CN" altLang="en-US" sz="2400" dirty="0">
                <a:latin typeface="Times New Roman" panose="02020603050405020304" pitchFamily="18" charset="0"/>
              </a:rPr>
              <a:t>特别的，</a:t>
            </a:r>
            <a:r>
              <a:rPr lang="zh-CN" altLang="en-US" sz="2400" b="1" i="1" dirty="0">
                <a:latin typeface="Times New Roman" panose="02020603050405020304" pitchFamily="18" charset="0"/>
                <a:sym typeface="Symbol" panose="05050102010706020507" pitchFamily="18" charset="2"/>
              </a:rPr>
              <a:t></a:t>
            </a:r>
            <a:r>
              <a:rPr lang="zh-CN" altLang="en-US" sz="2400" b="1" i="1" dirty="0">
                <a:latin typeface="Times New Roman" panose="02020603050405020304" pitchFamily="18" charset="0"/>
              </a:rPr>
              <a:t> </a:t>
            </a:r>
            <a:r>
              <a:rPr lang="zh-CN" altLang="en-US" sz="2400" b="1" dirty="0">
                <a:latin typeface="Times New Roman" panose="02020603050405020304" pitchFamily="18" charset="0"/>
                <a:sym typeface="Symbol" panose="05050102010706020507" pitchFamily="18" charset="2"/>
              </a:rPr>
              <a:t></a:t>
            </a:r>
            <a:r>
              <a:rPr lang="zh-CN" altLang="en-US" sz="2400" b="1" dirty="0">
                <a:latin typeface="Times New Roman" panose="02020603050405020304" pitchFamily="18" charset="0"/>
              </a:rPr>
              <a:t>* </a:t>
            </a:r>
            <a:r>
              <a:rPr lang="zh-CN" altLang="en-US" sz="2400" b="1" dirty="0">
                <a:latin typeface="Times New Roman" panose="02020603050405020304" pitchFamily="18" charset="0"/>
                <a:sym typeface="Symbol" panose="05050102010706020507" pitchFamily="18" charset="2"/>
              </a:rPr>
              <a:t></a:t>
            </a:r>
            <a:r>
              <a:rPr lang="zh-CN" altLang="en-US" sz="2400" dirty="0">
                <a:latin typeface="Times New Roman" panose="02020603050405020304" pitchFamily="18" charset="0"/>
              </a:rPr>
              <a:t>时</a:t>
            </a:r>
            <a:r>
              <a:rPr lang="zh-CN" altLang="en-US" sz="2400" b="1" dirty="0">
                <a:latin typeface="Times New Roman" panose="02020603050405020304" pitchFamily="18" charset="0"/>
              </a:rPr>
              <a:t>，</a:t>
            </a:r>
            <a:r>
              <a:rPr lang="zh-CN" altLang="en-US" sz="2400" dirty="0">
                <a:latin typeface="Times New Roman" panose="02020603050405020304" pitchFamily="18" charset="0"/>
              </a:rPr>
              <a:t>规定</a:t>
            </a:r>
            <a:r>
              <a:rPr lang="zh-CN" altLang="en-US" sz="2400" b="1" dirty="0">
                <a:latin typeface="Times New Roman" panose="02020603050405020304" pitchFamily="18" charset="0"/>
                <a:sym typeface="Symbol" panose="05050102010706020507" pitchFamily="18" charset="2"/>
              </a:rPr>
              <a:t></a:t>
            </a:r>
            <a:r>
              <a:rPr lang="zh-CN" altLang="en-US" sz="2400" b="1" dirty="0">
                <a:latin typeface="Times New Roman" panose="02020603050405020304" pitchFamily="18" charset="0"/>
              </a:rPr>
              <a:t> </a:t>
            </a:r>
            <a:r>
              <a:rPr lang="zh-CN" altLang="en-US" sz="2400" b="1" dirty="0">
                <a:latin typeface="Times New Roman" panose="02020603050405020304" pitchFamily="18" charset="0"/>
                <a:sym typeface="Symbol" panose="05050102010706020507" pitchFamily="18" charset="2"/>
              </a:rPr>
              <a:t></a:t>
            </a:r>
            <a:r>
              <a:rPr lang="zh-CN" altLang="en-US" sz="2400" b="1" dirty="0">
                <a:latin typeface="Times New Roman" panose="02020603050405020304" pitchFamily="18" charset="0"/>
              </a:rPr>
              <a:t> </a:t>
            </a:r>
            <a:r>
              <a:rPr lang="en-US" altLang="zh-CN" sz="2400" b="1" dirty="0">
                <a:latin typeface="Times New Roman" panose="02020603050405020304" pitchFamily="18" charset="0"/>
              </a:rPr>
              <a:t>FIRST (</a:t>
            </a:r>
            <a:r>
              <a:rPr lang="en-US" altLang="zh-CN" sz="2400" b="1" i="1" dirty="0">
                <a:latin typeface="Times New Roman" panose="02020603050405020304" pitchFamily="18" charset="0"/>
                <a:sym typeface="Symbol" panose="05050102010706020507" pitchFamily="18" charset="2"/>
              </a:rPr>
              <a:t></a:t>
            </a:r>
            <a:r>
              <a:rPr lang="en-US" altLang="zh-CN" sz="2400" b="1" i="1" dirty="0">
                <a:latin typeface="Times New Roman" panose="02020603050405020304" pitchFamily="18" charset="0"/>
              </a:rPr>
              <a:t> </a:t>
            </a:r>
            <a:r>
              <a:rPr lang="en-US" altLang="zh-CN" sz="2400" b="1" dirty="0">
                <a:latin typeface="Times New Roman" panose="02020603050405020304" pitchFamily="18" charset="0"/>
              </a:rPr>
              <a:t>) </a:t>
            </a:r>
          </a:p>
          <a:p>
            <a:pPr lvl="1" algn="just" eaLnBrk="1" hangingPunct="1">
              <a:spcBef>
                <a:spcPct val="0"/>
              </a:spcBef>
            </a:pPr>
            <a:r>
              <a:rPr lang="en-US" altLang="zh-CN" sz="2400" b="1" dirty="0">
                <a:latin typeface="Times New Roman" panose="02020603050405020304" pitchFamily="18" charset="0"/>
              </a:rPr>
              <a:t>FOLLOW (</a:t>
            </a:r>
            <a:r>
              <a:rPr lang="en-US" altLang="zh-CN" sz="2400" b="1" i="1" dirty="0">
                <a:latin typeface="Times New Roman" panose="02020603050405020304" pitchFamily="18" charset="0"/>
              </a:rPr>
              <a:t>A</a:t>
            </a:r>
            <a:r>
              <a:rPr lang="en-US" altLang="zh-CN" sz="2400" b="1" dirty="0">
                <a:latin typeface="Times New Roman" panose="02020603050405020304" pitchFamily="18" charset="0"/>
              </a:rPr>
              <a:t>) = {</a:t>
            </a:r>
            <a:r>
              <a:rPr lang="en-US" altLang="zh-CN" sz="2400" b="1" i="1" dirty="0">
                <a:latin typeface="Times New Roman" panose="02020603050405020304" pitchFamily="18" charset="0"/>
              </a:rPr>
              <a:t>a</a:t>
            </a:r>
            <a:r>
              <a:rPr lang="en-US" altLang="zh-CN" sz="2400" b="1" dirty="0">
                <a:latin typeface="Times New Roman" panose="02020603050405020304" pitchFamily="18" charset="0"/>
              </a:rPr>
              <a:t> | </a:t>
            </a:r>
            <a:r>
              <a:rPr lang="en-US" altLang="zh-CN" sz="2400" b="1" i="1" dirty="0">
                <a:latin typeface="Times New Roman" panose="02020603050405020304" pitchFamily="18" charset="0"/>
              </a:rPr>
              <a:t>S</a:t>
            </a:r>
            <a:r>
              <a:rPr lang="en-US" altLang="zh-CN" sz="2400" b="1" dirty="0">
                <a:latin typeface="Times New Roman" panose="02020603050405020304" pitchFamily="18" charset="0"/>
              </a:rPr>
              <a:t>$ </a:t>
            </a:r>
            <a:r>
              <a:rPr lang="en-US" altLang="zh-CN" sz="2400" b="1" dirty="0">
                <a:latin typeface="Times New Roman" panose="02020603050405020304" pitchFamily="18" charset="0"/>
                <a:sym typeface="Symbol" panose="05050102010706020507" pitchFamily="18" charset="2"/>
              </a:rPr>
              <a:t></a:t>
            </a:r>
            <a:r>
              <a:rPr lang="en-US" altLang="zh-CN" sz="2400" b="1" dirty="0">
                <a:latin typeface="Times New Roman" panose="02020603050405020304" pitchFamily="18" charset="0"/>
              </a:rPr>
              <a:t>* …</a:t>
            </a:r>
            <a:r>
              <a:rPr lang="en-US" altLang="zh-CN" sz="2400" b="1" i="1" dirty="0">
                <a:latin typeface="Times New Roman" panose="02020603050405020304" pitchFamily="18" charset="0"/>
              </a:rPr>
              <a:t>Aa</a:t>
            </a:r>
            <a:r>
              <a:rPr lang="en-US" altLang="zh-CN" sz="2400" b="1" dirty="0">
                <a:latin typeface="Times New Roman" panose="02020603050405020304" pitchFamily="18" charset="0"/>
              </a:rPr>
              <a:t>…</a:t>
            </a:r>
            <a:r>
              <a:rPr lang="zh-CN" altLang="en-US" sz="2400" b="1" dirty="0">
                <a:latin typeface="Times New Roman" panose="02020603050405020304" pitchFamily="18" charset="0"/>
              </a:rPr>
              <a:t>，</a:t>
            </a:r>
            <a:r>
              <a:rPr lang="en-US" altLang="zh-CN" sz="2400" b="1" i="1" dirty="0" err="1">
                <a:latin typeface="Times New Roman" panose="02020603050405020304" pitchFamily="18" charset="0"/>
              </a:rPr>
              <a:t>a</a:t>
            </a:r>
            <a:r>
              <a:rPr lang="en-US" altLang="zh-CN" sz="2400" b="1" dirty="0" err="1">
                <a:latin typeface="Times New Roman" panose="02020603050405020304" pitchFamily="18" charset="0"/>
                <a:sym typeface="Symbol" panose="05050102010706020507" pitchFamily="18" charset="2"/>
              </a:rPr>
              <a:t></a:t>
            </a:r>
            <a:r>
              <a:rPr lang="en-US" altLang="zh-CN" sz="2400" b="1" i="1" dirty="0" err="1">
                <a:latin typeface="Times New Roman" panose="02020603050405020304" pitchFamily="18" charset="0"/>
              </a:rPr>
              <a:t>V</a:t>
            </a:r>
            <a:r>
              <a:rPr lang="en-US" altLang="zh-CN" sz="2400" b="1" i="1" baseline="-30000" dirty="0" err="1">
                <a:latin typeface="Times New Roman" panose="02020603050405020304" pitchFamily="18" charset="0"/>
              </a:rPr>
              <a:t>T</a:t>
            </a:r>
            <a:r>
              <a:rPr lang="en-US" altLang="zh-CN" sz="2400" b="1" dirty="0">
                <a:latin typeface="Times New Roman" panose="02020603050405020304" pitchFamily="18" charset="0"/>
              </a:rPr>
              <a:t>}</a:t>
            </a:r>
          </a:p>
          <a:p>
            <a:pPr lvl="1" algn="just" eaLnBrk="1" hangingPunct="1">
              <a:spcBef>
                <a:spcPct val="0"/>
              </a:spcBef>
              <a:buFont typeface="Wingdings" panose="05000000000000000000" pitchFamily="2" charset="2"/>
              <a:buNone/>
            </a:pPr>
            <a:r>
              <a:rPr lang="en-US" altLang="zh-CN" sz="2400" b="1" dirty="0">
                <a:latin typeface="Times New Roman" panose="02020603050405020304" pitchFamily="18" charset="0"/>
              </a:rPr>
              <a:t>	</a:t>
            </a:r>
            <a:r>
              <a:rPr lang="zh-CN" altLang="en-US" sz="2400" dirty="0">
                <a:latin typeface="Times New Roman" panose="02020603050405020304" pitchFamily="18" charset="0"/>
              </a:rPr>
              <a:t>特别的，如果</a:t>
            </a:r>
            <a:r>
              <a:rPr lang="en-US" altLang="zh-CN" sz="2400" b="1" i="1" dirty="0">
                <a:latin typeface="Times New Roman" panose="02020603050405020304" pitchFamily="18" charset="0"/>
              </a:rPr>
              <a:t>A</a:t>
            </a:r>
            <a:r>
              <a:rPr lang="zh-CN" altLang="en-US" sz="2400" dirty="0">
                <a:latin typeface="Times New Roman" panose="02020603050405020304" pitchFamily="18" charset="0"/>
              </a:rPr>
              <a:t>是某个句型的最右符号</a:t>
            </a:r>
            <a:r>
              <a:rPr lang="zh-CN" altLang="en-US" sz="2400" b="1" dirty="0">
                <a:latin typeface="Times New Roman" panose="02020603050405020304" pitchFamily="18" charset="0"/>
              </a:rPr>
              <a:t>，</a:t>
            </a:r>
            <a:r>
              <a:rPr lang="zh-CN" altLang="en-US" sz="2400" dirty="0">
                <a:latin typeface="Times New Roman" panose="02020603050405020304" pitchFamily="18" charset="0"/>
              </a:rPr>
              <a:t>那么</a:t>
            </a:r>
            <a:r>
              <a:rPr lang="en-US" altLang="zh-CN" sz="2400" b="1" dirty="0">
                <a:latin typeface="Times New Roman" panose="02020603050405020304" pitchFamily="18" charset="0"/>
              </a:rPr>
              <a:t>$</a:t>
            </a:r>
            <a:r>
              <a:rPr lang="zh-CN" altLang="en-US" sz="2400" dirty="0">
                <a:latin typeface="Times New Roman" panose="02020603050405020304" pitchFamily="18" charset="0"/>
              </a:rPr>
              <a:t>属于</a:t>
            </a:r>
            <a:r>
              <a:rPr lang="en-US" altLang="zh-CN" sz="2400" b="1" dirty="0">
                <a:latin typeface="Times New Roman" panose="02020603050405020304" pitchFamily="18" charset="0"/>
              </a:rPr>
              <a:t>FOLLOW(</a:t>
            </a:r>
            <a:r>
              <a:rPr lang="en-US" altLang="zh-CN" sz="2400" b="1" i="1" dirty="0">
                <a:latin typeface="Times New Roman" panose="02020603050405020304" pitchFamily="18" charset="0"/>
              </a:rPr>
              <a:t>A</a:t>
            </a:r>
            <a:r>
              <a:rPr lang="en-US" altLang="zh-CN" sz="2400" b="1" dirty="0">
                <a:latin typeface="Times New Roman" panose="02020603050405020304" pitchFamily="18" charset="0"/>
              </a:rPr>
              <a:t>)</a:t>
            </a:r>
          </a:p>
          <a:p>
            <a:pPr lvl="1" algn="just" eaLnBrk="1" hangingPunct="1">
              <a:spcBef>
                <a:spcPct val="0"/>
              </a:spcBef>
            </a:pPr>
            <a:r>
              <a:rPr lang="zh-CN" altLang="en-US" sz="2400" dirty="0">
                <a:latin typeface="Times New Roman" panose="02020603050405020304" pitchFamily="18" charset="0"/>
              </a:rPr>
              <a:t>下图中，</a:t>
            </a:r>
            <a:r>
              <a:rPr lang="en-US" altLang="zh-CN" sz="2400" b="1" i="1" dirty="0">
                <a:latin typeface="Times New Roman" panose="02020603050405020304" pitchFamily="18" charset="0"/>
              </a:rPr>
              <a:t>c</a:t>
            </a:r>
            <a:r>
              <a:rPr lang="en-US" altLang="zh-CN" sz="2400" b="1" dirty="0">
                <a:latin typeface="Times New Roman" panose="02020603050405020304" pitchFamily="18" charset="0"/>
                <a:sym typeface="Symbol" panose="05050102010706020507" pitchFamily="18" charset="2"/>
              </a:rPr>
              <a:t>FIRST(</a:t>
            </a:r>
            <a:r>
              <a:rPr lang="en-US" altLang="zh-CN" sz="2400" b="1" i="1" dirty="0">
                <a:latin typeface="Times New Roman" panose="02020603050405020304" pitchFamily="18" charset="0"/>
                <a:sym typeface="Symbol" panose="05050102010706020507" pitchFamily="18" charset="2"/>
              </a:rPr>
              <a:t>A</a:t>
            </a:r>
            <a:r>
              <a:rPr lang="en-US" altLang="zh-CN" sz="2400" b="1" dirty="0">
                <a:latin typeface="Times New Roman" panose="02020603050405020304" pitchFamily="18" charset="0"/>
                <a:sym typeface="Symbol" panose="05050102010706020507" pitchFamily="18" charset="2"/>
              </a:rPr>
              <a:t>)</a:t>
            </a:r>
            <a:r>
              <a:rPr lang="zh-CN" altLang="en-US" sz="2400" dirty="0">
                <a:latin typeface="Times New Roman" panose="02020603050405020304" pitchFamily="18" charset="0"/>
                <a:sym typeface="Symbol" panose="05050102010706020507" pitchFamily="18" charset="2"/>
              </a:rPr>
              <a:t>，</a:t>
            </a:r>
            <a:r>
              <a:rPr lang="en-US" altLang="zh-CN" sz="2400" b="1" i="1" dirty="0" err="1">
                <a:latin typeface="Times New Roman" panose="02020603050405020304" pitchFamily="18" charset="0"/>
                <a:sym typeface="Symbol" panose="05050102010706020507" pitchFamily="18" charset="2"/>
              </a:rPr>
              <a:t>a</a:t>
            </a:r>
            <a:r>
              <a:rPr lang="en-US" altLang="zh-CN" sz="2400" b="1" dirty="0" err="1">
                <a:latin typeface="Times New Roman" panose="02020603050405020304" pitchFamily="18" charset="0"/>
                <a:sym typeface="Symbol" panose="05050102010706020507" pitchFamily="18" charset="2"/>
              </a:rPr>
              <a:t>FOLLOW</a:t>
            </a:r>
            <a:r>
              <a:rPr lang="en-US" altLang="zh-CN" sz="2400" b="1" dirty="0">
                <a:latin typeface="Times New Roman" panose="02020603050405020304" pitchFamily="18" charset="0"/>
                <a:sym typeface="Symbol" panose="05050102010706020507" pitchFamily="18" charset="2"/>
              </a:rPr>
              <a:t>(</a:t>
            </a:r>
            <a:r>
              <a:rPr lang="en-US" altLang="zh-CN" sz="2400" b="1" i="1" dirty="0">
                <a:latin typeface="Times New Roman" panose="02020603050405020304" pitchFamily="18" charset="0"/>
                <a:sym typeface="Symbol" panose="05050102010706020507" pitchFamily="18" charset="2"/>
              </a:rPr>
              <a:t>A</a:t>
            </a:r>
            <a:r>
              <a:rPr lang="en-US" altLang="zh-CN" sz="2400" b="1" dirty="0">
                <a:latin typeface="Times New Roman" panose="02020603050405020304" pitchFamily="18" charset="0"/>
                <a:sym typeface="Symbol" panose="05050102010706020507" pitchFamily="18" charset="2"/>
              </a:rPr>
              <a:t>)</a:t>
            </a:r>
          </a:p>
        </p:txBody>
      </p:sp>
      <p:grpSp>
        <p:nvGrpSpPr>
          <p:cNvPr id="13316" name="Group 24">
            <a:extLst>
              <a:ext uri="{FF2B5EF4-FFF2-40B4-BE49-F238E27FC236}">
                <a16:creationId xmlns:a16="http://schemas.microsoft.com/office/drawing/2014/main" id="{7EE7406E-407F-4572-9179-9912CB388176}"/>
              </a:ext>
            </a:extLst>
          </p:cNvPr>
          <p:cNvGrpSpPr>
            <a:grpSpLocks/>
          </p:cNvGrpSpPr>
          <p:nvPr/>
        </p:nvGrpSpPr>
        <p:grpSpPr bwMode="auto">
          <a:xfrm>
            <a:off x="3048000" y="4683126"/>
            <a:ext cx="3429000" cy="2027238"/>
            <a:chOff x="1920" y="2880"/>
            <a:chExt cx="2160" cy="1277"/>
          </a:xfrm>
        </p:grpSpPr>
        <p:sp>
          <p:nvSpPr>
            <p:cNvPr id="13317" name="Text Box 4">
              <a:extLst>
                <a:ext uri="{FF2B5EF4-FFF2-40B4-BE49-F238E27FC236}">
                  <a16:creationId xmlns:a16="http://schemas.microsoft.com/office/drawing/2014/main" id="{6A9920CE-6CA4-454C-A03C-F1CCB1C2262B}"/>
                </a:ext>
              </a:extLst>
            </p:cNvPr>
            <p:cNvSpPr txBox="1">
              <a:spLocks noChangeArrowheads="1"/>
            </p:cNvSpPr>
            <p:nvPr/>
          </p:nvSpPr>
          <p:spPr bwMode="auto">
            <a:xfrm>
              <a:off x="2885" y="2880"/>
              <a:ext cx="166" cy="26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5400" algn="ctr">
                  <a:solidFill>
                    <a:srgbClr val="000000"/>
                  </a:solidFill>
                  <a:miter lim="800000"/>
                  <a:headEnd/>
                  <a:tailEnd/>
                </a14:hiddenLine>
              </a:ext>
            </a:extLst>
          </p:spPr>
          <p:txBody>
            <a:bodyPr wrap="none" lIns="54000" tIns="28800" rIns="54000" bIns="28800">
              <a:spAutoFit/>
            </a:bodyPr>
            <a:lstStyle>
              <a:lvl1pPr>
                <a:spcBef>
                  <a:spcPct val="20000"/>
                </a:spcBef>
                <a:buClr>
                  <a:schemeClr val="folHlink"/>
                </a:buClr>
                <a:buSzPct val="60000"/>
                <a:buFont typeface="Wingdings" panose="05000000000000000000" pitchFamily="2" charset="2"/>
                <a:buChar char="n"/>
                <a:defRPr sz="3200">
                  <a:solidFill>
                    <a:schemeClr val="tx1"/>
                  </a:solidFill>
                  <a:latin typeface="Tahoma" panose="020B0604030504040204" pitchFamily="34" charset="0"/>
                  <a:ea typeface="黑体" panose="02010609060101010101" pitchFamily="49" charset="-122"/>
                </a:defRPr>
              </a:lvl1pPr>
              <a:lvl2pPr marL="742950" indent="-285750">
                <a:spcBef>
                  <a:spcPct val="20000"/>
                </a:spcBef>
                <a:buClr>
                  <a:schemeClr val="hlink"/>
                </a:buClr>
                <a:buSzPct val="55000"/>
                <a:buFont typeface="Wingdings" panose="05000000000000000000" pitchFamily="2" charset="2"/>
                <a:buChar char="n"/>
                <a:defRPr sz="2800">
                  <a:solidFill>
                    <a:schemeClr val="tx1"/>
                  </a:solidFill>
                  <a:latin typeface="Tahoma" panose="020B0604030504040204" pitchFamily="34" charset="0"/>
                  <a:ea typeface="黑体" panose="02010609060101010101" pitchFamily="49" charset="-122"/>
                </a:defRPr>
              </a:lvl2pPr>
              <a:lvl3pPr marL="1143000" indent="-228600">
                <a:spcBef>
                  <a:spcPct val="20000"/>
                </a:spcBef>
                <a:buClr>
                  <a:schemeClr val="folHlink"/>
                </a:buClr>
                <a:buSzPct val="50000"/>
                <a:buFont typeface="Wingdings" panose="05000000000000000000" pitchFamily="2" charset="2"/>
                <a:buChar char="n"/>
                <a:defRPr sz="2400">
                  <a:solidFill>
                    <a:schemeClr val="tx1"/>
                  </a:solidFill>
                  <a:latin typeface="Tahoma" panose="020B0604030504040204" pitchFamily="34" charset="0"/>
                  <a:ea typeface="黑体" panose="02010609060101010101" pitchFamily="49" charset="-122"/>
                </a:defRPr>
              </a:lvl3pPr>
              <a:lvl4pPr marL="1600200" indent="-228600">
                <a:spcBef>
                  <a:spcPct val="20000"/>
                </a:spcBef>
                <a:buClr>
                  <a:schemeClr val="accent2"/>
                </a:buClr>
                <a:buSzPct val="55000"/>
                <a:buFont typeface="Wingdings" panose="05000000000000000000" pitchFamily="2" charset="2"/>
                <a:buChar char="n"/>
                <a:defRPr sz="2000">
                  <a:solidFill>
                    <a:schemeClr val="tx1"/>
                  </a:solidFill>
                  <a:latin typeface="Tahoma" panose="020B0604030504040204" pitchFamily="34" charset="0"/>
                  <a:ea typeface="黑体" panose="02010609060101010101" pitchFamily="49" charset="-122"/>
                </a:defRPr>
              </a:lvl4pPr>
              <a:lvl5pPr marL="2057400" indent="-228600">
                <a:spcBef>
                  <a:spcPct val="20000"/>
                </a:spcBef>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黑体" panose="02010609060101010101" pitchFamily="49" charset="-122"/>
                </a:defRPr>
              </a:lvl9pPr>
            </a:lstStyle>
            <a:p>
              <a:pPr algn="just">
                <a:spcBef>
                  <a:spcPct val="0"/>
                </a:spcBef>
                <a:buClrTx/>
                <a:buSzTx/>
                <a:buFontTx/>
                <a:buNone/>
              </a:pPr>
              <a:r>
                <a:rPr lang="en-US" altLang="zh-CN" sz="2400" i="1">
                  <a:latin typeface="Times New Roman" panose="02020603050405020304" pitchFamily="18" charset="0"/>
                  <a:ea typeface="宋体" panose="02010600030101010101" pitchFamily="2" charset="-122"/>
                </a:rPr>
                <a:t>S</a:t>
              </a:r>
            </a:p>
          </p:txBody>
        </p:sp>
        <p:sp>
          <p:nvSpPr>
            <p:cNvPr id="13318" name="Text Box 5">
              <a:extLst>
                <a:ext uri="{FF2B5EF4-FFF2-40B4-BE49-F238E27FC236}">
                  <a16:creationId xmlns:a16="http://schemas.microsoft.com/office/drawing/2014/main" id="{E0F03A75-9B47-4374-A9C1-271F7D9FE996}"/>
                </a:ext>
              </a:extLst>
            </p:cNvPr>
            <p:cNvSpPr txBox="1">
              <a:spLocks noChangeArrowheads="1"/>
            </p:cNvSpPr>
            <p:nvPr/>
          </p:nvSpPr>
          <p:spPr bwMode="auto">
            <a:xfrm>
              <a:off x="1967" y="3360"/>
              <a:ext cx="191" cy="26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5400" algn="ctr">
                  <a:solidFill>
                    <a:srgbClr val="000000"/>
                  </a:solidFill>
                  <a:miter lim="800000"/>
                  <a:headEnd/>
                  <a:tailEnd/>
                </a14:hiddenLine>
              </a:ext>
            </a:extLst>
          </p:spPr>
          <p:txBody>
            <a:bodyPr wrap="none" lIns="54000" tIns="28800" rIns="54000" bIns="28800">
              <a:spAutoFit/>
            </a:bodyPr>
            <a:lstStyle>
              <a:lvl1pPr>
                <a:spcBef>
                  <a:spcPct val="20000"/>
                </a:spcBef>
                <a:buClr>
                  <a:schemeClr val="folHlink"/>
                </a:buClr>
                <a:buSzPct val="60000"/>
                <a:buFont typeface="Wingdings" panose="05000000000000000000" pitchFamily="2" charset="2"/>
                <a:buChar char="n"/>
                <a:defRPr sz="3200">
                  <a:solidFill>
                    <a:schemeClr val="tx1"/>
                  </a:solidFill>
                  <a:latin typeface="Tahoma" panose="020B0604030504040204" pitchFamily="34" charset="0"/>
                  <a:ea typeface="黑体" panose="02010609060101010101" pitchFamily="49" charset="-122"/>
                </a:defRPr>
              </a:lvl1pPr>
              <a:lvl2pPr marL="742950" indent="-285750">
                <a:spcBef>
                  <a:spcPct val="20000"/>
                </a:spcBef>
                <a:buClr>
                  <a:schemeClr val="hlink"/>
                </a:buClr>
                <a:buSzPct val="55000"/>
                <a:buFont typeface="Wingdings" panose="05000000000000000000" pitchFamily="2" charset="2"/>
                <a:buChar char="n"/>
                <a:defRPr sz="2800">
                  <a:solidFill>
                    <a:schemeClr val="tx1"/>
                  </a:solidFill>
                  <a:latin typeface="Tahoma" panose="020B0604030504040204" pitchFamily="34" charset="0"/>
                  <a:ea typeface="黑体" panose="02010609060101010101" pitchFamily="49" charset="-122"/>
                </a:defRPr>
              </a:lvl2pPr>
              <a:lvl3pPr marL="1143000" indent="-228600">
                <a:spcBef>
                  <a:spcPct val="20000"/>
                </a:spcBef>
                <a:buClr>
                  <a:schemeClr val="folHlink"/>
                </a:buClr>
                <a:buSzPct val="50000"/>
                <a:buFont typeface="Wingdings" panose="05000000000000000000" pitchFamily="2" charset="2"/>
                <a:buChar char="n"/>
                <a:defRPr sz="2400">
                  <a:solidFill>
                    <a:schemeClr val="tx1"/>
                  </a:solidFill>
                  <a:latin typeface="Tahoma" panose="020B0604030504040204" pitchFamily="34" charset="0"/>
                  <a:ea typeface="黑体" panose="02010609060101010101" pitchFamily="49" charset="-122"/>
                </a:defRPr>
              </a:lvl3pPr>
              <a:lvl4pPr marL="1600200" indent="-228600">
                <a:spcBef>
                  <a:spcPct val="20000"/>
                </a:spcBef>
                <a:buClr>
                  <a:schemeClr val="accent2"/>
                </a:buClr>
                <a:buSzPct val="55000"/>
                <a:buFont typeface="Wingdings" panose="05000000000000000000" pitchFamily="2" charset="2"/>
                <a:buChar char="n"/>
                <a:defRPr sz="2000">
                  <a:solidFill>
                    <a:schemeClr val="tx1"/>
                  </a:solidFill>
                  <a:latin typeface="Tahoma" panose="020B0604030504040204" pitchFamily="34" charset="0"/>
                  <a:ea typeface="黑体" panose="02010609060101010101" pitchFamily="49" charset="-122"/>
                </a:defRPr>
              </a:lvl4pPr>
              <a:lvl5pPr marL="2057400" indent="-228600">
                <a:spcBef>
                  <a:spcPct val="20000"/>
                </a:spcBef>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黑体" panose="02010609060101010101" pitchFamily="49" charset="-122"/>
                </a:defRPr>
              </a:lvl9pPr>
            </a:lstStyle>
            <a:p>
              <a:pPr algn="just">
                <a:spcBef>
                  <a:spcPct val="0"/>
                </a:spcBef>
                <a:buClrTx/>
                <a:buSzTx/>
                <a:buFontTx/>
                <a:buNone/>
              </a:pPr>
              <a:r>
                <a:rPr lang="en-US" altLang="zh-CN" sz="2400" i="1">
                  <a:latin typeface="Times New Roman" panose="02020603050405020304" pitchFamily="18" charset="0"/>
                  <a:ea typeface="宋体" panose="02010600030101010101" pitchFamily="2" charset="-122"/>
                  <a:sym typeface="Symbol" panose="05050102010706020507" pitchFamily="18" charset="2"/>
                </a:rPr>
                <a:t></a:t>
              </a:r>
            </a:p>
          </p:txBody>
        </p:sp>
        <p:sp>
          <p:nvSpPr>
            <p:cNvPr id="13319" name="Text Box 6">
              <a:extLst>
                <a:ext uri="{FF2B5EF4-FFF2-40B4-BE49-F238E27FC236}">
                  <a16:creationId xmlns:a16="http://schemas.microsoft.com/office/drawing/2014/main" id="{6B4BF6AE-DCE4-42D1-9BA3-1C2440B30AE2}"/>
                </a:ext>
              </a:extLst>
            </p:cNvPr>
            <p:cNvSpPr txBox="1">
              <a:spLocks noChangeArrowheads="1"/>
            </p:cNvSpPr>
            <p:nvPr/>
          </p:nvSpPr>
          <p:spPr bwMode="auto">
            <a:xfrm>
              <a:off x="2549" y="3360"/>
              <a:ext cx="187" cy="26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5400" algn="ctr">
                  <a:solidFill>
                    <a:srgbClr val="000000"/>
                  </a:solidFill>
                  <a:miter lim="800000"/>
                  <a:headEnd/>
                  <a:tailEnd/>
                </a14:hiddenLine>
              </a:ext>
            </a:extLst>
          </p:spPr>
          <p:txBody>
            <a:bodyPr wrap="none" lIns="54000" tIns="28800" rIns="54000" bIns="28800">
              <a:spAutoFit/>
            </a:bodyPr>
            <a:lstStyle>
              <a:lvl1pPr>
                <a:spcBef>
                  <a:spcPct val="20000"/>
                </a:spcBef>
                <a:buClr>
                  <a:schemeClr val="folHlink"/>
                </a:buClr>
                <a:buSzPct val="60000"/>
                <a:buFont typeface="Wingdings" panose="05000000000000000000" pitchFamily="2" charset="2"/>
                <a:buChar char="n"/>
                <a:defRPr sz="3200">
                  <a:solidFill>
                    <a:schemeClr val="tx1"/>
                  </a:solidFill>
                  <a:latin typeface="Tahoma" panose="020B0604030504040204" pitchFamily="34" charset="0"/>
                  <a:ea typeface="黑体" panose="02010609060101010101" pitchFamily="49" charset="-122"/>
                </a:defRPr>
              </a:lvl1pPr>
              <a:lvl2pPr marL="742950" indent="-285750">
                <a:spcBef>
                  <a:spcPct val="20000"/>
                </a:spcBef>
                <a:buClr>
                  <a:schemeClr val="hlink"/>
                </a:buClr>
                <a:buSzPct val="55000"/>
                <a:buFont typeface="Wingdings" panose="05000000000000000000" pitchFamily="2" charset="2"/>
                <a:buChar char="n"/>
                <a:defRPr sz="2800">
                  <a:solidFill>
                    <a:schemeClr val="tx1"/>
                  </a:solidFill>
                  <a:latin typeface="Tahoma" panose="020B0604030504040204" pitchFamily="34" charset="0"/>
                  <a:ea typeface="黑体" panose="02010609060101010101" pitchFamily="49" charset="-122"/>
                </a:defRPr>
              </a:lvl2pPr>
              <a:lvl3pPr marL="1143000" indent="-228600">
                <a:spcBef>
                  <a:spcPct val="20000"/>
                </a:spcBef>
                <a:buClr>
                  <a:schemeClr val="folHlink"/>
                </a:buClr>
                <a:buSzPct val="50000"/>
                <a:buFont typeface="Wingdings" panose="05000000000000000000" pitchFamily="2" charset="2"/>
                <a:buChar char="n"/>
                <a:defRPr sz="2400">
                  <a:solidFill>
                    <a:schemeClr val="tx1"/>
                  </a:solidFill>
                  <a:latin typeface="Tahoma" panose="020B0604030504040204" pitchFamily="34" charset="0"/>
                  <a:ea typeface="黑体" panose="02010609060101010101" pitchFamily="49" charset="-122"/>
                </a:defRPr>
              </a:lvl3pPr>
              <a:lvl4pPr marL="1600200" indent="-228600">
                <a:spcBef>
                  <a:spcPct val="20000"/>
                </a:spcBef>
                <a:buClr>
                  <a:schemeClr val="accent2"/>
                </a:buClr>
                <a:buSzPct val="55000"/>
                <a:buFont typeface="Wingdings" panose="05000000000000000000" pitchFamily="2" charset="2"/>
                <a:buChar char="n"/>
                <a:defRPr sz="2000">
                  <a:solidFill>
                    <a:schemeClr val="tx1"/>
                  </a:solidFill>
                  <a:latin typeface="Tahoma" panose="020B0604030504040204" pitchFamily="34" charset="0"/>
                  <a:ea typeface="黑体" panose="02010609060101010101" pitchFamily="49" charset="-122"/>
                </a:defRPr>
              </a:lvl4pPr>
              <a:lvl5pPr marL="2057400" indent="-228600">
                <a:spcBef>
                  <a:spcPct val="20000"/>
                </a:spcBef>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黑体" panose="02010609060101010101" pitchFamily="49" charset="-122"/>
                </a:defRPr>
              </a:lvl9pPr>
            </a:lstStyle>
            <a:p>
              <a:pPr algn="just">
                <a:spcBef>
                  <a:spcPct val="0"/>
                </a:spcBef>
                <a:buClrTx/>
                <a:buSzTx/>
                <a:buFontTx/>
                <a:buNone/>
              </a:pPr>
              <a:r>
                <a:rPr lang="en-US" altLang="zh-CN" sz="2400" i="1">
                  <a:latin typeface="Times New Roman" panose="02020603050405020304" pitchFamily="18" charset="0"/>
                  <a:ea typeface="宋体" panose="02010600030101010101" pitchFamily="2" charset="-122"/>
                </a:rPr>
                <a:t>A</a:t>
              </a:r>
            </a:p>
          </p:txBody>
        </p:sp>
        <p:sp>
          <p:nvSpPr>
            <p:cNvPr id="13320" name="Text Box 7">
              <a:extLst>
                <a:ext uri="{FF2B5EF4-FFF2-40B4-BE49-F238E27FC236}">
                  <a16:creationId xmlns:a16="http://schemas.microsoft.com/office/drawing/2014/main" id="{F0514A31-82D0-4776-ACEA-84170AC2C5E3}"/>
                </a:ext>
              </a:extLst>
            </p:cNvPr>
            <p:cNvSpPr txBox="1">
              <a:spLocks noChangeArrowheads="1"/>
            </p:cNvSpPr>
            <p:nvPr/>
          </p:nvSpPr>
          <p:spPr bwMode="auto">
            <a:xfrm>
              <a:off x="3167" y="3360"/>
              <a:ext cx="166" cy="26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5400" algn="ctr">
                  <a:solidFill>
                    <a:srgbClr val="000000"/>
                  </a:solidFill>
                  <a:miter lim="800000"/>
                  <a:headEnd/>
                  <a:tailEnd/>
                </a14:hiddenLine>
              </a:ext>
            </a:extLst>
          </p:spPr>
          <p:txBody>
            <a:bodyPr wrap="none" lIns="54000" tIns="28800" rIns="54000" bIns="28800">
              <a:spAutoFit/>
            </a:bodyPr>
            <a:lstStyle>
              <a:lvl1pPr>
                <a:spcBef>
                  <a:spcPct val="20000"/>
                </a:spcBef>
                <a:buClr>
                  <a:schemeClr val="folHlink"/>
                </a:buClr>
                <a:buSzPct val="60000"/>
                <a:buFont typeface="Wingdings" panose="05000000000000000000" pitchFamily="2" charset="2"/>
                <a:buChar char="n"/>
                <a:defRPr sz="3200">
                  <a:solidFill>
                    <a:schemeClr val="tx1"/>
                  </a:solidFill>
                  <a:latin typeface="Tahoma" panose="020B0604030504040204" pitchFamily="34" charset="0"/>
                  <a:ea typeface="黑体" panose="02010609060101010101" pitchFamily="49" charset="-122"/>
                </a:defRPr>
              </a:lvl1pPr>
              <a:lvl2pPr marL="742950" indent="-285750">
                <a:spcBef>
                  <a:spcPct val="20000"/>
                </a:spcBef>
                <a:buClr>
                  <a:schemeClr val="hlink"/>
                </a:buClr>
                <a:buSzPct val="55000"/>
                <a:buFont typeface="Wingdings" panose="05000000000000000000" pitchFamily="2" charset="2"/>
                <a:buChar char="n"/>
                <a:defRPr sz="2800">
                  <a:solidFill>
                    <a:schemeClr val="tx1"/>
                  </a:solidFill>
                  <a:latin typeface="Tahoma" panose="020B0604030504040204" pitchFamily="34" charset="0"/>
                  <a:ea typeface="黑体" panose="02010609060101010101" pitchFamily="49" charset="-122"/>
                </a:defRPr>
              </a:lvl2pPr>
              <a:lvl3pPr marL="1143000" indent="-228600">
                <a:spcBef>
                  <a:spcPct val="20000"/>
                </a:spcBef>
                <a:buClr>
                  <a:schemeClr val="folHlink"/>
                </a:buClr>
                <a:buSzPct val="50000"/>
                <a:buFont typeface="Wingdings" panose="05000000000000000000" pitchFamily="2" charset="2"/>
                <a:buChar char="n"/>
                <a:defRPr sz="2400">
                  <a:solidFill>
                    <a:schemeClr val="tx1"/>
                  </a:solidFill>
                  <a:latin typeface="Tahoma" panose="020B0604030504040204" pitchFamily="34" charset="0"/>
                  <a:ea typeface="黑体" panose="02010609060101010101" pitchFamily="49" charset="-122"/>
                </a:defRPr>
              </a:lvl3pPr>
              <a:lvl4pPr marL="1600200" indent="-228600">
                <a:spcBef>
                  <a:spcPct val="20000"/>
                </a:spcBef>
                <a:buClr>
                  <a:schemeClr val="accent2"/>
                </a:buClr>
                <a:buSzPct val="55000"/>
                <a:buFont typeface="Wingdings" panose="05000000000000000000" pitchFamily="2" charset="2"/>
                <a:buChar char="n"/>
                <a:defRPr sz="2000">
                  <a:solidFill>
                    <a:schemeClr val="tx1"/>
                  </a:solidFill>
                  <a:latin typeface="Tahoma" panose="020B0604030504040204" pitchFamily="34" charset="0"/>
                  <a:ea typeface="黑体" panose="02010609060101010101" pitchFamily="49" charset="-122"/>
                </a:defRPr>
              </a:lvl4pPr>
              <a:lvl5pPr marL="2057400" indent="-228600">
                <a:spcBef>
                  <a:spcPct val="20000"/>
                </a:spcBef>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黑体" panose="02010609060101010101" pitchFamily="49" charset="-122"/>
                </a:defRPr>
              </a:lvl9pPr>
            </a:lstStyle>
            <a:p>
              <a:pPr algn="just">
                <a:spcBef>
                  <a:spcPct val="0"/>
                </a:spcBef>
                <a:buClrTx/>
                <a:buSzTx/>
                <a:buFontTx/>
                <a:buNone/>
              </a:pPr>
              <a:r>
                <a:rPr lang="en-US" altLang="zh-CN" sz="2400" i="1">
                  <a:latin typeface="Times New Roman" panose="02020603050405020304" pitchFamily="18" charset="0"/>
                  <a:ea typeface="宋体" panose="02010600030101010101" pitchFamily="2" charset="-122"/>
                </a:rPr>
                <a:t>a</a:t>
              </a:r>
            </a:p>
          </p:txBody>
        </p:sp>
        <p:sp>
          <p:nvSpPr>
            <p:cNvPr id="13321" name="Text Box 8">
              <a:extLst>
                <a:ext uri="{FF2B5EF4-FFF2-40B4-BE49-F238E27FC236}">
                  <a16:creationId xmlns:a16="http://schemas.microsoft.com/office/drawing/2014/main" id="{A4270569-FC04-45A3-A11D-2C55C69E2FC8}"/>
                </a:ext>
              </a:extLst>
            </p:cNvPr>
            <p:cNvSpPr txBox="1">
              <a:spLocks noChangeArrowheads="1"/>
            </p:cNvSpPr>
            <p:nvPr/>
          </p:nvSpPr>
          <p:spPr bwMode="auto">
            <a:xfrm>
              <a:off x="3791" y="3360"/>
              <a:ext cx="175" cy="26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5400" algn="ctr">
                  <a:solidFill>
                    <a:srgbClr val="000000"/>
                  </a:solidFill>
                  <a:miter lim="800000"/>
                  <a:headEnd/>
                  <a:tailEnd/>
                </a14:hiddenLine>
              </a:ext>
            </a:extLst>
          </p:spPr>
          <p:txBody>
            <a:bodyPr wrap="none" lIns="54000" tIns="28800" rIns="54000" bIns="28800">
              <a:spAutoFit/>
            </a:bodyPr>
            <a:lstStyle>
              <a:lvl1pPr>
                <a:spcBef>
                  <a:spcPct val="20000"/>
                </a:spcBef>
                <a:buClr>
                  <a:schemeClr val="folHlink"/>
                </a:buClr>
                <a:buSzPct val="60000"/>
                <a:buFont typeface="Wingdings" panose="05000000000000000000" pitchFamily="2" charset="2"/>
                <a:buChar char="n"/>
                <a:defRPr sz="3200">
                  <a:solidFill>
                    <a:schemeClr val="tx1"/>
                  </a:solidFill>
                  <a:latin typeface="Tahoma" panose="020B0604030504040204" pitchFamily="34" charset="0"/>
                  <a:ea typeface="黑体" panose="02010609060101010101" pitchFamily="49" charset="-122"/>
                </a:defRPr>
              </a:lvl1pPr>
              <a:lvl2pPr marL="742950" indent="-285750">
                <a:spcBef>
                  <a:spcPct val="20000"/>
                </a:spcBef>
                <a:buClr>
                  <a:schemeClr val="hlink"/>
                </a:buClr>
                <a:buSzPct val="55000"/>
                <a:buFont typeface="Wingdings" panose="05000000000000000000" pitchFamily="2" charset="2"/>
                <a:buChar char="n"/>
                <a:defRPr sz="2800">
                  <a:solidFill>
                    <a:schemeClr val="tx1"/>
                  </a:solidFill>
                  <a:latin typeface="Tahoma" panose="020B0604030504040204" pitchFamily="34" charset="0"/>
                  <a:ea typeface="黑体" panose="02010609060101010101" pitchFamily="49" charset="-122"/>
                </a:defRPr>
              </a:lvl2pPr>
              <a:lvl3pPr marL="1143000" indent="-228600">
                <a:spcBef>
                  <a:spcPct val="20000"/>
                </a:spcBef>
                <a:buClr>
                  <a:schemeClr val="folHlink"/>
                </a:buClr>
                <a:buSzPct val="50000"/>
                <a:buFont typeface="Wingdings" panose="05000000000000000000" pitchFamily="2" charset="2"/>
                <a:buChar char="n"/>
                <a:defRPr sz="2400">
                  <a:solidFill>
                    <a:schemeClr val="tx1"/>
                  </a:solidFill>
                  <a:latin typeface="Tahoma" panose="020B0604030504040204" pitchFamily="34" charset="0"/>
                  <a:ea typeface="黑体" panose="02010609060101010101" pitchFamily="49" charset="-122"/>
                </a:defRPr>
              </a:lvl3pPr>
              <a:lvl4pPr marL="1600200" indent="-228600">
                <a:spcBef>
                  <a:spcPct val="20000"/>
                </a:spcBef>
                <a:buClr>
                  <a:schemeClr val="accent2"/>
                </a:buClr>
                <a:buSzPct val="55000"/>
                <a:buFont typeface="Wingdings" panose="05000000000000000000" pitchFamily="2" charset="2"/>
                <a:buChar char="n"/>
                <a:defRPr sz="2000">
                  <a:solidFill>
                    <a:schemeClr val="tx1"/>
                  </a:solidFill>
                  <a:latin typeface="Tahoma" panose="020B0604030504040204" pitchFamily="34" charset="0"/>
                  <a:ea typeface="黑体" panose="02010609060101010101" pitchFamily="49" charset="-122"/>
                </a:defRPr>
              </a:lvl4pPr>
              <a:lvl5pPr marL="2057400" indent="-228600">
                <a:spcBef>
                  <a:spcPct val="20000"/>
                </a:spcBef>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黑体" panose="02010609060101010101" pitchFamily="49" charset="-122"/>
                </a:defRPr>
              </a:lvl9pPr>
            </a:lstStyle>
            <a:p>
              <a:pPr algn="just">
                <a:spcBef>
                  <a:spcPct val="0"/>
                </a:spcBef>
                <a:buClrTx/>
                <a:buSzTx/>
                <a:buFontTx/>
                <a:buNone/>
              </a:pPr>
              <a:r>
                <a:rPr lang="en-US" altLang="zh-CN" sz="2400" i="1">
                  <a:latin typeface="Times New Roman" panose="02020603050405020304" pitchFamily="18" charset="0"/>
                  <a:ea typeface="宋体" panose="02010600030101010101" pitchFamily="2" charset="-122"/>
                  <a:sym typeface="Symbol" panose="05050102010706020507" pitchFamily="18" charset="2"/>
                </a:rPr>
                <a:t></a:t>
              </a:r>
            </a:p>
          </p:txBody>
        </p:sp>
        <p:sp>
          <p:nvSpPr>
            <p:cNvPr id="13322" name="Text Box 9">
              <a:extLst>
                <a:ext uri="{FF2B5EF4-FFF2-40B4-BE49-F238E27FC236}">
                  <a16:creationId xmlns:a16="http://schemas.microsoft.com/office/drawing/2014/main" id="{D6A1D51A-5686-4715-B916-ED460C172C5D}"/>
                </a:ext>
              </a:extLst>
            </p:cNvPr>
            <p:cNvSpPr txBox="1">
              <a:spLocks noChangeArrowheads="1"/>
            </p:cNvSpPr>
            <p:nvPr/>
          </p:nvSpPr>
          <p:spPr bwMode="auto">
            <a:xfrm>
              <a:off x="2351" y="3888"/>
              <a:ext cx="155" cy="26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5400" algn="ctr">
                  <a:solidFill>
                    <a:srgbClr val="000000"/>
                  </a:solidFill>
                  <a:miter lim="800000"/>
                  <a:headEnd/>
                  <a:tailEnd/>
                </a14:hiddenLine>
              </a:ext>
            </a:extLst>
          </p:spPr>
          <p:txBody>
            <a:bodyPr wrap="none" lIns="54000" tIns="28800" rIns="54000" bIns="28800">
              <a:spAutoFit/>
            </a:bodyPr>
            <a:lstStyle>
              <a:lvl1pPr>
                <a:spcBef>
                  <a:spcPct val="20000"/>
                </a:spcBef>
                <a:buClr>
                  <a:schemeClr val="folHlink"/>
                </a:buClr>
                <a:buSzPct val="60000"/>
                <a:buFont typeface="Wingdings" panose="05000000000000000000" pitchFamily="2" charset="2"/>
                <a:buChar char="n"/>
                <a:defRPr sz="3200">
                  <a:solidFill>
                    <a:schemeClr val="tx1"/>
                  </a:solidFill>
                  <a:latin typeface="Tahoma" panose="020B0604030504040204" pitchFamily="34" charset="0"/>
                  <a:ea typeface="黑体" panose="02010609060101010101" pitchFamily="49" charset="-122"/>
                </a:defRPr>
              </a:lvl1pPr>
              <a:lvl2pPr marL="742950" indent="-285750">
                <a:spcBef>
                  <a:spcPct val="20000"/>
                </a:spcBef>
                <a:buClr>
                  <a:schemeClr val="hlink"/>
                </a:buClr>
                <a:buSzPct val="55000"/>
                <a:buFont typeface="Wingdings" panose="05000000000000000000" pitchFamily="2" charset="2"/>
                <a:buChar char="n"/>
                <a:defRPr sz="2800">
                  <a:solidFill>
                    <a:schemeClr val="tx1"/>
                  </a:solidFill>
                  <a:latin typeface="Tahoma" panose="020B0604030504040204" pitchFamily="34" charset="0"/>
                  <a:ea typeface="黑体" panose="02010609060101010101" pitchFamily="49" charset="-122"/>
                </a:defRPr>
              </a:lvl2pPr>
              <a:lvl3pPr marL="1143000" indent="-228600">
                <a:spcBef>
                  <a:spcPct val="20000"/>
                </a:spcBef>
                <a:buClr>
                  <a:schemeClr val="folHlink"/>
                </a:buClr>
                <a:buSzPct val="50000"/>
                <a:buFont typeface="Wingdings" panose="05000000000000000000" pitchFamily="2" charset="2"/>
                <a:buChar char="n"/>
                <a:defRPr sz="2400">
                  <a:solidFill>
                    <a:schemeClr val="tx1"/>
                  </a:solidFill>
                  <a:latin typeface="Tahoma" panose="020B0604030504040204" pitchFamily="34" charset="0"/>
                  <a:ea typeface="黑体" panose="02010609060101010101" pitchFamily="49" charset="-122"/>
                </a:defRPr>
              </a:lvl3pPr>
              <a:lvl4pPr marL="1600200" indent="-228600">
                <a:spcBef>
                  <a:spcPct val="20000"/>
                </a:spcBef>
                <a:buClr>
                  <a:schemeClr val="accent2"/>
                </a:buClr>
                <a:buSzPct val="55000"/>
                <a:buFont typeface="Wingdings" panose="05000000000000000000" pitchFamily="2" charset="2"/>
                <a:buChar char="n"/>
                <a:defRPr sz="2000">
                  <a:solidFill>
                    <a:schemeClr val="tx1"/>
                  </a:solidFill>
                  <a:latin typeface="Tahoma" panose="020B0604030504040204" pitchFamily="34" charset="0"/>
                  <a:ea typeface="黑体" panose="02010609060101010101" pitchFamily="49" charset="-122"/>
                </a:defRPr>
              </a:lvl4pPr>
              <a:lvl5pPr marL="2057400" indent="-228600">
                <a:spcBef>
                  <a:spcPct val="20000"/>
                </a:spcBef>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黑体" panose="02010609060101010101" pitchFamily="49" charset="-122"/>
                </a:defRPr>
              </a:lvl9pPr>
            </a:lstStyle>
            <a:p>
              <a:pPr algn="just">
                <a:spcBef>
                  <a:spcPct val="0"/>
                </a:spcBef>
                <a:buClrTx/>
                <a:buSzTx/>
                <a:buFontTx/>
                <a:buNone/>
              </a:pPr>
              <a:r>
                <a:rPr lang="en-US" altLang="zh-CN" sz="2400" i="1">
                  <a:latin typeface="Times New Roman" panose="02020603050405020304" pitchFamily="18" charset="0"/>
                  <a:ea typeface="宋体" panose="02010600030101010101" pitchFamily="2" charset="-122"/>
                </a:rPr>
                <a:t>c</a:t>
              </a:r>
            </a:p>
          </p:txBody>
        </p:sp>
        <p:sp>
          <p:nvSpPr>
            <p:cNvPr id="13323" name="Text Box 10">
              <a:extLst>
                <a:ext uri="{FF2B5EF4-FFF2-40B4-BE49-F238E27FC236}">
                  <a16:creationId xmlns:a16="http://schemas.microsoft.com/office/drawing/2014/main" id="{0CBBB82C-4334-40D7-BA73-3BD2D2ADC807}"/>
                </a:ext>
              </a:extLst>
            </p:cNvPr>
            <p:cNvSpPr txBox="1">
              <a:spLocks noChangeArrowheads="1"/>
            </p:cNvSpPr>
            <p:nvPr/>
          </p:nvSpPr>
          <p:spPr bwMode="auto">
            <a:xfrm>
              <a:off x="2783" y="3888"/>
              <a:ext cx="148" cy="26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5400" algn="ctr">
                  <a:solidFill>
                    <a:srgbClr val="000000"/>
                  </a:solidFill>
                  <a:miter lim="800000"/>
                  <a:headEnd/>
                  <a:tailEnd/>
                </a14:hiddenLine>
              </a:ext>
            </a:extLst>
          </p:spPr>
          <p:txBody>
            <a:bodyPr wrap="none" lIns="54000" tIns="28800" rIns="54000" bIns="28800">
              <a:spAutoFit/>
            </a:bodyPr>
            <a:lstStyle>
              <a:lvl1pPr>
                <a:spcBef>
                  <a:spcPct val="20000"/>
                </a:spcBef>
                <a:buClr>
                  <a:schemeClr val="folHlink"/>
                </a:buClr>
                <a:buSzPct val="60000"/>
                <a:buFont typeface="Wingdings" panose="05000000000000000000" pitchFamily="2" charset="2"/>
                <a:buChar char="n"/>
                <a:defRPr sz="3200">
                  <a:solidFill>
                    <a:schemeClr val="tx1"/>
                  </a:solidFill>
                  <a:latin typeface="Tahoma" panose="020B0604030504040204" pitchFamily="34" charset="0"/>
                  <a:ea typeface="黑体" panose="02010609060101010101" pitchFamily="49" charset="-122"/>
                </a:defRPr>
              </a:lvl1pPr>
              <a:lvl2pPr marL="742950" indent="-285750">
                <a:spcBef>
                  <a:spcPct val="20000"/>
                </a:spcBef>
                <a:buClr>
                  <a:schemeClr val="hlink"/>
                </a:buClr>
                <a:buSzPct val="55000"/>
                <a:buFont typeface="Wingdings" panose="05000000000000000000" pitchFamily="2" charset="2"/>
                <a:buChar char="n"/>
                <a:defRPr sz="2800">
                  <a:solidFill>
                    <a:schemeClr val="tx1"/>
                  </a:solidFill>
                  <a:latin typeface="Tahoma" panose="020B0604030504040204" pitchFamily="34" charset="0"/>
                  <a:ea typeface="黑体" panose="02010609060101010101" pitchFamily="49" charset="-122"/>
                </a:defRPr>
              </a:lvl2pPr>
              <a:lvl3pPr marL="1143000" indent="-228600">
                <a:spcBef>
                  <a:spcPct val="20000"/>
                </a:spcBef>
                <a:buClr>
                  <a:schemeClr val="folHlink"/>
                </a:buClr>
                <a:buSzPct val="50000"/>
                <a:buFont typeface="Wingdings" panose="05000000000000000000" pitchFamily="2" charset="2"/>
                <a:buChar char="n"/>
                <a:defRPr sz="2400">
                  <a:solidFill>
                    <a:schemeClr val="tx1"/>
                  </a:solidFill>
                  <a:latin typeface="Tahoma" panose="020B0604030504040204" pitchFamily="34" charset="0"/>
                  <a:ea typeface="黑体" panose="02010609060101010101" pitchFamily="49" charset="-122"/>
                </a:defRPr>
              </a:lvl3pPr>
              <a:lvl4pPr marL="1600200" indent="-228600">
                <a:spcBef>
                  <a:spcPct val="20000"/>
                </a:spcBef>
                <a:buClr>
                  <a:schemeClr val="accent2"/>
                </a:buClr>
                <a:buSzPct val="55000"/>
                <a:buFont typeface="Wingdings" panose="05000000000000000000" pitchFamily="2" charset="2"/>
                <a:buChar char="n"/>
                <a:defRPr sz="2000">
                  <a:solidFill>
                    <a:schemeClr val="tx1"/>
                  </a:solidFill>
                  <a:latin typeface="Tahoma" panose="020B0604030504040204" pitchFamily="34" charset="0"/>
                  <a:ea typeface="黑体" panose="02010609060101010101" pitchFamily="49" charset="-122"/>
                </a:defRPr>
              </a:lvl4pPr>
              <a:lvl5pPr marL="2057400" indent="-228600">
                <a:spcBef>
                  <a:spcPct val="20000"/>
                </a:spcBef>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黑体" panose="02010609060101010101" pitchFamily="49" charset="-122"/>
                </a:defRPr>
              </a:lvl9pPr>
            </a:lstStyle>
            <a:p>
              <a:pPr algn="just">
                <a:spcBef>
                  <a:spcPct val="0"/>
                </a:spcBef>
                <a:buClrTx/>
                <a:buSzTx/>
                <a:buFontTx/>
                <a:buNone/>
              </a:pPr>
              <a:r>
                <a:rPr lang="en-US" altLang="zh-CN" sz="2400" i="1">
                  <a:latin typeface="Times New Roman" panose="02020603050405020304" pitchFamily="18" charset="0"/>
                  <a:ea typeface="宋体" panose="02010600030101010101" pitchFamily="2" charset="-122"/>
                  <a:sym typeface="Symbol" panose="05050102010706020507" pitchFamily="18" charset="2"/>
                </a:rPr>
                <a:t></a:t>
              </a:r>
            </a:p>
          </p:txBody>
        </p:sp>
        <p:sp>
          <p:nvSpPr>
            <p:cNvPr id="13324" name="Line 14">
              <a:extLst>
                <a:ext uri="{FF2B5EF4-FFF2-40B4-BE49-F238E27FC236}">
                  <a16:creationId xmlns:a16="http://schemas.microsoft.com/office/drawing/2014/main" id="{E804A22E-08CC-4130-B700-0F1769AD9BF3}"/>
                </a:ext>
              </a:extLst>
            </p:cNvPr>
            <p:cNvSpPr>
              <a:spLocks noChangeShapeType="1"/>
            </p:cNvSpPr>
            <p:nvPr/>
          </p:nvSpPr>
          <p:spPr bwMode="auto">
            <a:xfrm flipH="1">
              <a:off x="1920" y="3024"/>
              <a:ext cx="960" cy="336"/>
            </a:xfrm>
            <a:prstGeom prst="line">
              <a:avLst/>
            </a:prstGeom>
            <a:noFill/>
            <a:ln w="25400">
              <a:solidFill>
                <a:srgbClr val="008000"/>
              </a:solidFill>
              <a:round/>
              <a:headEnd/>
              <a:tailEnd/>
            </a:ln>
            <a:extLst>
              <a:ext uri="{909E8E84-426E-40DD-AFC4-6F175D3DCCD1}">
                <a14:hiddenFill xmlns:a14="http://schemas.microsoft.com/office/drawing/2010/main">
                  <a:noFill/>
                </a14:hiddenFill>
              </a:ext>
            </a:extLst>
          </p:spPr>
          <p:txBody>
            <a:bodyPr lIns="54000" tIns="28800" rIns="54000" bIns="28800"/>
            <a:lstStyle/>
            <a:p>
              <a:endParaRPr lang="zh-CN" altLang="en-US"/>
            </a:p>
          </p:txBody>
        </p:sp>
        <p:sp>
          <p:nvSpPr>
            <p:cNvPr id="13325" name="Line 16">
              <a:extLst>
                <a:ext uri="{FF2B5EF4-FFF2-40B4-BE49-F238E27FC236}">
                  <a16:creationId xmlns:a16="http://schemas.microsoft.com/office/drawing/2014/main" id="{B2F0F3EE-B6CC-4043-8287-6042E219D9EB}"/>
                </a:ext>
              </a:extLst>
            </p:cNvPr>
            <p:cNvSpPr>
              <a:spLocks noChangeShapeType="1"/>
            </p:cNvSpPr>
            <p:nvPr/>
          </p:nvSpPr>
          <p:spPr bwMode="auto">
            <a:xfrm>
              <a:off x="1920" y="3360"/>
              <a:ext cx="480" cy="0"/>
            </a:xfrm>
            <a:prstGeom prst="line">
              <a:avLst/>
            </a:prstGeom>
            <a:noFill/>
            <a:ln w="25400">
              <a:solidFill>
                <a:srgbClr val="008000"/>
              </a:solidFill>
              <a:prstDash val="dash"/>
              <a:round/>
              <a:headEnd/>
              <a:tailEnd/>
            </a:ln>
            <a:extLst>
              <a:ext uri="{909E8E84-426E-40DD-AFC4-6F175D3DCCD1}">
                <a14:hiddenFill xmlns:a14="http://schemas.microsoft.com/office/drawing/2010/main">
                  <a:noFill/>
                </a14:hiddenFill>
              </a:ext>
            </a:extLst>
          </p:spPr>
          <p:txBody>
            <a:bodyPr lIns="54000" tIns="28800" rIns="54000" bIns="28800"/>
            <a:lstStyle/>
            <a:p>
              <a:endParaRPr lang="zh-CN" altLang="en-US"/>
            </a:p>
          </p:txBody>
        </p:sp>
        <p:sp>
          <p:nvSpPr>
            <p:cNvPr id="13326" name="Line 17">
              <a:extLst>
                <a:ext uri="{FF2B5EF4-FFF2-40B4-BE49-F238E27FC236}">
                  <a16:creationId xmlns:a16="http://schemas.microsoft.com/office/drawing/2014/main" id="{BB3CEEC2-74D9-4F8B-85B5-9C82F548B434}"/>
                </a:ext>
              </a:extLst>
            </p:cNvPr>
            <p:cNvSpPr>
              <a:spLocks noChangeShapeType="1"/>
            </p:cNvSpPr>
            <p:nvPr/>
          </p:nvSpPr>
          <p:spPr bwMode="auto">
            <a:xfrm flipH="1">
              <a:off x="2640" y="3120"/>
              <a:ext cx="288" cy="240"/>
            </a:xfrm>
            <a:prstGeom prst="line">
              <a:avLst/>
            </a:prstGeom>
            <a:noFill/>
            <a:ln w="25400">
              <a:solidFill>
                <a:srgbClr val="008000"/>
              </a:solidFill>
              <a:round/>
              <a:headEnd/>
              <a:tailEnd/>
            </a:ln>
            <a:extLst>
              <a:ext uri="{909E8E84-426E-40DD-AFC4-6F175D3DCCD1}">
                <a14:hiddenFill xmlns:a14="http://schemas.microsoft.com/office/drawing/2010/main">
                  <a:noFill/>
                </a14:hiddenFill>
              </a:ext>
            </a:extLst>
          </p:spPr>
          <p:txBody>
            <a:bodyPr lIns="54000" tIns="28800" rIns="54000" bIns="28800"/>
            <a:lstStyle/>
            <a:p>
              <a:endParaRPr lang="zh-CN" altLang="en-US"/>
            </a:p>
          </p:txBody>
        </p:sp>
        <p:sp>
          <p:nvSpPr>
            <p:cNvPr id="13327" name="Line 18">
              <a:extLst>
                <a:ext uri="{FF2B5EF4-FFF2-40B4-BE49-F238E27FC236}">
                  <a16:creationId xmlns:a16="http://schemas.microsoft.com/office/drawing/2014/main" id="{13E32153-FBA9-42C6-B7D9-A29FF3445F52}"/>
                </a:ext>
              </a:extLst>
            </p:cNvPr>
            <p:cNvSpPr>
              <a:spLocks noChangeShapeType="1"/>
            </p:cNvSpPr>
            <p:nvPr/>
          </p:nvSpPr>
          <p:spPr bwMode="auto">
            <a:xfrm>
              <a:off x="3024" y="3120"/>
              <a:ext cx="192" cy="288"/>
            </a:xfrm>
            <a:prstGeom prst="line">
              <a:avLst/>
            </a:prstGeom>
            <a:noFill/>
            <a:ln w="25400">
              <a:solidFill>
                <a:srgbClr val="008000"/>
              </a:solidFill>
              <a:round/>
              <a:headEnd/>
              <a:tailEnd/>
            </a:ln>
            <a:extLst>
              <a:ext uri="{909E8E84-426E-40DD-AFC4-6F175D3DCCD1}">
                <a14:hiddenFill xmlns:a14="http://schemas.microsoft.com/office/drawing/2010/main">
                  <a:noFill/>
                </a14:hiddenFill>
              </a:ext>
            </a:extLst>
          </p:spPr>
          <p:txBody>
            <a:bodyPr lIns="54000" tIns="28800" rIns="54000" bIns="28800"/>
            <a:lstStyle/>
            <a:p>
              <a:endParaRPr lang="zh-CN" altLang="en-US"/>
            </a:p>
          </p:txBody>
        </p:sp>
        <p:sp>
          <p:nvSpPr>
            <p:cNvPr id="13328" name="Line 19">
              <a:extLst>
                <a:ext uri="{FF2B5EF4-FFF2-40B4-BE49-F238E27FC236}">
                  <a16:creationId xmlns:a16="http://schemas.microsoft.com/office/drawing/2014/main" id="{38CBC6F8-5488-4654-B40F-56623618A412}"/>
                </a:ext>
              </a:extLst>
            </p:cNvPr>
            <p:cNvSpPr>
              <a:spLocks noChangeShapeType="1"/>
            </p:cNvSpPr>
            <p:nvPr/>
          </p:nvSpPr>
          <p:spPr bwMode="auto">
            <a:xfrm>
              <a:off x="3024" y="3024"/>
              <a:ext cx="1056" cy="336"/>
            </a:xfrm>
            <a:prstGeom prst="line">
              <a:avLst/>
            </a:prstGeom>
            <a:noFill/>
            <a:ln w="25400">
              <a:solidFill>
                <a:srgbClr val="008000"/>
              </a:solidFill>
              <a:round/>
              <a:headEnd/>
              <a:tailEnd/>
            </a:ln>
            <a:extLst>
              <a:ext uri="{909E8E84-426E-40DD-AFC4-6F175D3DCCD1}">
                <a14:hiddenFill xmlns:a14="http://schemas.microsoft.com/office/drawing/2010/main">
                  <a:noFill/>
                </a14:hiddenFill>
              </a:ext>
            </a:extLst>
          </p:spPr>
          <p:txBody>
            <a:bodyPr lIns="54000" tIns="28800" rIns="54000" bIns="28800"/>
            <a:lstStyle/>
            <a:p>
              <a:endParaRPr lang="zh-CN" altLang="en-US"/>
            </a:p>
          </p:txBody>
        </p:sp>
        <p:sp>
          <p:nvSpPr>
            <p:cNvPr id="13329" name="Line 20">
              <a:extLst>
                <a:ext uri="{FF2B5EF4-FFF2-40B4-BE49-F238E27FC236}">
                  <a16:creationId xmlns:a16="http://schemas.microsoft.com/office/drawing/2014/main" id="{658AAFE9-5507-4831-82D0-F6A1F48DD740}"/>
                </a:ext>
              </a:extLst>
            </p:cNvPr>
            <p:cNvSpPr>
              <a:spLocks noChangeShapeType="1"/>
            </p:cNvSpPr>
            <p:nvPr/>
          </p:nvSpPr>
          <p:spPr bwMode="auto">
            <a:xfrm flipH="1">
              <a:off x="3648" y="3360"/>
              <a:ext cx="432" cy="0"/>
            </a:xfrm>
            <a:prstGeom prst="line">
              <a:avLst/>
            </a:prstGeom>
            <a:noFill/>
            <a:ln w="25400">
              <a:solidFill>
                <a:srgbClr val="008000"/>
              </a:solidFill>
              <a:prstDash val="dash"/>
              <a:round/>
              <a:headEnd/>
              <a:tailEnd/>
            </a:ln>
            <a:extLst>
              <a:ext uri="{909E8E84-426E-40DD-AFC4-6F175D3DCCD1}">
                <a14:hiddenFill xmlns:a14="http://schemas.microsoft.com/office/drawing/2010/main">
                  <a:noFill/>
                </a14:hiddenFill>
              </a:ext>
            </a:extLst>
          </p:spPr>
          <p:txBody>
            <a:bodyPr lIns="54000" tIns="28800" rIns="54000" bIns="28800"/>
            <a:lstStyle/>
            <a:p>
              <a:endParaRPr lang="zh-CN" altLang="en-US"/>
            </a:p>
          </p:txBody>
        </p:sp>
        <p:sp>
          <p:nvSpPr>
            <p:cNvPr id="13330" name="Line 21">
              <a:extLst>
                <a:ext uri="{FF2B5EF4-FFF2-40B4-BE49-F238E27FC236}">
                  <a16:creationId xmlns:a16="http://schemas.microsoft.com/office/drawing/2014/main" id="{67832B0D-8989-4E36-9F4B-D414BA3C254C}"/>
                </a:ext>
              </a:extLst>
            </p:cNvPr>
            <p:cNvSpPr>
              <a:spLocks noChangeShapeType="1"/>
            </p:cNvSpPr>
            <p:nvPr/>
          </p:nvSpPr>
          <p:spPr bwMode="auto">
            <a:xfrm flipH="1">
              <a:off x="2400" y="3648"/>
              <a:ext cx="192" cy="240"/>
            </a:xfrm>
            <a:prstGeom prst="line">
              <a:avLst/>
            </a:prstGeom>
            <a:noFill/>
            <a:ln w="25400">
              <a:solidFill>
                <a:srgbClr val="008000"/>
              </a:solidFill>
              <a:round/>
              <a:headEnd/>
              <a:tailEnd/>
            </a:ln>
            <a:extLst>
              <a:ext uri="{909E8E84-426E-40DD-AFC4-6F175D3DCCD1}">
                <a14:hiddenFill xmlns:a14="http://schemas.microsoft.com/office/drawing/2010/main">
                  <a:noFill/>
                </a14:hiddenFill>
              </a:ext>
            </a:extLst>
          </p:spPr>
          <p:txBody>
            <a:bodyPr lIns="54000" tIns="28800" rIns="54000" bIns="28800"/>
            <a:lstStyle/>
            <a:p>
              <a:endParaRPr lang="zh-CN" altLang="en-US"/>
            </a:p>
          </p:txBody>
        </p:sp>
        <p:sp>
          <p:nvSpPr>
            <p:cNvPr id="13331" name="Line 22">
              <a:extLst>
                <a:ext uri="{FF2B5EF4-FFF2-40B4-BE49-F238E27FC236}">
                  <a16:creationId xmlns:a16="http://schemas.microsoft.com/office/drawing/2014/main" id="{24C6C33A-8EE7-4308-A958-6A47D9B6D8E2}"/>
                </a:ext>
              </a:extLst>
            </p:cNvPr>
            <p:cNvSpPr>
              <a:spLocks noChangeShapeType="1"/>
            </p:cNvSpPr>
            <p:nvPr/>
          </p:nvSpPr>
          <p:spPr bwMode="auto">
            <a:xfrm>
              <a:off x="2688" y="3648"/>
              <a:ext cx="384" cy="240"/>
            </a:xfrm>
            <a:prstGeom prst="line">
              <a:avLst/>
            </a:prstGeom>
            <a:noFill/>
            <a:ln w="25400">
              <a:solidFill>
                <a:srgbClr val="008000"/>
              </a:solidFill>
              <a:round/>
              <a:headEnd/>
              <a:tailEnd/>
            </a:ln>
            <a:extLst>
              <a:ext uri="{909E8E84-426E-40DD-AFC4-6F175D3DCCD1}">
                <a14:hiddenFill xmlns:a14="http://schemas.microsoft.com/office/drawing/2010/main">
                  <a:noFill/>
                </a14:hiddenFill>
              </a:ext>
            </a:extLst>
          </p:spPr>
          <p:txBody>
            <a:bodyPr lIns="54000" tIns="28800" rIns="54000" bIns="28800"/>
            <a:lstStyle/>
            <a:p>
              <a:endParaRPr lang="zh-CN" altLang="en-US"/>
            </a:p>
          </p:txBody>
        </p:sp>
        <p:sp>
          <p:nvSpPr>
            <p:cNvPr id="13332" name="Line 23">
              <a:extLst>
                <a:ext uri="{FF2B5EF4-FFF2-40B4-BE49-F238E27FC236}">
                  <a16:creationId xmlns:a16="http://schemas.microsoft.com/office/drawing/2014/main" id="{20A76FD9-ECFB-4283-A86C-9515533CA4D4}"/>
                </a:ext>
              </a:extLst>
            </p:cNvPr>
            <p:cNvSpPr>
              <a:spLocks noChangeShapeType="1"/>
            </p:cNvSpPr>
            <p:nvPr/>
          </p:nvSpPr>
          <p:spPr bwMode="auto">
            <a:xfrm flipH="1">
              <a:off x="2736" y="3888"/>
              <a:ext cx="336" cy="0"/>
            </a:xfrm>
            <a:prstGeom prst="line">
              <a:avLst/>
            </a:prstGeom>
            <a:noFill/>
            <a:ln w="25400">
              <a:solidFill>
                <a:srgbClr val="008000"/>
              </a:solidFill>
              <a:prstDash val="dash"/>
              <a:round/>
              <a:headEnd/>
              <a:tailEnd/>
            </a:ln>
            <a:extLst>
              <a:ext uri="{909E8E84-426E-40DD-AFC4-6F175D3DCCD1}">
                <a14:hiddenFill xmlns:a14="http://schemas.microsoft.com/office/drawing/2010/main">
                  <a:noFill/>
                </a14:hiddenFill>
              </a:ext>
            </a:extLst>
          </p:spPr>
          <p:txBody>
            <a:bodyPr lIns="54000" tIns="28800" rIns="54000" bIns="28800"/>
            <a:lstStyle/>
            <a:p>
              <a:endParaRPr lang="zh-CN" altLang="en-US"/>
            </a:p>
          </p:txBody>
        </p:sp>
      </p:grpSp>
      <p:sp>
        <p:nvSpPr>
          <p:cNvPr id="2" name="日期占位符 1">
            <a:extLst>
              <a:ext uri="{FF2B5EF4-FFF2-40B4-BE49-F238E27FC236}">
                <a16:creationId xmlns:a16="http://schemas.microsoft.com/office/drawing/2014/main" id="{F6E2986E-0B8C-F973-FD20-0C65402BA67F}"/>
              </a:ext>
            </a:extLst>
          </p:cNvPr>
          <p:cNvSpPr>
            <a:spLocks noGrp="1"/>
          </p:cNvSpPr>
          <p:nvPr>
            <p:ph type="dt" sz="half" idx="10"/>
          </p:nvPr>
        </p:nvSpPr>
        <p:spPr/>
        <p:txBody>
          <a:bodyPr/>
          <a:lstStyle/>
          <a:p>
            <a:fld id="{213160CC-E8F1-4514-AE96-5AE1BF474F75}" type="datetime2">
              <a:rPr lang="zh-CN" altLang="en-US" smtClean="0"/>
              <a:pPr/>
              <a:t>2025年11月26日</a:t>
            </a:fld>
            <a:endParaRPr lang="zh-CN" altLang="en-US"/>
          </a:p>
        </p:txBody>
      </p:sp>
      <p:sp>
        <p:nvSpPr>
          <p:cNvPr id="3" name="页脚占位符 2">
            <a:extLst>
              <a:ext uri="{FF2B5EF4-FFF2-40B4-BE49-F238E27FC236}">
                <a16:creationId xmlns:a16="http://schemas.microsoft.com/office/drawing/2014/main" id="{9D92D00B-1E4E-2FC0-A0E1-10BE4D951908}"/>
              </a:ext>
            </a:extLst>
          </p:cNvPr>
          <p:cNvSpPr>
            <a:spLocks noGrp="1"/>
          </p:cNvSpPr>
          <p:nvPr>
            <p:ph type="ftr" sz="quarter" idx="11"/>
          </p:nvPr>
        </p:nvSpPr>
        <p:spPr/>
        <p:txBody>
          <a:bodyPr/>
          <a:lstStyle/>
          <a:p>
            <a:r>
              <a:rPr lang="zh-CN" altLang="en-US"/>
              <a:t>编译原理</a:t>
            </a:r>
            <a:r>
              <a:rPr lang="en-US" altLang="zh-CN"/>
              <a:t>-</a:t>
            </a:r>
            <a:r>
              <a:rPr lang="zh-CN" altLang="en-US"/>
              <a:t>王欣捷</a:t>
            </a:r>
            <a:r>
              <a:rPr lang="en-US" altLang="zh-CN"/>
              <a:t>-</a:t>
            </a:r>
            <a:r>
              <a:rPr lang="zh-CN" altLang="en-US"/>
              <a:t>第三章 语法分析</a:t>
            </a:r>
            <a:r>
              <a:rPr lang="en-US" altLang="zh-CN"/>
              <a:t>(4)</a:t>
            </a:r>
            <a:endParaRPr lang="zh-CN" altLang="en-US"/>
          </a:p>
        </p:txBody>
      </p:sp>
      <p:sp>
        <p:nvSpPr>
          <p:cNvPr id="4" name="灯片编号占位符 3">
            <a:extLst>
              <a:ext uri="{FF2B5EF4-FFF2-40B4-BE49-F238E27FC236}">
                <a16:creationId xmlns:a16="http://schemas.microsoft.com/office/drawing/2014/main" id="{42B23D15-56F9-8F35-F277-302F3A75C7CB}"/>
              </a:ext>
            </a:extLst>
          </p:cNvPr>
          <p:cNvSpPr>
            <a:spLocks noGrp="1"/>
          </p:cNvSpPr>
          <p:nvPr>
            <p:ph type="sldNum" sz="quarter" idx="12"/>
          </p:nvPr>
        </p:nvSpPr>
        <p:spPr/>
        <p:txBody>
          <a:bodyPr/>
          <a:lstStyle/>
          <a:p>
            <a:fld id="{094DEB03-EFC6-4C20-8FC8-295189A5386F}" type="slidenum">
              <a:rPr lang="zh-CN" altLang="en-US" smtClean="0"/>
              <a:pPr/>
              <a:t>4</a:t>
            </a:fld>
            <a:endParaRPr lang="zh-CN" altLang="en-US"/>
          </a:p>
        </p:txBody>
      </p:sp>
    </p:spTree>
  </p:cSld>
  <p:clrMapOvr>
    <a:masterClrMapping/>
  </p:clrMapOvr>
</p:sld>
</file>

<file path=ppt/slides/slide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4338" name="Rectangle 2">
            <a:extLst>
              <a:ext uri="{FF2B5EF4-FFF2-40B4-BE49-F238E27FC236}">
                <a16:creationId xmlns:a16="http://schemas.microsoft.com/office/drawing/2014/main" id="{C4BCF8D4-B9FD-46E9-BB0E-0B24D5ED0F74}"/>
              </a:ext>
            </a:extLst>
          </p:cNvPr>
          <p:cNvSpPr>
            <a:spLocks noGrp="1" noChangeArrowheads="1"/>
          </p:cNvSpPr>
          <p:nvPr>
            <p:ph type="title"/>
          </p:nvPr>
        </p:nvSpPr>
        <p:spPr/>
        <p:txBody>
          <a:bodyPr/>
          <a:lstStyle/>
          <a:p>
            <a:pPr eaLnBrk="1" hangingPunct="1"/>
            <a:r>
              <a:rPr lang="zh-CN" altLang="en-US"/>
              <a:t>上次课回顾</a:t>
            </a:r>
          </a:p>
        </p:txBody>
      </p:sp>
      <p:sp>
        <p:nvSpPr>
          <p:cNvPr id="14339" name="Rectangle 3">
            <a:extLst>
              <a:ext uri="{FF2B5EF4-FFF2-40B4-BE49-F238E27FC236}">
                <a16:creationId xmlns:a16="http://schemas.microsoft.com/office/drawing/2014/main" id="{98AFBD2E-3C13-4FBD-A602-12FD8A450843}"/>
              </a:ext>
            </a:extLst>
          </p:cNvPr>
          <p:cNvSpPr>
            <a:spLocks noGrp="1" noChangeArrowheads="1"/>
          </p:cNvSpPr>
          <p:nvPr>
            <p:ph idx="1"/>
          </p:nvPr>
        </p:nvSpPr>
        <p:spPr/>
        <p:txBody>
          <a:bodyPr/>
          <a:lstStyle/>
          <a:p>
            <a:pPr eaLnBrk="1" hangingPunct="1"/>
            <a:r>
              <a:rPr lang="zh-CN" altLang="en-US"/>
              <a:t>注意求</a:t>
            </a:r>
            <a:r>
              <a:rPr lang="en-US" altLang="zh-CN" b="1">
                <a:latin typeface="Times New Roman" panose="02020603050405020304" pitchFamily="18" charset="0"/>
              </a:rPr>
              <a:t>FIRST (</a:t>
            </a:r>
            <a:r>
              <a:rPr lang="en-US" altLang="zh-CN" b="1" i="1">
                <a:latin typeface="Times New Roman" panose="02020603050405020304" pitchFamily="18" charset="0"/>
                <a:sym typeface="Symbol" panose="05050102010706020507" pitchFamily="18" charset="2"/>
              </a:rPr>
              <a:t></a:t>
            </a:r>
            <a:r>
              <a:rPr lang="en-US" altLang="zh-CN" b="1" i="1">
                <a:latin typeface="Times New Roman" panose="02020603050405020304" pitchFamily="18" charset="0"/>
              </a:rPr>
              <a:t> </a:t>
            </a:r>
            <a:r>
              <a:rPr lang="en-US" altLang="zh-CN" b="1">
                <a:latin typeface="Times New Roman" panose="02020603050405020304" pitchFamily="18" charset="0"/>
              </a:rPr>
              <a:t>)</a:t>
            </a:r>
            <a:r>
              <a:rPr lang="zh-CN" altLang="en-US">
                <a:latin typeface="Times New Roman" panose="02020603050405020304" pitchFamily="18" charset="0"/>
              </a:rPr>
              <a:t>和</a:t>
            </a:r>
            <a:r>
              <a:rPr lang="en-US" altLang="zh-CN" b="1">
                <a:latin typeface="Times New Roman" panose="02020603050405020304" pitchFamily="18" charset="0"/>
              </a:rPr>
              <a:t>FOLLOW (</a:t>
            </a:r>
            <a:r>
              <a:rPr lang="en-US" altLang="zh-CN" b="1" i="1">
                <a:latin typeface="Times New Roman" panose="02020603050405020304" pitchFamily="18" charset="0"/>
              </a:rPr>
              <a:t>A</a:t>
            </a:r>
            <a:r>
              <a:rPr lang="en-US" altLang="zh-CN" b="1">
                <a:latin typeface="Times New Roman" panose="02020603050405020304" pitchFamily="18" charset="0"/>
              </a:rPr>
              <a:t>)</a:t>
            </a:r>
            <a:r>
              <a:rPr lang="zh-CN" altLang="en-US">
                <a:latin typeface="Times New Roman" panose="02020603050405020304" pitchFamily="18" charset="0"/>
              </a:rPr>
              <a:t>的算法（</a:t>
            </a:r>
            <a:r>
              <a:rPr lang="zh-CN" altLang="en-US">
                <a:solidFill>
                  <a:schemeClr val="accent2"/>
                </a:solidFill>
                <a:latin typeface="Times New Roman" panose="02020603050405020304" pitchFamily="18" charset="0"/>
              </a:rPr>
              <a:t>重要，一定要会求</a:t>
            </a:r>
            <a:r>
              <a:rPr lang="zh-CN" altLang="en-US">
                <a:latin typeface="Times New Roman" panose="02020603050405020304" pitchFamily="18" charset="0"/>
              </a:rPr>
              <a:t>）</a:t>
            </a:r>
          </a:p>
          <a:p>
            <a:pPr eaLnBrk="1" hangingPunct="1"/>
            <a:r>
              <a:rPr lang="en-US" altLang="zh-CN" b="1">
                <a:latin typeface="Times New Roman" panose="02020603050405020304" pitchFamily="18" charset="0"/>
              </a:rPr>
              <a:t>LL(1)</a:t>
            </a:r>
            <a:r>
              <a:rPr lang="zh-CN" altLang="en-US">
                <a:latin typeface="Times New Roman" panose="02020603050405020304" pitchFamily="18" charset="0"/>
              </a:rPr>
              <a:t>文法的性质：</a:t>
            </a:r>
          </a:p>
          <a:p>
            <a:pPr lvl="1" eaLnBrk="1" hangingPunct="1"/>
            <a:r>
              <a:rPr lang="zh-CN" altLang="en-US">
                <a:latin typeface="Times New Roman" panose="02020603050405020304" pitchFamily="18" charset="0"/>
              </a:rPr>
              <a:t>无左递归</a:t>
            </a:r>
          </a:p>
          <a:p>
            <a:pPr lvl="1" eaLnBrk="1" hangingPunct="1"/>
            <a:r>
              <a:rPr lang="zh-CN" altLang="en-US">
                <a:latin typeface="Times New Roman" panose="02020603050405020304" pitchFamily="18" charset="0"/>
              </a:rPr>
              <a:t>无二义性</a:t>
            </a:r>
          </a:p>
          <a:p>
            <a:pPr lvl="1" eaLnBrk="1" hangingPunct="1"/>
            <a:r>
              <a:rPr lang="zh-CN" altLang="en-US">
                <a:latin typeface="Times New Roman" panose="02020603050405020304" pitchFamily="18" charset="0"/>
              </a:rPr>
              <a:t>无公共左因子</a:t>
            </a:r>
          </a:p>
        </p:txBody>
      </p:sp>
      <p:sp>
        <p:nvSpPr>
          <p:cNvPr id="2" name="日期占位符 1">
            <a:extLst>
              <a:ext uri="{FF2B5EF4-FFF2-40B4-BE49-F238E27FC236}">
                <a16:creationId xmlns:a16="http://schemas.microsoft.com/office/drawing/2014/main" id="{D74C348E-32D2-E904-E77F-9A863F828D01}"/>
              </a:ext>
            </a:extLst>
          </p:cNvPr>
          <p:cNvSpPr>
            <a:spLocks noGrp="1"/>
          </p:cNvSpPr>
          <p:nvPr>
            <p:ph type="dt" sz="half" idx="10"/>
          </p:nvPr>
        </p:nvSpPr>
        <p:spPr/>
        <p:txBody>
          <a:bodyPr/>
          <a:lstStyle/>
          <a:p>
            <a:fld id="{A34C6AAA-5EA7-4275-8F6C-5FC778ABFF36}" type="datetime2">
              <a:rPr lang="zh-CN" altLang="en-US" smtClean="0"/>
              <a:pPr/>
              <a:t>2025年11月26日</a:t>
            </a:fld>
            <a:endParaRPr lang="zh-CN" altLang="en-US"/>
          </a:p>
        </p:txBody>
      </p:sp>
      <p:sp>
        <p:nvSpPr>
          <p:cNvPr id="3" name="页脚占位符 2">
            <a:extLst>
              <a:ext uri="{FF2B5EF4-FFF2-40B4-BE49-F238E27FC236}">
                <a16:creationId xmlns:a16="http://schemas.microsoft.com/office/drawing/2014/main" id="{C0461EC0-C584-E1DA-978B-44C6746BDA69}"/>
              </a:ext>
            </a:extLst>
          </p:cNvPr>
          <p:cNvSpPr>
            <a:spLocks noGrp="1"/>
          </p:cNvSpPr>
          <p:nvPr>
            <p:ph type="ftr" sz="quarter" idx="11"/>
          </p:nvPr>
        </p:nvSpPr>
        <p:spPr/>
        <p:txBody>
          <a:bodyPr/>
          <a:lstStyle/>
          <a:p>
            <a:r>
              <a:rPr lang="zh-CN" altLang="en-US"/>
              <a:t>编译原理</a:t>
            </a:r>
            <a:r>
              <a:rPr lang="en-US" altLang="zh-CN"/>
              <a:t>-</a:t>
            </a:r>
            <a:r>
              <a:rPr lang="zh-CN" altLang="en-US"/>
              <a:t>王欣捷</a:t>
            </a:r>
            <a:r>
              <a:rPr lang="en-US" altLang="zh-CN"/>
              <a:t>-</a:t>
            </a:r>
            <a:r>
              <a:rPr lang="zh-CN" altLang="en-US"/>
              <a:t>第三章 语法分析</a:t>
            </a:r>
            <a:r>
              <a:rPr lang="en-US" altLang="zh-CN"/>
              <a:t>(4)</a:t>
            </a:r>
            <a:endParaRPr lang="zh-CN" altLang="en-US"/>
          </a:p>
        </p:txBody>
      </p:sp>
      <p:sp>
        <p:nvSpPr>
          <p:cNvPr id="4" name="灯片编号占位符 3">
            <a:extLst>
              <a:ext uri="{FF2B5EF4-FFF2-40B4-BE49-F238E27FC236}">
                <a16:creationId xmlns:a16="http://schemas.microsoft.com/office/drawing/2014/main" id="{596B9E07-CBC9-174E-8630-1A35CD0FE83E}"/>
              </a:ext>
            </a:extLst>
          </p:cNvPr>
          <p:cNvSpPr>
            <a:spLocks noGrp="1"/>
          </p:cNvSpPr>
          <p:nvPr>
            <p:ph type="sldNum" sz="quarter" idx="12"/>
          </p:nvPr>
        </p:nvSpPr>
        <p:spPr/>
        <p:txBody>
          <a:bodyPr/>
          <a:lstStyle/>
          <a:p>
            <a:fld id="{094DEB03-EFC6-4C20-8FC8-295189A5386F}" type="slidenum">
              <a:rPr lang="zh-CN" altLang="en-US" smtClean="0"/>
              <a:pPr/>
              <a:t>5</a:t>
            </a:fld>
            <a:endParaRPr lang="zh-CN" altLang="en-US"/>
          </a:p>
        </p:txBody>
      </p:sp>
    </p:spTree>
  </p:cSld>
  <p:clrMapOvr>
    <a:masterClrMapping/>
  </p:clrMapOvr>
</p:sld>
</file>

<file path=ppt/slides/slide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5362" name="标题 1">
            <a:extLst>
              <a:ext uri="{FF2B5EF4-FFF2-40B4-BE49-F238E27FC236}">
                <a16:creationId xmlns:a16="http://schemas.microsoft.com/office/drawing/2014/main" id="{CE8D4A23-4AAC-4D92-8D1B-3BA3BECAF8FC}"/>
              </a:ext>
            </a:extLst>
          </p:cNvPr>
          <p:cNvSpPr>
            <a:spLocks noGrp="1"/>
          </p:cNvSpPr>
          <p:nvPr>
            <p:ph type="title"/>
          </p:nvPr>
        </p:nvSpPr>
        <p:spPr/>
        <p:txBody>
          <a:bodyPr/>
          <a:lstStyle/>
          <a:p>
            <a:pPr eaLnBrk="1" hangingPunct="1"/>
            <a:r>
              <a:rPr lang="zh-CN" altLang="en-US"/>
              <a:t>上次课回顾</a:t>
            </a:r>
          </a:p>
        </p:txBody>
      </p:sp>
      <p:sp>
        <p:nvSpPr>
          <p:cNvPr id="15363" name="内容占位符 2">
            <a:extLst>
              <a:ext uri="{FF2B5EF4-FFF2-40B4-BE49-F238E27FC236}">
                <a16:creationId xmlns:a16="http://schemas.microsoft.com/office/drawing/2014/main" id="{F5C237A8-974A-46D3-B870-0BEBFE5BC149}"/>
              </a:ext>
            </a:extLst>
          </p:cNvPr>
          <p:cNvSpPr>
            <a:spLocks noGrp="1"/>
          </p:cNvSpPr>
          <p:nvPr>
            <p:ph idx="1"/>
          </p:nvPr>
        </p:nvSpPr>
        <p:spPr/>
        <p:txBody>
          <a:bodyPr/>
          <a:lstStyle/>
          <a:p>
            <a:pPr eaLnBrk="1" hangingPunct="1"/>
            <a:r>
              <a:rPr lang="zh-CN" altLang="en-US">
                <a:sym typeface="Symbol" panose="05050102010706020507" pitchFamily="18" charset="2"/>
              </a:rPr>
              <a:t>预测分析：</a:t>
            </a:r>
            <a:r>
              <a:rPr lang="zh-CN" altLang="en-US"/>
              <a:t>根据当前的输入符号为非终结符选择一条确定的规则。</a:t>
            </a:r>
          </a:p>
          <a:p>
            <a:pPr eaLnBrk="1" hangingPunct="1"/>
            <a:r>
              <a:rPr lang="zh-CN" altLang="en-US"/>
              <a:t>递归下降的预测分析：</a:t>
            </a:r>
          </a:p>
          <a:p>
            <a:pPr lvl="1" eaLnBrk="1" hangingPunct="1"/>
            <a:r>
              <a:rPr lang="zh-CN" altLang="en-US">
                <a:latin typeface="宋体" panose="02010600030101010101" pitchFamily="2" charset="-122"/>
              </a:rPr>
              <a:t>为每一个非终结符写一个分析过程</a:t>
            </a:r>
          </a:p>
          <a:p>
            <a:pPr lvl="1" eaLnBrk="1" hangingPunct="1"/>
            <a:r>
              <a:rPr lang="zh-CN" altLang="en-US">
                <a:latin typeface="宋体" panose="02010600030101010101" pitchFamily="2" charset="-122"/>
              </a:rPr>
              <a:t>执行时从开始符号对应的过程开始执行，递归调用其它非终结符的分析过程。</a:t>
            </a:r>
          </a:p>
          <a:p>
            <a:pPr eaLnBrk="1" hangingPunct="1"/>
            <a:endParaRPr lang="zh-CN" altLang="en-US"/>
          </a:p>
        </p:txBody>
      </p:sp>
      <p:sp>
        <p:nvSpPr>
          <p:cNvPr id="2" name="日期占位符 1">
            <a:extLst>
              <a:ext uri="{FF2B5EF4-FFF2-40B4-BE49-F238E27FC236}">
                <a16:creationId xmlns:a16="http://schemas.microsoft.com/office/drawing/2014/main" id="{665B91FE-9992-B73C-B910-4B13C33BB701}"/>
              </a:ext>
            </a:extLst>
          </p:cNvPr>
          <p:cNvSpPr>
            <a:spLocks noGrp="1"/>
          </p:cNvSpPr>
          <p:nvPr>
            <p:ph type="dt" sz="half" idx="10"/>
          </p:nvPr>
        </p:nvSpPr>
        <p:spPr/>
        <p:txBody>
          <a:bodyPr/>
          <a:lstStyle/>
          <a:p>
            <a:fld id="{FFB31573-4667-48AE-93CB-449CA73F91D1}" type="datetime2">
              <a:rPr lang="zh-CN" altLang="en-US" smtClean="0"/>
              <a:pPr/>
              <a:t>2025年11月26日</a:t>
            </a:fld>
            <a:endParaRPr lang="zh-CN" altLang="en-US"/>
          </a:p>
        </p:txBody>
      </p:sp>
      <p:sp>
        <p:nvSpPr>
          <p:cNvPr id="3" name="页脚占位符 2">
            <a:extLst>
              <a:ext uri="{FF2B5EF4-FFF2-40B4-BE49-F238E27FC236}">
                <a16:creationId xmlns:a16="http://schemas.microsoft.com/office/drawing/2014/main" id="{70187D4A-C1B4-BD90-2DB0-AFE190566430}"/>
              </a:ext>
            </a:extLst>
          </p:cNvPr>
          <p:cNvSpPr>
            <a:spLocks noGrp="1"/>
          </p:cNvSpPr>
          <p:nvPr>
            <p:ph type="ftr" sz="quarter" idx="11"/>
          </p:nvPr>
        </p:nvSpPr>
        <p:spPr/>
        <p:txBody>
          <a:bodyPr/>
          <a:lstStyle/>
          <a:p>
            <a:r>
              <a:rPr lang="zh-CN" altLang="en-US"/>
              <a:t>编译原理</a:t>
            </a:r>
            <a:r>
              <a:rPr lang="en-US" altLang="zh-CN"/>
              <a:t>-</a:t>
            </a:r>
            <a:r>
              <a:rPr lang="zh-CN" altLang="en-US"/>
              <a:t>王欣捷</a:t>
            </a:r>
            <a:r>
              <a:rPr lang="en-US" altLang="zh-CN"/>
              <a:t>-</a:t>
            </a:r>
            <a:r>
              <a:rPr lang="zh-CN" altLang="en-US"/>
              <a:t>第三章 语法分析</a:t>
            </a:r>
            <a:r>
              <a:rPr lang="en-US" altLang="zh-CN"/>
              <a:t>(4)</a:t>
            </a:r>
            <a:endParaRPr lang="zh-CN" altLang="en-US"/>
          </a:p>
        </p:txBody>
      </p:sp>
      <p:sp>
        <p:nvSpPr>
          <p:cNvPr id="4" name="灯片编号占位符 3">
            <a:extLst>
              <a:ext uri="{FF2B5EF4-FFF2-40B4-BE49-F238E27FC236}">
                <a16:creationId xmlns:a16="http://schemas.microsoft.com/office/drawing/2014/main" id="{0A88D86E-73FC-6706-C86F-84698FA319A3}"/>
              </a:ext>
            </a:extLst>
          </p:cNvPr>
          <p:cNvSpPr>
            <a:spLocks noGrp="1"/>
          </p:cNvSpPr>
          <p:nvPr>
            <p:ph type="sldNum" sz="quarter" idx="12"/>
          </p:nvPr>
        </p:nvSpPr>
        <p:spPr/>
        <p:txBody>
          <a:bodyPr/>
          <a:lstStyle/>
          <a:p>
            <a:fld id="{094DEB03-EFC6-4C20-8FC8-295189A5386F}" type="slidenum">
              <a:rPr lang="zh-CN" altLang="en-US" smtClean="0"/>
              <a:pPr/>
              <a:t>6</a:t>
            </a:fld>
            <a:endParaRPr lang="zh-CN" altLang="en-US"/>
          </a:p>
        </p:txBody>
      </p:sp>
    </p:spTree>
  </p:cSld>
  <p:clrMapOvr>
    <a:masterClrMapping/>
  </p:clrMapOvr>
</p:sld>
</file>

<file path=ppt/slides/slide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410" name="标题 1">
            <a:extLst>
              <a:ext uri="{FF2B5EF4-FFF2-40B4-BE49-F238E27FC236}">
                <a16:creationId xmlns:a16="http://schemas.microsoft.com/office/drawing/2014/main" id="{34A7CABA-09F8-4FC3-9891-C7CB6D901CAF}"/>
              </a:ext>
            </a:extLst>
          </p:cNvPr>
          <p:cNvSpPr>
            <a:spLocks noGrp="1"/>
          </p:cNvSpPr>
          <p:nvPr>
            <p:ph type="title"/>
          </p:nvPr>
        </p:nvSpPr>
        <p:spPr/>
        <p:txBody>
          <a:bodyPr/>
          <a:lstStyle/>
          <a:p>
            <a:r>
              <a:rPr lang="zh-CN" altLang="en-US"/>
              <a:t>上次课回顾</a:t>
            </a:r>
          </a:p>
        </p:txBody>
      </p:sp>
      <p:sp>
        <p:nvSpPr>
          <p:cNvPr id="3" name="内容占位符 2">
            <a:extLst>
              <a:ext uri="{FF2B5EF4-FFF2-40B4-BE49-F238E27FC236}">
                <a16:creationId xmlns:a16="http://schemas.microsoft.com/office/drawing/2014/main" id="{6F41C5F5-3B3E-4759-B867-F4647CFA18FF}"/>
              </a:ext>
            </a:extLst>
          </p:cNvPr>
          <p:cNvSpPr>
            <a:spLocks noGrp="1"/>
          </p:cNvSpPr>
          <p:nvPr>
            <p:ph idx="1"/>
          </p:nvPr>
        </p:nvSpPr>
        <p:spPr/>
        <p:txBody>
          <a:bodyPr/>
          <a:lstStyle/>
          <a:p>
            <a:pPr eaLnBrk="1" hangingPunct="1">
              <a:buClr>
                <a:srgbClr val="3333CC"/>
              </a:buClr>
            </a:pPr>
            <a:r>
              <a:rPr lang="zh-CN" altLang="en-US" sz="2800">
                <a:solidFill>
                  <a:srgbClr val="000000"/>
                </a:solidFill>
                <a:latin typeface="Times New Roman" panose="02020603050405020304" pitchFamily="18" charset="0"/>
              </a:rPr>
              <a:t>文法：</a:t>
            </a:r>
            <a:r>
              <a:rPr lang="en-US" altLang="zh-CN" sz="2800" b="1" i="1">
                <a:solidFill>
                  <a:srgbClr val="000000"/>
                </a:solidFill>
                <a:latin typeface="Times New Roman" panose="02020603050405020304" pitchFamily="18" charset="0"/>
              </a:rPr>
              <a:t>S</a:t>
            </a:r>
            <a:r>
              <a:rPr lang="en-US" altLang="zh-CN" sz="2800" b="1">
                <a:solidFill>
                  <a:srgbClr val="000000"/>
                </a:solidFill>
                <a:latin typeface="Times New Roman" panose="02020603050405020304" pitchFamily="18" charset="0"/>
              </a:rPr>
              <a:t> </a:t>
            </a:r>
            <a:r>
              <a:rPr lang="en-US" altLang="zh-CN" sz="2800" b="1">
                <a:solidFill>
                  <a:srgbClr val="000000"/>
                </a:solidFill>
                <a:latin typeface="Times New Roman" panose="02020603050405020304" pitchFamily="18" charset="0"/>
                <a:sym typeface="Symbol" panose="05050102010706020507" pitchFamily="18" charset="2"/>
              </a:rPr>
              <a:t> (</a:t>
            </a:r>
            <a:r>
              <a:rPr lang="en-US" altLang="zh-CN" sz="2800" b="1" i="1">
                <a:solidFill>
                  <a:srgbClr val="000000"/>
                </a:solidFill>
                <a:latin typeface="Times New Roman" panose="02020603050405020304" pitchFamily="18" charset="0"/>
                <a:sym typeface="Symbol" panose="05050102010706020507" pitchFamily="18" charset="2"/>
              </a:rPr>
              <a:t>L</a:t>
            </a:r>
            <a:r>
              <a:rPr lang="en-US" altLang="zh-CN" sz="2800" b="1">
                <a:solidFill>
                  <a:srgbClr val="000000"/>
                </a:solidFill>
                <a:latin typeface="Times New Roman" panose="02020603050405020304" pitchFamily="18" charset="0"/>
                <a:sym typeface="Symbol" panose="05050102010706020507" pitchFamily="18" charset="2"/>
              </a:rPr>
              <a:t>) | </a:t>
            </a:r>
            <a:r>
              <a:rPr lang="en-US" altLang="zh-CN" sz="2800" b="1" i="1">
                <a:solidFill>
                  <a:srgbClr val="000000"/>
                </a:solidFill>
                <a:latin typeface="Times New Roman" panose="02020603050405020304" pitchFamily="18" charset="0"/>
                <a:sym typeface="Symbol" panose="05050102010706020507" pitchFamily="18" charset="2"/>
              </a:rPr>
              <a:t>a</a:t>
            </a:r>
            <a:r>
              <a:rPr lang="en-US" altLang="zh-CN" sz="2800" b="1">
                <a:solidFill>
                  <a:srgbClr val="000000"/>
                </a:solidFill>
                <a:latin typeface="Times New Roman" panose="02020603050405020304" pitchFamily="18" charset="0"/>
                <a:sym typeface="Symbol" panose="05050102010706020507" pitchFamily="18" charset="2"/>
              </a:rPr>
              <a:t> </a:t>
            </a:r>
          </a:p>
          <a:p>
            <a:pPr eaLnBrk="1" hangingPunct="1">
              <a:buClr>
                <a:srgbClr val="3333CC"/>
              </a:buClr>
              <a:buFont typeface="Wingdings" panose="05000000000000000000" pitchFamily="2" charset="2"/>
              <a:buNone/>
            </a:pPr>
            <a:r>
              <a:rPr lang="en-US" altLang="zh-CN" sz="2800" b="1">
                <a:solidFill>
                  <a:srgbClr val="000000"/>
                </a:solidFill>
                <a:latin typeface="Times New Roman" panose="02020603050405020304" pitchFamily="18" charset="0"/>
                <a:sym typeface="Symbol" panose="05050102010706020507" pitchFamily="18" charset="2"/>
              </a:rPr>
              <a:t>                </a:t>
            </a:r>
            <a:r>
              <a:rPr lang="en-US" altLang="zh-CN" sz="2800" b="1" i="1">
                <a:solidFill>
                  <a:srgbClr val="000000"/>
                </a:solidFill>
                <a:latin typeface="Times New Roman" panose="02020603050405020304" pitchFamily="18" charset="0"/>
                <a:sym typeface="Symbol" panose="05050102010706020507" pitchFamily="18" charset="2"/>
              </a:rPr>
              <a:t>L</a:t>
            </a:r>
            <a:r>
              <a:rPr lang="en-US" altLang="zh-CN" sz="2800" b="1">
                <a:solidFill>
                  <a:srgbClr val="000000"/>
                </a:solidFill>
                <a:latin typeface="Times New Roman" panose="02020603050405020304" pitchFamily="18" charset="0"/>
              </a:rPr>
              <a:t> </a:t>
            </a:r>
            <a:r>
              <a:rPr lang="en-US" altLang="zh-CN" sz="2800" b="1">
                <a:solidFill>
                  <a:srgbClr val="000000"/>
                </a:solidFill>
                <a:latin typeface="Times New Roman" panose="02020603050405020304" pitchFamily="18" charset="0"/>
                <a:sym typeface="Symbol" panose="05050102010706020507" pitchFamily="18" charset="2"/>
              </a:rPr>
              <a:t> </a:t>
            </a:r>
            <a:r>
              <a:rPr lang="en-US" altLang="zh-CN" sz="2800" b="1" i="1">
                <a:solidFill>
                  <a:srgbClr val="000000"/>
                </a:solidFill>
                <a:latin typeface="Times New Roman" panose="02020603050405020304" pitchFamily="18" charset="0"/>
                <a:sym typeface="Symbol" panose="05050102010706020507" pitchFamily="18" charset="2"/>
              </a:rPr>
              <a:t>L</a:t>
            </a:r>
            <a:r>
              <a:rPr lang="en-US" altLang="zh-CN" sz="2800" b="1">
                <a:solidFill>
                  <a:srgbClr val="000000"/>
                </a:solidFill>
                <a:latin typeface="Times New Roman" panose="02020603050405020304" pitchFamily="18" charset="0"/>
                <a:sym typeface="Symbol" panose="05050102010706020507" pitchFamily="18" charset="2"/>
              </a:rPr>
              <a:t>, </a:t>
            </a:r>
            <a:r>
              <a:rPr lang="en-US" altLang="zh-CN" sz="2800" b="1" i="1">
                <a:solidFill>
                  <a:srgbClr val="000000"/>
                </a:solidFill>
                <a:latin typeface="Times New Roman" panose="02020603050405020304" pitchFamily="18" charset="0"/>
                <a:sym typeface="Symbol" panose="05050102010706020507" pitchFamily="18" charset="2"/>
              </a:rPr>
              <a:t>S</a:t>
            </a:r>
            <a:r>
              <a:rPr lang="en-US" altLang="zh-CN" sz="2800" b="1">
                <a:solidFill>
                  <a:srgbClr val="000000"/>
                </a:solidFill>
                <a:latin typeface="Times New Roman" panose="02020603050405020304" pitchFamily="18" charset="0"/>
                <a:sym typeface="Symbol" panose="05050102010706020507" pitchFamily="18" charset="2"/>
              </a:rPr>
              <a:t> | </a:t>
            </a:r>
            <a:r>
              <a:rPr lang="en-US" altLang="zh-CN" sz="2800" b="1" i="1">
                <a:solidFill>
                  <a:srgbClr val="000000"/>
                </a:solidFill>
                <a:latin typeface="Times New Roman" panose="02020603050405020304" pitchFamily="18" charset="0"/>
                <a:sym typeface="Symbol" panose="05050102010706020507" pitchFamily="18" charset="2"/>
              </a:rPr>
              <a:t>S</a:t>
            </a:r>
          </a:p>
          <a:p>
            <a:pPr lvl="1"/>
            <a:r>
              <a:rPr lang="zh-CN" altLang="en-US"/>
              <a:t>消除左递归？</a:t>
            </a:r>
            <a:endParaRPr lang="en-US" altLang="zh-CN"/>
          </a:p>
          <a:p>
            <a:pPr lvl="1"/>
            <a:r>
              <a:rPr lang="zh-CN" altLang="en-US"/>
              <a:t>消除左递归后的文法：</a:t>
            </a:r>
            <a:endParaRPr lang="en-US" altLang="zh-CN"/>
          </a:p>
          <a:p>
            <a:pPr eaLnBrk="1" hangingPunct="1">
              <a:buClr>
                <a:srgbClr val="3333CC"/>
              </a:buClr>
              <a:buFont typeface="Wingdings" panose="05000000000000000000" pitchFamily="2" charset="2"/>
              <a:buNone/>
            </a:pPr>
            <a:r>
              <a:rPr lang="en-US" altLang="zh-CN" sz="2800" b="1" i="1">
                <a:solidFill>
                  <a:srgbClr val="000000"/>
                </a:solidFill>
                <a:latin typeface="Times New Roman" panose="02020603050405020304" pitchFamily="18" charset="0"/>
              </a:rPr>
              <a:t>   S</a:t>
            </a:r>
            <a:r>
              <a:rPr lang="en-US" altLang="zh-CN" sz="2800" b="1">
                <a:solidFill>
                  <a:srgbClr val="000000"/>
                </a:solidFill>
                <a:latin typeface="Times New Roman" panose="02020603050405020304" pitchFamily="18" charset="0"/>
              </a:rPr>
              <a:t> </a:t>
            </a:r>
            <a:r>
              <a:rPr lang="en-US" altLang="zh-CN" sz="2800" b="1">
                <a:solidFill>
                  <a:srgbClr val="000000"/>
                </a:solidFill>
                <a:latin typeface="Times New Roman" panose="02020603050405020304" pitchFamily="18" charset="0"/>
                <a:sym typeface="Symbol" panose="05050102010706020507" pitchFamily="18" charset="2"/>
              </a:rPr>
              <a:t> (</a:t>
            </a:r>
            <a:r>
              <a:rPr lang="en-US" altLang="zh-CN" sz="2800" b="1" i="1">
                <a:solidFill>
                  <a:srgbClr val="000000"/>
                </a:solidFill>
                <a:latin typeface="Times New Roman" panose="02020603050405020304" pitchFamily="18" charset="0"/>
                <a:sym typeface="Symbol" panose="05050102010706020507" pitchFamily="18" charset="2"/>
              </a:rPr>
              <a:t>L</a:t>
            </a:r>
            <a:r>
              <a:rPr lang="en-US" altLang="zh-CN" sz="2800" b="1">
                <a:solidFill>
                  <a:srgbClr val="000000"/>
                </a:solidFill>
                <a:latin typeface="Times New Roman" panose="02020603050405020304" pitchFamily="18" charset="0"/>
                <a:sym typeface="Symbol" panose="05050102010706020507" pitchFamily="18" charset="2"/>
              </a:rPr>
              <a:t>) | </a:t>
            </a:r>
            <a:r>
              <a:rPr lang="en-US" altLang="zh-CN" sz="2800" b="1" i="1">
                <a:solidFill>
                  <a:srgbClr val="000000"/>
                </a:solidFill>
                <a:latin typeface="Times New Roman" panose="02020603050405020304" pitchFamily="18" charset="0"/>
                <a:sym typeface="Symbol" panose="05050102010706020507" pitchFamily="18" charset="2"/>
              </a:rPr>
              <a:t>a</a:t>
            </a:r>
            <a:r>
              <a:rPr lang="en-US" altLang="zh-CN" sz="2800" b="1">
                <a:solidFill>
                  <a:srgbClr val="000000"/>
                </a:solidFill>
                <a:latin typeface="Times New Roman" panose="02020603050405020304" pitchFamily="18" charset="0"/>
                <a:sym typeface="Symbol" panose="05050102010706020507" pitchFamily="18" charset="2"/>
              </a:rPr>
              <a:t> </a:t>
            </a:r>
          </a:p>
          <a:p>
            <a:pPr eaLnBrk="1" hangingPunct="1">
              <a:buClr>
                <a:srgbClr val="3333CC"/>
              </a:buClr>
              <a:buFont typeface="Wingdings" panose="05000000000000000000" pitchFamily="2" charset="2"/>
              <a:buNone/>
            </a:pPr>
            <a:r>
              <a:rPr lang="en-US" altLang="zh-CN" sz="2800" b="1">
                <a:solidFill>
                  <a:srgbClr val="000000"/>
                </a:solidFill>
                <a:latin typeface="Times New Roman" panose="02020603050405020304" pitchFamily="18" charset="0"/>
                <a:sym typeface="Symbol" panose="05050102010706020507" pitchFamily="18" charset="2"/>
              </a:rPr>
              <a:t>   </a:t>
            </a:r>
            <a:r>
              <a:rPr lang="en-US" altLang="zh-CN" sz="2800" b="1" i="1">
                <a:solidFill>
                  <a:srgbClr val="000000"/>
                </a:solidFill>
                <a:latin typeface="Times New Roman" panose="02020603050405020304" pitchFamily="18" charset="0"/>
                <a:sym typeface="Symbol" panose="05050102010706020507" pitchFamily="18" charset="2"/>
              </a:rPr>
              <a:t>L</a:t>
            </a:r>
            <a:r>
              <a:rPr lang="en-US" altLang="zh-CN" sz="2800" b="1">
                <a:solidFill>
                  <a:srgbClr val="000000"/>
                </a:solidFill>
                <a:latin typeface="Times New Roman" panose="02020603050405020304" pitchFamily="18" charset="0"/>
              </a:rPr>
              <a:t> </a:t>
            </a:r>
            <a:r>
              <a:rPr lang="en-US" altLang="zh-CN" sz="2800" b="1">
                <a:solidFill>
                  <a:srgbClr val="000000"/>
                </a:solidFill>
                <a:latin typeface="Times New Roman" panose="02020603050405020304" pitchFamily="18" charset="0"/>
                <a:sym typeface="Symbol" panose="05050102010706020507" pitchFamily="18" charset="2"/>
              </a:rPr>
              <a:t> </a:t>
            </a:r>
            <a:r>
              <a:rPr lang="en-US" altLang="zh-CN" sz="2800" b="1" i="1">
                <a:solidFill>
                  <a:srgbClr val="000000"/>
                </a:solidFill>
                <a:latin typeface="Times New Roman" panose="02020603050405020304" pitchFamily="18" charset="0"/>
                <a:sym typeface="Symbol" panose="05050102010706020507" pitchFamily="18" charset="2"/>
              </a:rPr>
              <a:t>S L</a:t>
            </a:r>
            <a:r>
              <a:rPr lang="en-US" altLang="zh-CN" sz="2800" b="1">
                <a:solidFill>
                  <a:srgbClr val="000000"/>
                </a:solidFill>
                <a:latin typeface="Times New Roman" panose="02020603050405020304" pitchFamily="18" charset="0"/>
                <a:sym typeface="Symbol" panose="05050102010706020507" pitchFamily="18" charset="2"/>
              </a:rPr>
              <a:t></a:t>
            </a:r>
          </a:p>
          <a:p>
            <a:pPr eaLnBrk="1" hangingPunct="1">
              <a:buClr>
                <a:srgbClr val="3333CC"/>
              </a:buClr>
              <a:buFont typeface="Wingdings" panose="05000000000000000000" pitchFamily="2" charset="2"/>
              <a:buNone/>
            </a:pPr>
            <a:r>
              <a:rPr lang="en-US" altLang="zh-CN" sz="2800" b="1" i="1">
                <a:solidFill>
                  <a:srgbClr val="000000"/>
                </a:solidFill>
                <a:latin typeface="Times New Roman" panose="02020603050405020304" pitchFamily="18" charset="0"/>
                <a:sym typeface="Symbol" panose="05050102010706020507" pitchFamily="18" charset="2"/>
              </a:rPr>
              <a:t>   L </a:t>
            </a:r>
            <a:r>
              <a:rPr lang="en-US" altLang="zh-CN" sz="2800" b="1">
                <a:solidFill>
                  <a:srgbClr val="000000"/>
                </a:solidFill>
                <a:latin typeface="Times New Roman" panose="02020603050405020304" pitchFamily="18" charset="0"/>
                <a:sym typeface="Symbol" panose="05050102010706020507" pitchFamily="18" charset="2"/>
              </a:rPr>
              <a:t> </a:t>
            </a:r>
            <a:r>
              <a:rPr lang="en-US" altLang="zh-CN" sz="2800" b="1" i="1">
                <a:solidFill>
                  <a:srgbClr val="FF0000"/>
                </a:solidFill>
                <a:latin typeface="Times New Roman" panose="02020603050405020304" pitchFamily="18" charset="0"/>
                <a:sym typeface="Symbol" panose="05050102010706020507" pitchFamily="18" charset="2"/>
              </a:rPr>
              <a:t> </a:t>
            </a:r>
            <a:r>
              <a:rPr lang="en-US" altLang="zh-CN" sz="2800" b="1">
                <a:solidFill>
                  <a:srgbClr val="FF0000"/>
                </a:solidFill>
                <a:latin typeface="Times New Roman" panose="02020603050405020304" pitchFamily="18" charset="0"/>
                <a:sym typeface="Symbol" panose="05050102010706020507" pitchFamily="18" charset="2"/>
              </a:rPr>
              <a:t>, </a:t>
            </a:r>
            <a:r>
              <a:rPr lang="en-US" altLang="zh-CN" sz="2800" b="1" i="1">
                <a:solidFill>
                  <a:srgbClr val="000000"/>
                </a:solidFill>
                <a:latin typeface="Times New Roman" panose="02020603050405020304" pitchFamily="18" charset="0"/>
                <a:sym typeface="Symbol" panose="05050102010706020507" pitchFamily="18" charset="2"/>
              </a:rPr>
              <a:t>S</a:t>
            </a:r>
            <a:r>
              <a:rPr lang="en-US" altLang="zh-CN" sz="2800" b="1">
                <a:solidFill>
                  <a:srgbClr val="000000"/>
                </a:solidFill>
                <a:latin typeface="Times New Roman" panose="02020603050405020304" pitchFamily="18" charset="0"/>
                <a:sym typeface="Symbol" panose="05050102010706020507" pitchFamily="18" charset="2"/>
              </a:rPr>
              <a:t> </a:t>
            </a:r>
            <a:r>
              <a:rPr lang="en-US" altLang="zh-CN" sz="2800" b="1" i="1">
                <a:solidFill>
                  <a:srgbClr val="000000"/>
                </a:solidFill>
                <a:latin typeface="Times New Roman" panose="02020603050405020304" pitchFamily="18" charset="0"/>
                <a:sym typeface="Symbol" panose="05050102010706020507" pitchFamily="18" charset="2"/>
              </a:rPr>
              <a:t>L </a:t>
            </a:r>
            <a:r>
              <a:rPr lang="en-US" altLang="zh-CN" sz="2800" b="1">
                <a:solidFill>
                  <a:srgbClr val="000000"/>
                </a:solidFill>
                <a:latin typeface="Times New Roman" panose="02020603050405020304" pitchFamily="18" charset="0"/>
                <a:sym typeface="Symbol" panose="05050102010706020507" pitchFamily="18" charset="2"/>
              </a:rPr>
              <a:t> | </a:t>
            </a:r>
            <a:endParaRPr lang="en-US" altLang="en-US" sz="2800" b="1" i="1">
              <a:solidFill>
                <a:srgbClr val="000000"/>
              </a:solidFill>
              <a:latin typeface="Times New Roman" panose="02020603050405020304" pitchFamily="18" charset="0"/>
              <a:sym typeface="Symbol" panose="05050102010706020507" pitchFamily="18" charset="2"/>
            </a:endParaRPr>
          </a:p>
          <a:p>
            <a:pPr lvl="1"/>
            <a:r>
              <a:rPr lang="zh-CN" altLang="en-US"/>
              <a:t>递归下降的预测分析器？</a:t>
            </a:r>
          </a:p>
        </p:txBody>
      </p:sp>
      <p:sp>
        <p:nvSpPr>
          <p:cNvPr id="2" name="日期占位符 1">
            <a:extLst>
              <a:ext uri="{FF2B5EF4-FFF2-40B4-BE49-F238E27FC236}">
                <a16:creationId xmlns:a16="http://schemas.microsoft.com/office/drawing/2014/main" id="{527BFE9D-6B0D-8962-85F6-180C679C43D2}"/>
              </a:ext>
            </a:extLst>
          </p:cNvPr>
          <p:cNvSpPr>
            <a:spLocks noGrp="1"/>
          </p:cNvSpPr>
          <p:nvPr>
            <p:ph type="dt" sz="half" idx="10"/>
          </p:nvPr>
        </p:nvSpPr>
        <p:spPr/>
        <p:txBody>
          <a:bodyPr/>
          <a:lstStyle/>
          <a:p>
            <a:fld id="{4DAEA20A-EC6C-4DCC-9F8F-01465BC09710}" type="datetime2">
              <a:rPr lang="zh-CN" altLang="en-US" smtClean="0"/>
              <a:pPr/>
              <a:t>2025年11月26日</a:t>
            </a:fld>
            <a:endParaRPr lang="zh-CN" altLang="en-US"/>
          </a:p>
        </p:txBody>
      </p:sp>
      <p:sp>
        <p:nvSpPr>
          <p:cNvPr id="4" name="页脚占位符 3">
            <a:extLst>
              <a:ext uri="{FF2B5EF4-FFF2-40B4-BE49-F238E27FC236}">
                <a16:creationId xmlns:a16="http://schemas.microsoft.com/office/drawing/2014/main" id="{B409D2E0-6BDA-7764-B797-72A81708D063}"/>
              </a:ext>
            </a:extLst>
          </p:cNvPr>
          <p:cNvSpPr>
            <a:spLocks noGrp="1"/>
          </p:cNvSpPr>
          <p:nvPr>
            <p:ph type="ftr" sz="quarter" idx="11"/>
          </p:nvPr>
        </p:nvSpPr>
        <p:spPr/>
        <p:txBody>
          <a:bodyPr/>
          <a:lstStyle/>
          <a:p>
            <a:r>
              <a:rPr lang="zh-CN" altLang="en-US"/>
              <a:t>编译原理</a:t>
            </a:r>
            <a:r>
              <a:rPr lang="en-US" altLang="zh-CN"/>
              <a:t>-</a:t>
            </a:r>
            <a:r>
              <a:rPr lang="zh-CN" altLang="en-US"/>
              <a:t>王欣捷</a:t>
            </a:r>
            <a:r>
              <a:rPr lang="en-US" altLang="zh-CN"/>
              <a:t>-</a:t>
            </a:r>
            <a:r>
              <a:rPr lang="zh-CN" altLang="en-US"/>
              <a:t>第三章 语法分析</a:t>
            </a:r>
            <a:r>
              <a:rPr lang="en-US" altLang="zh-CN"/>
              <a:t>(4)</a:t>
            </a:r>
            <a:endParaRPr lang="zh-CN" altLang="en-US"/>
          </a:p>
        </p:txBody>
      </p:sp>
      <p:sp>
        <p:nvSpPr>
          <p:cNvPr id="5" name="灯片编号占位符 4">
            <a:extLst>
              <a:ext uri="{FF2B5EF4-FFF2-40B4-BE49-F238E27FC236}">
                <a16:creationId xmlns:a16="http://schemas.microsoft.com/office/drawing/2014/main" id="{5D7DC3A2-E499-BACA-BC39-D979300AE55D}"/>
              </a:ext>
            </a:extLst>
          </p:cNvPr>
          <p:cNvSpPr>
            <a:spLocks noGrp="1"/>
          </p:cNvSpPr>
          <p:nvPr>
            <p:ph type="sldNum" sz="quarter" idx="12"/>
          </p:nvPr>
        </p:nvSpPr>
        <p:spPr/>
        <p:txBody>
          <a:bodyPr/>
          <a:lstStyle/>
          <a:p>
            <a:fld id="{094DEB03-EFC6-4C20-8FC8-295189A5386F}" type="slidenum">
              <a:rPr lang="zh-CN" altLang="en-US" smtClean="0"/>
              <a:pPr/>
              <a:t>7</a:t>
            </a:fld>
            <a:endParaRPr lang="zh-CN" altLang="en-US"/>
          </a:p>
        </p:txBody>
      </p:sp>
    </p:spTree>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 presetClass="entr" presetSubtype="0" fill="hold" nodeType="clickEffect">
                                  <p:stCondLst>
                                    <p:cond delay="0"/>
                                  </p:stCondLst>
                                  <p:childTnLst>
                                    <p:set>
                                      <p:cBhvr>
                                        <p:cTn id="6" dur="1" fill="hold">
                                          <p:stCondLst>
                                            <p:cond delay="0"/>
                                          </p:stCondLst>
                                        </p:cTn>
                                        <p:tgtEl>
                                          <p:spTgt spid="3">
                                            <p:txEl>
                                              <p:pRg st="3" end="3"/>
                                            </p:txEl>
                                          </p:spTgt>
                                        </p:tgtEl>
                                        <p:attrNameLst>
                                          <p:attrName>style.visibility</p:attrName>
                                        </p:attrNameLst>
                                      </p:cBhvr>
                                      <p:to>
                                        <p:strVal val="visible"/>
                                      </p:to>
                                    </p:set>
                                  </p:childTnLst>
                                </p:cTn>
                              </p:par>
                              <p:par>
                                <p:cTn id="7" presetID="1" presetClass="entr" presetSubtype="0" fill="hold" nodeType="withEffect">
                                  <p:stCondLst>
                                    <p:cond delay="0"/>
                                  </p:stCondLst>
                                  <p:childTnLst>
                                    <p:set>
                                      <p:cBhvr>
                                        <p:cTn id="8" dur="1" fill="hold">
                                          <p:stCondLst>
                                            <p:cond delay="0"/>
                                          </p:stCondLst>
                                        </p:cTn>
                                        <p:tgtEl>
                                          <p:spTgt spid="3">
                                            <p:txEl>
                                              <p:pRg st="4" end="4"/>
                                            </p:txEl>
                                          </p:spTgt>
                                        </p:tgtEl>
                                        <p:attrNameLst>
                                          <p:attrName>style.visibility</p:attrName>
                                        </p:attrNameLst>
                                      </p:cBhvr>
                                      <p:to>
                                        <p:strVal val="visible"/>
                                      </p:to>
                                    </p:set>
                                  </p:childTnLst>
                                </p:cTn>
                              </p:par>
                              <p:par>
                                <p:cTn id="9" presetID="1" presetClass="entr" presetSubtype="0" fill="hold" nodeType="withEffect">
                                  <p:stCondLst>
                                    <p:cond delay="0"/>
                                  </p:stCondLst>
                                  <p:childTnLst>
                                    <p:set>
                                      <p:cBhvr>
                                        <p:cTn id="10" dur="1" fill="hold">
                                          <p:stCondLst>
                                            <p:cond delay="0"/>
                                          </p:stCondLst>
                                        </p:cTn>
                                        <p:tgtEl>
                                          <p:spTgt spid="3">
                                            <p:txEl>
                                              <p:pRg st="5" end="5"/>
                                            </p:txEl>
                                          </p:spTgt>
                                        </p:tgtEl>
                                        <p:attrNameLst>
                                          <p:attrName>style.visibility</p:attrName>
                                        </p:attrNameLst>
                                      </p:cBhvr>
                                      <p:to>
                                        <p:strVal val="visible"/>
                                      </p:to>
                                    </p:set>
                                  </p:childTnLst>
                                </p:cTn>
                              </p:par>
                              <p:par>
                                <p:cTn id="11" presetID="1" presetClass="entr" presetSubtype="0" fill="hold" nodeType="withEffect">
                                  <p:stCondLst>
                                    <p:cond delay="0"/>
                                  </p:stCondLst>
                                  <p:childTnLst>
                                    <p:set>
                                      <p:cBhvr>
                                        <p:cTn id="12" dur="1" fill="hold">
                                          <p:stCondLst>
                                            <p:cond delay="0"/>
                                          </p:stCondLst>
                                        </p:cTn>
                                        <p:tgtEl>
                                          <p:spTgt spid="3">
                                            <p:txEl>
                                              <p:pRg st="6" end="6"/>
                                            </p:txEl>
                                          </p:spTgt>
                                        </p:tgtEl>
                                        <p:attrNameLst>
                                          <p:attrName>style.visibility</p:attrName>
                                        </p:attrNameLst>
                                      </p:cBhvr>
                                      <p:to>
                                        <p:strVal val="visible"/>
                                      </p:to>
                                    </p:set>
                                  </p:childTnLst>
                                </p:cTn>
                              </p:par>
                            </p:childTnLst>
                          </p:cTn>
                        </p:par>
                      </p:childTnLst>
                    </p:cTn>
                  </p:par>
                  <p:par>
                    <p:cTn id="13" fill="hold" nodeType="clickPar">
                      <p:stCondLst>
                        <p:cond delay="indefinite"/>
                      </p:stCondLst>
                      <p:childTnLst>
                        <p:par>
                          <p:cTn id="14" fill="hold" nodeType="withGroup">
                            <p:stCondLst>
                              <p:cond delay="0"/>
                            </p:stCondLst>
                            <p:childTnLst>
                              <p:par>
                                <p:cTn id="15" presetID="1" presetClass="entr" presetSubtype="0" fill="hold" nodeType="clickEffect">
                                  <p:stCondLst>
                                    <p:cond delay="0"/>
                                  </p:stCondLst>
                                  <p:childTnLst>
                                    <p:set>
                                      <p:cBhvr>
                                        <p:cTn id="16" dur="1" fill="hold">
                                          <p:stCondLst>
                                            <p:cond delay="0"/>
                                          </p:stCondLst>
                                        </p:cTn>
                                        <p:tgtEl>
                                          <p:spTgt spid="3">
                                            <p:txEl>
                                              <p:pRg st="7" end="7"/>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6386" name="Rectangle 2">
            <a:extLst>
              <a:ext uri="{FF2B5EF4-FFF2-40B4-BE49-F238E27FC236}">
                <a16:creationId xmlns:a16="http://schemas.microsoft.com/office/drawing/2014/main" id="{B111009E-5783-4033-98B2-34BB1769CA10}"/>
              </a:ext>
            </a:extLst>
          </p:cNvPr>
          <p:cNvSpPr>
            <a:spLocks noGrp="1" noChangeArrowheads="1"/>
          </p:cNvSpPr>
          <p:nvPr>
            <p:ph type="title"/>
          </p:nvPr>
        </p:nvSpPr>
        <p:spPr/>
        <p:txBody>
          <a:bodyPr/>
          <a:lstStyle/>
          <a:p>
            <a:pPr eaLnBrk="1" hangingPunct="1"/>
            <a:r>
              <a:rPr lang="zh-CN" altLang="en-US"/>
              <a:t>本次课内容</a:t>
            </a:r>
          </a:p>
        </p:txBody>
      </p:sp>
      <p:sp>
        <p:nvSpPr>
          <p:cNvPr id="14339" name="Rectangle 3">
            <a:extLst>
              <a:ext uri="{FF2B5EF4-FFF2-40B4-BE49-F238E27FC236}">
                <a16:creationId xmlns:a16="http://schemas.microsoft.com/office/drawing/2014/main" id="{8FDF1250-9DC5-4192-B4E5-E9FB0A67A711}"/>
              </a:ext>
            </a:extLst>
          </p:cNvPr>
          <p:cNvSpPr>
            <a:spLocks noGrp="1" noChangeArrowheads="1"/>
          </p:cNvSpPr>
          <p:nvPr>
            <p:ph idx="1"/>
          </p:nvPr>
        </p:nvSpPr>
        <p:spPr/>
        <p:txBody>
          <a:bodyPr/>
          <a:lstStyle/>
          <a:p>
            <a:pPr eaLnBrk="1" hangingPunct="1"/>
            <a:r>
              <a:rPr lang="en-US" altLang="zh-CN" sz="3600" dirty="0"/>
              <a:t>3.3 </a:t>
            </a:r>
            <a:r>
              <a:rPr lang="zh-CN" altLang="en-US" sz="3600" dirty="0"/>
              <a:t>自上而下分析</a:t>
            </a:r>
          </a:p>
          <a:p>
            <a:pPr lvl="1" eaLnBrk="1" hangingPunct="1"/>
            <a:r>
              <a:rPr lang="en-US" altLang="zh-CN" sz="3200" dirty="0"/>
              <a:t>3.3.4 </a:t>
            </a:r>
            <a:r>
              <a:rPr lang="zh-CN" altLang="en-US" sz="3200" dirty="0"/>
              <a:t>预测分析实现：非递归</a:t>
            </a:r>
            <a:endParaRPr lang="en-US" altLang="zh-CN" sz="3200" dirty="0"/>
          </a:p>
          <a:p>
            <a:pPr lvl="1" eaLnBrk="1" hangingPunct="1"/>
            <a:r>
              <a:rPr lang="en-US" altLang="zh-CN" sz="3200" dirty="0"/>
              <a:t>3.3.5 </a:t>
            </a:r>
            <a:r>
              <a:rPr lang="zh-CN" altLang="en-US" sz="3200" dirty="0"/>
              <a:t>构造预测分析表</a:t>
            </a:r>
            <a:endParaRPr lang="en-US" altLang="zh-CN" sz="3200" dirty="0"/>
          </a:p>
          <a:p>
            <a:pPr lvl="1" eaLnBrk="1" hangingPunct="1"/>
            <a:r>
              <a:rPr lang="en-US" altLang="zh-CN" sz="3200" dirty="0"/>
              <a:t>3.3.6 </a:t>
            </a:r>
            <a:r>
              <a:rPr lang="zh-CN" altLang="en-US" sz="3200" dirty="0"/>
              <a:t>预测分析的错误恢复</a:t>
            </a:r>
            <a:endParaRPr lang="zh-CN" altLang="en-US" dirty="0"/>
          </a:p>
          <a:p>
            <a:pPr lvl="1" eaLnBrk="1" hangingPunct="1">
              <a:defRPr/>
            </a:pPr>
            <a:endParaRPr lang="en-US" altLang="zh-CN" dirty="0"/>
          </a:p>
        </p:txBody>
      </p:sp>
      <p:sp>
        <p:nvSpPr>
          <p:cNvPr id="2" name="日期占位符 1">
            <a:extLst>
              <a:ext uri="{FF2B5EF4-FFF2-40B4-BE49-F238E27FC236}">
                <a16:creationId xmlns:a16="http://schemas.microsoft.com/office/drawing/2014/main" id="{1C1CF918-00B8-58D1-0BCE-B2EEBD228E6A}"/>
              </a:ext>
            </a:extLst>
          </p:cNvPr>
          <p:cNvSpPr>
            <a:spLocks noGrp="1"/>
          </p:cNvSpPr>
          <p:nvPr>
            <p:ph type="dt" sz="half" idx="10"/>
          </p:nvPr>
        </p:nvSpPr>
        <p:spPr/>
        <p:txBody>
          <a:bodyPr/>
          <a:lstStyle/>
          <a:p>
            <a:fld id="{3D81B26B-C538-4348-9FEC-00C55CA3DA3D}" type="datetime2">
              <a:rPr lang="zh-CN" altLang="en-US" smtClean="0"/>
              <a:pPr/>
              <a:t>2025年11月26日</a:t>
            </a:fld>
            <a:endParaRPr lang="zh-CN" altLang="en-US"/>
          </a:p>
        </p:txBody>
      </p:sp>
      <p:sp>
        <p:nvSpPr>
          <p:cNvPr id="3" name="页脚占位符 2">
            <a:extLst>
              <a:ext uri="{FF2B5EF4-FFF2-40B4-BE49-F238E27FC236}">
                <a16:creationId xmlns:a16="http://schemas.microsoft.com/office/drawing/2014/main" id="{67CA9DC0-572E-6674-9E2D-98EF65C0EE61}"/>
              </a:ext>
            </a:extLst>
          </p:cNvPr>
          <p:cNvSpPr>
            <a:spLocks noGrp="1"/>
          </p:cNvSpPr>
          <p:nvPr>
            <p:ph type="ftr" sz="quarter" idx="11"/>
          </p:nvPr>
        </p:nvSpPr>
        <p:spPr/>
        <p:txBody>
          <a:bodyPr/>
          <a:lstStyle/>
          <a:p>
            <a:r>
              <a:rPr lang="zh-CN" altLang="en-US"/>
              <a:t>编译原理</a:t>
            </a:r>
            <a:r>
              <a:rPr lang="en-US" altLang="zh-CN"/>
              <a:t>-</a:t>
            </a:r>
            <a:r>
              <a:rPr lang="zh-CN" altLang="en-US"/>
              <a:t>王欣捷</a:t>
            </a:r>
            <a:r>
              <a:rPr lang="en-US" altLang="zh-CN"/>
              <a:t>-</a:t>
            </a:r>
            <a:r>
              <a:rPr lang="zh-CN" altLang="en-US"/>
              <a:t>第三章 语法分析</a:t>
            </a:r>
            <a:r>
              <a:rPr lang="en-US" altLang="zh-CN"/>
              <a:t>(4)</a:t>
            </a:r>
            <a:endParaRPr lang="zh-CN" altLang="en-US"/>
          </a:p>
        </p:txBody>
      </p:sp>
      <p:sp>
        <p:nvSpPr>
          <p:cNvPr id="4" name="灯片编号占位符 3">
            <a:extLst>
              <a:ext uri="{FF2B5EF4-FFF2-40B4-BE49-F238E27FC236}">
                <a16:creationId xmlns:a16="http://schemas.microsoft.com/office/drawing/2014/main" id="{FC5B2FC1-2304-4A6E-D1C7-4AC7169F40E0}"/>
              </a:ext>
            </a:extLst>
          </p:cNvPr>
          <p:cNvSpPr>
            <a:spLocks noGrp="1"/>
          </p:cNvSpPr>
          <p:nvPr>
            <p:ph type="sldNum" sz="quarter" idx="12"/>
          </p:nvPr>
        </p:nvSpPr>
        <p:spPr/>
        <p:txBody>
          <a:bodyPr/>
          <a:lstStyle/>
          <a:p>
            <a:fld id="{094DEB03-EFC6-4C20-8FC8-295189A5386F}" type="slidenum">
              <a:rPr lang="zh-CN" altLang="en-US" smtClean="0"/>
              <a:pPr/>
              <a:t>8</a:t>
            </a:fld>
            <a:endParaRPr lang="zh-CN" altLang="en-US"/>
          </a:p>
        </p:txBody>
      </p:sp>
      <p:grpSp>
        <p:nvGrpSpPr>
          <p:cNvPr id="5" name="组合 4">
            <a:extLst>
              <a:ext uri="{FF2B5EF4-FFF2-40B4-BE49-F238E27FC236}">
                <a16:creationId xmlns:a16="http://schemas.microsoft.com/office/drawing/2014/main" id="{CB4BDF8A-25D9-8B45-5C89-9D81E707B888}"/>
              </a:ext>
            </a:extLst>
          </p:cNvPr>
          <p:cNvGrpSpPr/>
          <p:nvPr/>
        </p:nvGrpSpPr>
        <p:grpSpPr>
          <a:xfrm>
            <a:off x="1798198" y="4102246"/>
            <a:ext cx="5138621" cy="1340630"/>
            <a:chOff x="2570922" y="4130850"/>
            <a:chExt cx="5138621" cy="1340630"/>
          </a:xfrm>
        </p:grpSpPr>
        <p:sp>
          <p:nvSpPr>
            <p:cNvPr id="6" name="Rectangle 84">
              <a:extLst>
                <a:ext uri="{FF2B5EF4-FFF2-40B4-BE49-F238E27FC236}">
                  <a16:creationId xmlns:a16="http://schemas.microsoft.com/office/drawing/2014/main" id="{1C127241-B24E-24C5-5C78-9F6522989D8F}"/>
                </a:ext>
              </a:extLst>
            </p:cNvPr>
            <p:cNvSpPr>
              <a:spLocks noChangeArrowheads="1"/>
            </p:cNvSpPr>
            <p:nvPr/>
          </p:nvSpPr>
          <p:spPr bwMode="auto">
            <a:xfrm>
              <a:off x="2570922" y="4205723"/>
              <a:ext cx="4002156" cy="1224428"/>
            </a:xfrm>
            <a:prstGeom prst="rect">
              <a:avLst/>
            </a:prstGeom>
            <a:solidFill>
              <a:schemeClr val="accent4">
                <a:lumMod val="20000"/>
                <a:lumOff val="80000"/>
              </a:schemeClr>
            </a:solidFill>
            <a:ln>
              <a:headEnd/>
              <a:tailEnd/>
            </a:ln>
          </p:spPr>
          <p:style>
            <a:lnRef idx="2">
              <a:schemeClr val="accent2"/>
            </a:lnRef>
            <a:fillRef idx="1">
              <a:schemeClr val="lt1"/>
            </a:fillRef>
            <a:effectRef idx="0">
              <a:schemeClr val="accent2"/>
            </a:effectRef>
            <a:fontRef idx="minor">
              <a:schemeClr val="dk1"/>
            </a:fontRef>
          </p:style>
          <p:txBody>
            <a:bodyPr wrap="none" lIns="54000" tIns="28800" rIns="54000" bIns="28800" anchor="ctr"/>
            <a:lstStyle>
              <a:lvl1pPr>
                <a:spcBef>
                  <a:spcPct val="20000"/>
                </a:spcBef>
                <a:buClr>
                  <a:schemeClr val="folHlink"/>
                </a:buClr>
                <a:buSzPct val="60000"/>
                <a:buFont typeface="Wingdings" panose="05000000000000000000" pitchFamily="2" charset="2"/>
                <a:buChar char="n"/>
                <a:defRPr sz="3200">
                  <a:solidFill>
                    <a:schemeClr val="tx1"/>
                  </a:solidFill>
                  <a:latin typeface="Tahoma" panose="020B0604030504040204" pitchFamily="34" charset="0"/>
                  <a:ea typeface="黑体" panose="02010609060101010101" pitchFamily="49" charset="-122"/>
                </a:defRPr>
              </a:lvl1pPr>
              <a:lvl2pPr marL="742950" indent="-285750">
                <a:spcBef>
                  <a:spcPct val="20000"/>
                </a:spcBef>
                <a:buClr>
                  <a:schemeClr val="hlink"/>
                </a:buClr>
                <a:buSzPct val="55000"/>
                <a:buFont typeface="Wingdings" panose="05000000000000000000" pitchFamily="2" charset="2"/>
                <a:buChar char="n"/>
                <a:defRPr sz="2800">
                  <a:solidFill>
                    <a:schemeClr val="tx1"/>
                  </a:solidFill>
                  <a:latin typeface="Tahoma" panose="020B0604030504040204" pitchFamily="34" charset="0"/>
                  <a:ea typeface="黑体" panose="02010609060101010101" pitchFamily="49" charset="-122"/>
                </a:defRPr>
              </a:lvl2pPr>
              <a:lvl3pPr marL="1143000" indent="-228600">
                <a:spcBef>
                  <a:spcPct val="20000"/>
                </a:spcBef>
                <a:buClr>
                  <a:schemeClr val="folHlink"/>
                </a:buClr>
                <a:buSzPct val="50000"/>
                <a:buFont typeface="Wingdings" panose="05000000000000000000" pitchFamily="2" charset="2"/>
                <a:buChar char="n"/>
                <a:defRPr sz="2400">
                  <a:solidFill>
                    <a:schemeClr val="tx1"/>
                  </a:solidFill>
                  <a:latin typeface="Tahoma" panose="020B0604030504040204" pitchFamily="34" charset="0"/>
                  <a:ea typeface="黑体" panose="02010609060101010101" pitchFamily="49" charset="-122"/>
                </a:defRPr>
              </a:lvl3pPr>
              <a:lvl4pPr marL="1600200" indent="-228600">
                <a:spcBef>
                  <a:spcPct val="20000"/>
                </a:spcBef>
                <a:buClr>
                  <a:schemeClr val="accent2"/>
                </a:buClr>
                <a:buSzPct val="55000"/>
                <a:buFont typeface="Wingdings" panose="05000000000000000000" pitchFamily="2" charset="2"/>
                <a:buChar char="n"/>
                <a:defRPr sz="2000">
                  <a:solidFill>
                    <a:schemeClr val="tx1"/>
                  </a:solidFill>
                  <a:latin typeface="Tahoma" panose="020B0604030504040204" pitchFamily="34" charset="0"/>
                  <a:ea typeface="黑体" panose="02010609060101010101" pitchFamily="49" charset="-122"/>
                </a:defRPr>
              </a:lvl4pPr>
              <a:lvl5pPr marL="2057400" indent="-228600">
                <a:spcBef>
                  <a:spcPct val="20000"/>
                </a:spcBef>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黑体" panose="02010609060101010101" pitchFamily="49" charset="-122"/>
                </a:defRPr>
              </a:lvl9pPr>
            </a:lstStyle>
            <a:p>
              <a:pPr>
                <a:spcBef>
                  <a:spcPct val="0"/>
                </a:spcBef>
                <a:buClrTx/>
                <a:buSzTx/>
                <a:buFontTx/>
                <a:buNone/>
              </a:pPr>
              <a:r>
                <a:rPr lang="zh-CN" altLang="en-US" sz="2800" dirty="0">
                  <a:latin typeface="Times New Roman" panose="02020603050405020304" pitchFamily="18" charset="0"/>
                </a:rPr>
                <a:t>想一想，如何把</a:t>
              </a:r>
              <a:endParaRPr lang="en-US" altLang="zh-CN" sz="2800" dirty="0">
                <a:latin typeface="Times New Roman" panose="02020603050405020304" pitchFamily="18" charset="0"/>
              </a:endParaRPr>
            </a:p>
            <a:p>
              <a:pPr>
                <a:spcBef>
                  <a:spcPct val="0"/>
                </a:spcBef>
                <a:buClrTx/>
                <a:buSzTx/>
                <a:buFontTx/>
                <a:buNone/>
              </a:pPr>
              <a:r>
                <a:rPr lang="zh-CN" altLang="en-US" sz="2800" dirty="0">
                  <a:latin typeface="Times New Roman" panose="02020603050405020304" pitchFamily="18" charset="0"/>
                </a:rPr>
                <a:t>递归的算法变为非递归？</a:t>
              </a:r>
            </a:p>
          </p:txBody>
        </p:sp>
        <p:grpSp>
          <p:nvGrpSpPr>
            <p:cNvPr id="7" name="组合 6">
              <a:extLst>
                <a:ext uri="{FF2B5EF4-FFF2-40B4-BE49-F238E27FC236}">
                  <a16:creationId xmlns:a16="http://schemas.microsoft.com/office/drawing/2014/main" id="{734E55DB-660B-1BCB-8C09-C14C75113028}"/>
                </a:ext>
              </a:extLst>
            </p:cNvPr>
            <p:cNvGrpSpPr/>
            <p:nvPr/>
          </p:nvGrpSpPr>
          <p:grpSpPr>
            <a:xfrm>
              <a:off x="6402456" y="4130850"/>
              <a:ext cx="1307087" cy="1340630"/>
              <a:chOff x="6659157" y="4101358"/>
              <a:chExt cx="1307087" cy="1340630"/>
            </a:xfrm>
          </p:grpSpPr>
          <p:sp>
            <p:nvSpPr>
              <p:cNvPr id="8" name="椭圆 7">
                <a:extLst>
                  <a:ext uri="{FF2B5EF4-FFF2-40B4-BE49-F238E27FC236}">
                    <a16:creationId xmlns:a16="http://schemas.microsoft.com/office/drawing/2014/main" id="{D395986A-8046-8296-6788-6125A786F0B2}"/>
                  </a:ext>
                </a:extLst>
              </p:cNvPr>
              <p:cNvSpPr/>
              <p:nvPr/>
            </p:nvSpPr>
            <p:spPr>
              <a:xfrm>
                <a:off x="6659157" y="4134901"/>
                <a:ext cx="1307087" cy="1307087"/>
              </a:xfrm>
              <a:prstGeom prst="ellipse">
                <a:avLst/>
              </a:prstGeom>
              <a:solidFill>
                <a:schemeClr val="accent4">
                  <a:lumMod val="20000"/>
                  <a:lumOff val="80000"/>
                </a:schemeClr>
              </a:solidFill>
              <a:ln>
                <a:solidFill>
                  <a:schemeClr val="accent2"/>
                </a:solidFill>
              </a:ln>
            </p:spPr>
            <p:style>
              <a:lnRef idx="2">
                <a:schemeClr val="accent4">
                  <a:shade val="15000"/>
                </a:schemeClr>
              </a:lnRef>
              <a:fillRef idx="1">
                <a:schemeClr val="accent4"/>
              </a:fillRef>
              <a:effectRef idx="0">
                <a:schemeClr val="accent4"/>
              </a:effectRef>
              <a:fontRef idx="minor">
                <a:schemeClr val="lt1"/>
              </a:fontRef>
            </p:style>
            <p:txBody>
              <a:bodyPr rtlCol="0" anchor="ctr"/>
              <a:lstStyle/>
              <a:p>
                <a:pPr algn="ctr"/>
                <a:endParaRPr lang="zh-CN" altLang="en-US"/>
              </a:p>
            </p:txBody>
          </p:sp>
          <p:pic>
            <p:nvPicPr>
              <p:cNvPr id="9" name="图形 8" descr="问号 纯色填充">
                <a:extLst>
                  <a:ext uri="{FF2B5EF4-FFF2-40B4-BE49-F238E27FC236}">
                    <a16:creationId xmlns:a16="http://schemas.microsoft.com/office/drawing/2014/main" id="{63B4783D-C6AA-3D6D-E70A-7E31B4C6952F}"/>
                  </a:ext>
                </a:extLst>
              </p:cNvPr>
              <p:cNvPicPr>
                <a:picLocks noChangeAspect="1"/>
              </p:cNvPicPr>
              <p:nvPr/>
            </p:nvPicPr>
            <p:blipFill>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6732392" y="4101358"/>
                <a:ext cx="1160619" cy="1160619"/>
              </a:xfrm>
              <a:prstGeom prst="rect">
                <a:avLst/>
              </a:prstGeom>
            </p:spPr>
          </p:pic>
        </p:grpSp>
      </p:grpSp>
    </p:spTree>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 presetClass="entr" presetSubtype="4" fill="hold" nodeType="clickEffect">
                                  <p:stCondLst>
                                    <p:cond delay="0"/>
                                  </p:stCondLst>
                                  <p:childTnLst>
                                    <p:set>
                                      <p:cBhvr>
                                        <p:cTn id="6" dur="1" fill="hold">
                                          <p:stCondLst>
                                            <p:cond delay="0"/>
                                          </p:stCondLst>
                                        </p:cTn>
                                        <p:tgtEl>
                                          <p:spTgt spid="5"/>
                                        </p:tgtEl>
                                        <p:attrNameLst>
                                          <p:attrName>style.visibility</p:attrName>
                                        </p:attrNameLst>
                                      </p:cBhvr>
                                      <p:to>
                                        <p:strVal val="visible"/>
                                      </p:to>
                                    </p:set>
                                    <p:anim calcmode="lin" valueType="num">
                                      <p:cBhvr additive="base">
                                        <p:cTn id="7" dur="500" fill="hold"/>
                                        <p:tgtEl>
                                          <p:spTgt spid="5"/>
                                        </p:tgtEl>
                                        <p:attrNameLst>
                                          <p:attrName>ppt_x</p:attrName>
                                        </p:attrNameLst>
                                      </p:cBhvr>
                                      <p:tavLst>
                                        <p:tav tm="0">
                                          <p:val>
                                            <p:strVal val="#ppt_x"/>
                                          </p:val>
                                        </p:tav>
                                        <p:tav tm="100000">
                                          <p:val>
                                            <p:strVal val="#ppt_x"/>
                                          </p:val>
                                        </p:tav>
                                      </p:tavLst>
                                    </p:anim>
                                    <p:anim calcmode="lin" valueType="num">
                                      <p:cBhvr additive="base">
                                        <p:cTn id="8" dur="500" fill="hold"/>
                                        <p:tgtEl>
                                          <p:spTgt spid="5"/>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标题 2">
            <a:extLst>
              <a:ext uri="{FF2B5EF4-FFF2-40B4-BE49-F238E27FC236}">
                <a16:creationId xmlns:a16="http://schemas.microsoft.com/office/drawing/2014/main" id="{C318473B-7D1A-4DC9-B3B0-62978D94DCA3}"/>
              </a:ext>
            </a:extLst>
          </p:cNvPr>
          <p:cNvSpPr>
            <a:spLocks noGrp="1"/>
          </p:cNvSpPr>
          <p:nvPr>
            <p:ph type="title"/>
          </p:nvPr>
        </p:nvSpPr>
        <p:spPr/>
        <p:txBody>
          <a:bodyPr/>
          <a:lstStyle/>
          <a:p>
            <a:r>
              <a:rPr lang="en-US" altLang="zh-CN" sz="4400"/>
              <a:t>3.3.4 </a:t>
            </a:r>
            <a:r>
              <a:rPr lang="zh-CN" altLang="en-US" sz="4400"/>
              <a:t>非递归的预测分析</a:t>
            </a:r>
            <a:endParaRPr lang="zh-CN" altLang="en-US"/>
          </a:p>
        </p:txBody>
      </p:sp>
      <p:sp>
        <p:nvSpPr>
          <p:cNvPr id="4" name="内容占位符 3">
            <a:extLst>
              <a:ext uri="{FF2B5EF4-FFF2-40B4-BE49-F238E27FC236}">
                <a16:creationId xmlns:a16="http://schemas.microsoft.com/office/drawing/2014/main" id="{DFB61FF9-495F-42BF-A6FF-09998E597A87}"/>
              </a:ext>
            </a:extLst>
          </p:cNvPr>
          <p:cNvSpPr>
            <a:spLocks noGrp="1"/>
          </p:cNvSpPr>
          <p:nvPr>
            <p:ph idx="1"/>
          </p:nvPr>
        </p:nvSpPr>
        <p:spPr/>
        <p:txBody>
          <a:bodyPr/>
          <a:lstStyle/>
          <a:p>
            <a:r>
              <a:rPr lang="zh-CN" altLang="en-US" sz="3200"/>
              <a:t>非递归的预测分析（</a:t>
            </a:r>
            <a:r>
              <a:rPr lang="en-US" altLang="zh-CN" sz="3200" err="1"/>
              <a:t>Nonrecursive</a:t>
            </a:r>
            <a:r>
              <a:rPr lang="en-US" altLang="zh-CN" sz="3200"/>
              <a:t> predictive parsing</a:t>
            </a:r>
            <a:r>
              <a:rPr lang="zh-CN" altLang="en-US" sz="3200"/>
              <a:t>）</a:t>
            </a:r>
            <a:endParaRPr lang="en-US" altLang="zh-CN" sz="3200"/>
          </a:p>
          <a:p>
            <a:pPr lvl="1"/>
            <a:r>
              <a:rPr lang="zh-CN" altLang="en-US"/>
              <a:t>通过查分析表来决定扩展一个非终结符时选择哪个产生式</a:t>
            </a:r>
            <a:endParaRPr lang="en-US" altLang="zh-CN"/>
          </a:p>
          <a:p>
            <a:pPr lvl="1"/>
            <a:r>
              <a:rPr lang="zh-CN" altLang="en-US"/>
              <a:t>结构：输入缓冲区、栈、分析表、输出流</a:t>
            </a:r>
          </a:p>
        </p:txBody>
      </p:sp>
      <p:sp>
        <p:nvSpPr>
          <p:cNvPr id="2" name="日期占位符 1">
            <a:extLst>
              <a:ext uri="{FF2B5EF4-FFF2-40B4-BE49-F238E27FC236}">
                <a16:creationId xmlns:a16="http://schemas.microsoft.com/office/drawing/2014/main" id="{87D40571-53BD-5CCD-402F-265F5BA2E045}"/>
              </a:ext>
            </a:extLst>
          </p:cNvPr>
          <p:cNvSpPr>
            <a:spLocks noGrp="1"/>
          </p:cNvSpPr>
          <p:nvPr>
            <p:ph type="dt" sz="half" idx="10"/>
          </p:nvPr>
        </p:nvSpPr>
        <p:spPr/>
        <p:txBody>
          <a:bodyPr/>
          <a:lstStyle/>
          <a:p>
            <a:fld id="{EBDA0A46-8CC3-4E11-B6F7-5D926B7A619D}" type="datetime2">
              <a:rPr lang="zh-CN" altLang="en-US" smtClean="0"/>
              <a:pPr/>
              <a:t>2025年11月26日</a:t>
            </a:fld>
            <a:endParaRPr lang="zh-CN" altLang="en-US"/>
          </a:p>
        </p:txBody>
      </p:sp>
      <p:sp>
        <p:nvSpPr>
          <p:cNvPr id="5" name="页脚占位符 4">
            <a:extLst>
              <a:ext uri="{FF2B5EF4-FFF2-40B4-BE49-F238E27FC236}">
                <a16:creationId xmlns:a16="http://schemas.microsoft.com/office/drawing/2014/main" id="{97DD16B1-A9A1-5CA8-B99D-A91AAC66EF1D}"/>
              </a:ext>
            </a:extLst>
          </p:cNvPr>
          <p:cNvSpPr>
            <a:spLocks noGrp="1"/>
          </p:cNvSpPr>
          <p:nvPr>
            <p:ph type="ftr" sz="quarter" idx="11"/>
          </p:nvPr>
        </p:nvSpPr>
        <p:spPr/>
        <p:txBody>
          <a:bodyPr/>
          <a:lstStyle/>
          <a:p>
            <a:r>
              <a:rPr lang="zh-CN" altLang="en-US"/>
              <a:t>编译原理</a:t>
            </a:r>
            <a:r>
              <a:rPr lang="en-US" altLang="zh-CN"/>
              <a:t>-</a:t>
            </a:r>
            <a:r>
              <a:rPr lang="zh-CN" altLang="en-US"/>
              <a:t>王欣捷</a:t>
            </a:r>
            <a:r>
              <a:rPr lang="en-US" altLang="zh-CN"/>
              <a:t>-</a:t>
            </a:r>
            <a:r>
              <a:rPr lang="zh-CN" altLang="en-US"/>
              <a:t>第三章 语法分析</a:t>
            </a:r>
            <a:r>
              <a:rPr lang="en-US" altLang="zh-CN"/>
              <a:t>(4)</a:t>
            </a:r>
            <a:endParaRPr lang="zh-CN" altLang="en-US"/>
          </a:p>
        </p:txBody>
      </p:sp>
      <p:sp>
        <p:nvSpPr>
          <p:cNvPr id="6" name="灯片编号占位符 5">
            <a:extLst>
              <a:ext uri="{FF2B5EF4-FFF2-40B4-BE49-F238E27FC236}">
                <a16:creationId xmlns:a16="http://schemas.microsoft.com/office/drawing/2014/main" id="{2D5A8ED5-1F61-5438-B69E-E1404DD324DD}"/>
              </a:ext>
            </a:extLst>
          </p:cNvPr>
          <p:cNvSpPr>
            <a:spLocks noGrp="1"/>
          </p:cNvSpPr>
          <p:nvPr>
            <p:ph type="sldNum" sz="quarter" idx="12"/>
          </p:nvPr>
        </p:nvSpPr>
        <p:spPr/>
        <p:txBody>
          <a:bodyPr/>
          <a:lstStyle/>
          <a:p>
            <a:fld id="{094DEB03-EFC6-4C20-8FC8-295189A5386F}" type="slidenum">
              <a:rPr lang="zh-CN" altLang="en-US" smtClean="0"/>
              <a:pPr/>
              <a:t>9</a:t>
            </a:fld>
            <a:endParaRPr lang="zh-CN" altLang="en-US"/>
          </a:p>
        </p:txBody>
      </p:sp>
    </p:spTree>
    <p:extLst>
      <p:ext uri="{BB962C8B-B14F-4D97-AF65-F5344CB8AC3E}">
        <p14:creationId xmlns:p14="http://schemas.microsoft.com/office/powerpoint/2010/main" val="3607689641"/>
      </p:ext>
    </p:extLst>
  </p:cSld>
  <p:clrMapOvr>
    <a:masterClrMapping/>
  </p:clrMapOvr>
</p:sld>
</file>

<file path=ppt/slides/slide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8434" name="Rectangle 2">
            <a:extLst>
              <a:ext uri="{FF2B5EF4-FFF2-40B4-BE49-F238E27FC236}">
                <a16:creationId xmlns:a16="http://schemas.microsoft.com/office/drawing/2014/main" id="{EE8F6BF2-C233-47B3-A40A-C2C656950912}"/>
              </a:ext>
            </a:extLst>
          </p:cNvPr>
          <p:cNvSpPr>
            <a:spLocks noGrp="1" noChangeArrowheads="1"/>
          </p:cNvSpPr>
          <p:nvPr>
            <p:ph type="title"/>
          </p:nvPr>
        </p:nvSpPr>
        <p:spPr/>
        <p:txBody>
          <a:bodyPr>
            <a:normAutofit/>
          </a:bodyPr>
          <a:lstStyle/>
          <a:p>
            <a:pPr eaLnBrk="1" hangingPunct="1"/>
            <a:r>
              <a:rPr lang="en-US" altLang="zh-CN" sz="4000"/>
              <a:t>3.3.4 </a:t>
            </a:r>
            <a:r>
              <a:rPr lang="zh-CN" altLang="en-US" sz="4000"/>
              <a:t>非递归的预测分析</a:t>
            </a:r>
            <a:endParaRPr lang="zh-CN" altLang="en-US" sz="3600"/>
          </a:p>
        </p:txBody>
      </p:sp>
      <p:grpSp>
        <p:nvGrpSpPr>
          <p:cNvPr id="18435" name="Group 4">
            <a:extLst>
              <a:ext uri="{FF2B5EF4-FFF2-40B4-BE49-F238E27FC236}">
                <a16:creationId xmlns:a16="http://schemas.microsoft.com/office/drawing/2014/main" id="{417B76F0-B844-4BEA-8080-7065084FDEA6}"/>
              </a:ext>
            </a:extLst>
          </p:cNvPr>
          <p:cNvGrpSpPr>
            <a:grpSpLocks/>
          </p:cNvGrpSpPr>
          <p:nvPr/>
        </p:nvGrpSpPr>
        <p:grpSpPr bwMode="auto">
          <a:xfrm>
            <a:off x="78161" y="1874066"/>
            <a:ext cx="5764034" cy="3473880"/>
            <a:chOff x="709" y="1242"/>
            <a:chExt cx="4475" cy="2697"/>
          </a:xfrm>
        </p:grpSpPr>
        <p:grpSp>
          <p:nvGrpSpPr>
            <p:cNvPr id="18437" name="Group 5">
              <a:extLst>
                <a:ext uri="{FF2B5EF4-FFF2-40B4-BE49-F238E27FC236}">
                  <a16:creationId xmlns:a16="http://schemas.microsoft.com/office/drawing/2014/main" id="{2B4267A3-9406-4CA4-ADA2-FC463C3F1313}"/>
                </a:ext>
              </a:extLst>
            </p:cNvPr>
            <p:cNvGrpSpPr>
              <a:grpSpLocks/>
            </p:cNvGrpSpPr>
            <p:nvPr/>
          </p:nvGrpSpPr>
          <p:grpSpPr bwMode="auto">
            <a:xfrm>
              <a:off x="2400" y="1248"/>
              <a:ext cx="1221" cy="373"/>
              <a:chOff x="4484" y="9630"/>
              <a:chExt cx="1460" cy="392"/>
            </a:xfrm>
          </p:grpSpPr>
          <p:sp>
            <p:nvSpPr>
              <p:cNvPr id="18452" name="Rectangle 6">
                <a:extLst>
                  <a:ext uri="{FF2B5EF4-FFF2-40B4-BE49-F238E27FC236}">
                    <a16:creationId xmlns:a16="http://schemas.microsoft.com/office/drawing/2014/main" id="{B34D1DA9-4A8A-4C29-96CE-C20591A8EFEF}"/>
                  </a:ext>
                </a:extLst>
              </p:cNvPr>
              <p:cNvSpPr>
                <a:spLocks noChangeArrowheads="1"/>
              </p:cNvSpPr>
              <p:nvPr/>
            </p:nvSpPr>
            <p:spPr bwMode="auto">
              <a:xfrm>
                <a:off x="4770" y="9630"/>
                <a:ext cx="288" cy="390"/>
              </a:xfrm>
              <a:prstGeom prst="rect">
                <a:avLst/>
              </a:prstGeom>
              <a:noFill/>
              <a:ln w="25400">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lIns="36000" tIns="10800" rIns="18000" bIns="10800" anchor="ctr"/>
              <a:lstStyle>
                <a:lvl1pPr>
                  <a:spcBef>
                    <a:spcPct val="20000"/>
                  </a:spcBef>
                  <a:buClr>
                    <a:schemeClr val="folHlink"/>
                  </a:buClr>
                  <a:buSzPct val="60000"/>
                  <a:buFont typeface="Wingdings" panose="05000000000000000000" pitchFamily="2" charset="2"/>
                  <a:buChar char="n"/>
                  <a:defRPr sz="3200">
                    <a:solidFill>
                      <a:schemeClr val="tx1"/>
                    </a:solidFill>
                    <a:latin typeface="Tahoma" panose="020B0604030504040204" pitchFamily="34" charset="0"/>
                    <a:ea typeface="黑体" panose="02010609060101010101" pitchFamily="49" charset="-122"/>
                  </a:defRPr>
                </a:lvl1pPr>
                <a:lvl2pPr marL="742950" indent="-285750">
                  <a:spcBef>
                    <a:spcPct val="20000"/>
                  </a:spcBef>
                  <a:buClr>
                    <a:schemeClr val="hlink"/>
                  </a:buClr>
                  <a:buSzPct val="55000"/>
                  <a:buFont typeface="Wingdings" panose="05000000000000000000" pitchFamily="2" charset="2"/>
                  <a:buChar char="n"/>
                  <a:defRPr sz="2800">
                    <a:solidFill>
                      <a:schemeClr val="tx1"/>
                    </a:solidFill>
                    <a:latin typeface="Tahoma" panose="020B0604030504040204" pitchFamily="34" charset="0"/>
                    <a:ea typeface="黑体" panose="02010609060101010101" pitchFamily="49" charset="-122"/>
                  </a:defRPr>
                </a:lvl2pPr>
                <a:lvl3pPr marL="1143000" indent="-228600">
                  <a:spcBef>
                    <a:spcPct val="20000"/>
                  </a:spcBef>
                  <a:buClr>
                    <a:schemeClr val="folHlink"/>
                  </a:buClr>
                  <a:buSzPct val="50000"/>
                  <a:buFont typeface="Wingdings" panose="05000000000000000000" pitchFamily="2" charset="2"/>
                  <a:buChar char="n"/>
                  <a:defRPr sz="2400">
                    <a:solidFill>
                      <a:schemeClr val="tx1"/>
                    </a:solidFill>
                    <a:latin typeface="Tahoma" panose="020B0604030504040204" pitchFamily="34" charset="0"/>
                    <a:ea typeface="黑体" panose="02010609060101010101" pitchFamily="49" charset="-122"/>
                  </a:defRPr>
                </a:lvl3pPr>
                <a:lvl4pPr marL="1600200" indent="-228600">
                  <a:spcBef>
                    <a:spcPct val="20000"/>
                  </a:spcBef>
                  <a:buClr>
                    <a:schemeClr val="accent2"/>
                  </a:buClr>
                  <a:buSzPct val="55000"/>
                  <a:buFont typeface="Wingdings" panose="05000000000000000000" pitchFamily="2" charset="2"/>
                  <a:buChar char="n"/>
                  <a:defRPr sz="2000">
                    <a:solidFill>
                      <a:schemeClr val="tx1"/>
                    </a:solidFill>
                    <a:latin typeface="Tahoma" panose="020B0604030504040204" pitchFamily="34" charset="0"/>
                    <a:ea typeface="黑体" panose="02010609060101010101" pitchFamily="49" charset="-122"/>
                  </a:defRPr>
                </a:lvl4pPr>
                <a:lvl5pPr marL="2057400" indent="-228600">
                  <a:spcBef>
                    <a:spcPct val="20000"/>
                  </a:spcBef>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黑体" panose="02010609060101010101" pitchFamily="49" charset="-122"/>
                  </a:defRPr>
                </a:lvl9pPr>
              </a:lstStyle>
              <a:p>
                <a:pPr algn="ctr">
                  <a:spcBef>
                    <a:spcPct val="0"/>
                  </a:spcBef>
                  <a:buClrTx/>
                  <a:buSzTx/>
                  <a:buFontTx/>
                  <a:buNone/>
                </a:pPr>
                <a:r>
                  <a:rPr lang="en-US" altLang="zh-CN" sz="2000" i="1">
                    <a:latin typeface="Times New Roman" panose="02020603050405020304" pitchFamily="18" charset="0"/>
                    <a:ea typeface="宋体" panose="02010600030101010101" pitchFamily="2" charset="-122"/>
                  </a:rPr>
                  <a:t>a</a:t>
                </a:r>
              </a:p>
            </p:txBody>
          </p:sp>
          <p:sp>
            <p:nvSpPr>
              <p:cNvPr id="18453" name="Rectangle 7">
                <a:extLst>
                  <a:ext uri="{FF2B5EF4-FFF2-40B4-BE49-F238E27FC236}">
                    <a16:creationId xmlns:a16="http://schemas.microsoft.com/office/drawing/2014/main" id="{97425ACF-1AD1-403E-B3A8-ED01EF8ADF9C}"/>
                  </a:ext>
                </a:extLst>
              </p:cNvPr>
              <p:cNvSpPr>
                <a:spLocks noChangeArrowheads="1"/>
              </p:cNvSpPr>
              <p:nvPr/>
            </p:nvSpPr>
            <p:spPr bwMode="auto">
              <a:xfrm>
                <a:off x="4484" y="9632"/>
                <a:ext cx="288" cy="390"/>
              </a:xfrm>
              <a:prstGeom prst="rect">
                <a:avLst/>
              </a:prstGeom>
              <a:noFill/>
              <a:ln w="25400">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lIns="36000" tIns="10800" rIns="18000" bIns="10800"/>
              <a:lstStyle>
                <a:lvl1pPr>
                  <a:spcBef>
                    <a:spcPct val="20000"/>
                  </a:spcBef>
                  <a:buClr>
                    <a:schemeClr val="folHlink"/>
                  </a:buClr>
                  <a:buSzPct val="60000"/>
                  <a:buFont typeface="Wingdings" panose="05000000000000000000" pitchFamily="2" charset="2"/>
                  <a:buChar char="n"/>
                  <a:defRPr sz="3200">
                    <a:solidFill>
                      <a:schemeClr val="tx1"/>
                    </a:solidFill>
                    <a:latin typeface="Tahoma" panose="020B0604030504040204" pitchFamily="34" charset="0"/>
                    <a:ea typeface="黑体" panose="02010609060101010101" pitchFamily="49" charset="-122"/>
                  </a:defRPr>
                </a:lvl1pPr>
                <a:lvl2pPr marL="742950" indent="-285750">
                  <a:spcBef>
                    <a:spcPct val="20000"/>
                  </a:spcBef>
                  <a:buClr>
                    <a:schemeClr val="hlink"/>
                  </a:buClr>
                  <a:buSzPct val="55000"/>
                  <a:buFont typeface="Wingdings" panose="05000000000000000000" pitchFamily="2" charset="2"/>
                  <a:buChar char="n"/>
                  <a:defRPr sz="2800">
                    <a:solidFill>
                      <a:schemeClr val="tx1"/>
                    </a:solidFill>
                    <a:latin typeface="Tahoma" panose="020B0604030504040204" pitchFamily="34" charset="0"/>
                    <a:ea typeface="黑体" panose="02010609060101010101" pitchFamily="49" charset="-122"/>
                  </a:defRPr>
                </a:lvl2pPr>
                <a:lvl3pPr marL="1143000" indent="-228600">
                  <a:spcBef>
                    <a:spcPct val="20000"/>
                  </a:spcBef>
                  <a:buClr>
                    <a:schemeClr val="folHlink"/>
                  </a:buClr>
                  <a:buSzPct val="50000"/>
                  <a:buFont typeface="Wingdings" panose="05000000000000000000" pitchFamily="2" charset="2"/>
                  <a:buChar char="n"/>
                  <a:defRPr sz="2400">
                    <a:solidFill>
                      <a:schemeClr val="tx1"/>
                    </a:solidFill>
                    <a:latin typeface="Tahoma" panose="020B0604030504040204" pitchFamily="34" charset="0"/>
                    <a:ea typeface="黑体" panose="02010609060101010101" pitchFamily="49" charset="-122"/>
                  </a:defRPr>
                </a:lvl3pPr>
                <a:lvl4pPr marL="1600200" indent="-228600">
                  <a:spcBef>
                    <a:spcPct val="20000"/>
                  </a:spcBef>
                  <a:buClr>
                    <a:schemeClr val="accent2"/>
                  </a:buClr>
                  <a:buSzPct val="55000"/>
                  <a:buFont typeface="Wingdings" panose="05000000000000000000" pitchFamily="2" charset="2"/>
                  <a:buChar char="n"/>
                  <a:defRPr sz="2000">
                    <a:solidFill>
                      <a:schemeClr val="tx1"/>
                    </a:solidFill>
                    <a:latin typeface="Tahoma" panose="020B0604030504040204" pitchFamily="34" charset="0"/>
                    <a:ea typeface="黑体" panose="02010609060101010101" pitchFamily="49" charset="-122"/>
                  </a:defRPr>
                </a:lvl4pPr>
                <a:lvl5pPr marL="2057400" indent="-228600">
                  <a:spcBef>
                    <a:spcPct val="20000"/>
                  </a:spcBef>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黑体" panose="02010609060101010101" pitchFamily="49" charset="-122"/>
                  </a:defRPr>
                </a:lvl9pPr>
              </a:lstStyle>
              <a:p>
                <a:pPr algn="just">
                  <a:spcBef>
                    <a:spcPct val="0"/>
                  </a:spcBef>
                  <a:buClrTx/>
                  <a:buSzTx/>
                  <a:buFontTx/>
                  <a:buNone/>
                </a:pPr>
                <a:endParaRPr lang="zh-CN" altLang="zh-CN" sz="800" b="0" i="1">
                  <a:latin typeface="Times New Roman" panose="02020603050405020304" pitchFamily="18" charset="0"/>
                  <a:ea typeface="宋体" panose="02010600030101010101" pitchFamily="2" charset="-122"/>
                </a:endParaRPr>
              </a:p>
            </p:txBody>
          </p:sp>
          <p:sp>
            <p:nvSpPr>
              <p:cNvPr id="18454" name="Rectangle 8">
                <a:extLst>
                  <a:ext uri="{FF2B5EF4-FFF2-40B4-BE49-F238E27FC236}">
                    <a16:creationId xmlns:a16="http://schemas.microsoft.com/office/drawing/2014/main" id="{88177D53-0479-409B-8BB6-F722F878D3C5}"/>
                  </a:ext>
                </a:extLst>
              </p:cNvPr>
              <p:cNvSpPr>
                <a:spLocks noChangeArrowheads="1"/>
              </p:cNvSpPr>
              <p:nvPr/>
            </p:nvSpPr>
            <p:spPr bwMode="auto">
              <a:xfrm>
                <a:off x="5070" y="9630"/>
                <a:ext cx="288" cy="390"/>
              </a:xfrm>
              <a:prstGeom prst="rect">
                <a:avLst/>
              </a:prstGeom>
              <a:noFill/>
              <a:ln w="25400">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lIns="36000" tIns="10800" rIns="18000" bIns="10800" anchor="ctr"/>
              <a:lstStyle>
                <a:lvl1pPr>
                  <a:spcBef>
                    <a:spcPct val="20000"/>
                  </a:spcBef>
                  <a:buClr>
                    <a:schemeClr val="folHlink"/>
                  </a:buClr>
                  <a:buSzPct val="60000"/>
                  <a:buFont typeface="Wingdings" panose="05000000000000000000" pitchFamily="2" charset="2"/>
                  <a:buChar char="n"/>
                  <a:defRPr sz="3200">
                    <a:solidFill>
                      <a:schemeClr val="tx1"/>
                    </a:solidFill>
                    <a:latin typeface="Tahoma" panose="020B0604030504040204" pitchFamily="34" charset="0"/>
                    <a:ea typeface="黑体" panose="02010609060101010101" pitchFamily="49" charset="-122"/>
                  </a:defRPr>
                </a:lvl1pPr>
                <a:lvl2pPr marL="742950" indent="-285750">
                  <a:spcBef>
                    <a:spcPct val="20000"/>
                  </a:spcBef>
                  <a:buClr>
                    <a:schemeClr val="hlink"/>
                  </a:buClr>
                  <a:buSzPct val="55000"/>
                  <a:buFont typeface="Wingdings" panose="05000000000000000000" pitchFamily="2" charset="2"/>
                  <a:buChar char="n"/>
                  <a:defRPr sz="2800">
                    <a:solidFill>
                      <a:schemeClr val="tx1"/>
                    </a:solidFill>
                    <a:latin typeface="Tahoma" panose="020B0604030504040204" pitchFamily="34" charset="0"/>
                    <a:ea typeface="黑体" panose="02010609060101010101" pitchFamily="49" charset="-122"/>
                  </a:defRPr>
                </a:lvl2pPr>
                <a:lvl3pPr marL="1143000" indent="-228600">
                  <a:spcBef>
                    <a:spcPct val="20000"/>
                  </a:spcBef>
                  <a:buClr>
                    <a:schemeClr val="folHlink"/>
                  </a:buClr>
                  <a:buSzPct val="50000"/>
                  <a:buFont typeface="Wingdings" panose="05000000000000000000" pitchFamily="2" charset="2"/>
                  <a:buChar char="n"/>
                  <a:defRPr sz="2400">
                    <a:solidFill>
                      <a:schemeClr val="tx1"/>
                    </a:solidFill>
                    <a:latin typeface="Tahoma" panose="020B0604030504040204" pitchFamily="34" charset="0"/>
                    <a:ea typeface="黑体" panose="02010609060101010101" pitchFamily="49" charset="-122"/>
                  </a:defRPr>
                </a:lvl3pPr>
                <a:lvl4pPr marL="1600200" indent="-228600">
                  <a:spcBef>
                    <a:spcPct val="20000"/>
                  </a:spcBef>
                  <a:buClr>
                    <a:schemeClr val="accent2"/>
                  </a:buClr>
                  <a:buSzPct val="55000"/>
                  <a:buFont typeface="Wingdings" panose="05000000000000000000" pitchFamily="2" charset="2"/>
                  <a:buChar char="n"/>
                  <a:defRPr sz="2000">
                    <a:solidFill>
                      <a:schemeClr val="tx1"/>
                    </a:solidFill>
                    <a:latin typeface="Tahoma" panose="020B0604030504040204" pitchFamily="34" charset="0"/>
                    <a:ea typeface="黑体" panose="02010609060101010101" pitchFamily="49" charset="-122"/>
                  </a:defRPr>
                </a:lvl4pPr>
                <a:lvl5pPr marL="2057400" indent="-228600">
                  <a:spcBef>
                    <a:spcPct val="20000"/>
                  </a:spcBef>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黑体" panose="02010609060101010101" pitchFamily="49" charset="-122"/>
                  </a:defRPr>
                </a:lvl9pPr>
              </a:lstStyle>
              <a:p>
                <a:pPr algn="ctr">
                  <a:spcBef>
                    <a:spcPct val="0"/>
                  </a:spcBef>
                  <a:buClrTx/>
                  <a:buSzTx/>
                  <a:buFontTx/>
                  <a:buNone/>
                </a:pPr>
                <a:r>
                  <a:rPr lang="en-US" altLang="zh-CN" sz="2000">
                    <a:latin typeface="Times New Roman" panose="02020603050405020304" pitchFamily="18" charset="0"/>
                    <a:ea typeface="宋体" panose="02010600030101010101" pitchFamily="2" charset="-122"/>
                  </a:rPr>
                  <a:t>+</a:t>
                </a:r>
              </a:p>
            </p:txBody>
          </p:sp>
          <p:sp>
            <p:nvSpPr>
              <p:cNvPr id="18455" name="Rectangle 9">
                <a:extLst>
                  <a:ext uri="{FF2B5EF4-FFF2-40B4-BE49-F238E27FC236}">
                    <a16:creationId xmlns:a16="http://schemas.microsoft.com/office/drawing/2014/main" id="{06FD336B-4439-4181-AF5F-2418A74027B4}"/>
                  </a:ext>
                </a:extLst>
              </p:cNvPr>
              <p:cNvSpPr>
                <a:spLocks noChangeArrowheads="1"/>
              </p:cNvSpPr>
              <p:nvPr/>
            </p:nvSpPr>
            <p:spPr bwMode="auto">
              <a:xfrm>
                <a:off x="5356" y="9630"/>
                <a:ext cx="288" cy="390"/>
              </a:xfrm>
              <a:prstGeom prst="rect">
                <a:avLst/>
              </a:prstGeom>
              <a:noFill/>
              <a:ln w="25400">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lIns="36000" tIns="10800" rIns="18000" bIns="10800" anchor="ctr"/>
              <a:lstStyle>
                <a:lvl1pPr>
                  <a:spcBef>
                    <a:spcPct val="20000"/>
                  </a:spcBef>
                  <a:buClr>
                    <a:schemeClr val="folHlink"/>
                  </a:buClr>
                  <a:buSzPct val="60000"/>
                  <a:buFont typeface="Wingdings" panose="05000000000000000000" pitchFamily="2" charset="2"/>
                  <a:buChar char="n"/>
                  <a:defRPr sz="3200">
                    <a:solidFill>
                      <a:schemeClr val="tx1"/>
                    </a:solidFill>
                    <a:latin typeface="Tahoma" panose="020B0604030504040204" pitchFamily="34" charset="0"/>
                    <a:ea typeface="黑体" panose="02010609060101010101" pitchFamily="49" charset="-122"/>
                  </a:defRPr>
                </a:lvl1pPr>
                <a:lvl2pPr marL="742950" indent="-285750">
                  <a:spcBef>
                    <a:spcPct val="20000"/>
                  </a:spcBef>
                  <a:buClr>
                    <a:schemeClr val="hlink"/>
                  </a:buClr>
                  <a:buSzPct val="55000"/>
                  <a:buFont typeface="Wingdings" panose="05000000000000000000" pitchFamily="2" charset="2"/>
                  <a:buChar char="n"/>
                  <a:defRPr sz="2800">
                    <a:solidFill>
                      <a:schemeClr val="tx1"/>
                    </a:solidFill>
                    <a:latin typeface="Tahoma" panose="020B0604030504040204" pitchFamily="34" charset="0"/>
                    <a:ea typeface="黑体" panose="02010609060101010101" pitchFamily="49" charset="-122"/>
                  </a:defRPr>
                </a:lvl2pPr>
                <a:lvl3pPr marL="1143000" indent="-228600">
                  <a:spcBef>
                    <a:spcPct val="20000"/>
                  </a:spcBef>
                  <a:buClr>
                    <a:schemeClr val="folHlink"/>
                  </a:buClr>
                  <a:buSzPct val="50000"/>
                  <a:buFont typeface="Wingdings" panose="05000000000000000000" pitchFamily="2" charset="2"/>
                  <a:buChar char="n"/>
                  <a:defRPr sz="2400">
                    <a:solidFill>
                      <a:schemeClr val="tx1"/>
                    </a:solidFill>
                    <a:latin typeface="Tahoma" panose="020B0604030504040204" pitchFamily="34" charset="0"/>
                    <a:ea typeface="黑体" panose="02010609060101010101" pitchFamily="49" charset="-122"/>
                  </a:defRPr>
                </a:lvl3pPr>
                <a:lvl4pPr marL="1600200" indent="-228600">
                  <a:spcBef>
                    <a:spcPct val="20000"/>
                  </a:spcBef>
                  <a:buClr>
                    <a:schemeClr val="accent2"/>
                  </a:buClr>
                  <a:buSzPct val="55000"/>
                  <a:buFont typeface="Wingdings" panose="05000000000000000000" pitchFamily="2" charset="2"/>
                  <a:buChar char="n"/>
                  <a:defRPr sz="2000">
                    <a:solidFill>
                      <a:schemeClr val="tx1"/>
                    </a:solidFill>
                    <a:latin typeface="Tahoma" panose="020B0604030504040204" pitchFamily="34" charset="0"/>
                    <a:ea typeface="黑体" panose="02010609060101010101" pitchFamily="49" charset="-122"/>
                  </a:defRPr>
                </a:lvl4pPr>
                <a:lvl5pPr marL="2057400" indent="-228600">
                  <a:spcBef>
                    <a:spcPct val="20000"/>
                  </a:spcBef>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黑体" panose="02010609060101010101" pitchFamily="49" charset="-122"/>
                  </a:defRPr>
                </a:lvl9pPr>
              </a:lstStyle>
              <a:p>
                <a:pPr algn="ctr">
                  <a:spcBef>
                    <a:spcPct val="0"/>
                  </a:spcBef>
                  <a:buClrTx/>
                  <a:buSzTx/>
                  <a:buFontTx/>
                  <a:buNone/>
                </a:pPr>
                <a:r>
                  <a:rPr lang="en-US" altLang="zh-CN" sz="2000" i="1">
                    <a:latin typeface="Times New Roman" panose="02020603050405020304" pitchFamily="18" charset="0"/>
                    <a:ea typeface="宋体" panose="02010600030101010101" pitchFamily="2" charset="-122"/>
                  </a:rPr>
                  <a:t>b</a:t>
                </a:r>
              </a:p>
            </p:txBody>
          </p:sp>
          <p:sp>
            <p:nvSpPr>
              <p:cNvPr id="18456" name="Rectangle 10">
                <a:extLst>
                  <a:ext uri="{FF2B5EF4-FFF2-40B4-BE49-F238E27FC236}">
                    <a16:creationId xmlns:a16="http://schemas.microsoft.com/office/drawing/2014/main" id="{A51D2B42-4BEC-4FF8-8BCE-B3A555D2024F}"/>
                  </a:ext>
                </a:extLst>
              </p:cNvPr>
              <p:cNvSpPr>
                <a:spLocks noChangeArrowheads="1"/>
              </p:cNvSpPr>
              <p:nvPr/>
            </p:nvSpPr>
            <p:spPr bwMode="auto">
              <a:xfrm>
                <a:off x="5656" y="9630"/>
                <a:ext cx="288" cy="390"/>
              </a:xfrm>
              <a:prstGeom prst="rect">
                <a:avLst/>
              </a:prstGeom>
              <a:noFill/>
              <a:ln w="25400">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lIns="36000" tIns="10800" rIns="18000" bIns="10800" anchor="ctr"/>
              <a:lstStyle>
                <a:lvl1pPr>
                  <a:spcBef>
                    <a:spcPct val="20000"/>
                  </a:spcBef>
                  <a:buClr>
                    <a:schemeClr val="folHlink"/>
                  </a:buClr>
                  <a:buSzPct val="60000"/>
                  <a:buFont typeface="Wingdings" panose="05000000000000000000" pitchFamily="2" charset="2"/>
                  <a:buChar char="n"/>
                  <a:defRPr sz="3200">
                    <a:solidFill>
                      <a:schemeClr val="tx1"/>
                    </a:solidFill>
                    <a:latin typeface="Tahoma" panose="020B0604030504040204" pitchFamily="34" charset="0"/>
                    <a:ea typeface="黑体" panose="02010609060101010101" pitchFamily="49" charset="-122"/>
                  </a:defRPr>
                </a:lvl1pPr>
                <a:lvl2pPr marL="742950" indent="-285750">
                  <a:spcBef>
                    <a:spcPct val="20000"/>
                  </a:spcBef>
                  <a:buClr>
                    <a:schemeClr val="hlink"/>
                  </a:buClr>
                  <a:buSzPct val="55000"/>
                  <a:buFont typeface="Wingdings" panose="05000000000000000000" pitchFamily="2" charset="2"/>
                  <a:buChar char="n"/>
                  <a:defRPr sz="2800">
                    <a:solidFill>
                      <a:schemeClr val="tx1"/>
                    </a:solidFill>
                    <a:latin typeface="Tahoma" panose="020B0604030504040204" pitchFamily="34" charset="0"/>
                    <a:ea typeface="黑体" panose="02010609060101010101" pitchFamily="49" charset="-122"/>
                  </a:defRPr>
                </a:lvl2pPr>
                <a:lvl3pPr marL="1143000" indent="-228600">
                  <a:spcBef>
                    <a:spcPct val="20000"/>
                  </a:spcBef>
                  <a:buClr>
                    <a:schemeClr val="folHlink"/>
                  </a:buClr>
                  <a:buSzPct val="50000"/>
                  <a:buFont typeface="Wingdings" panose="05000000000000000000" pitchFamily="2" charset="2"/>
                  <a:buChar char="n"/>
                  <a:defRPr sz="2400">
                    <a:solidFill>
                      <a:schemeClr val="tx1"/>
                    </a:solidFill>
                    <a:latin typeface="Tahoma" panose="020B0604030504040204" pitchFamily="34" charset="0"/>
                    <a:ea typeface="黑体" panose="02010609060101010101" pitchFamily="49" charset="-122"/>
                  </a:defRPr>
                </a:lvl3pPr>
                <a:lvl4pPr marL="1600200" indent="-228600">
                  <a:spcBef>
                    <a:spcPct val="20000"/>
                  </a:spcBef>
                  <a:buClr>
                    <a:schemeClr val="accent2"/>
                  </a:buClr>
                  <a:buSzPct val="55000"/>
                  <a:buFont typeface="Wingdings" panose="05000000000000000000" pitchFamily="2" charset="2"/>
                  <a:buChar char="n"/>
                  <a:defRPr sz="2000">
                    <a:solidFill>
                      <a:schemeClr val="tx1"/>
                    </a:solidFill>
                    <a:latin typeface="Tahoma" panose="020B0604030504040204" pitchFamily="34" charset="0"/>
                    <a:ea typeface="黑体" panose="02010609060101010101" pitchFamily="49" charset="-122"/>
                  </a:defRPr>
                </a:lvl4pPr>
                <a:lvl5pPr marL="2057400" indent="-228600">
                  <a:spcBef>
                    <a:spcPct val="20000"/>
                  </a:spcBef>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黑体" panose="02010609060101010101" pitchFamily="49" charset="-122"/>
                  </a:defRPr>
                </a:lvl9pPr>
              </a:lstStyle>
              <a:p>
                <a:pPr algn="ctr">
                  <a:spcBef>
                    <a:spcPct val="0"/>
                  </a:spcBef>
                  <a:buClrTx/>
                  <a:buSzTx/>
                  <a:buFontTx/>
                  <a:buNone/>
                </a:pPr>
                <a:r>
                  <a:rPr lang="en-US" altLang="zh-CN" sz="2000">
                    <a:latin typeface="Times New Roman" panose="02020603050405020304" pitchFamily="18" charset="0"/>
                    <a:ea typeface="宋体" panose="02010600030101010101" pitchFamily="2" charset="-122"/>
                  </a:rPr>
                  <a:t>$</a:t>
                </a:r>
              </a:p>
            </p:txBody>
          </p:sp>
        </p:grpSp>
        <p:sp>
          <p:nvSpPr>
            <p:cNvPr id="18438" name="Rectangle 11">
              <a:extLst>
                <a:ext uri="{FF2B5EF4-FFF2-40B4-BE49-F238E27FC236}">
                  <a16:creationId xmlns:a16="http://schemas.microsoft.com/office/drawing/2014/main" id="{457CFFEC-27F1-47F6-9267-E46223D64DE1}"/>
                </a:ext>
              </a:extLst>
            </p:cNvPr>
            <p:cNvSpPr>
              <a:spLocks noChangeArrowheads="1"/>
            </p:cNvSpPr>
            <p:nvPr/>
          </p:nvSpPr>
          <p:spPr bwMode="auto">
            <a:xfrm>
              <a:off x="1783" y="1242"/>
              <a:ext cx="658" cy="41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anose="05000000000000000000" pitchFamily="2" charset="2"/>
                <a:buChar char="n"/>
                <a:defRPr sz="3200">
                  <a:solidFill>
                    <a:schemeClr val="tx1"/>
                  </a:solidFill>
                  <a:latin typeface="Tahoma" panose="020B0604030504040204" pitchFamily="34" charset="0"/>
                  <a:ea typeface="黑体" panose="02010609060101010101" pitchFamily="49" charset="-122"/>
                </a:defRPr>
              </a:lvl1pPr>
              <a:lvl2pPr marL="742950" indent="-285750">
                <a:spcBef>
                  <a:spcPct val="20000"/>
                </a:spcBef>
                <a:buClr>
                  <a:schemeClr val="hlink"/>
                </a:buClr>
                <a:buSzPct val="55000"/>
                <a:buFont typeface="Wingdings" panose="05000000000000000000" pitchFamily="2" charset="2"/>
                <a:buChar char="n"/>
                <a:defRPr sz="2800">
                  <a:solidFill>
                    <a:schemeClr val="tx1"/>
                  </a:solidFill>
                  <a:latin typeface="Tahoma" panose="020B0604030504040204" pitchFamily="34" charset="0"/>
                  <a:ea typeface="黑体" panose="02010609060101010101" pitchFamily="49" charset="-122"/>
                </a:defRPr>
              </a:lvl2pPr>
              <a:lvl3pPr marL="1143000" indent="-228600">
                <a:spcBef>
                  <a:spcPct val="20000"/>
                </a:spcBef>
                <a:buClr>
                  <a:schemeClr val="folHlink"/>
                </a:buClr>
                <a:buSzPct val="50000"/>
                <a:buFont typeface="Wingdings" panose="05000000000000000000" pitchFamily="2" charset="2"/>
                <a:buChar char="n"/>
                <a:defRPr sz="2400">
                  <a:solidFill>
                    <a:schemeClr val="tx1"/>
                  </a:solidFill>
                  <a:latin typeface="Tahoma" panose="020B0604030504040204" pitchFamily="34" charset="0"/>
                  <a:ea typeface="黑体" panose="02010609060101010101" pitchFamily="49" charset="-122"/>
                </a:defRPr>
              </a:lvl3pPr>
              <a:lvl4pPr marL="1600200" indent="-228600">
                <a:spcBef>
                  <a:spcPct val="20000"/>
                </a:spcBef>
                <a:buClr>
                  <a:schemeClr val="accent2"/>
                </a:buClr>
                <a:buSzPct val="55000"/>
                <a:buFont typeface="Wingdings" panose="05000000000000000000" pitchFamily="2" charset="2"/>
                <a:buChar char="n"/>
                <a:defRPr sz="2000">
                  <a:solidFill>
                    <a:schemeClr val="tx1"/>
                  </a:solidFill>
                  <a:latin typeface="Tahoma" panose="020B0604030504040204" pitchFamily="34" charset="0"/>
                  <a:ea typeface="黑体" panose="02010609060101010101" pitchFamily="49" charset="-122"/>
                </a:defRPr>
              </a:lvl4pPr>
              <a:lvl5pPr marL="2057400" indent="-228600">
                <a:spcBef>
                  <a:spcPct val="20000"/>
                </a:spcBef>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黑体" panose="02010609060101010101" pitchFamily="49" charset="-122"/>
                </a:defRPr>
              </a:lvl9pPr>
            </a:lstStyle>
            <a:p>
              <a:pPr algn="just">
                <a:spcBef>
                  <a:spcPct val="0"/>
                </a:spcBef>
                <a:buClrTx/>
                <a:buSzTx/>
                <a:buFontTx/>
                <a:buNone/>
              </a:pPr>
              <a:r>
                <a:rPr lang="zh-CN" altLang="en-US" sz="2400" b="0">
                  <a:latin typeface="Times New Roman" panose="02020603050405020304" pitchFamily="18" charset="0"/>
                </a:rPr>
                <a:t>输入</a:t>
              </a:r>
            </a:p>
          </p:txBody>
        </p:sp>
        <p:sp>
          <p:nvSpPr>
            <p:cNvPr id="18439" name="Rectangle 12">
              <a:extLst>
                <a:ext uri="{FF2B5EF4-FFF2-40B4-BE49-F238E27FC236}">
                  <a16:creationId xmlns:a16="http://schemas.microsoft.com/office/drawing/2014/main" id="{95006E1A-AE7D-43E6-9269-5ED2634BDDD5}"/>
                </a:ext>
              </a:extLst>
            </p:cNvPr>
            <p:cNvSpPr>
              <a:spLocks noChangeArrowheads="1"/>
            </p:cNvSpPr>
            <p:nvPr/>
          </p:nvSpPr>
          <p:spPr bwMode="auto">
            <a:xfrm>
              <a:off x="2192" y="2132"/>
              <a:ext cx="1696" cy="627"/>
            </a:xfrm>
            <a:prstGeom prst="rect">
              <a:avLst/>
            </a:prstGeom>
            <a:noFill/>
            <a:ln w="25400">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tIns="97200"/>
            <a:lstStyle>
              <a:lvl1pPr>
                <a:spcBef>
                  <a:spcPct val="20000"/>
                </a:spcBef>
                <a:buClr>
                  <a:schemeClr val="folHlink"/>
                </a:buClr>
                <a:buSzPct val="60000"/>
                <a:buFont typeface="Wingdings" panose="05000000000000000000" pitchFamily="2" charset="2"/>
                <a:buChar char="n"/>
                <a:defRPr sz="3200">
                  <a:solidFill>
                    <a:schemeClr val="tx1"/>
                  </a:solidFill>
                  <a:latin typeface="Tahoma" panose="020B0604030504040204" pitchFamily="34" charset="0"/>
                  <a:ea typeface="黑体" panose="02010609060101010101" pitchFamily="49" charset="-122"/>
                </a:defRPr>
              </a:lvl1pPr>
              <a:lvl2pPr marL="742950" indent="-285750">
                <a:spcBef>
                  <a:spcPct val="20000"/>
                </a:spcBef>
                <a:buClr>
                  <a:schemeClr val="hlink"/>
                </a:buClr>
                <a:buSzPct val="55000"/>
                <a:buFont typeface="Wingdings" panose="05000000000000000000" pitchFamily="2" charset="2"/>
                <a:buChar char="n"/>
                <a:defRPr sz="2800">
                  <a:solidFill>
                    <a:schemeClr val="tx1"/>
                  </a:solidFill>
                  <a:latin typeface="Tahoma" panose="020B0604030504040204" pitchFamily="34" charset="0"/>
                  <a:ea typeface="黑体" panose="02010609060101010101" pitchFamily="49" charset="-122"/>
                </a:defRPr>
              </a:lvl2pPr>
              <a:lvl3pPr marL="1143000" indent="-228600">
                <a:spcBef>
                  <a:spcPct val="20000"/>
                </a:spcBef>
                <a:buClr>
                  <a:schemeClr val="folHlink"/>
                </a:buClr>
                <a:buSzPct val="50000"/>
                <a:buFont typeface="Wingdings" panose="05000000000000000000" pitchFamily="2" charset="2"/>
                <a:buChar char="n"/>
                <a:defRPr sz="2400">
                  <a:solidFill>
                    <a:schemeClr val="tx1"/>
                  </a:solidFill>
                  <a:latin typeface="Tahoma" panose="020B0604030504040204" pitchFamily="34" charset="0"/>
                  <a:ea typeface="黑体" panose="02010609060101010101" pitchFamily="49" charset="-122"/>
                </a:defRPr>
              </a:lvl3pPr>
              <a:lvl4pPr marL="1600200" indent="-228600">
                <a:spcBef>
                  <a:spcPct val="20000"/>
                </a:spcBef>
                <a:buClr>
                  <a:schemeClr val="accent2"/>
                </a:buClr>
                <a:buSzPct val="55000"/>
                <a:buFont typeface="Wingdings" panose="05000000000000000000" pitchFamily="2" charset="2"/>
                <a:buChar char="n"/>
                <a:defRPr sz="2000">
                  <a:solidFill>
                    <a:schemeClr val="tx1"/>
                  </a:solidFill>
                  <a:latin typeface="Tahoma" panose="020B0604030504040204" pitchFamily="34" charset="0"/>
                  <a:ea typeface="黑体" panose="02010609060101010101" pitchFamily="49" charset="-122"/>
                </a:defRPr>
              </a:lvl4pPr>
              <a:lvl5pPr marL="2057400" indent="-228600">
                <a:spcBef>
                  <a:spcPct val="20000"/>
                </a:spcBef>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黑体" panose="02010609060101010101" pitchFamily="49" charset="-122"/>
                </a:defRPr>
              </a:lvl9pPr>
            </a:lstStyle>
            <a:p>
              <a:pPr algn="ctr">
                <a:lnSpc>
                  <a:spcPct val="140000"/>
                </a:lnSpc>
                <a:spcBef>
                  <a:spcPct val="50000"/>
                </a:spcBef>
                <a:buClrTx/>
                <a:buSzTx/>
                <a:buFontTx/>
                <a:buNone/>
              </a:pPr>
              <a:r>
                <a:rPr lang="zh-CN" altLang="en-US" sz="2400" b="0">
                  <a:latin typeface="Times New Roman" panose="02020603050405020304" pitchFamily="18" charset="0"/>
                </a:rPr>
                <a:t>预测分析程序</a:t>
              </a:r>
            </a:p>
          </p:txBody>
        </p:sp>
        <p:sp>
          <p:nvSpPr>
            <p:cNvPr id="18440" name="Rectangle 13">
              <a:extLst>
                <a:ext uri="{FF2B5EF4-FFF2-40B4-BE49-F238E27FC236}">
                  <a16:creationId xmlns:a16="http://schemas.microsoft.com/office/drawing/2014/main" id="{CBB62BC7-3CC6-481B-9139-55F88CF815E2}"/>
                </a:ext>
              </a:extLst>
            </p:cNvPr>
            <p:cNvSpPr>
              <a:spLocks noChangeArrowheads="1"/>
            </p:cNvSpPr>
            <p:nvPr/>
          </p:nvSpPr>
          <p:spPr bwMode="auto">
            <a:xfrm>
              <a:off x="2400" y="3312"/>
              <a:ext cx="1254" cy="627"/>
            </a:xfrm>
            <a:prstGeom prst="rect">
              <a:avLst/>
            </a:prstGeom>
            <a:noFill/>
            <a:ln w="25400">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tIns="97200"/>
            <a:lstStyle>
              <a:lvl1pPr>
                <a:spcBef>
                  <a:spcPct val="20000"/>
                </a:spcBef>
                <a:buClr>
                  <a:schemeClr val="folHlink"/>
                </a:buClr>
                <a:buSzPct val="60000"/>
                <a:buFont typeface="Wingdings" panose="05000000000000000000" pitchFamily="2" charset="2"/>
                <a:buChar char="n"/>
                <a:defRPr sz="3200">
                  <a:solidFill>
                    <a:schemeClr val="tx1"/>
                  </a:solidFill>
                  <a:latin typeface="Tahoma" panose="020B0604030504040204" pitchFamily="34" charset="0"/>
                  <a:ea typeface="黑体" panose="02010609060101010101" pitchFamily="49" charset="-122"/>
                </a:defRPr>
              </a:lvl1pPr>
              <a:lvl2pPr marL="742950" indent="-285750">
                <a:spcBef>
                  <a:spcPct val="20000"/>
                </a:spcBef>
                <a:buClr>
                  <a:schemeClr val="hlink"/>
                </a:buClr>
                <a:buSzPct val="55000"/>
                <a:buFont typeface="Wingdings" panose="05000000000000000000" pitchFamily="2" charset="2"/>
                <a:buChar char="n"/>
                <a:defRPr sz="2800">
                  <a:solidFill>
                    <a:schemeClr val="tx1"/>
                  </a:solidFill>
                  <a:latin typeface="Tahoma" panose="020B0604030504040204" pitchFamily="34" charset="0"/>
                  <a:ea typeface="黑体" panose="02010609060101010101" pitchFamily="49" charset="-122"/>
                </a:defRPr>
              </a:lvl2pPr>
              <a:lvl3pPr marL="1143000" indent="-228600">
                <a:spcBef>
                  <a:spcPct val="20000"/>
                </a:spcBef>
                <a:buClr>
                  <a:schemeClr val="folHlink"/>
                </a:buClr>
                <a:buSzPct val="50000"/>
                <a:buFont typeface="Wingdings" panose="05000000000000000000" pitchFamily="2" charset="2"/>
                <a:buChar char="n"/>
                <a:defRPr sz="2400">
                  <a:solidFill>
                    <a:schemeClr val="tx1"/>
                  </a:solidFill>
                  <a:latin typeface="Tahoma" panose="020B0604030504040204" pitchFamily="34" charset="0"/>
                  <a:ea typeface="黑体" panose="02010609060101010101" pitchFamily="49" charset="-122"/>
                </a:defRPr>
              </a:lvl3pPr>
              <a:lvl4pPr marL="1600200" indent="-228600">
                <a:spcBef>
                  <a:spcPct val="20000"/>
                </a:spcBef>
                <a:buClr>
                  <a:schemeClr val="accent2"/>
                </a:buClr>
                <a:buSzPct val="55000"/>
                <a:buFont typeface="Wingdings" panose="05000000000000000000" pitchFamily="2" charset="2"/>
                <a:buChar char="n"/>
                <a:defRPr sz="2000">
                  <a:solidFill>
                    <a:schemeClr val="tx1"/>
                  </a:solidFill>
                  <a:latin typeface="Tahoma" panose="020B0604030504040204" pitchFamily="34" charset="0"/>
                  <a:ea typeface="黑体" panose="02010609060101010101" pitchFamily="49" charset="-122"/>
                </a:defRPr>
              </a:lvl4pPr>
              <a:lvl5pPr marL="2057400" indent="-228600">
                <a:spcBef>
                  <a:spcPct val="20000"/>
                </a:spcBef>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黑体" panose="02010609060101010101" pitchFamily="49" charset="-122"/>
                </a:defRPr>
              </a:lvl9pPr>
            </a:lstStyle>
            <a:p>
              <a:pPr algn="ctr">
                <a:lnSpc>
                  <a:spcPct val="140000"/>
                </a:lnSpc>
                <a:spcBef>
                  <a:spcPct val="0"/>
                </a:spcBef>
                <a:buClrTx/>
                <a:buSzTx/>
                <a:buFontTx/>
                <a:buNone/>
              </a:pPr>
              <a:r>
                <a:rPr lang="zh-CN" altLang="en-US" sz="2400" b="0">
                  <a:latin typeface="Times New Roman" panose="02020603050405020304" pitchFamily="18" charset="0"/>
                </a:rPr>
                <a:t>分析表</a:t>
              </a:r>
              <a:r>
                <a:rPr lang="en-US" altLang="zh-CN" sz="2400" i="1">
                  <a:latin typeface="Times New Roman" panose="02020603050405020304" pitchFamily="18" charset="0"/>
                  <a:ea typeface="宋体" panose="02010600030101010101" pitchFamily="2" charset="-122"/>
                </a:rPr>
                <a:t>M</a:t>
              </a:r>
            </a:p>
          </p:txBody>
        </p:sp>
        <p:sp>
          <p:nvSpPr>
            <p:cNvPr id="18441" name="Line 14">
              <a:extLst>
                <a:ext uri="{FF2B5EF4-FFF2-40B4-BE49-F238E27FC236}">
                  <a16:creationId xmlns:a16="http://schemas.microsoft.com/office/drawing/2014/main" id="{DAECAA49-DCF6-4475-BE7E-105B5C080E5F}"/>
                </a:ext>
              </a:extLst>
            </p:cNvPr>
            <p:cNvSpPr>
              <a:spLocks noChangeShapeType="1"/>
            </p:cNvSpPr>
            <p:nvPr/>
          </p:nvSpPr>
          <p:spPr bwMode="auto">
            <a:xfrm flipV="1">
              <a:off x="3007" y="1633"/>
              <a:ext cx="0" cy="487"/>
            </a:xfrm>
            <a:prstGeom prst="line">
              <a:avLst/>
            </a:prstGeom>
            <a:noFill/>
            <a:ln w="25400">
              <a:solidFill>
                <a:schemeClr val="tx1"/>
              </a:solidFill>
              <a:round/>
              <a:headEnd/>
              <a:tailEnd type="triangle" w="med" len="med"/>
            </a:ln>
            <a:extLst>
              <a:ext uri="{909E8E84-426E-40DD-AFC4-6F175D3DCCD1}">
                <a14:hiddenFill xmlns:a14="http://schemas.microsoft.com/office/drawing/2010/main">
                  <a:noFill/>
                </a14:hiddenFill>
              </a:ext>
            </a:extLst>
          </p:spPr>
          <p:txBody>
            <a:bodyPr/>
            <a:lstStyle/>
            <a:p>
              <a:endParaRPr lang="zh-CN" altLang="en-US" sz="1400"/>
            </a:p>
          </p:txBody>
        </p:sp>
        <p:sp>
          <p:nvSpPr>
            <p:cNvPr id="18442" name="Line 15">
              <a:extLst>
                <a:ext uri="{FF2B5EF4-FFF2-40B4-BE49-F238E27FC236}">
                  <a16:creationId xmlns:a16="http://schemas.microsoft.com/office/drawing/2014/main" id="{67B98039-B1D6-4CB2-B5A5-30B8945686CC}"/>
                </a:ext>
              </a:extLst>
            </p:cNvPr>
            <p:cNvSpPr>
              <a:spLocks noChangeShapeType="1"/>
            </p:cNvSpPr>
            <p:nvPr/>
          </p:nvSpPr>
          <p:spPr bwMode="auto">
            <a:xfrm>
              <a:off x="2994" y="2759"/>
              <a:ext cx="0" cy="514"/>
            </a:xfrm>
            <a:prstGeom prst="line">
              <a:avLst/>
            </a:prstGeom>
            <a:noFill/>
            <a:ln w="25400">
              <a:solidFill>
                <a:schemeClr val="tx1"/>
              </a:solidFill>
              <a:round/>
              <a:headEnd/>
              <a:tailEnd type="triangle" w="med" len="med"/>
            </a:ln>
            <a:extLst>
              <a:ext uri="{909E8E84-426E-40DD-AFC4-6F175D3DCCD1}">
                <a14:hiddenFill xmlns:a14="http://schemas.microsoft.com/office/drawing/2010/main">
                  <a:noFill/>
                </a14:hiddenFill>
              </a:ext>
            </a:extLst>
          </p:spPr>
          <p:txBody>
            <a:bodyPr/>
            <a:lstStyle/>
            <a:p>
              <a:endParaRPr lang="zh-CN" altLang="en-US" sz="1400"/>
            </a:p>
          </p:txBody>
        </p:sp>
        <p:sp>
          <p:nvSpPr>
            <p:cNvPr id="18443" name="Line 16">
              <a:extLst>
                <a:ext uri="{FF2B5EF4-FFF2-40B4-BE49-F238E27FC236}">
                  <a16:creationId xmlns:a16="http://schemas.microsoft.com/office/drawing/2014/main" id="{4CBFC556-B811-4A30-B814-27EA67B90433}"/>
                </a:ext>
              </a:extLst>
            </p:cNvPr>
            <p:cNvSpPr>
              <a:spLocks noChangeShapeType="1"/>
            </p:cNvSpPr>
            <p:nvPr/>
          </p:nvSpPr>
          <p:spPr bwMode="auto">
            <a:xfrm>
              <a:off x="3936" y="2448"/>
              <a:ext cx="452" cy="0"/>
            </a:xfrm>
            <a:prstGeom prst="line">
              <a:avLst/>
            </a:prstGeom>
            <a:noFill/>
            <a:ln w="25400">
              <a:solidFill>
                <a:schemeClr val="tx1"/>
              </a:solidFill>
              <a:round/>
              <a:headEnd/>
              <a:tailEnd type="triangle" w="med" len="med"/>
            </a:ln>
            <a:extLst>
              <a:ext uri="{909E8E84-426E-40DD-AFC4-6F175D3DCCD1}">
                <a14:hiddenFill xmlns:a14="http://schemas.microsoft.com/office/drawing/2010/main">
                  <a:noFill/>
                </a14:hiddenFill>
              </a:ext>
            </a:extLst>
          </p:spPr>
          <p:txBody>
            <a:bodyPr/>
            <a:lstStyle/>
            <a:p>
              <a:endParaRPr lang="zh-CN" altLang="en-US" sz="1400"/>
            </a:p>
          </p:txBody>
        </p:sp>
        <p:sp>
          <p:nvSpPr>
            <p:cNvPr id="18444" name="Rectangle 17">
              <a:extLst>
                <a:ext uri="{FF2B5EF4-FFF2-40B4-BE49-F238E27FC236}">
                  <a16:creationId xmlns:a16="http://schemas.microsoft.com/office/drawing/2014/main" id="{99890103-B31C-4730-B191-6A1CE565CC24}"/>
                </a:ext>
              </a:extLst>
            </p:cNvPr>
            <p:cNvSpPr>
              <a:spLocks noChangeArrowheads="1"/>
            </p:cNvSpPr>
            <p:nvPr/>
          </p:nvSpPr>
          <p:spPr bwMode="auto">
            <a:xfrm>
              <a:off x="4534" y="2225"/>
              <a:ext cx="650" cy="4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anose="05000000000000000000" pitchFamily="2" charset="2"/>
                <a:buChar char="n"/>
                <a:defRPr sz="3200">
                  <a:solidFill>
                    <a:schemeClr val="tx1"/>
                  </a:solidFill>
                  <a:latin typeface="Tahoma" panose="020B0604030504040204" pitchFamily="34" charset="0"/>
                  <a:ea typeface="黑体" panose="02010609060101010101" pitchFamily="49" charset="-122"/>
                </a:defRPr>
              </a:lvl1pPr>
              <a:lvl2pPr marL="742950" indent="-285750">
                <a:spcBef>
                  <a:spcPct val="20000"/>
                </a:spcBef>
                <a:buClr>
                  <a:schemeClr val="hlink"/>
                </a:buClr>
                <a:buSzPct val="55000"/>
                <a:buFont typeface="Wingdings" panose="05000000000000000000" pitchFamily="2" charset="2"/>
                <a:buChar char="n"/>
                <a:defRPr sz="2800">
                  <a:solidFill>
                    <a:schemeClr val="tx1"/>
                  </a:solidFill>
                  <a:latin typeface="Tahoma" panose="020B0604030504040204" pitchFamily="34" charset="0"/>
                  <a:ea typeface="黑体" panose="02010609060101010101" pitchFamily="49" charset="-122"/>
                </a:defRPr>
              </a:lvl2pPr>
              <a:lvl3pPr marL="1143000" indent="-228600">
                <a:spcBef>
                  <a:spcPct val="20000"/>
                </a:spcBef>
                <a:buClr>
                  <a:schemeClr val="folHlink"/>
                </a:buClr>
                <a:buSzPct val="50000"/>
                <a:buFont typeface="Wingdings" panose="05000000000000000000" pitchFamily="2" charset="2"/>
                <a:buChar char="n"/>
                <a:defRPr sz="2400">
                  <a:solidFill>
                    <a:schemeClr val="tx1"/>
                  </a:solidFill>
                  <a:latin typeface="Tahoma" panose="020B0604030504040204" pitchFamily="34" charset="0"/>
                  <a:ea typeface="黑体" panose="02010609060101010101" pitchFamily="49" charset="-122"/>
                </a:defRPr>
              </a:lvl3pPr>
              <a:lvl4pPr marL="1600200" indent="-228600">
                <a:spcBef>
                  <a:spcPct val="20000"/>
                </a:spcBef>
                <a:buClr>
                  <a:schemeClr val="accent2"/>
                </a:buClr>
                <a:buSzPct val="55000"/>
                <a:buFont typeface="Wingdings" panose="05000000000000000000" pitchFamily="2" charset="2"/>
                <a:buChar char="n"/>
                <a:defRPr sz="2000">
                  <a:solidFill>
                    <a:schemeClr val="tx1"/>
                  </a:solidFill>
                  <a:latin typeface="Tahoma" panose="020B0604030504040204" pitchFamily="34" charset="0"/>
                  <a:ea typeface="黑体" panose="02010609060101010101" pitchFamily="49" charset="-122"/>
                </a:defRPr>
              </a:lvl4pPr>
              <a:lvl5pPr marL="2057400" indent="-228600">
                <a:spcBef>
                  <a:spcPct val="20000"/>
                </a:spcBef>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黑体" panose="02010609060101010101" pitchFamily="49" charset="-122"/>
                </a:defRPr>
              </a:lvl9pPr>
            </a:lstStyle>
            <a:p>
              <a:pPr algn="just">
                <a:spcBef>
                  <a:spcPct val="0"/>
                </a:spcBef>
                <a:buClrTx/>
                <a:buSzTx/>
                <a:buFontTx/>
                <a:buNone/>
              </a:pPr>
              <a:r>
                <a:rPr lang="zh-CN" altLang="en-US" sz="2400" b="0">
                  <a:latin typeface="Times New Roman" panose="02020603050405020304" pitchFamily="18" charset="0"/>
                </a:rPr>
                <a:t>输出</a:t>
              </a:r>
              <a:r>
                <a:rPr lang="zh-CN" altLang="en-US" sz="800" b="0">
                  <a:latin typeface="Times New Roman" panose="02020603050405020304" pitchFamily="18" charset="0"/>
                  <a:ea typeface="宋体" panose="02010600030101010101" pitchFamily="2" charset="-122"/>
                </a:rPr>
                <a:t>  </a:t>
              </a:r>
            </a:p>
          </p:txBody>
        </p:sp>
        <p:grpSp>
          <p:nvGrpSpPr>
            <p:cNvPr id="18445" name="Group 18">
              <a:extLst>
                <a:ext uri="{FF2B5EF4-FFF2-40B4-BE49-F238E27FC236}">
                  <a16:creationId xmlns:a16="http://schemas.microsoft.com/office/drawing/2014/main" id="{82A2A8B8-082E-4CB4-A4E2-6B86A5D11A14}"/>
                </a:ext>
              </a:extLst>
            </p:cNvPr>
            <p:cNvGrpSpPr>
              <a:grpSpLocks/>
            </p:cNvGrpSpPr>
            <p:nvPr/>
          </p:nvGrpSpPr>
          <p:grpSpPr bwMode="auto">
            <a:xfrm>
              <a:off x="1189" y="2272"/>
              <a:ext cx="376" cy="1288"/>
              <a:chOff x="1189" y="2272"/>
              <a:chExt cx="376" cy="1288"/>
            </a:xfrm>
          </p:grpSpPr>
          <p:sp>
            <p:nvSpPr>
              <p:cNvPr id="18448" name="Rectangle 19">
                <a:extLst>
                  <a:ext uri="{FF2B5EF4-FFF2-40B4-BE49-F238E27FC236}">
                    <a16:creationId xmlns:a16="http://schemas.microsoft.com/office/drawing/2014/main" id="{3B9C1800-1116-44D2-9477-2EDDE6B70648}"/>
                  </a:ext>
                </a:extLst>
              </p:cNvPr>
              <p:cNvSpPr>
                <a:spLocks noChangeArrowheads="1"/>
              </p:cNvSpPr>
              <p:nvPr/>
            </p:nvSpPr>
            <p:spPr bwMode="auto">
              <a:xfrm>
                <a:off x="1189" y="2272"/>
                <a:ext cx="374" cy="329"/>
              </a:xfrm>
              <a:prstGeom prst="rect">
                <a:avLst/>
              </a:prstGeom>
              <a:noFill/>
              <a:ln w="25400">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tIns="10800" anchor="ctr"/>
              <a:lstStyle>
                <a:lvl1pPr>
                  <a:spcBef>
                    <a:spcPct val="20000"/>
                  </a:spcBef>
                  <a:buClr>
                    <a:schemeClr val="folHlink"/>
                  </a:buClr>
                  <a:buSzPct val="60000"/>
                  <a:buFont typeface="Wingdings" panose="05000000000000000000" pitchFamily="2" charset="2"/>
                  <a:buChar char="n"/>
                  <a:defRPr sz="3200">
                    <a:solidFill>
                      <a:schemeClr val="tx1"/>
                    </a:solidFill>
                    <a:latin typeface="Tahoma" panose="020B0604030504040204" pitchFamily="34" charset="0"/>
                    <a:ea typeface="黑体" panose="02010609060101010101" pitchFamily="49" charset="-122"/>
                  </a:defRPr>
                </a:lvl1pPr>
                <a:lvl2pPr marL="742950" indent="-285750">
                  <a:spcBef>
                    <a:spcPct val="20000"/>
                  </a:spcBef>
                  <a:buClr>
                    <a:schemeClr val="hlink"/>
                  </a:buClr>
                  <a:buSzPct val="55000"/>
                  <a:buFont typeface="Wingdings" panose="05000000000000000000" pitchFamily="2" charset="2"/>
                  <a:buChar char="n"/>
                  <a:defRPr sz="2800">
                    <a:solidFill>
                      <a:schemeClr val="tx1"/>
                    </a:solidFill>
                    <a:latin typeface="Tahoma" panose="020B0604030504040204" pitchFamily="34" charset="0"/>
                    <a:ea typeface="黑体" panose="02010609060101010101" pitchFamily="49" charset="-122"/>
                  </a:defRPr>
                </a:lvl2pPr>
                <a:lvl3pPr marL="1143000" indent="-228600">
                  <a:spcBef>
                    <a:spcPct val="20000"/>
                  </a:spcBef>
                  <a:buClr>
                    <a:schemeClr val="folHlink"/>
                  </a:buClr>
                  <a:buSzPct val="50000"/>
                  <a:buFont typeface="Wingdings" panose="05000000000000000000" pitchFamily="2" charset="2"/>
                  <a:buChar char="n"/>
                  <a:defRPr sz="2400">
                    <a:solidFill>
                      <a:schemeClr val="tx1"/>
                    </a:solidFill>
                    <a:latin typeface="Tahoma" panose="020B0604030504040204" pitchFamily="34" charset="0"/>
                    <a:ea typeface="黑体" panose="02010609060101010101" pitchFamily="49" charset="-122"/>
                  </a:defRPr>
                </a:lvl3pPr>
                <a:lvl4pPr marL="1600200" indent="-228600">
                  <a:spcBef>
                    <a:spcPct val="20000"/>
                  </a:spcBef>
                  <a:buClr>
                    <a:schemeClr val="accent2"/>
                  </a:buClr>
                  <a:buSzPct val="55000"/>
                  <a:buFont typeface="Wingdings" panose="05000000000000000000" pitchFamily="2" charset="2"/>
                  <a:buChar char="n"/>
                  <a:defRPr sz="2000">
                    <a:solidFill>
                      <a:schemeClr val="tx1"/>
                    </a:solidFill>
                    <a:latin typeface="Tahoma" panose="020B0604030504040204" pitchFamily="34" charset="0"/>
                    <a:ea typeface="黑体" panose="02010609060101010101" pitchFamily="49" charset="-122"/>
                  </a:defRPr>
                </a:lvl4pPr>
                <a:lvl5pPr marL="2057400" indent="-228600">
                  <a:spcBef>
                    <a:spcPct val="20000"/>
                  </a:spcBef>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黑体" panose="02010609060101010101" pitchFamily="49" charset="-122"/>
                  </a:defRPr>
                </a:lvl9pPr>
              </a:lstStyle>
              <a:p>
                <a:pPr algn="ctr">
                  <a:spcBef>
                    <a:spcPct val="0"/>
                  </a:spcBef>
                  <a:buClrTx/>
                  <a:buSzTx/>
                  <a:buFontTx/>
                  <a:buNone/>
                </a:pPr>
                <a:r>
                  <a:rPr lang="en-US" altLang="zh-CN" sz="2000" i="1">
                    <a:latin typeface="Times New Roman" panose="02020603050405020304" pitchFamily="18" charset="0"/>
                    <a:ea typeface="宋体" panose="02010600030101010101" pitchFamily="2" charset="-122"/>
                  </a:rPr>
                  <a:t>X</a:t>
                </a:r>
              </a:p>
            </p:txBody>
          </p:sp>
          <p:sp>
            <p:nvSpPr>
              <p:cNvPr id="18449" name="Rectangle 20">
                <a:extLst>
                  <a:ext uri="{FF2B5EF4-FFF2-40B4-BE49-F238E27FC236}">
                    <a16:creationId xmlns:a16="http://schemas.microsoft.com/office/drawing/2014/main" id="{076D252A-9DCC-431D-891D-DE63B7EEF765}"/>
                  </a:ext>
                </a:extLst>
              </p:cNvPr>
              <p:cNvSpPr>
                <a:spLocks noChangeArrowheads="1"/>
              </p:cNvSpPr>
              <p:nvPr/>
            </p:nvSpPr>
            <p:spPr bwMode="auto">
              <a:xfrm>
                <a:off x="1189" y="2603"/>
                <a:ext cx="374" cy="329"/>
              </a:xfrm>
              <a:prstGeom prst="rect">
                <a:avLst/>
              </a:prstGeom>
              <a:noFill/>
              <a:ln w="25400">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tIns="10800" anchor="ctr"/>
              <a:lstStyle>
                <a:lvl1pPr>
                  <a:spcBef>
                    <a:spcPct val="20000"/>
                  </a:spcBef>
                  <a:buClr>
                    <a:schemeClr val="folHlink"/>
                  </a:buClr>
                  <a:buSzPct val="60000"/>
                  <a:buFont typeface="Wingdings" panose="05000000000000000000" pitchFamily="2" charset="2"/>
                  <a:buChar char="n"/>
                  <a:defRPr sz="3200">
                    <a:solidFill>
                      <a:schemeClr val="tx1"/>
                    </a:solidFill>
                    <a:latin typeface="Tahoma" panose="020B0604030504040204" pitchFamily="34" charset="0"/>
                    <a:ea typeface="黑体" panose="02010609060101010101" pitchFamily="49" charset="-122"/>
                  </a:defRPr>
                </a:lvl1pPr>
                <a:lvl2pPr marL="742950" indent="-285750">
                  <a:spcBef>
                    <a:spcPct val="20000"/>
                  </a:spcBef>
                  <a:buClr>
                    <a:schemeClr val="hlink"/>
                  </a:buClr>
                  <a:buSzPct val="55000"/>
                  <a:buFont typeface="Wingdings" panose="05000000000000000000" pitchFamily="2" charset="2"/>
                  <a:buChar char="n"/>
                  <a:defRPr sz="2800">
                    <a:solidFill>
                      <a:schemeClr val="tx1"/>
                    </a:solidFill>
                    <a:latin typeface="Tahoma" panose="020B0604030504040204" pitchFamily="34" charset="0"/>
                    <a:ea typeface="黑体" panose="02010609060101010101" pitchFamily="49" charset="-122"/>
                  </a:defRPr>
                </a:lvl2pPr>
                <a:lvl3pPr marL="1143000" indent="-228600">
                  <a:spcBef>
                    <a:spcPct val="20000"/>
                  </a:spcBef>
                  <a:buClr>
                    <a:schemeClr val="folHlink"/>
                  </a:buClr>
                  <a:buSzPct val="50000"/>
                  <a:buFont typeface="Wingdings" panose="05000000000000000000" pitchFamily="2" charset="2"/>
                  <a:buChar char="n"/>
                  <a:defRPr sz="2400">
                    <a:solidFill>
                      <a:schemeClr val="tx1"/>
                    </a:solidFill>
                    <a:latin typeface="Tahoma" panose="020B0604030504040204" pitchFamily="34" charset="0"/>
                    <a:ea typeface="黑体" panose="02010609060101010101" pitchFamily="49" charset="-122"/>
                  </a:defRPr>
                </a:lvl3pPr>
                <a:lvl4pPr marL="1600200" indent="-228600">
                  <a:spcBef>
                    <a:spcPct val="20000"/>
                  </a:spcBef>
                  <a:buClr>
                    <a:schemeClr val="accent2"/>
                  </a:buClr>
                  <a:buSzPct val="55000"/>
                  <a:buFont typeface="Wingdings" panose="05000000000000000000" pitchFamily="2" charset="2"/>
                  <a:buChar char="n"/>
                  <a:defRPr sz="2000">
                    <a:solidFill>
                      <a:schemeClr val="tx1"/>
                    </a:solidFill>
                    <a:latin typeface="Tahoma" panose="020B0604030504040204" pitchFamily="34" charset="0"/>
                    <a:ea typeface="黑体" panose="02010609060101010101" pitchFamily="49" charset="-122"/>
                  </a:defRPr>
                </a:lvl4pPr>
                <a:lvl5pPr marL="2057400" indent="-228600">
                  <a:spcBef>
                    <a:spcPct val="20000"/>
                  </a:spcBef>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黑体" panose="02010609060101010101" pitchFamily="49" charset="-122"/>
                  </a:defRPr>
                </a:lvl9pPr>
              </a:lstStyle>
              <a:p>
                <a:pPr algn="ctr">
                  <a:spcBef>
                    <a:spcPct val="0"/>
                  </a:spcBef>
                  <a:buClrTx/>
                  <a:buSzTx/>
                  <a:buFontTx/>
                  <a:buNone/>
                </a:pPr>
                <a:r>
                  <a:rPr lang="en-US" altLang="zh-CN" sz="2000" i="1">
                    <a:latin typeface="Times New Roman" panose="02020603050405020304" pitchFamily="18" charset="0"/>
                    <a:ea typeface="宋体" panose="02010600030101010101" pitchFamily="2" charset="-122"/>
                  </a:rPr>
                  <a:t>Y</a:t>
                </a:r>
              </a:p>
            </p:txBody>
          </p:sp>
          <p:sp>
            <p:nvSpPr>
              <p:cNvPr id="18450" name="Rectangle 21">
                <a:extLst>
                  <a:ext uri="{FF2B5EF4-FFF2-40B4-BE49-F238E27FC236}">
                    <a16:creationId xmlns:a16="http://schemas.microsoft.com/office/drawing/2014/main" id="{F0B3F3E3-2F12-41FD-9410-C0213434FF3C}"/>
                  </a:ext>
                </a:extLst>
              </p:cNvPr>
              <p:cNvSpPr>
                <a:spLocks noChangeArrowheads="1"/>
              </p:cNvSpPr>
              <p:nvPr/>
            </p:nvSpPr>
            <p:spPr bwMode="auto">
              <a:xfrm>
                <a:off x="1191" y="2915"/>
                <a:ext cx="374" cy="329"/>
              </a:xfrm>
              <a:prstGeom prst="rect">
                <a:avLst/>
              </a:prstGeom>
              <a:noFill/>
              <a:ln w="25400">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tIns="10800" anchor="ctr"/>
              <a:lstStyle>
                <a:lvl1pPr>
                  <a:spcBef>
                    <a:spcPct val="20000"/>
                  </a:spcBef>
                  <a:buClr>
                    <a:schemeClr val="folHlink"/>
                  </a:buClr>
                  <a:buSzPct val="60000"/>
                  <a:buFont typeface="Wingdings" panose="05000000000000000000" pitchFamily="2" charset="2"/>
                  <a:buChar char="n"/>
                  <a:defRPr sz="3200">
                    <a:solidFill>
                      <a:schemeClr val="tx1"/>
                    </a:solidFill>
                    <a:latin typeface="Tahoma" panose="020B0604030504040204" pitchFamily="34" charset="0"/>
                    <a:ea typeface="黑体" panose="02010609060101010101" pitchFamily="49" charset="-122"/>
                  </a:defRPr>
                </a:lvl1pPr>
                <a:lvl2pPr marL="742950" indent="-285750">
                  <a:spcBef>
                    <a:spcPct val="20000"/>
                  </a:spcBef>
                  <a:buClr>
                    <a:schemeClr val="hlink"/>
                  </a:buClr>
                  <a:buSzPct val="55000"/>
                  <a:buFont typeface="Wingdings" panose="05000000000000000000" pitchFamily="2" charset="2"/>
                  <a:buChar char="n"/>
                  <a:defRPr sz="2800">
                    <a:solidFill>
                      <a:schemeClr val="tx1"/>
                    </a:solidFill>
                    <a:latin typeface="Tahoma" panose="020B0604030504040204" pitchFamily="34" charset="0"/>
                    <a:ea typeface="黑体" panose="02010609060101010101" pitchFamily="49" charset="-122"/>
                  </a:defRPr>
                </a:lvl2pPr>
                <a:lvl3pPr marL="1143000" indent="-228600">
                  <a:spcBef>
                    <a:spcPct val="20000"/>
                  </a:spcBef>
                  <a:buClr>
                    <a:schemeClr val="folHlink"/>
                  </a:buClr>
                  <a:buSzPct val="50000"/>
                  <a:buFont typeface="Wingdings" panose="05000000000000000000" pitchFamily="2" charset="2"/>
                  <a:buChar char="n"/>
                  <a:defRPr sz="2400">
                    <a:solidFill>
                      <a:schemeClr val="tx1"/>
                    </a:solidFill>
                    <a:latin typeface="Tahoma" panose="020B0604030504040204" pitchFamily="34" charset="0"/>
                    <a:ea typeface="黑体" panose="02010609060101010101" pitchFamily="49" charset="-122"/>
                  </a:defRPr>
                </a:lvl3pPr>
                <a:lvl4pPr marL="1600200" indent="-228600">
                  <a:spcBef>
                    <a:spcPct val="20000"/>
                  </a:spcBef>
                  <a:buClr>
                    <a:schemeClr val="accent2"/>
                  </a:buClr>
                  <a:buSzPct val="55000"/>
                  <a:buFont typeface="Wingdings" panose="05000000000000000000" pitchFamily="2" charset="2"/>
                  <a:buChar char="n"/>
                  <a:defRPr sz="2000">
                    <a:solidFill>
                      <a:schemeClr val="tx1"/>
                    </a:solidFill>
                    <a:latin typeface="Tahoma" panose="020B0604030504040204" pitchFamily="34" charset="0"/>
                    <a:ea typeface="黑体" panose="02010609060101010101" pitchFamily="49" charset="-122"/>
                  </a:defRPr>
                </a:lvl4pPr>
                <a:lvl5pPr marL="2057400" indent="-228600">
                  <a:spcBef>
                    <a:spcPct val="20000"/>
                  </a:spcBef>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黑体" panose="02010609060101010101" pitchFamily="49" charset="-122"/>
                  </a:defRPr>
                </a:lvl9pPr>
              </a:lstStyle>
              <a:p>
                <a:pPr algn="ctr">
                  <a:spcBef>
                    <a:spcPct val="0"/>
                  </a:spcBef>
                  <a:buClrTx/>
                  <a:buSzTx/>
                  <a:buFontTx/>
                  <a:buNone/>
                </a:pPr>
                <a:r>
                  <a:rPr lang="en-US" altLang="zh-CN" sz="2000" i="1">
                    <a:latin typeface="Times New Roman" panose="02020603050405020304" pitchFamily="18" charset="0"/>
                    <a:ea typeface="宋体" panose="02010600030101010101" pitchFamily="2" charset="-122"/>
                  </a:rPr>
                  <a:t>Z</a:t>
                </a:r>
              </a:p>
            </p:txBody>
          </p:sp>
          <p:sp>
            <p:nvSpPr>
              <p:cNvPr id="18451" name="Rectangle 22">
                <a:extLst>
                  <a:ext uri="{FF2B5EF4-FFF2-40B4-BE49-F238E27FC236}">
                    <a16:creationId xmlns:a16="http://schemas.microsoft.com/office/drawing/2014/main" id="{ACF62AC1-2D95-4C41-9C16-A03F0BC65136}"/>
                  </a:ext>
                </a:extLst>
              </p:cNvPr>
              <p:cNvSpPr>
                <a:spLocks noChangeArrowheads="1"/>
              </p:cNvSpPr>
              <p:nvPr/>
            </p:nvSpPr>
            <p:spPr bwMode="auto">
              <a:xfrm>
                <a:off x="1191" y="3231"/>
                <a:ext cx="374" cy="329"/>
              </a:xfrm>
              <a:prstGeom prst="rect">
                <a:avLst/>
              </a:prstGeom>
              <a:noFill/>
              <a:ln w="25400">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tIns="10800" anchor="ctr"/>
              <a:lstStyle>
                <a:lvl1pPr>
                  <a:spcBef>
                    <a:spcPct val="20000"/>
                  </a:spcBef>
                  <a:buClr>
                    <a:schemeClr val="folHlink"/>
                  </a:buClr>
                  <a:buSzPct val="60000"/>
                  <a:buFont typeface="Wingdings" panose="05000000000000000000" pitchFamily="2" charset="2"/>
                  <a:buChar char="n"/>
                  <a:defRPr sz="3200">
                    <a:solidFill>
                      <a:schemeClr val="tx1"/>
                    </a:solidFill>
                    <a:latin typeface="Tahoma" panose="020B0604030504040204" pitchFamily="34" charset="0"/>
                    <a:ea typeface="黑体" panose="02010609060101010101" pitchFamily="49" charset="-122"/>
                  </a:defRPr>
                </a:lvl1pPr>
                <a:lvl2pPr marL="742950" indent="-285750">
                  <a:spcBef>
                    <a:spcPct val="20000"/>
                  </a:spcBef>
                  <a:buClr>
                    <a:schemeClr val="hlink"/>
                  </a:buClr>
                  <a:buSzPct val="55000"/>
                  <a:buFont typeface="Wingdings" panose="05000000000000000000" pitchFamily="2" charset="2"/>
                  <a:buChar char="n"/>
                  <a:defRPr sz="2800">
                    <a:solidFill>
                      <a:schemeClr val="tx1"/>
                    </a:solidFill>
                    <a:latin typeface="Tahoma" panose="020B0604030504040204" pitchFamily="34" charset="0"/>
                    <a:ea typeface="黑体" panose="02010609060101010101" pitchFamily="49" charset="-122"/>
                  </a:defRPr>
                </a:lvl2pPr>
                <a:lvl3pPr marL="1143000" indent="-228600">
                  <a:spcBef>
                    <a:spcPct val="20000"/>
                  </a:spcBef>
                  <a:buClr>
                    <a:schemeClr val="folHlink"/>
                  </a:buClr>
                  <a:buSzPct val="50000"/>
                  <a:buFont typeface="Wingdings" panose="05000000000000000000" pitchFamily="2" charset="2"/>
                  <a:buChar char="n"/>
                  <a:defRPr sz="2400">
                    <a:solidFill>
                      <a:schemeClr val="tx1"/>
                    </a:solidFill>
                    <a:latin typeface="Tahoma" panose="020B0604030504040204" pitchFamily="34" charset="0"/>
                    <a:ea typeface="黑体" panose="02010609060101010101" pitchFamily="49" charset="-122"/>
                  </a:defRPr>
                </a:lvl3pPr>
                <a:lvl4pPr marL="1600200" indent="-228600">
                  <a:spcBef>
                    <a:spcPct val="20000"/>
                  </a:spcBef>
                  <a:buClr>
                    <a:schemeClr val="accent2"/>
                  </a:buClr>
                  <a:buSzPct val="55000"/>
                  <a:buFont typeface="Wingdings" panose="05000000000000000000" pitchFamily="2" charset="2"/>
                  <a:buChar char="n"/>
                  <a:defRPr sz="2000">
                    <a:solidFill>
                      <a:schemeClr val="tx1"/>
                    </a:solidFill>
                    <a:latin typeface="Tahoma" panose="020B0604030504040204" pitchFamily="34" charset="0"/>
                    <a:ea typeface="黑体" panose="02010609060101010101" pitchFamily="49" charset="-122"/>
                  </a:defRPr>
                </a:lvl4pPr>
                <a:lvl5pPr marL="2057400" indent="-228600">
                  <a:spcBef>
                    <a:spcPct val="20000"/>
                  </a:spcBef>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黑体" panose="02010609060101010101" pitchFamily="49" charset="-122"/>
                  </a:defRPr>
                </a:lvl9pPr>
              </a:lstStyle>
              <a:p>
                <a:pPr algn="ctr">
                  <a:spcBef>
                    <a:spcPct val="0"/>
                  </a:spcBef>
                  <a:buClrTx/>
                  <a:buSzTx/>
                  <a:buFontTx/>
                  <a:buNone/>
                </a:pPr>
                <a:r>
                  <a:rPr lang="en-US" altLang="zh-CN" sz="2000">
                    <a:latin typeface="Times New Roman" panose="02020603050405020304" pitchFamily="18" charset="0"/>
                    <a:ea typeface="宋体" panose="02010600030101010101" pitchFamily="2" charset="-122"/>
                  </a:rPr>
                  <a:t>$</a:t>
                </a:r>
              </a:p>
            </p:txBody>
          </p:sp>
        </p:grpSp>
        <p:sp>
          <p:nvSpPr>
            <p:cNvPr id="18446" name="Line 23">
              <a:extLst>
                <a:ext uri="{FF2B5EF4-FFF2-40B4-BE49-F238E27FC236}">
                  <a16:creationId xmlns:a16="http://schemas.microsoft.com/office/drawing/2014/main" id="{DEC27C82-B9AF-4792-9675-E15645332025}"/>
                </a:ext>
              </a:extLst>
            </p:cNvPr>
            <p:cNvSpPr>
              <a:spLocks noChangeShapeType="1"/>
            </p:cNvSpPr>
            <p:nvPr/>
          </p:nvSpPr>
          <p:spPr bwMode="auto">
            <a:xfrm flipH="1">
              <a:off x="1577" y="2434"/>
              <a:ext cx="577" cy="0"/>
            </a:xfrm>
            <a:prstGeom prst="line">
              <a:avLst/>
            </a:prstGeom>
            <a:noFill/>
            <a:ln w="25400">
              <a:solidFill>
                <a:schemeClr val="tx1"/>
              </a:solidFill>
              <a:round/>
              <a:headEnd/>
              <a:tailEnd type="triangle" w="med" len="med"/>
            </a:ln>
            <a:extLst>
              <a:ext uri="{909E8E84-426E-40DD-AFC4-6F175D3DCCD1}">
                <a14:hiddenFill xmlns:a14="http://schemas.microsoft.com/office/drawing/2010/main">
                  <a:noFill/>
                </a14:hiddenFill>
              </a:ext>
            </a:extLst>
          </p:spPr>
          <p:txBody>
            <a:bodyPr/>
            <a:lstStyle/>
            <a:p>
              <a:endParaRPr lang="zh-CN" altLang="en-US" sz="1400"/>
            </a:p>
          </p:txBody>
        </p:sp>
        <p:sp>
          <p:nvSpPr>
            <p:cNvPr id="18447" name="Rectangle 24">
              <a:extLst>
                <a:ext uri="{FF2B5EF4-FFF2-40B4-BE49-F238E27FC236}">
                  <a16:creationId xmlns:a16="http://schemas.microsoft.com/office/drawing/2014/main" id="{1EDF8589-2C9F-4D5D-9E74-A4E923C3261F}"/>
                </a:ext>
              </a:extLst>
            </p:cNvPr>
            <p:cNvSpPr>
              <a:spLocks noChangeArrowheads="1"/>
            </p:cNvSpPr>
            <p:nvPr/>
          </p:nvSpPr>
          <p:spPr bwMode="auto">
            <a:xfrm>
              <a:off x="709" y="2272"/>
              <a:ext cx="442" cy="4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anose="05000000000000000000" pitchFamily="2" charset="2"/>
                <a:buChar char="n"/>
                <a:defRPr sz="3200">
                  <a:solidFill>
                    <a:schemeClr val="tx1"/>
                  </a:solidFill>
                  <a:latin typeface="Tahoma" panose="020B0604030504040204" pitchFamily="34" charset="0"/>
                  <a:ea typeface="黑体" panose="02010609060101010101" pitchFamily="49" charset="-122"/>
                </a:defRPr>
              </a:lvl1pPr>
              <a:lvl2pPr marL="742950" indent="-285750">
                <a:spcBef>
                  <a:spcPct val="20000"/>
                </a:spcBef>
                <a:buClr>
                  <a:schemeClr val="hlink"/>
                </a:buClr>
                <a:buSzPct val="55000"/>
                <a:buFont typeface="Wingdings" panose="05000000000000000000" pitchFamily="2" charset="2"/>
                <a:buChar char="n"/>
                <a:defRPr sz="2800">
                  <a:solidFill>
                    <a:schemeClr val="tx1"/>
                  </a:solidFill>
                  <a:latin typeface="Tahoma" panose="020B0604030504040204" pitchFamily="34" charset="0"/>
                  <a:ea typeface="黑体" panose="02010609060101010101" pitchFamily="49" charset="-122"/>
                </a:defRPr>
              </a:lvl2pPr>
              <a:lvl3pPr marL="1143000" indent="-228600">
                <a:spcBef>
                  <a:spcPct val="20000"/>
                </a:spcBef>
                <a:buClr>
                  <a:schemeClr val="folHlink"/>
                </a:buClr>
                <a:buSzPct val="50000"/>
                <a:buFont typeface="Wingdings" panose="05000000000000000000" pitchFamily="2" charset="2"/>
                <a:buChar char="n"/>
                <a:defRPr sz="2400">
                  <a:solidFill>
                    <a:schemeClr val="tx1"/>
                  </a:solidFill>
                  <a:latin typeface="Tahoma" panose="020B0604030504040204" pitchFamily="34" charset="0"/>
                  <a:ea typeface="黑体" panose="02010609060101010101" pitchFamily="49" charset="-122"/>
                </a:defRPr>
              </a:lvl3pPr>
              <a:lvl4pPr marL="1600200" indent="-228600">
                <a:spcBef>
                  <a:spcPct val="20000"/>
                </a:spcBef>
                <a:buClr>
                  <a:schemeClr val="accent2"/>
                </a:buClr>
                <a:buSzPct val="55000"/>
                <a:buFont typeface="Wingdings" panose="05000000000000000000" pitchFamily="2" charset="2"/>
                <a:buChar char="n"/>
                <a:defRPr sz="2000">
                  <a:solidFill>
                    <a:schemeClr val="tx1"/>
                  </a:solidFill>
                  <a:latin typeface="Tahoma" panose="020B0604030504040204" pitchFamily="34" charset="0"/>
                  <a:ea typeface="黑体" panose="02010609060101010101" pitchFamily="49" charset="-122"/>
                </a:defRPr>
              </a:lvl4pPr>
              <a:lvl5pPr marL="2057400" indent="-228600">
                <a:spcBef>
                  <a:spcPct val="20000"/>
                </a:spcBef>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黑体" panose="02010609060101010101" pitchFamily="49" charset="-122"/>
                </a:defRPr>
              </a:lvl9pPr>
            </a:lstStyle>
            <a:p>
              <a:pPr algn="ctr">
                <a:spcBef>
                  <a:spcPct val="0"/>
                </a:spcBef>
                <a:buClrTx/>
                <a:buSzTx/>
                <a:buFontTx/>
                <a:buNone/>
              </a:pPr>
              <a:r>
                <a:rPr lang="zh-CN" altLang="en-US" sz="2400" b="0">
                  <a:latin typeface="Times New Roman" panose="02020603050405020304" pitchFamily="18" charset="0"/>
                </a:rPr>
                <a:t>栈</a:t>
              </a:r>
            </a:p>
          </p:txBody>
        </p:sp>
      </p:grpSp>
      <p:sp>
        <p:nvSpPr>
          <p:cNvPr id="18436" name="TextBox 24">
            <a:extLst>
              <a:ext uri="{FF2B5EF4-FFF2-40B4-BE49-F238E27FC236}">
                <a16:creationId xmlns:a16="http://schemas.microsoft.com/office/drawing/2014/main" id="{0F9081DC-5DEC-4EF8-951D-2BFD1807EFD5}"/>
              </a:ext>
            </a:extLst>
          </p:cNvPr>
          <p:cNvSpPr txBox="1">
            <a:spLocks noChangeArrowheads="1"/>
          </p:cNvSpPr>
          <p:nvPr/>
        </p:nvSpPr>
        <p:spPr bwMode="auto">
          <a:xfrm>
            <a:off x="4065795" y="4709439"/>
            <a:ext cx="1676400"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a:spcBef>
                <a:spcPct val="20000"/>
              </a:spcBef>
              <a:buClr>
                <a:schemeClr val="folHlink"/>
              </a:buClr>
              <a:buSzPct val="60000"/>
              <a:buFont typeface="Wingdings" panose="05000000000000000000" pitchFamily="2" charset="2"/>
              <a:buChar char="n"/>
              <a:defRPr sz="3200">
                <a:solidFill>
                  <a:schemeClr val="tx1"/>
                </a:solidFill>
                <a:latin typeface="Tahoma" panose="020B0604030504040204" pitchFamily="34" charset="0"/>
                <a:ea typeface="黑体" panose="02010609060101010101" pitchFamily="49" charset="-122"/>
              </a:defRPr>
            </a:lvl1pPr>
            <a:lvl2pPr marL="742950" indent="-285750">
              <a:spcBef>
                <a:spcPct val="20000"/>
              </a:spcBef>
              <a:buClr>
                <a:schemeClr val="hlink"/>
              </a:buClr>
              <a:buSzPct val="55000"/>
              <a:buFont typeface="Wingdings" panose="05000000000000000000" pitchFamily="2" charset="2"/>
              <a:buChar char="n"/>
              <a:defRPr sz="2800">
                <a:solidFill>
                  <a:schemeClr val="tx1"/>
                </a:solidFill>
                <a:latin typeface="Tahoma" panose="020B0604030504040204" pitchFamily="34" charset="0"/>
                <a:ea typeface="黑体" panose="02010609060101010101" pitchFamily="49" charset="-122"/>
              </a:defRPr>
            </a:lvl2pPr>
            <a:lvl3pPr marL="1143000" indent="-228600">
              <a:spcBef>
                <a:spcPct val="20000"/>
              </a:spcBef>
              <a:buClr>
                <a:schemeClr val="folHlink"/>
              </a:buClr>
              <a:buSzPct val="50000"/>
              <a:buFont typeface="Wingdings" panose="05000000000000000000" pitchFamily="2" charset="2"/>
              <a:buChar char="n"/>
              <a:defRPr sz="2400">
                <a:solidFill>
                  <a:schemeClr val="tx1"/>
                </a:solidFill>
                <a:latin typeface="Tahoma" panose="020B0604030504040204" pitchFamily="34" charset="0"/>
                <a:ea typeface="黑体" panose="02010609060101010101" pitchFamily="49" charset="-122"/>
              </a:defRPr>
            </a:lvl3pPr>
            <a:lvl4pPr marL="1600200" indent="-228600">
              <a:spcBef>
                <a:spcPct val="20000"/>
              </a:spcBef>
              <a:buClr>
                <a:schemeClr val="accent2"/>
              </a:buClr>
              <a:buSzPct val="55000"/>
              <a:buFont typeface="Wingdings" panose="05000000000000000000" pitchFamily="2" charset="2"/>
              <a:buChar char="n"/>
              <a:defRPr sz="2000">
                <a:solidFill>
                  <a:schemeClr val="tx1"/>
                </a:solidFill>
                <a:latin typeface="Tahoma" panose="020B0604030504040204" pitchFamily="34" charset="0"/>
                <a:ea typeface="黑体" panose="02010609060101010101" pitchFamily="49" charset="-122"/>
              </a:defRPr>
            </a:lvl4pPr>
            <a:lvl5pPr marL="2057400" indent="-228600">
              <a:spcBef>
                <a:spcPct val="20000"/>
              </a:spcBef>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黑体" panose="02010609060101010101" pitchFamily="49" charset="-122"/>
              </a:defRPr>
            </a:lvl9pPr>
          </a:lstStyle>
          <a:p>
            <a:pPr algn="ctr">
              <a:spcBef>
                <a:spcPct val="0"/>
              </a:spcBef>
              <a:buClrTx/>
              <a:buSzTx/>
              <a:buFontTx/>
              <a:buNone/>
            </a:pPr>
            <a:r>
              <a:rPr lang="en-US" altLang="zh-CN" sz="2800" i="1">
                <a:solidFill>
                  <a:schemeClr val="accent2"/>
                </a:solidFill>
                <a:latin typeface="Times New Roman" panose="02020603050405020304" pitchFamily="18" charset="0"/>
                <a:ea typeface="宋体" panose="02010600030101010101" pitchFamily="2" charset="-122"/>
              </a:rPr>
              <a:t>M</a:t>
            </a:r>
            <a:r>
              <a:rPr lang="en-US" altLang="zh-CN" sz="2800">
                <a:solidFill>
                  <a:schemeClr val="accent2"/>
                </a:solidFill>
                <a:latin typeface="Times New Roman" panose="02020603050405020304" pitchFamily="18" charset="0"/>
                <a:ea typeface="宋体" panose="02010600030101010101" pitchFamily="2" charset="-122"/>
              </a:rPr>
              <a:t>[</a:t>
            </a:r>
            <a:r>
              <a:rPr lang="en-US" altLang="zh-CN" sz="2800" i="1">
                <a:solidFill>
                  <a:schemeClr val="accent2"/>
                </a:solidFill>
                <a:latin typeface="Times New Roman" panose="02020603050405020304" pitchFamily="18" charset="0"/>
                <a:ea typeface="宋体" panose="02010600030101010101" pitchFamily="2" charset="-122"/>
              </a:rPr>
              <a:t>A</a:t>
            </a:r>
            <a:r>
              <a:rPr lang="en-US" altLang="zh-CN" sz="2800">
                <a:solidFill>
                  <a:schemeClr val="accent2"/>
                </a:solidFill>
                <a:latin typeface="Times New Roman" panose="02020603050405020304" pitchFamily="18" charset="0"/>
                <a:ea typeface="宋体" panose="02010600030101010101" pitchFamily="2" charset="-122"/>
              </a:rPr>
              <a:t>, </a:t>
            </a:r>
            <a:r>
              <a:rPr lang="en-US" altLang="zh-CN" sz="2800" i="1">
                <a:solidFill>
                  <a:schemeClr val="accent2"/>
                </a:solidFill>
                <a:latin typeface="Times New Roman" panose="02020603050405020304" pitchFamily="18" charset="0"/>
                <a:ea typeface="宋体" panose="02010600030101010101" pitchFamily="2" charset="-122"/>
              </a:rPr>
              <a:t>a</a:t>
            </a:r>
            <a:r>
              <a:rPr lang="en-US" altLang="zh-CN" sz="2800">
                <a:solidFill>
                  <a:schemeClr val="accent2"/>
                </a:solidFill>
                <a:latin typeface="Times New Roman" panose="02020603050405020304" pitchFamily="18" charset="0"/>
                <a:ea typeface="宋体" panose="02010600030101010101" pitchFamily="2" charset="-122"/>
              </a:rPr>
              <a:t>]</a:t>
            </a:r>
            <a:endParaRPr lang="zh-CN" altLang="en-US" sz="2800">
              <a:solidFill>
                <a:schemeClr val="accent2"/>
              </a:solidFill>
              <a:latin typeface="Times New Roman" panose="02020603050405020304" pitchFamily="18" charset="0"/>
              <a:ea typeface="宋体" panose="02010600030101010101" pitchFamily="2" charset="-122"/>
            </a:endParaRPr>
          </a:p>
        </p:txBody>
      </p:sp>
      <p:sp>
        <p:nvSpPr>
          <p:cNvPr id="2" name="日期占位符 1">
            <a:extLst>
              <a:ext uri="{FF2B5EF4-FFF2-40B4-BE49-F238E27FC236}">
                <a16:creationId xmlns:a16="http://schemas.microsoft.com/office/drawing/2014/main" id="{F825027C-6347-5653-D2AB-75040628FEF2}"/>
              </a:ext>
            </a:extLst>
          </p:cNvPr>
          <p:cNvSpPr>
            <a:spLocks noGrp="1"/>
          </p:cNvSpPr>
          <p:nvPr>
            <p:ph type="dt" sz="half" idx="10"/>
          </p:nvPr>
        </p:nvSpPr>
        <p:spPr/>
        <p:txBody>
          <a:bodyPr/>
          <a:lstStyle/>
          <a:p>
            <a:fld id="{C5A220C9-FFE4-4F5B-A096-0D6DA77E60A9}" type="datetime2">
              <a:rPr lang="zh-CN" altLang="en-US" smtClean="0"/>
              <a:pPr/>
              <a:t>2025年11月26日</a:t>
            </a:fld>
            <a:endParaRPr lang="zh-CN" altLang="en-US"/>
          </a:p>
        </p:txBody>
      </p:sp>
      <p:sp>
        <p:nvSpPr>
          <p:cNvPr id="3" name="页脚占位符 2">
            <a:extLst>
              <a:ext uri="{FF2B5EF4-FFF2-40B4-BE49-F238E27FC236}">
                <a16:creationId xmlns:a16="http://schemas.microsoft.com/office/drawing/2014/main" id="{44B29ACB-8337-48E3-7DA5-1D51397838B6}"/>
              </a:ext>
            </a:extLst>
          </p:cNvPr>
          <p:cNvSpPr>
            <a:spLocks noGrp="1"/>
          </p:cNvSpPr>
          <p:nvPr>
            <p:ph type="ftr" sz="quarter" idx="11"/>
          </p:nvPr>
        </p:nvSpPr>
        <p:spPr/>
        <p:txBody>
          <a:bodyPr/>
          <a:lstStyle/>
          <a:p>
            <a:r>
              <a:rPr lang="zh-CN" altLang="en-US"/>
              <a:t>编译原理</a:t>
            </a:r>
            <a:r>
              <a:rPr lang="en-US" altLang="zh-CN"/>
              <a:t>-</a:t>
            </a:r>
            <a:r>
              <a:rPr lang="zh-CN" altLang="en-US"/>
              <a:t>王欣捷</a:t>
            </a:r>
            <a:r>
              <a:rPr lang="en-US" altLang="zh-CN"/>
              <a:t>-</a:t>
            </a:r>
            <a:r>
              <a:rPr lang="zh-CN" altLang="en-US"/>
              <a:t>第三章 语法分析</a:t>
            </a:r>
            <a:r>
              <a:rPr lang="en-US" altLang="zh-CN"/>
              <a:t>(4)</a:t>
            </a:r>
            <a:endParaRPr lang="zh-CN" altLang="en-US"/>
          </a:p>
        </p:txBody>
      </p:sp>
      <p:sp>
        <p:nvSpPr>
          <p:cNvPr id="4" name="灯片编号占位符 3">
            <a:extLst>
              <a:ext uri="{FF2B5EF4-FFF2-40B4-BE49-F238E27FC236}">
                <a16:creationId xmlns:a16="http://schemas.microsoft.com/office/drawing/2014/main" id="{7DCF2D43-2A7F-57E8-9E78-205389BA5C81}"/>
              </a:ext>
            </a:extLst>
          </p:cNvPr>
          <p:cNvSpPr>
            <a:spLocks noGrp="1"/>
          </p:cNvSpPr>
          <p:nvPr>
            <p:ph type="sldNum" sz="quarter" idx="12"/>
          </p:nvPr>
        </p:nvSpPr>
        <p:spPr/>
        <p:txBody>
          <a:bodyPr/>
          <a:lstStyle/>
          <a:p>
            <a:fld id="{094DEB03-EFC6-4C20-8FC8-295189A5386F}" type="slidenum">
              <a:rPr lang="zh-CN" altLang="en-US" smtClean="0"/>
              <a:pPr/>
              <a:t>10</a:t>
            </a:fld>
            <a:endParaRPr lang="zh-CN" altLang="en-US"/>
          </a:p>
        </p:txBody>
      </p:sp>
      <p:pic>
        <p:nvPicPr>
          <p:cNvPr id="6" name="图片 5">
            <a:extLst>
              <a:ext uri="{FF2B5EF4-FFF2-40B4-BE49-F238E27FC236}">
                <a16:creationId xmlns:a16="http://schemas.microsoft.com/office/drawing/2014/main" id="{4CCB47F3-6065-28F1-3F3B-65A1B10706E7}"/>
              </a:ext>
            </a:extLst>
          </p:cNvPr>
          <p:cNvPicPr>
            <a:picLocks noChangeAspect="1"/>
          </p:cNvPicPr>
          <p:nvPr/>
        </p:nvPicPr>
        <p:blipFill>
          <a:blip r:embed="rId3"/>
          <a:stretch>
            <a:fillRect/>
          </a:stretch>
        </p:blipFill>
        <p:spPr>
          <a:xfrm>
            <a:off x="6013506" y="1515763"/>
            <a:ext cx="3277665" cy="4646447"/>
          </a:xfrm>
          <a:prstGeom prst="rect">
            <a:avLst/>
          </a:prstGeom>
          <a:solidFill>
            <a:srgbClr val="FFFFFF">
              <a:shade val="85000"/>
            </a:srgbClr>
          </a:solidFill>
          <a:ln w="190500" cap="sq">
            <a:solidFill>
              <a:srgbClr val="FFFFFF"/>
            </a:solidFill>
            <a:miter lim="800000"/>
          </a:ln>
          <a:effectLst>
            <a:outerShdw blurRad="65000" dist="50800" dir="12900000" kx="195000" ky="145000" algn="tl" rotWithShape="0">
              <a:srgbClr val="000000">
                <a:alpha val="30000"/>
              </a:srgbClr>
            </a:outerShdw>
          </a:effectLst>
          <a:scene3d>
            <a:camera prst="orthographicFront">
              <a:rot lat="0" lon="0" rev="360000"/>
            </a:camera>
            <a:lightRig rig="twoPt" dir="t">
              <a:rot lat="0" lon="0" rev="7200000"/>
            </a:lightRig>
          </a:scene3d>
          <a:sp3d contourW="12700">
            <a:bevelT w="25400" h="19050"/>
            <a:contourClr>
              <a:srgbClr val="969696"/>
            </a:contourClr>
          </a:sp3d>
        </p:spPr>
      </p:pic>
    </p:spTree>
  </p:cSld>
  <p:clrMapOvr>
    <a:masterClrMapping/>
  </p:clrMapOvr>
</p:sld>
</file>

<file path=ppt/slides/slide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日期占位符 2">
            <a:extLst>
              <a:ext uri="{FF2B5EF4-FFF2-40B4-BE49-F238E27FC236}">
                <a16:creationId xmlns:a16="http://schemas.microsoft.com/office/drawing/2014/main" id="{5C0DBB0F-724E-9870-DD4E-DB08D3B9FBE1}"/>
              </a:ext>
            </a:extLst>
          </p:cNvPr>
          <p:cNvSpPr>
            <a:spLocks noGrp="1"/>
          </p:cNvSpPr>
          <p:nvPr>
            <p:ph type="dt" sz="half" idx="4294967295"/>
          </p:nvPr>
        </p:nvSpPr>
        <p:spPr>
          <a:xfrm>
            <a:off x="0" y="11113"/>
            <a:ext cx="3086100" cy="179387"/>
          </a:xfrm>
        </p:spPr>
        <p:txBody>
          <a:bodyPr/>
          <a:lstStyle/>
          <a:p>
            <a:fld id="{30AD8531-9964-4CA0-871C-3EC9FDDE7CB5}" type="datetime2">
              <a:rPr lang="zh-CN" altLang="en-US" smtClean="0"/>
              <a:pPr/>
              <a:t>2025年11月26日</a:t>
            </a:fld>
            <a:endParaRPr lang="zh-CN" altLang="en-US"/>
          </a:p>
        </p:txBody>
      </p:sp>
      <p:sp>
        <p:nvSpPr>
          <p:cNvPr id="4" name="页脚占位符 3">
            <a:extLst>
              <a:ext uri="{FF2B5EF4-FFF2-40B4-BE49-F238E27FC236}">
                <a16:creationId xmlns:a16="http://schemas.microsoft.com/office/drawing/2014/main" id="{37EDE763-6DF3-C449-94D4-0302B7BA7FA6}"/>
              </a:ext>
            </a:extLst>
          </p:cNvPr>
          <p:cNvSpPr>
            <a:spLocks noGrp="1"/>
          </p:cNvSpPr>
          <p:nvPr>
            <p:ph type="ftr" sz="quarter" idx="4294967295"/>
          </p:nvPr>
        </p:nvSpPr>
        <p:spPr>
          <a:xfrm>
            <a:off x="7086600" y="11113"/>
            <a:ext cx="2057400" cy="179387"/>
          </a:xfrm>
        </p:spPr>
        <p:txBody>
          <a:bodyPr/>
          <a:lstStyle/>
          <a:p>
            <a:r>
              <a:rPr lang="zh-CN" altLang="en-US"/>
              <a:t>编译原理</a:t>
            </a:r>
            <a:r>
              <a:rPr lang="en-US" altLang="zh-CN"/>
              <a:t>-</a:t>
            </a:r>
            <a:r>
              <a:rPr lang="zh-CN" altLang="en-US"/>
              <a:t>王欣捷</a:t>
            </a:r>
            <a:r>
              <a:rPr lang="en-US" altLang="zh-CN"/>
              <a:t>-</a:t>
            </a:r>
            <a:r>
              <a:rPr lang="zh-CN" altLang="en-US"/>
              <a:t>第三章 语法分析</a:t>
            </a:r>
            <a:r>
              <a:rPr lang="en-US" altLang="zh-CN"/>
              <a:t>(4)</a:t>
            </a:r>
            <a:endParaRPr lang="zh-CN" altLang="en-US"/>
          </a:p>
        </p:txBody>
      </p:sp>
      <p:sp>
        <p:nvSpPr>
          <p:cNvPr id="5" name="灯片编号占位符 4">
            <a:extLst>
              <a:ext uri="{FF2B5EF4-FFF2-40B4-BE49-F238E27FC236}">
                <a16:creationId xmlns:a16="http://schemas.microsoft.com/office/drawing/2014/main" id="{C52E19CC-87E5-B838-1C00-60B7FF2CD419}"/>
              </a:ext>
            </a:extLst>
          </p:cNvPr>
          <p:cNvSpPr>
            <a:spLocks noGrp="1"/>
          </p:cNvSpPr>
          <p:nvPr>
            <p:ph type="sldNum" sz="quarter" idx="4294967295"/>
          </p:nvPr>
        </p:nvSpPr>
        <p:spPr>
          <a:xfrm>
            <a:off x="0" y="11113"/>
            <a:ext cx="2060575" cy="179387"/>
          </a:xfrm>
        </p:spPr>
        <p:txBody>
          <a:bodyPr/>
          <a:lstStyle/>
          <a:p>
            <a:fld id="{094DEB03-EFC6-4C20-8FC8-295189A5386F}" type="slidenum">
              <a:rPr lang="zh-CN" altLang="en-US" smtClean="0"/>
              <a:pPr/>
              <a:t>11</a:t>
            </a:fld>
            <a:endParaRPr lang="zh-CN" altLang="en-US"/>
          </a:p>
        </p:txBody>
      </p:sp>
      <p:sp>
        <p:nvSpPr>
          <p:cNvPr id="8" name="文本框 7">
            <a:extLst>
              <a:ext uri="{FF2B5EF4-FFF2-40B4-BE49-F238E27FC236}">
                <a16:creationId xmlns:a16="http://schemas.microsoft.com/office/drawing/2014/main" id="{FBF09D09-F1A3-4BB0-0151-70EC0C218212}"/>
              </a:ext>
            </a:extLst>
          </p:cNvPr>
          <p:cNvSpPr txBox="1"/>
          <p:nvPr>
            <p:custDataLst>
              <p:tags r:id="rId2"/>
            </p:custDataLst>
          </p:nvPr>
        </p:nvSpPr>
        <p:spPr>
          <a:xfrm>
            <a:off x="914400" y="635000"/>
            <a:ext cx="7315200" cy="2143125"/>
          </a:xfrm>
          <a:prstGeom prst="rect">
            <a:avLst/>
          </a:prstGeom>
          <a:noFill/>
        </p:spPr>
        <p:txBody>
          <a:bodyPr vert="horz" wrap="square" rtlCol="0" anchor="ctr" anchorCtr="0">
            <a:noAutofit/>
          </a:bodyPr>
          <a:lstStyle/>
          <a:p>
            <a:pPr algn="just">
              <a:lnSpc>
                <a:spcPct val="80000"/>
              </a:lnSpc>
              <a:spcBef>
                <a:spcPct val="10000"/>
              </a:spcBef>
            </a:pPr>
            <a:r>
              <a:rPr lang="zh-CN" altLang="en-US" sz="2400" b="1" dirty="0">
                <a:latin typeface="Times New Roman" panose="02020603050405020304" pitchFamily="18" charset="0"/>
              </a:rPr>
              <a:t>已知    </a:t>
            </a:r>
            <a:r>
              <a:rPr lang="en-US" altLang="zh-CN" sz="2400" b="1" i="1" dirty="0">
                <a:latin typeface="Times New Roman" panose="02020603050405020304" pitchFamily="18" charset="0"/>
              </a:rPr>
              <a:t>E</a:t>
            </a:r>
            <a:r>
              <a:rPr lang="en-US" altLang="zh-CN" sz="2400" b="1" dirty="0">
                <a:latin typeface="Times New Roman" panose="02020603050405020304" pitchFamily="18" charset="0"/>
              </a:rPr>
              <a:t> </a:t>
            </a:r>
            <a:r>
              <a:rPr lang="en-US" altLang="zh-CN" sz="2400" b="1" dirty="0">
                <a:latin typeface="Times New Roman" panose="02020603050405020304" pitchFamily="18" charset="0"/>
                <a:sym typeface="Symbol" panose="05050102010706020507" pitchFamily="18" charset="2"/>
              </a:rPr>
              <a:t></a:t>
            </a:r>
            <a:r>
              <a:rPr lang="en-US" altLang="zh-CN" sz="2400" b="1" dirty="0">
                <a:latin typeface="Times New Roman" panose="02020603050405020304" pitchFamily="18" charset="0"/>
              </a:rPr>
              <a:t> </a:t>
            </a:r>
            <a:r>
              <a:rPr lang="en-US" altLang="zh-CN" sz="2400" b="1" i="1" dirty="0">
                <a:latin typeface="Times New Roman" panose="02020603050405020304" pitchFamily="18" charset="0"/>
              </a:rPr>
              <a:t>TE </a:t>
            </a:r>
            <a:r>
              <a:rPr lang="en-US" altLang="zh-CN" sz="2400" b="1" dirty="0">
                <a:latin typeface="Times New Roman" panose="02020603050405020304" pitchFamily="18" charset="0"/>
                <a:sym typeface="Symbol" panose="05050102010706020507" pitchFamily="18" charset="2"/>
              </a:rPr>
              <a:t>			      </a:t>
            </a:r>
            <a:r>
              <a:rPr lang="zh-CN" altLang="en-US" sz="2400" b="1" dirty="0">
                <a:latin typeface="Times New Roman" panose="02020603050405020304" pitchFamily="18" charset="0"/>
                <a:sym typeface="Symbol" panose="05050102010706020507" pitchFamily="18" charset="2"/>
              </a:rPr>
              <a:t>求  </a:t>
            </a:r>
            <a:r>
              <a:rPr lang="en-US" altLang="zh-CN" sz="2400" b="1" dirty="0">
                <a:latin typeface="Times New Roman" panose="02020603050405020304" pitchFamily="18" charset="0"/>
              </a:rPr>
              <a:t>FIRST(</a:t>
            </a:r>
            <a:r>
              <a:rPr lang="en-US" altLang="zh-CN" sz="2400" b="1" i="1" dirty="0">
                <a:latin typeface="Times New Roman" panose="02020603050405020304" pitchFamily="18" charset="0"/>
              </a:rPr>
              <a:t>E</a:t>
            </a:r>
            <a:r>
              <a:rPr lang="en-US" altLang="zh-CN" sz="2400" b="1" dirty="0">
                <a:latin typeface="Times New Roman" panose="02020603050405020304" pitchFamily="18" charset="0"/>
              </a:rPr>
              <a:t>)</a:t>
            </a:r>
            <a:r>
              <a:rPr lang="en-US" altLang="zh-CN" sz="2400" b="1" dirty="0">
                <a:latin typeface="+mj-lt"/>
              </a:rPr>
              <a:t>=</a:t>
            </a:r>
            <a:r>
              <a:rPr lang="zh-CN" altLang="en-US" sz="2400" b="1" dirty="0">
                <a:latin typeface="+mj-lt"/>
              </a:rPr>
              <a:t>？</a:t>
            </a:r>
            <a:r>
              <a:rPr lang="en-US" altLang="zh-CN" sz="2400" b="1" dirty="0">
                <a:latin typeface="+mj-lt"/>
              </a:rPr>
              <a:t> </a:t>
            </a:r>
          </a:p>
          <a:p>
            <a:pPr algn="just">
              <a:lnSpc>
                <a:spcPct val="80000"/>
              </a:lnSpc>
              <a:spcBef>
                <a:spcPct val="10000"/>
              </a:spcBef>
            </a:pPr>
            <a:r>
              <a:rPr lang="en-US" altLang="zh-CN" sz="2400" b="1" i="1" dirty="0">
                <a:latin typeface="Times New Roman" panose="02020603050405020304" pitchFamily="18" charset="0"/>
              </a:rPr>
              <a:t>            E </a:t>
            </a:r>
            <a:r>
              <a:rPr lang="en-US" altLang="zh-CN" sz="2400" b="1" dirty="0">
                <a:latin typeface="Times New Roman" panose="02020603050405020304" pitchFamily="18" charset="0"/>
                <a:sym typeface="Symbol" panose="05050102010706020507" pitchFamily="18" charset="2"/>
              </a:rPr>
              <a:t></a:t>
            </a:r>
            <a:r>
              <a:rPr lang="en-US" altLang="zh-CN" sz="2400" b="1" dirty="0">
                <a:latin typeface="Times New Roman" panose="02020603050405020304" pitchFamily="18" charset="0"/>
              </a:rPr>
              <a:t> </a:t>
            </a:r>
            <a:r>
              <a:rPr lang="en-US" altLang="zh-CN" sz="2400" b="1" dirty="0">
                <a:latin typeface="Times New Roman" panose="02020603050405020304" pitchFamily="18" charset="0"/>
                <a:sym typeface="Symbol" panose="05050102010706020507" pitchFamily="18" charset="2"/>
              </a:rPr>
              <a:t></a:t>
            </a:r>
            <a:r>
              <a:rPr lang="en-US" altLang="zh-CN" sz="2400" b="1" dirty="0">
                <a:latin typeface="Times New Roman" panose="02020603050405020304" pitchFamily="18" charset="0"/>
              </a:rPr>
              <a:t> + </a:t>
            </a:r>
            <a:r>
              <a:rPr lang="en-US" altLang="zh-CN" sz="2400" b="1" i="1" dirty="0">
                <a:latin typeface="Times New Roman" panose="02020603050405020304" pitchFamily="18" charset="0"/>
              </a:rPr>
              <a:t>TE </a:t>
            </a:r>
            <a:r>
              <a:rPr lang="en-US" altLang="zh-CN" sz="2400" b="1" dirty="0">
                <a:latin typeface="Times New Roman" panose="02020603050405020304" pitchFamily="18" charset="0"/>
                <a:sym typeface="Symbol" panose="05050102010706020507" pitchFamily="18" charset="2"/>
              </a:rPr>
              <a:t></a:t>
            </a:r>
            <a:r>
              <a:rPr lang="en-US" altLang="zh-CN" sz="2400" b="1" baseline="30000" dirty="0">
                <a:latin typeface="Times New Roman" panose="02020603050405020304" pitchFamily="18" charset="0"/>
              </a:rPr>
              <a:t> </a:t>
            </a:r>
            <a:r>
              <a:rPr lang="en-US" altLang="zh-CN" sz="2400" b="1" dirty="0">
                <a:latin typeface="Times New Roman" panose="02020603050405020304" pitchFamily="18" charset="0"/>
              </a:rPr>
              <a:t>| </a:t>
            </a:r>
            <a:r>
              <a:rPr lang="en-US" altLang="zh-CN" sz="2400" b="1" dirty="0">
                <a:latin typeface="Times New Roman" panose="02020603050405020304" pitchFamily="18" charset="0"/>
                <a:sym typeface="Symbol" panose="05050102010706020507" pitchFamily="18" charset="2"/>
              </a:rPr>
              <a:t>		</a:t>
            </a:r>
            <a:endParaRPr lang="en-US" altLang="zh-CN" sz="2400" b="1" dirty="0">
              <a:latin typeface="Times New Roman" panose="02020603050405020304" pitchFamily="18" charset="0"/>
            </a:endParaRPr>
          </a:p>
          <a:p>
            <a:pPr algn="just">
              <a:lnSpc>
                <a:spcPct val="80000"/>
              </a:lnSpc>
              <a:spcBef>
                <a:spcPct val="10000"/>
              </a:spcBef>
            </a:pPr>
            <a:r>
              <a:rPr lang="en-US" altLang="zh-CN" sz="2400" b="1" i="1" dirty="0">
                <a:latin typeface="Times New Roman" panose="02020603050405020304" pitchFamily="18" charset="0"/>
              </a:rPr>
              <a:t>            T</a:t>
            </a:r>
            <a:r>
              <a:rPr lang="en-US" altLang="zh-CN" sz="2400" b="1" dirty="0">
                <a:latin typeface="Times New Roman" panose="02020603050405020304" pitchFamily="18" charset="0"/>
              </a:rPr>
              <a:t> </a:t>
            </a:r>
            <a:r>
              <a:rPr lang="en-US" altLang="zh-CN" sz="2400" b="1" dirty="0">
                <a:latin typeface="Times New Roman" panose="02020603050405020304" pitchFamily="18" charset="0"/>
                <a:sym typeface="Symbol" panose="05050102010706020507" pitchFamily="18" charset="2"/>
              </a:rPr>
              <a:t></a:t>
            </a:r>
            <a:r>
              <a:rPr lang="en-US" altLang="zh-CN" sz="2400" b="1" dirty="0">
                <a:latin typeface="Times New Roman" panose="02020603050405020304" pitchFamily="18" charset="0"/>
              </a:rPr>
              <a:t> </a:t>
            </a:r>
            <a:r>
              <a:rPr lang="en-US" altLang="zh-CN" sz="2400" b="1" i="1" dirty="0">
                <a:latin typeface="Times New Roman" panose="02020603050405020304" pitchFamily="18" charset="0"/>
              </a:rPr>
              <a:t>FT </a:t>
            </a:r>
            <a:r>
              <a:rPr lang="en-US" altLang="zh-CN" sz="2400" b="1" dirty="0">
                <a:latin typeface="Times New Roman" panose="02020603050405020304" pitchFamily="18" charset="0"/>
                <a:sym typeface="Symbol" panose="05050102010706020507" pitchFamily="18" charset="2"/>
              </a:rPr>
              <a:t>			</a:t>
            </a:r>
            <a:endParaRPr lang="en-US" altLang="zh-CN" sz="2400" b="1" dirty="0">
              <a:latin typeface="Times New Roman" panose="02020603050405020304" pitchFamily="18" charset="0"/>
            </a:endParaRPr>
          </a:p>
          <a:p>
            <a:pPr algn="just">
              <a:lnSpc>
                <a:spcPct val="80000"/>
              </a:lnSpc>
              <a:spcBef>
                <a:spcPct val="10000"/>
              </a:spcBef>
            </a:pPr>
            <a:r>
              <a:rPr lang="en-US" altLang="zh-CN" sz="2400" b="1" i="1" dirty="0">
                <a:latin typeface="Times New Roman" panose="02020603050405020304" pitchFamily="18" charset="0"/>
              </a:rPr>
              <a:t>            T </a:t>
            </a:r>
            <a:r>
              <a:rPr lang="en-US" altLang="zh-CN" sz="2400" b="1" dirty="0">
                <a:latin typeface="Times New Roman" panose="02020603050405020304" pitchFamily="18" charset="0"/>
                <a:sym typeface="Symbol" panose="05050102010706020507" pitchFamily="18" charset="2"/>
              </a:rPr>
              <a:t></a:t>
            </a:r>
            <a:r>
              <a:rPr lang="en-US" altLang="zh-CN" sz="2400" b="1" dirty="0">
                <a:latin typeface="Times New Roman" panose="02020603050405020304" pitchFamily="18" charset="0"/>
              </a:rPr>
              <a:t> </a:t>
            </a:r>
            <a:r>
              <a:rPr lang="en-US" altLang="zh-CN" sz="2400" b="1" dirty="0">
                <a:latin typeface="Times New Roman" panose="02020603050405020304" pitchFamily="18" charset="0"/>
                <a:sym typeface="Symbol" panose="05050102010706020507" pitchFamily="18" charset="2"/>
              </a:rPr>
              <a:t></a:t>
            </a:r>
            <a:r>
              <a:rPr lang="en-US" altLang="zh-CN" sz="2400" b="1" dirty="0">
                <a:latin typeface="Times New Roman" panose="02020603050405020304" pitchFamily="18" charset="0"/>
              </a:rPr>
              <a:t> </a:t>
            </a:r>
            <a:r>
              <a:rPr lang="en-US" altLang="zh-CN" sz="2400" b="1" dirty="0">
                <a:latin typeface="Times New Roman" panose="02020603050405020304" pitchFamily="18" charset="0"/>
                <a:cs typeface="Times New Roman" panose="02020603050405020304" pitchFamily="18" charset="0"/>
                <a:sym typeface="Symbol" panose="05050102010706020507" pitchFamily="18" charset="2"/>
              </a:rPr>
              <a:t></a:t>
            </a:r>
            <a:r>
              <a:rPr lang="en-US" altLang="zh-CN" sz="2400" b="1" dirty="0">
                <a:latin typeface="Times New Roman" panose="02020603050405020304" pitchFamily="18" charset="0"/>
              </a:rPr>
              <a:t> </a:t>
            </a:r>
            <a:r>
              <a:rPr lang="en-US" altLang="zh-CN" sz="2400" b="1" i="1" dirty="0">
                <a:latin typeface="Times New Roman" panose="02020603050405020304" pitchFamily="18" charset="0"/>
              </a:rPr>
              <a:t>FT </a:t>
            </a:r>
            <a:r>
              <a:rPr lang="en-US" altLang="zh-CN" sz="2400" b="1" dirty="0">
                <a:latin typeface="Times New Roman" panose="02020603050405020304" pitchFamily="18" charset="0"/>
                <a:sym typeface="Symbol" panose="05050102010706020507" pitchFamily="18" charset="2"/>
              </a:rPr>
              <a:t></a:t>
            </a:r>
            <a:r>
              <a:rPr lang="en-US" altLang="zh-CN" sz="2400" b="1" i="1" dirty="0">
                <a:latin typeface="Times New Roman" panose="02020603050405020304" pitchFamily="18" charset="0"/>
              </a:rPr>
              <a:t> </a:t>
            </a:r>
            <a:r>
              <a:rPr lang="en-US" altLang="zh-CN" sz="2400" b="1" dirty="0">
                <a:latin typeface="Times New Roman" panose="02020603050405020304" pitchFamily="18" charset="0"/>
              </a:rPr>
              <a:t>| </a:t>
            </a:r>
            <a:r>
              <a:rPr lang="en-US" altLang="zh-CN" sz="2400" b="1" dirty="0">
                <a:latin typeface="Times New Roman" panose="02020603050405020304" pitchFamily="18" charset="0"/>
                <a:sym typeface="Symbol" panose="05050102010706020507" pitchFamily="18" charset="2"/>
              </a:rPr>
              <a:t>		</a:t>
            </a:r>
            <a:endParaRPr lang="en-US" altLang="zh-CN" sz="2400" b="1" dirty="0">
              <a:latin typeface="Times New Roman" panose="02020603050405020304" pitchFamily="18" charset="0"/>
            </a:endParaRPr>
          </a:p>
          <a:p>
            <a:pPr algn="just">
              <a:lnSpc>
                <a:spcPct val="80000"/>
              </a:lnSpc>
              <a:spcBef>
                <a:spcPct val="10000"/>
              </a:spcBef>
            </a:pPr>
            <a:r>
              <a:rPr lang="en-US" altLang="zh-CN" sz="2400" b="1" i="1" dirty="0">
                <a:latin typeface="Times New Roman" panose="02020603050405020304" pitchFamily="18" charset="0"/>
              </a:rPr>
              <a:t>            F</a:t>
            </a:r>
            <a:r>
              <a:rPr lang="en-US" altLang="zh-CN" sz="2400" b="1" dirty="0">
                <a:latin typeface="Times New Roman" panose="02020603050405020304" pitchFamily="18" charset="0"/>
              </a:rPr>
              <a:t> </a:t>
            </a:r>
            <a:r>
              <a:rPr lang="en-US" altLang="zh-CN" sz="2400" b="1" dirty="0">
                <a:latin typeface="Times New Roman" panose="02020603050405020304" pitchFamily="18" charset="0"/>
                <a:sym typeface="Symbol" panose="05050102010706020507" pitchFamily="18" charset="2"/>
              </a:rPr>
              <a:t></a:t>
            </a:r>
            <a:r>
              <a:rPr lang="en-US" altLang="zh-CN" sz="2400" b="1" dirty="0">
                <a:latin typeface="Times New Roman" panose="02020603050405020304" pitchFamily="18" charset="0"/>
              </a:rPr>
              <a:t> (</a:t>
            </a:r>
            <a:r>
              <a:rPr lang="en-US" altLang="zh-CN" sz="2400" b="1" i="1" dirty="0">
                <a:latin typeface="Times New Roman" panose="02020603050405020304" pitchFamily="18" charset="0"/>
              </a:rPr>
              <a:t>E</a:t>
            </a:r>
            <a:r>
              <a:rPr lang="en-US" altLang="zh-CN" sz="2400" b="1" dirty="0">
                <a:latin typeface="Times New Roman" panose="02020603050405020304" pitchFamily="18" charset="0"/>
              </a:rPr>
              <a:t>) | id</a:t>
            </a:r>
            <a:endParaRPr lang="zh-CN" altLang="en-US" sz="2400" dirty="0">
              <a:solidFill>
                <a:srgbClr val="000000"/>
              </a:solidFill>
              <a:latin typeface="Microsoft Yahei" panose="020B0503020204020204" pitchFamily="34" charset="-122"/>
              <a:ea typeface="Microsoft Yahei" panose="020B0503020204020204" pitchFamily="34" charset="-122"/>
              <a:sym typeface="Microsoft Yahei" panose="020B0503020204020204" pitchFamily="34" charset="-122"/>
            </a:endParaRPr>
          </a:p>
        </p:txBody>
      </p:sp>
      <p:sp>
        <p:nvSpPr>
          <p:cNvPr id="9" name="文本框 8">
            <a:extLst>
              <a:ext uri="{FF2B5EF4-FFF2-40B4-BE49-F238E27FC236}">
                <a16:creationId xmlns:a16="http://schemas.microsoft.com/office/drawing/2014/main" id="{906C257F-0BCC-5330-8957-762C08B66CB8}"/>
              </a:ext>
            </a:extLst>
          </p:cNvPr>
          <p:cNvSpPr txBox="1"/>
          <p:nvPr>
            <p:custDataLst>
              <p:tags r:id="rId3"/>
            </p:custDataLst>
          </p:nvPr>
        </p:nvSpPr>
        <p:spPr>
          <a:xfrm>
            <a:off x="1828800" y="2786063"/>
            <a:ext cx="6400800" cy="642938"/>
          </a:xfrm>
          <a:prstGeom prst="rect">
            <a:avLst/>
          </a:prstGeom>
          <a:noFill/>
        </p:spPr>
        <p:txBody>
          <a:bodyPr vert="horz" rtlCol="0" anchor="ctr" anchorCtr="0">
            <a:noAutofit/>
          </a:bodyPr>
          <a:lstStyle/>
          <a:p>
            <a:pPr algn="just">
              <a:lnSpc>
                <a:spcPct val="80000"/>
              </a:lnSpc>
              <a:spcBef>
                <a:spcPct val="10000"/>
              </a:spcBef>
            </a:pPr>
            <a:r>
              <a:rPr lang="en-US" altLang="zh-CN" sz="2800" b="1" dirty="0">
                <a:latin typeface="Times New Roman" panose="02020603050405020304" pitchFamily="18" charset="0"/>
              </a:rPr>
              <a:t>{ ( , id }</a:t>
            </a:r>
          </a:p>
        </p:txBody>
      </p:sp>
      <p:sp>
        <p:nvSpPr>
          <p:cNvPr id="10" name="文本框 9">
            <a:extLst>
              <a:ext uri="{FF2B5EF4-FFF2-40B4-BE49-F238E27FC236}">
                <a16:creationId xmlns:a16="http://schemas.microsoft.com/office/drawing/2014/main" id="{5FF7A386-2002-C6F7-406A-3D4FFF0DC4E8}"/>
              </a:ext>
            </a:extLst>
          </p:cNvPr>
          <p:cNvSpPr txBox="1"/>
          <p:nvPr>
            <p:custDataLst>
              <p:tags r:id="rId4"/>
            </p:custDataLst>
          </p:nvPr>
        </p:nvSpPr>
        <p:spPr>
          <a:xfrm>
            <a:off x="1828800" y="3643313"/>
            <a:ext cx="6400800" cy="642938"/>
          </a:xfrm>
          <a:prstGeom prst="rect">
            <a:avLst/>
          </a:prstGeom>
          <a:noFill/>
        </p:spPr>
        <p:txBody>
          <a:bodyPr vert="horz" rtlCol="0" anchor="ctr" anchorCtr="0">
            <a:noAutofit/>
          </a:bodyPr>
          <a:lstStyle/>
          <a:p>
            <a:r>
              <a:rPr lang="en-US" altLang="zh-CN" sz="2800" b="1" dirty="0">
                <a:latin typeface="Times New Roman" panose="02020603050405020304" pitchFamily="18" charset="0"/>
              </a:rPr>
              <a:t>{ ), $}</a:t>
            </a:r>
            <a:endParaRPr lang="zh-CN" altLang="en-US" sz="2600" dirty="0">
              <a:solidFill>
                <a:srgbClr val="000000"/>
              </a:solidFill>
              <a:latin typeface="Microsoft Yahei" panose="020B0503020204020204" pitchFamily="34" charset="-122"/>
              <a:ea typeface="Microsoft Yahei" panose="020B0503020204020204" pitchFamily="34" charset="-122"/>
              <a:sym typeface="Microsoft Yahei" panose="020B0503020204020204" pitchFamily="34" charset="-122"/>
            </a:endParaRPr>
          </a:p>
        </p:txBody>
      </p:sp>
      <p:sp>
        <p:nvSpPr>
          <p:cNvPr id="11" name="文本框 10">
            <a:extLst>
              <a:ext uri="{FF2B5EF4-FFF2-40B4-BE49-F238E27FC236}">
                <a16:creationId xmlns:a16="http://schemas.microsoft.com/office/drawing/2014/main" id="{EBF230FA-E8C1-919B-1523-D7CF9FA29F2B}"/>
              </a:ext>
            </a:extLst>
          </p:cNvPr>
          <p:cNvSpPr txBox="1"/>
          <p:nvPr>
            <p:custDataLst>
              <p:tags r:id="rId5"/>
            </p:custDataLst>
          </p:nvPr>
        </p:nvSpPr>
        <p:spPr>
          <a:xfrm>
            <a:off x="1828800" y="4500563"/>
            <a:ext cx="6400800" cy="642938"/>
          </a:xfrm>
          <a:prstGeom prst="rect">
            <a:avLst/>
          </a:prstGeom>
          <a:noFill/>
        </p:spPr>
        <p:txBody>
          <a:bodyPr vert="horz" rtlCol="0" anchor="ctr" anchorCtr="0">
            <a:noAutofit/>
          </a:bodyPr>
          <a:lstStyle/>
          <a:p>
            <a:pPr algn="just">
              <a:lnSpc>
                <a:spcPct val="80000"/>
              </a:lnSpc>
              <a:spcBef>
                <a:spcPct val="10000"/>
              </a:spcBef>
            </a:pPr>
            <a:r>
              <a:rPr lang="en-US" altLang="zh-CN" sz="2800" b="1" dirty="0">
                <a:latin typeface="Times New Roman" panose="02020603050405020304" pitchFamily="18" charset="0"/>
              </a:rPr>
              <a:t>{+, </a:t>
            </a:r>
            <a:r>
              <a:rPr lang="en-US" altLang="zh-CN" sz="2800" b="1" dirty="0">
                <a:latin typeface="Times New Roman" panose="02020603050405020304" pitchFamily="18" charset="0"/>
                <a:sym typeface="Symbol" panose="05050102010706020507" pitchFamily="18" charset="2"/>
              </a:rPr>
              <a:t></a:t>
            </a:r>
            <a:r>
              <a:rPr lang="en-US" altLang="zh-CN" sz="2800" b="1" dirty="0">
                <a:latin typeface="Times New Roman" panose="02020603050405020304" pitchFamily="18" charset="0"/>
              </a:rPr>
              <a:t>}</a:t>
            </a:r>
          </a:p>
        </p:txBody>
      </p:sp>
      <p:sp>
        <p:nvSpPr>
          <p:cNvPr id="12" name="文本框 11">
            <a:extLst>
              <a:ext uri="{FF2B5EF4-FFF2-40B4-BE49-F238E27FC236}">
                <a16:creationId xmlns:a16="http://schemas.microsoft.com/office/drawing/2014/main" id="{864ABE92-E9FC-A360-994F-078123E358DC}"/>
              </a:ext>
            </a:extLst>
          </p:cNvPr>
          <p:cNvSpPr txBox="1"/>
          <p:nvPr>
            <p:custDataLst>
              <p:tags r:id="rId6"/>
            </p:custDataLst>
          </p:nvPr>
        </p:nvSpPr>
        <p:spPr>
          <a:xfrm>
            <a:off x="1828800" y="5357813"/>
            <a:ext cx="6400800" cy="642938"/>
          </a:xfrm>
          <a:prstGeom prst="rect">
            <a:avLst/>
          </a:prstGeom>
          <a:noFill/>
        </p:spPr>
        <p:txBody>
          <a:bodyPr vert="horz" rtlCol="0" anchor="ctr" anchorCtr="0">
            <a:noAutofit/>
          </a:bodyPr>
          <a:lstStyle/>
          <a:p>
            <a:pPr algn="just">
              <a:lnSpc>
                <a:spcPct val="80000"/>
              </a:lnSpc>
              <a:spcBef>
                <a:spcPct val="10000"/>
              </a:spcBef>
            </a:pPr>
            <a:r>
              <a:rPr lang="en-US" altLang="zh-CN" sz="2800" b="1" dirty="0">
                <a:latin typeface="Times New Roman" panose="02020603050405020304" pitchFamily="18" charset="0"/>
              </a:rPr>
              <a:t>{</a:t>
            </a:r>
            <a:r>
              <a:rPr lang="en-US" altLang="zh-CN" sz="2800" b="1" dirty="0">
                <a:latin typeface="Times New Roman" panose="02020603050405020304" pitchFamily="18" charset="0"/>
                <a:cs typeface="Times New Roman" panose="02020603050405020304" pitchFamily="18" charset="0"/>
                <a:sym typeface="Symbol" panose="05050102010706020507" pitchFamily="18" charset="2"/>
              </a:rPr>
              <a:t></a:t>
            </a:r>
            <a:r>
              <a:rPr lang="en-US" altLang="zh-CN" sz="2800" b="1" dirty="0">
                <a:latin typeface="Times New Roman" panose="02020603050405020304" pitchFamily="18" charset="0"/>
              </a:rPr>
              <a:t>, </a:t>
            </a:r>
            <a:r>
              <a:rPr lang="en-US" altLang="zh-CN" sz="2800" b="1" dirty="0">
                <a:latin typeface="Times New Roman" panose="02020603050405020304" pitchFamily="18" charset="0"/>
                <a:sym typeface="Symbol" panose="05050102010706020507" pitchFamily="18" charset="2"/>
              </a:rPr>
              <a:t></a:t>
            </a:r>
            <a:r>
              <a:rPr lang="en-US" altLang="zh-CN" sz="2800" b="1" dirty="0">
                <a:latin typeface="Times New Roman" panose="02020603050405020304" pitchFamily="18" charset="0"/>
              </a:rPr>
              <a:t>}</a:t>
            </a:r>
          </a:p>
        </p:txBody>
      </p:sp>
      <p:sp>
        <p:nvSpPr>
          <p:cNvPr id="13" name="椭圆 12">
            <a:extLst>
              <a:ext uri="{FF2B5EF4-FFF2-40B4-BE49-F238E27FC236}">
                <a16:creationId xmlns:a16="http://schemas.microsoft.com/office/drawing/2014/main" id="{E17792AD-41FF-6A00-CB6D-3E7327F4259C}"/>
              </a:ext>
            </a:extLst>
          </p:cNvPr>
          <p:cNvSpPr>
            <a:spLocks noChangeAspect="1"/>
          </p:cNvSpPr>
          <p:nvPr>
            <p:custDataLst>
              <p:tags r:id="rId7"/>
            </p:custDataLst>
          </p:nvPr>
        </p:nvSpPr>
        <p:spPr>
          <a:xfrm>
            <a:off x="1114425" y="2850356"/>
            <a:ext cx="514350" cy="514350"/>
          </a:xfrm>
          <a:prstGeom prst="ellipse">
            <a:avLst/>
          </a:prstGeom>
          <a:solidFill>
            <a:srgbClr val="00FF00"/>
          </a:solidFill>
          <a:ln w="25400" cmpd="sng">
            <a:solidFill>
              <a:srgbClr val="000000"/>
            </a:solidFill>
            <a:prstDash val="solid"/>
          </a:ln>
        </p:spPr>
        <p:style>
          <a:lnRef idx="2">
            <a:schemeClr val="accent1">
              <a:shade val="15000"/>
            </a:schemeClr>
          </a:lnRef>
          <a:fillRef idx="1">
            <a:schemeClr val="accent1"/>
          </a:fillRef>
          <a:effectRef idx="0">
            <a:schemeClr val="accent1"/>
          </a:effectRef>
          <a:fontRef idx="minor">
            <a:schemeClr val="lt1"/>
          </a:fontRef>
        </p:style>
        <p:txBody>
          <a:bodyPr vert="horz" rtlCol="0" anchor="ctr" anchorCtr="1">
            <a:noAutofit/>
          </a:bodyPr>
          <a:lstStyle/>
          <a:p>
            <a:pPr algn="ctr"/>
            <a:r>
              <a:rPr lang="en-US" altLang="zh-CN" sz="1600">
                <a:solidFill>
                  <a:srgbClr val="FFFFFF"/>
                </a:solidFill>
                <a:latin typeface="Microsoft Yahei" panose="020B0503020204020204" pitchFamily="34" charset="-122"/>
                <a:ea typeface="Microsoft Yahei" panose="020B0503020204020204" pitchFamily="34" charset="-122"/>
                <a:sym typeface="Microsoft Yahei" panose="020B0503020204020204" pitchFamily="34" charset="-122"/>
              </a:rPr>
              <a:t>A</a:t>
            </a:r>
            <a:endParaRPr lang="zh-CN" altLang="en-US" sz="1600">
              <a:solidFill>
                <a:srgbClr val="FFFFFF"/>
              </a:solidFill>
              <a:latin typeface="Microsoft Yahei" panose="020B0503020204020204" pitchFamily="34" charset="-122"/>
              <a:ea typeface="Microsoft Yahei" panose="020B0503020204020204" pitchFamily="34" charset="-122"/>
              <a:sym typeface="Microsoft Yahei" panose="020B0503020204020204" pitchFamily="34" charset="-122"/>
            </a:endParaRPr>
          </a:p>
        </p:txBody>
      </p:sp>
      <p:sp>
        <p:nvSpPr>
          <p:cNvPr id="14" name="椭圆 13">
            <a:extLst>
              <a:ext uri="{FF2B5EF4-FFF2-40B4-BE49-F238E27FC236}">
                <a16:creationId xmlns:a16="http://schemas.microsoft.com/office/drawing/2014/main" id="{1436C6D8-5371-CBCB-8EBC-37AAA3FADD2E}"/>
              </a:ext>
            </a:extLst>
          </p:cNvPr>
          <p:cNvSpPr>
            <a:spLocks noChangeAspect="1"/>
          </p:cNvSpPr>
          <p:nvPr>
            <p:custDataLst>
              <p:tags r:id="rId8"/>
            </p:custDataLst>
          </p:nvPr>
        </p:nvSpPr>
        <p:spPr>
          <a:xfrm>
            <a:off x="1114425" y="3707606"/>
            <a:ext cx="514350" cy="514350"/>
          </a:xfrm>
          <a:prstGeom prst="ellipse">
            <a:avLst/>
          </a:prstGeom>
          <a:solidFill>
            <a:srgbClr val="808080"/>
          </a:solidFill>
          <a:ln cmpd="sng">
            <a:solidFill>
              <a:srgbClr val="000000"/>
            </a:solidFill>
            <a:prstDash val="solid"/>
          </a:ln>
        </p:spPr>
        <p:style>
          <a:lnRef idx="2">
            <a:schemeClr val="accent1">
              <a:shade val="15000"/>
            </a:schemeClr>
          </a:lnRef>
          <a:fillRef idx="1">
            <a:schemeClr val="accent1"/>
          </a:fillRef>
          <a:effectRef idx="0">
            <a:schemeClr val="accent1"/>
          </a:effectRef>
          <a:fontRef idx="minor">
            <a:schemeClr val="lt1"/>
          </a:fontRef>
        </p:style>
        <p:txBody>
          <a:bodyPr vert="horz" rtlCol="0" anchor="ctr" anchorCtr="1">
            <a:noAutofit/>
          </a:bodyPr>
          <a:lstStyle/>
          <a:p>
            <a:pPr algn="ctr"/>
            <a:r>
              <a:rPr lang="en-US" altLang="zh-CN" sz="1600">
                <a:solidFill>
                  <a:srgbClr val="FFFFFF"/>
                </a:solidFill>
                <a:latin typeface="Microsoft Yahei" panose="020B0503020204020204" pitchFamily="34" charset="-122"/>
                <a:ea typeface="Microsoft Yahei" panose="020B0503020204020204" pitchFamily="34" charset="-122"/>
                <a:sym typeface="Microsoft Yahei" panose="020B0503020204020204" pitchFamily="34" charset="-122"/>
              </a:rPr>
              <a:t>B</a:t>
            </a:r>
            <a:endParaRPr lang="zh-CN" altLang="en-US" sz="1600">
              <a:solidFill>
                <a:srgbClr val="FFFFFF"/>
              </a:solidFill>
              <a:latin typeface="Microsoft Yahei" panose="020B0503020204020204" pitchFamily="34" charset="-122"/>
              <a:ea typeface="Microsoft Yahei" panose="020B0503020204020204" pitchFamily="34" charset="-122"/>
              <a:sym typeface="Microsoft Yahei" panose="020B0503020204020204" pitchFamily="34" charset="-122"/>
            </a:endParaRPr>
          </a:p>
        </p:txBody>
      </p:sp>
      <p:sp>
        <p:nvSpPr>
          <p:cNvPr id="15" name="椭圆 14">
            <a:extLst>
              <a:ext uri="{FF2B5EF4-FFF2-40B4-BE49-F238E27FC236}">
                <a16:creationId xmlns:a16="http://schemas.microsoft.com/office/drawing/2014/main" id="{051158AC-96FA-100B-D213-9A0CB752A11B}"/>
              </a:ext>
            </a:extLst>
          </p:cNvPr>
          <p:cNvSpPr>
            <a:spLocks noChangeAspect="1"/>
          </p:cNvSpPr>
          <p:nvPr>
            <p:custDataLst>
              <p:tags r:id="rId9"/>
            </p:custDataLst>
          </p:nvPr>
        </p:nvSpPr>
        <p:spPr>
          <a:xfrm>
            <a:off x="1114425" y="4564856"/>
            <a:ext cx="514350" cy="514350"/>
          </a:xfrm>
          <a:prstGeom prst="ellipse">
            <a:avLst/>
          </a:prstGeom>
          <a:solidFill>
            <a:srgbClr val="808080"/>
          </a:solidFill>
          <a:ln cmpd="sng">
            <a:solidFill>
              <a:srgbClr val="000000"/>
            </a:solidFill>
            <a:prstDash val="solid"/>
          </a:ln>
        </p:spPr>
        <p:style>
          <a:lnRef idx="2">
            <a:schemeClr val="accent1">
              <a:shade val="15000"/>
            </a:schemeClr>
          </a:lnRef>
          <a:fillRef idx="1">
            <a:schemeClr val="accent1"/>
          </a:fillRef>
          <a:effectRef idx="0">
            <a:schemeClr val="accent1"/>
          </a:effectRef>
          <a:fontRef idx="minor">
            <a:schemeClr val="lt1"/>
          </a:fontRef>
        </p:style>
        <p:txBody>
          <a:bodyPr vert="horz" rtlCol="0" anchor="ctr" anchorCtr="1">
            <a:noAutofit/>
          </a:bodyPr>
          <a:lstStyle/>
          <a:p>
            <a:pPr algn="ctr"/>
            <a:r>
              <a:rPr lang="en-US" altLang="zh-CN" sz="1600">
                <a:solidFill>
                  <a:srgbClr val="FFFFFF"/>
                </a:solidFill>
                <a:latin typeface="Microsoft Yahei" panose="020B0503020204020204" pitchFamily="34" charset="-122"/>
                <a:ea typeface="Microsoft Yahei" panose="020B0503020204020204" pitchFamily="34" charset="-122"/>
                <a:sym typeface="Microsoft Yahei" panose="020B0503020204020204" pitchFamily="34" charset="-122"/>
              </a:rPr>
              <a:t>C</a:t>
            </a:r>
            <a:endParaRPr lang="zh-CN" altLang="en-US" sz="1600">
              <a:solidFill>
                <a:srgbClr val="FFFFFF"/>
              </a:solidFill>
              <a:latin typeface="Microsoft Yahei" panose="020B0503020204020204" pitchFamily="34" charset="-122"/>
              <a:ea typeface="Microsoft Yahei" panose="020B0503020204020204" pitchFamily="34" charset="-122"/>
              <a:sym typeface="Microsoft Yahei" panose="020B0503020204020204" pitchFamily="34" charset="-122"/>
            </a:endParaRPr>
          </a:p>
        </p:txBody>
      </p:sp>
      <p:sp>
        <p:nvSpPr>
          <p:cNvPr id="16" name="椭圆 15">
            <a:extLst>
              <a:ext uri="{FF2B5EF4-FFF2-40B4-BE49-F238E27FC236}">
                <a16:creationId xmlns:a16="http://schemas.microsoft.com/office/drawing/2014/main" id="{1BB571E8-02EF-203E-2680-31757444F463}"/>
              </a:ext>
            </a:extLst>
          </p:cNvPr>
          <p:cNvSpPr>
            <a:spLocks noChangeAspect="1"/>
          </p:cNvSpPr>
          <p:nvPr>
            <p:custDataLst>
              <p:tags r:id="rId10"/>
            </p:custDataLst>
          </p:nvPr>
        </p:nvSpPr>
        <p:spPr>
          <a:xfrm>
            <a:off x="1114425" y="5422106"/>
            <a:ext cx="514350" cy="514350"/>
          </a:xfrm>
          <a:prstGeom prst="ellipse">
            <a:avLst/>
          </a:prstGeom>
          <a:solidFill>
            <a:srgbClr val="808080"/>
          </a:solidFill>
          <a:ln cmpd="sng">
            <a:solidFill>
              <a:srgbClr val="000000"/>
            </a:solidFill>
            <a:prstDash val="solid"/>
          </a:ln>
        </p:spPr>
        <p:style>
          <a:lnRef idx="2">
            <a:schemeClr val="accent1">
              <a:shade val="15000"/>
            </a:schemeClr>
          </a:lnRef>
          <a:fillRef idx="1">
            <a:schemeClr val="accent1"/>
          </a:fillRef>
          <a:effectRef idx="0">
            <a:schemeClr val="accent1"/>
          </a:effectRef>
          <a:fontRef idx="minor">
            <a:schemeClr val="lt1"/>
          </a:fontRef>
        </p:style>
        <p:txBody>
          <a:bodyPr vert="horz" rtlCol="0" anchor="ctr" anchorCtr="1">
            <a:noAutofit/>
          </a:bodyPr>
          <a:lstStyle/>
          <a:p>
            <a:pPr algn="ctr"/>
            <a:r>
              <a:rPr lang="en-US" altLang="zh-CN" sz="1600">
                <a:solidFill>
                  <a:srgbClr val="FFFFFF"/>
                </a:solidFill>
                <a:latin typeface="Microsoft Yahei" panose="020B0503020204020204" pitchFamily="34" charset="-122"/>
                <a:ea typeface="Microsoft Yahei" panose="020B0503020204020204" pitchFamily="34" charset="-122"/>
                <a:sym typeface="Microsoft Yahei" panose="020B0503020204020204" pitchFamily="34" charset="-122"/>
              </a:rPr>
              <a:t>D</a:t>
            </a:r>
            <a:endParaRPr lang="zh-CN" altLang="en-US" sz="1600">
              <a:solidFill>
                <a:srgbClr val="FFFFFF"/>
              </a:solidFill>
              <a:latin typeface="Microsoft Yahei" panose="020B0503020204020204" pitchFamily="34" charset="-122"/>
              <a:ea typeface="Microsoft Yahei" panose="020B0503020204020204" pitchFamily="34" charset="-122"/>
              <a:sym typeface="Microsoft Yahei" panose="020B0503020204020204" pitchFamily="34" charset="-122"/>
            </a:endParaRPr>
          </a:p>
        </p:txBody>
      </p:sp>
      <p:sp>
        <p:nvSpPr>
          <p:cNvPr id="17" name="矩形: 圆角 16">
            <a:extLst>
              <a:ext uri="{FF2B5EF4-FFF2-40B4-BE49-F238E27FC236}">
                <a16:creationId xmlns:a16="http://schemas.microsoft.com/office/drawing/2014/main" id="{16FA50F7-EA28-868A-2D4D-0C75CBA0EBBB}"/>
              </a:ext>
            </a:extLst>
          </p:cNvPr>
          <p:cNvSpPr/>
          <p:nvPr>
            <p:custDataLst>
              <p:tags r:id="rId11"/>
            </p:custDataLst>
          </p:nvPr>
        </p:nvSpPr>
        <p:spPr>
          <a:xfrm>
            <a:off x="6172200" y="6215063"/>
            <a:ext cx="1543050" cy="411480"/>
          </a:xfrm>
          <a:prstGeom prst="roundRect">
            <a:avLst/>
          </a:prstGeom>
          <a:solidFill>
            <a:srgbClr val="808080"/>
          </a:solidFill>
          <a:ln w="38100" cmpd="sng">
            <a:solidFill>
              <a:srgbClr val="000000"/>
            </a:solidFill>
            <a:prstDash val="solid"/>
          </a:ln>
        </p:spPr>
        <p:style>
          <a:lnRef idx="2">
            <a:schemeClr val="accent1">
              <a:shade val="15000"/>
            </a:schemeClr>
          </a:lnRef>
          <a:fillRef idx="1">
            <a:schemeClr val="accent1"/>
          </a:fillRef>
          <a:effectRef idx="0">
            <a:schemeClr val="accent1"/>
          </a:effectRef>
          <a:fontRef idx="minor">
            <a:schemeClr val="lt1"/>
          </a:fontRef>
        </p:style>
        <p:txBody>
          <a:bodyPr vert="horz" rtlCol="0" anchor="ctr" anchorCtr="1">
            <a:noAutofit/>
          </a:bodyPr>
          <a:lstStyle/>
          <a:p>
            <a:pPr algn="ctr"/>
            <a:r>
              <a:rPr lang="zh-CN" altLang="en-US" sz="1600" dirty="0">
                <a:solidFill>
                  <a:srgbClr val="FFFFFF"/>
                </a:solidFill>
                <a:latin typeface="Microsoft Yahei" panose="020B0503020204020204" pitchFamily="34" charset="-122"/>
                <a:ea typeface="Microsoft Yahei" panose="020B0503020204020204" pitchFamily="34" charset="-122"/>
                <a:sym typeface="Microsoft Yahei" panose="020B0503020204020204" pitchFamily="34" charset="-122"/>
              </a:rPr>
              <a:t>提交</a:t>
            </a:r>
          </a:p>
        </p:txBody>
      </p:sp>
      <p:grpSp>
        <p:nvGrpSpPr>
          <p:cNvPr id="22" name="组合 21">
            <a:extLst>
              <a:ext uri="{FF2B5EF4-FFF2-40B4-BE49-F238E27FC236}">
                <a16:creationId xmlns:a16="http://schemas.microsoft.com/office/drawing/2014/main" id="{B7A1B223-753F-7D2F-79DE-ECEB674FCEEA}"/>
              </a:ext>
            </a:extLst>
          </p:cNvPr>
          <p:cNvGrpSpPr/>
          <p:nvPr>
            <p:custDataLst>
              <p:tags r:id="rId12"/>
            </p:custDataLst>
          </p:nvPr>
        </p:nvGrpSpPr>
        <p:grpSpPr>
          <a:xfrm>
            <a:off x="0" y="0"/>
            <a:ext cx="9144000" cy="635000"/>
            <a:chOff x="0" y="0"/>
            <a:chExt cx="9144000" cy="635000"/>
          </a:xfrm>
        </p:grpSpPr>
        <p:sp>
          <p:nvSpPr>
            <p:cNvPr id="18" name="TitleBackground">
              <a:extLst>
                <a:ext uri="{FF2B5EF4-FFF2-40B4-BE49-F238E27FC236}">
                  <a16:creationId xmlns:a16="http://schemas.microsoft.com/office/drawing/2014/main" id="{8731C54F-26B4-D8A4-8752-2197440F3E0D}"/>
                </a:ext>
              </a:extLst>
            </p:cNvPr>
            <p:cNvSpPr/>
            <p:nvPr>
              <p:custDataLst>
                <p:tags r:id="rId14"/>
              </p:custDataLst>
            </p:nvPr>
          </p:nvSpPr>
          <p:spPr>
            <a:xfrm>
              <a:off x="0" y="0"/>
              <a:ext cx="9144000" cy="635000"/>
            </a:xfrm>
            <a:prstGeom prst="rect">
              <a:avLst/>
            </a:prstGeom>
            <a:solidFill>
              <a:srgbClr val="F6F7F8"/>
            </a:solidFill>
            <a:ln w="12700" cap="flat" cmpd="sng" algn="ctr">
              <a:noFill/>
              <a:prstDash val="solid"/>
              <a:miter lim="800000"/>
            </a:ln>
            <a:effectLst/>
            <a:extLst>
              <a:ext uri="{91240B29-F687-4F45-9708-019B960494DF}">
                <a14:hiddenLine xmlns:a14="http://schemas.microsoft.com/office/drawing/2010/main" w="12700" cap="flat" cmpd="sng" algn="ctr">
                  <a:solidFill>
                    <a:schemeClr val="accent1">
                      <a:shade val="15000"/>
                    </a:schemeClr>
                  </a:solidFill>
                  <a:prstDash val="solid"/>
                  <a:miter lim="800000"/>
                </a14:hiddenLine>
              </a:ext>
            </a:ex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9" name="ColorBlock">
              <a:extLst>
                <a:ext uri="{FF2B5EF4-FFF2-40B4-BE49-F238E27FC236}">
                  <a16:creationId xmlns:a16="http://schemas.microsoft.com/office/drawing/2014/main" id="{38CBE638-E6F1-8AC6-C224-980E06C5302B}"/>
                </a:ext>
              </a:extLst>
            </p:cNvPr>
            <p:cNvSpPr/>
            <p:nvPr>
              <p:custDataLst>
                <p:tags r:id="rId15"/>
              </p:custDataLst>
            </p:nvPr>
          </p:nvSpPr>
          <p:spPr>
            <a:xfrm>
              <a:off x="0" y="0"/>
              <a:ext cx="190500" cy="635000"/>
            </a:xfrm>
            <a:prstGeom prst="rect">
              <a:avLst/>
            </a:prstGeom>
            <a:solidFill>
              <a:srgbClr val="639EF4"/>
            </a:solidFill>
            <a:ln w="12700" cap="flat" cmpd="sng" algn="ctr">
              <a:noFill/>
              <a:prstDash val="solid"/>
              <a:miter lim="800000"/>
            </a:ln>
            <a:effectLst/>
            <a:extLst>
              <a:ext uri="{91240B29-F687-4F45-9708-019B960494DF}">
                <a14:hiddenLine xmlns:a14="http://schemas.microsoft.com/office/drawing/2010/main" w="12700" cap="flat" cmpd="sng" algn="ctr">
                  <a:solidFill>
                    <a:schemeClr val="accent1">
                      <a:shade val="15000"/>
                    </a:schemeClr>
                  </a:solidFill>
                  <a:prstDash val="solid"/>
                  <a:miter lim="800000"/>
                </a14:hiddenLine>
              </a:ext>
            </a:ex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20" name="TypeText">
              <a:extLst>
                <a:ext uri="{FF2B5EF4-FFF2-40B4-BE49-F238E27FC236}">
                  <a16:creationId xmlns:a16="http://schemas.microsoft.com/office/drawing/2014/main" id="{C189037A-20E1-3029-7460-E12B2F47C8E2}"/>
                </a:ext>
              </a:extLst>
            </p:cNvPr>
            <p:cNvSpPr txBox="1"/>
            <p:nvPr>
              <p:custDataLst>
                <p:tags r:id="rId16"/>
              </p:custDataLst>
            </p:nvPr>
          </p:nvSpPr>
          <p:spPr>
            <a:xfrm>
              <a:off x="254000" y="0"/>
              <a:ext cx="1905000" cy="635000"/>
            </a:xfrm>
            <a:prstGeom prst="rect">
              <a:avLst/>
            </a:prstGeom>
            <a:noFill/>
          </p:spPr>
          <p:txBody>
            <a:bodyPr vert="horz" wrap="none" rtlCol="0" anchor="ctr" anchorCtr="0">
              <a:noAutofit/>
            </a:bodyPr>
            <a:lstStyle/>
            <a:p>
              <a:r>
                <a:rPr lang="zh-CN" altLang="en-US" sz="2600">
                  <a:solidFill>
                    <a:srgbClr val="000000"/>
                  </a:solidFill>
                  <a:latin typeface="Microsoft Yahei" panose="020B0503020204020204" pitchFamily="34" charset="-122"/>
                  <a:ea typeface="Microsoft Yahei" panose="020B0503020204020204" pitchFamily="34" charset="-122"/>
                  <a:sym typeface="Microsoft Yahei" panose="020B0503020204020204" pitchFamily="34" charset="-122"/>
                </a:rPr>
                <a:t>单选题</a:t>
              </a:r>
            </a:p>
          </p:txBody>
        </p:sp>
        <p:sp>
          <p:nvSpPr>
            <p:cNvPr id="21" name="TipText">
              <a:extLst>
                <a:ext uri="{FF2B5EF4-FFF2-40B4-BE49-F238E27FC236}">
                  <a16:creationId xmlns:a16="http://schemas.microsoft.com/office/drawing/2014/main" id="{0307A880-7E00-36F0-91C9-B47CF8C0955F}"/>
                </a:ext>
              </a:extLst>
            </p:cNvPr>
            <p:cNvSpPr txBox="1"/>
            <p:nvPr>
              <p:custDataLst>
                <p:tags r:id="rId17"/>
              </p:custDataLst>
            </p:nvPr>
          </p:nvSpPr>
          <p:spPr>
            <a:xfrm>
              <a:off x="1525905" y="109220"/>
              <a:ext cx="2286000" cy="508000"/>
            </a:xfrm>
            <a:prstGeom prst="rect">
              <a:avLst/>
            </a:prstGeom>
            <a:noFill/>
          </p:spPr>
          <p:txBody>
            <a:bodyPr vert="horz" wrap="none" rtlCol="0" anchor="ctr" anchorCtr="0">
              <a:noAutofit/>
            </a:bodyPr>
            <a:lstStyle/>
            <a:p>
              <a:r>
                <a:rPr lang="en-US" altLang="zh-CN" sz="2000">
                  <a:solidFill>
                    <a:srgbClr val="808080"/>
                  </a:solidFill>
                  <a:latin typeface="Microsoft Yahei" panose="020B0503020204020204" pitchFamily="34" charset="-122"/>
                  <a:ea typeface="Microsoft Yahei" panose="020B0503020204020204" pitchFamily="34" charset="-122"/>
                  <a:sym typeface="Microsoft Yahei" panose="020B0503020204020204" pitchFamily="34" charset="-122"/>
                </a:rPr>
                <a:t>1</a:t>
              </a:r>
              <a:r>
                <a:rPr lang="zh-CN" altLang="en-US" sz="2000">
                  <a:solidFill>
                    <a:srgbClr val="808080"/>
                  </a:solidFill>
                  <a:latin typeface="Microsoft Yahei" panose="020B0503020204020204" pitchFamily="34" charset="-122"/>
                  <a:ea typeface="Microsoft Yahei" panose="020B0503020204020204" pitchFamily="34" charset="-122"/>
                  <a:sym typeface="Microsoft Yahei" panose="020B0503020204020204" pitchFamily="34" charset="-122"/>
                </a:rPr>
                <a:t>分</a:t>
              </a:r>
            </a:p>
          </p:txBody>
        </p:sp>
      </p:grpSp>
      <p:pic>
        <p:nvPicPr>
          <p:cNvPr id="7" name="图片 6">
            <a:extLst>
              <a:ext uri="{FF2B5EF4-FFF2-40B4-BE49-F238E27FC236}">
                <a16:creationId xmlns:a16="http://schemas.microsoft.com/office/drawing/2014/main" id="{F5C33E3D-9D3C-3557-0A31-871E5DE4F91F}"/>
              </a:ext>
            </a:extLst>
          </p:cNvPr>
          <p:cNvPicPr>
            <a:picLocks/>
          </p:cNvPicPr>
          <p:nvPr>
            <p:custDataLst>
              <p:tags r:id="rId13"/>
            </p:custDataLst>
          </p:nvPr>
        </p:nvPicPr>
        <p:blipFill>
          <a:blip r:embed="rId19">
            <a:extLst>
              <a:ext uri="{28A0092B-C50C-407E-A947-70E740481C1C}">
                <a14:useLocalDpi xmlns:a14="http://schemas.microsoft.com/office/drawing/2010/main" val="0"/>
              </a:ext>
            </a:extLst>
          </a:blip>
          <a:stretch>
            <a:fillRect/>
          </a:stretch>
        </p:blipFill>
        <p:spPr>
          <a:xfrm>
            <a:off x="7594600" y="63500"/>
            <a:ext cx="1422400" cy="508000"/>
          </a:xfrm>
          <a:prstGeom prst="rect">
            <a:avLst/>
          </a:prstGeom>
        </p:spPr>
      </p:pic>
    </p:spTree>
    <p:custDataLst>
      <p:tags r:id="rId1"/>
    </p:custDataLst>
    <p:extLst>
      <p:ext uri="{BB962C8B-B14F-4D97-AF65-F5344CB8AC3E}">
        <p14:creationId xmlns:p14="http://schemas.microsoft.com/office/powerpoint/2010/main" val="881180701"/>
      </p:ext>
    </p:extLst>
  </p:cSld>
  <p:clrMapOvr>
    <a:masterClrMapping/>
  </p:clrMapOvr>
</p:sld>
</file>

<file path=ppt/slides/slide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0482" name="Rectangle 2">
            <a:extLst>
              <a:ext uri="{FF2B5EF4-FFF2-40B4-BE49-F238E27FC236}">
                <a16:creationId xmlns:a16="http://schemas.microsoft.com/office/drawing/2014/main" id="{2A4708D3-A758-4D64-B2B8-9C7B96107542}"/>
              </a:ext>
            </a:extLst>
          </p:cNvPr>
          <p:cNvSpPr>
            <a:spLocks noGrp="1" noChangeArrowheads="1"/>
          </p:cNvSpPr>
          <p:nvPr>
            <p:ph type="title"/>
          </p:nvPr>
        </p:nvSpPr>
        <p:spPr/>
        <p:txBody>
          <a:bodyPr/>
          <a:lstStyle/>
          <a:p>
            <a:pPr eaLnBrk="1" hangingPunct="1"/>
            <a:r>
              <a:rPr lang="en-US" altLang="zh-CN" dirty="0"/>
              <a:t>3.3.4 </a:t>
            </a:r>
            <a:r>
              <a:rPr lang="zh-CN" altLang="en-US" dirty="0"/>
              <a:t>非递归的预测分析</a:t>
            </a:r>
          </a:p>
        </p:txBody>
      </p:sp>
      <p:sp>
        <p:nvSpPr>
          <p:cNvPr id="2" name="内容占位符 1">
            <a:extLst>
              <a:ext uri="{FF2B5EF4-FFF2-40B4-BE49-F238E27FC236}">
                <a16:creationId xmlns:a16="http://schemas.microsoft.com/office/drawing/2014/main" id="{DA3B2FE2-77C1-4E79-BAE8-115FB1AF1B3F}"/>
              </a:ext>
            </a:extLst>
          </p:cNvPr>
          <p:cNvSpPr>
            <a:spLocks noGrp="1"/>
          </p:cNvSpPr>
          <p:nvPr>
            <p:ph idx="1"/>
          </p:nvPr>
        </p:nvSpPr>
        <p:spPr/>
        <p:txBody>
          <a:bodyPr/>
          <a:lstStyle/>
          <a:p>
            <a:r>
              <a:rPr lang="zh-CN" altLang="en-US" sz="3200" b="0">
                <a:latin typeface="Times New Roman" panose="02020603050405020304" pitchFamily="18" charset="0"/>
              </a:rPr>
              <a:t>预测分析表</a:t>
            </a:r>
            <a:r>
              <a:rPr lang="en-US" altLang="zh-CN" sz="3200" i="1">
                <a:latin typeface="Times New Roman" panose="02020603050405020304" pitchFamily="18" charset="0"/>
              </a:rPr>
              <a:t>M</a:t>
            </a:r>
            <a:endParaRPr lang="zh-CN" altLang="en-US" sz="3200" i="1">
              <a:latin typeface="Times New Roman" panose="02020603050405020304" pitchFamily="18" charset="0"/>
            </a:endParaRPr>
          </a:p>
        </p:txBody>
      </p:sp>
      <p:graphicFrame>
        <p:nvGraphicFramePr>
          <p:cNvPr id="7" name="Group 3">
            <a:extLst>
              <a:ext uri="{FF2B5EF4-FFF2-40B4-BE49-F238E27FC236}">
                <a16:creationId xmlns:a16="http://schemas.microsoft.com/office/drawing/2014/main" id="{8A0CAD70-2627-474A-ABDC-CB4AD2A1B830}"/>
              </a:ext>
            </a:extLst>
          </p:cNvPr>
          <p:cNvGraphicFramePr>
            <a:graphicFrameLocks/>
          </p:cNvGraphicFramePr>
          <p:nvPr>
            <p:extLst>
              <p:ext uri="{D42A27DB-BD31-4B8C-83A1-F6EECF244321}">
                <p14:modId xmlns:p14="http://schemas.microsoft.com/office/powerpoint/2010/main" val="4167926389"/>
              </p:ext>
            </p:extLst>
          </p:nvPr>
        </p:nvGraphicFramePr>
        <p:xfrm>
          <a:off x="965198" y="1869859"/>
          <a:ext cx="7213600" cy="2960425"/>
        </p:xfrm>
        <a:graphic>
          <a:graphicData uri="http://schemas.openxmlformats.org/drawingml/2006/table">
            <a:tbl>
              <a:tblPr/>
              <a:tblGrid>
                <a:gridCol w="881851">
                  <a:extLst>
                    <a:ext uri="{9D8B030D-6E8A-4147-A177-3AD203B41FA5}">
                      <a16:colId xmlns:a16="http://schemas.microsoft.com/office/drawing/2014/main" val="20000"/>
                    </a:ext>
                  </a:extLst>
                </a:gridCol>
                <a:gridCol w="1070819">
                  <a:extLst>
                    <a:ext uri="{9D8B030D-6E8A-4147-A177-3AD203B41FA5}">
                      <a16:colId xmlns:a16="http://schemas.microsoft.com/office/drawing/2014/main" val="20001"/>
                    </a:ext>
                  </a:extLst>
                </a:gridCol>
                <a:gridCol w="1140372">
                  <a:extLst>
                    <a:ext uri="{9D8B030D-6E8A-4147-A177-3AD203B41FA5}">
                      <a16:colId xmlns:a16="http://schemas.microsoft.com/office/drawing/2014/main" val="20002"/>
                    </a:ext>
                  </a:extLst>
                </a:gridCol>
                <a:gridCol w="1182497">
                  <a:extLst>
                    <a:ext uri="{9D8B030D-6E8A-4147-A177-3AD203B41FA5}">
                      <a16:colId xmlns:a16="http://schemas.microsoft.com/office/drawing/2014/main" val="20003"/>
                    </a:ext>
                  </a:extLst>
                </a:gridCol>
                <a:gridCol w="1015572">
                  <a:extLst>
                    <a:ext uri="{9D8B030D-6E8A-4147-A177-3AD203B41FA5}">
                      <a16:colId xmlns:a16="http://schemas.microsoft.com/office/drawing/2014/main" val="20004"/>
                    </a:ext>
                  </a:extLst>
                </a:gridCol>
                <a:gridCol w="1007830">
                  <a:extLst>
                    <a:ext uri="{9D8B030D-6E8A-4147-A177-3AD203B41FA5}">
                      <a16:colId xmlns:a16="http://schemas.microsoft.com/office/drawing/2014/main" val="20005"/>
                    </a:ext>
                  </a:extLst>
                </a:gridCol>
                <a:gridCol w="914659">
                  <a:extLst>
                    <a:ext uri="{9D8B030D-6E8A-4147-A177-3AD203B41FA5}">
                      <a16:colId xmlns:a16="http://schemas.microsoft.com/office/drawing/2014/main" val="20006"/>
                    </a:ext>
                  </a:extLst>
                </a:gridCol>
              </a:tblGrid>
              <a:tr h="423734">
                <a:tc rowSpan="2">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r>
                        <a:rPr kumimoji="0" lang="zh-CN" altLang="en-US" sz="1800" b="0" i="0" u="none" strike="noStrike" cap="none" normalizeH="0" baseline="0">
                          <a:ln>
                            <a:noFill/>
                          </a:ln>
                          <a:solidFill>
                            <a:schemeClr val="tx1"/>
                          </a:solidFill>
                          <a:effectLst/>
                          <a:latin typeface="Times New Roman" panose="02020603050405020304" pitchFamily="18" charset="0"/>
                          <a:ea typeface="黑体" panose="02010609060101010101" pitchFamily="49" charset="-122"/>
                        </a:rPr>
                        <a:t>非 终</a:t>
                      </a:r>
                      <a:endParaRPr kumimoji="0" lang="en-US" altLang="zh-CN" sz="1800" b="0" i="0" u="none" strike="noStrike" cap="none" normalizeH="0" baseline="0">
                        <a:ln>
                          <a:noFill/>
                        </a:ln>
                        <a:solidFill>
                          <a:schemeClr val="tx1"/>
                        </a:solidFill>
                        <a:effectLst/>
                        <a:latin typeface="Times New Roman" panose="02020603050405020304" pitchFamily="18" charset="0"/>
                        <a:ea typeface="黑体" panose="02010609060101010101" pitchFamily="49" charset="-122"/>
                      </a:endParaRPr>
                    </a:p>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r>
                        <a:rPr kumimoji="0" lang="zh-CN" altLang="en-US" sz="1800" b="0" i="0" u="none" strike="noStrike" cap="none" normalizeH="0" baseline="0">
                          <a:ln>
                            <a:noFill/>
                          </a:ln>
                          <a:solidFill>
                            <a:schemeClr val="tx1"/>
                          </a:solidFill>
                          <a:effectLst/>
                          <a:latin typeface="Times New Roman" panose="02020603050405020304" pitchFamily="18" charset="0"/>
                          <a:ea typeface="黑体" panose="02010609060101010101" pitchFamily="49" charset="-122"/>
                        </a:rPr>
                        <a:t>结 符</a:t>
                      </a:r>
                    </a:p>
                  </a:txBody>
                  <a:tcPr marL="54000" marR="54000" marT="28800" marB="28800" anchor="ct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gridSpan="6">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r>
                        <a:rPr kumimoji="0" lang="zh-CN" altLang="en-US" sz="1800" b="0" i="0" u="none" strike="noStrike" cap="none" normalizeH="0" baseline="0">
                          <a:ln>
                            <a:noFill/>
                          </a:ln>
                          <a:solidFill>
                            <a:schemeClr val="tx1"/>
                          </a:solidFill>
                          <a:effectLst/>
                          <a:latin typeface="Times New Roman" panose="02020603050405020304" pitchFamily="18" charset="0"/>
                          <a:ea typeface="黑体" panose="02010609060101010101" pitchFamily="49" charset="-122"/>
                        </a:rPr>
                        <a:t>输 入 符 号</a:t>
                      </a:r>
                    </a:p>
                  </a:txBody>
                  <a:tcPr marL="54000" marR="54000" marT="28800" marB="28800" anchor="ct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extLst>
                  <a:ext uri="{0D108BD9-81ED-4DB2-BD59-A6C34878D82A}">
                    <a16:rowId xmlns:a16="http://schemas.microsoft.com/office/drawing/2014/main" val="10000"/>
                  </a:ext>
                </a:extLst>
              </a:tr>
              <a:tr h="421449">
                <a:tc vMerge="1">
                  <a:txBody>
                    <a:bodyPr/>
                    <a:lstStyle/>
                    <a:p>
                      <a:endParaRPr lang="zh-CN" altLang="en-US"/>
                    </a:p>
                  </a:txBody>
                  <a:tcPr/>
                </a:tc>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r>
                        <a:rPr kumimoji="0" lang="en-US" altLang="zh-CN" sz="1800" b="1" i="0" u="none" strike="noStrike" cap="none" normalizeH="0" baseline="0">
                          <a:ln>
                            <a:noFill/>
                          </a:ln>
                          <a:solidFill>
                            <a:schemeClr val="tx1"/>
                          </a:solidFill>
                          <a:effectLst/>
                          <a:latin typeface="Times New Roman" panose="02020603050405020304" pitchFamily="18" charset="0"/>
                          <a:ea typeface="黑体" panose="02010609060101010101" pitchFamily="49" charset="-122"/>
                        </a:rPr>
                        <a:t>id</a:t>
                      </a:r>
                    </a:p>
                  </a:txBody>
                  <a:tcPr marL="54000" marR="54000" marT="28800" marB="2880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r>
                        <a:rPr kumimoji="0" lang="en-US" altLang="zh-CN" sz="1800" b="1" i="0" u="none" strike="noStrike" cap="none" normalizeH="0" baseline="0">
                          <a:ln>
                            <a:noFill/>
                          </a:ln>
                          <a:solidFill>
                            <a:schemeClr val="tx1"/>
                          </a:solidFill>
                          <a:effectLst/>
                          <a:latin typeface="Times New Roman" panose="02020603050405020304" pitchFamily="18" charset="0"/>
                          <a:ea typeface="黑体" panose="02010609060101010101" pitchFamily="49" charset="-122"/>
                        </a:rPr>
                        <a:t>+</a:t>
                      </a:r>
                    </a:p>
                  </a:txBody>
                  <a:tcPr marL="54000" marR="54000" marT="28800" marB="2880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r>
                        <a:rPr kumimoji="0" lang="en-US" altLang="zh-CN" sz="1800" b="1" i="0" u="none" strike="noStrike" cap="none" normalizeH="0" baseline="0">
                          <a:ln>
                            <a:noFill/>
                          </a:ln>
                          <a:solidFill>
                            <a:schemeClr val="tx1"/>
                          </a:solidFill>
                          <a:effectLst/>
                          <a:latin typeface="Times New Roman" panose="02020603050405020304" pitchFamily="18" charset="0"/>
                          <a:ea typeface="黑体" panose="02010609060101010101" pitchFamily="49" charset="-122"/>
                        </a:rPr>
                        <a:t>*</a:t>
                      </a:r>
                    </a:p>
                  </a:txBody>
                  <a:tcPr marL="54000" marR="54000" marT="28800" marB="2880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r>
                        <a:rPr kumimoji="0" lang="en-US" altLang="zh-CN" sz="1800" b="1" i="0" u="none" strike="noStrike" cap="none" normalizeH="0" baseline="0">
                          <a:ln>
                            <a:noFill/>
                          </a:ln>
                          <a:solidFill>
                            <a:schemeClr val="tx1"/>
                          </a:solidFill>
                          <a:effectLst/>
                          <a:latin typeface="Times New Roman" panose="02020603050405020304" pitchFamily="18" charset="0"/>
                          <a:ea typeface="黑体" panose="02010609060101010101" pitchFamily="49" charset="-122"/>
                        </a:rPr>
                        <a:t>(</a:t>
                      </a:r>
                    </a:p>
                  </a:txBody>
                  <a:tcPr marL="54000" marR="54000" marT="28800" marB="2880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r>
                        <a:rPr kumimoji="0" lang="en-US" altLang="zh-CN" sz="1800" b="1" i="0" u="none" strike="noStrike" cap="none" normalizeH="0" baseline="0">
                          <a:ln>
                            <a:noFill/>
                          </a:ln>
                          <a:solidFill>
                            <a:schemeClr val="tx1"/>
                          </a:solidFill>
                          <a:effectLst/>
                          <a:latin typeface="Times New Roman" panose="02020603050405020304" pitchFamily="18" charset="0"/>
                          <a:ea typeface="黑体" panose="02010609060101010101" pitchFamily="49" charset="-122"/>
                        </a:rPr>
                        <a:t>)</a:t>
                      </a:r>
                    </a:p>
                  </a:txBody>
                  <a:tcPr marL="54000" marR="54000" marT="28800" marB="2880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r>
                        <a:rPr kumimoji="0" lang="en-US" altLang="zh-CN" sz="1800" b="1" i="0" u="none" strike="noStrike" cap="none" normalizeH="0" baseline="0">
                          <a:ln>
                            <a:noFill/>
                          </a:ln>
                          <a:solidFill>
                            <a:schemeClr val="tx1"/>
                          </a:solidFill>
                          <a:effectLst/>
                          <a:latin typeface="Times New Roman" panose="02020603050405020304" pitchFamily="18" charset="0"/>
                          <a:ea typeface="黑体" panose="02010609060101010101" pitchFamily="49" charset="-122"/>
                        </a:rPr>
                        <a:t>$</a:t>
                      </a:r>
                    </a:p>
                  </a:txBody>
                  <a:tcPr marL="54000" marR="54000" marT="28800" marB="28800" anchor="ct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1"/>
                  </a:ext>
                </a:extLst>
              </a:tr>
              <a:tr h="423734">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r>
                        <a:rPr kumimoji="0" lang="en-US" altLang="zh-CN" sz="1800" b="1" i="1" u="none" strike="noStrike" cap="none" normalizeH="0" baseline="0">
                          <a:ln>
                            <a:noFill/>
                          </a:ln>
                          <a:solidFill>
                            <a:schemeClr val="tx1"/>
                          </a:solidFill>
                          <a:effectLst/>
                          <a:latin typeface="Times New Roman" panose="02020603050405020304" pitchFamily="18" charset="0"/>
                          <a:ea typeface="黑体" panose="02010609060101010101" pitchFamily="49" charset="-122"/>
                        </a:rPr>
                        <a:t>E</a:t>
                      </a:r>
                    </a:p>
                  </a:txBody>
                  <a:tcPr marL="54000" marR="54000" marT="28800" marB="28800" anchor="ct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r>
                        <a:rPr kumimoji="0" lang="en-US" altLang="zh-CN" sz="1800" b="1" i="1" u="none" strike="noStrike" cap="none" normalizeH="0" baseline="0">
                          <a:ln>
                            <a:noFill/>
                          </a:ln>
                          <a:solidFill>
                            <a:schemeClr val="tx1"/>
                          </a:solidFill>
                          <a:effectLst/>
                          <a:latin typeface="Times New Roman" panose="02020603050405020304" pitchFamily="18" charset="0"/>
                          <a:ea typeface="黑体" panose="02010609060101010101" pitchFamily="49" charset="-122"/>
                        </a:rPr>
                        <a:t>E</a:t>
                      </a:r>
                      <a:r>
                        <a:rPr kumimoji="0" lang="en-US" altLang="zh-CN" sz="1800" b="1" i="0" u="none" strike="noStrike" cap="none" normalizeH="0" baseline="0">
                          <a:ln>
                            <a:noFill/>
                          </a:ln>
                          <a:solidFill>
                            <a:schemeClr val="tx1"/>
                          </a:solidFill>
                          <a:effectLst/>
                          <a:latin typeface="Times New Roman" panose="02020603050405020304" pitchFamily="18" charset="0"/>
                          <a:ea typeface="黑体" panose="02010609060101010101" pitchFamily="49" charset="-122"/>
                          <a:sym typeface="Symbol" panose="05050102010706020507" pitchFamily="18" charset="2"/>
                        </a:rPr>
                        <a:t></a:t>
                      </a:r>
                      <a:r>
                        <a:rPr kumimoji="0" lang="en-US" altLang="zh-CN" sz="1800" b="1" i="1" u="none" strike="noStrike" cap="none" normalizeH="0" baseline="0">
                          <a:ln>
                            <a:noFill/>
                          </a:ln>
                          <a:solidFill>
                            <a:schemeClr val="tx1"/>
                          </a:solidFill>
                          <a:effectLst/>
                          <a:latin typeface="Times New Roman" panose="02020603050405020304" pitchFamily="18" charset="0"/>
                          <a:ea typeface="黑体" panose="02010609060101010101" pitchFamily="49" charset="-122"/>
                          <a:sym typeface="Symbol" panose="05050102010706020507" pitchFamily="18" charset="2"/>
                        </a:rPr>
                        <a:t>TE</a:t>
                      </a:r>
                      <a:r>
                        <a:rPr kumimoji="0" lang="en-US" altLang="zh-CN" sz="1800" b="1" i="0" u="none" strike="noStrike" cap="none" normalizeH="0" baseline="0">
                          <a:ln>
                            <a:noFill/>
                          </a:ln>
                          <a:solidFill>
                            <a:schemeClr val="tx1"/>
                          </a:solidFill>
                          <a:effectLst/>
                          <a:latin typeface="Times New Roman" panose="02020603050405020304" pitchFamily="18" charset="0"/>
                          <a:ea typeface="黑体" panose="02010609060101010101" pitchFamily="49" charset="-122"/>
                          <a:sym typeface="Symbol" panose="05050102010706020507" pitchFamily="18" charset="2"/>
                        </a:rPr>
                        <a:t></a:t>
                      </a:r>
                    </a:p>
                  </a:txBody>
                  <a:tcPr marL="54000" marR="54000" marT="28800" marB="2880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endParaRPr kumimoji="0" lang="zh-CN" altLang="zh-CN" sz="1800" b="0" i="0" u="none" strike="noStrike" cap="none" normalizeH="0" baseline="0">
                        <a:ln>
                          <a:noFill/>
                        </a:ln>
                        <a:solidFill>
                          <a:schemeClr val="tx1"/>
                        </a:solidFill>
                        <a:effectLst/>
                        <a:latin typeface="Times New Roman" panose="02020603050405020304" pitchFamily="18" charset="0"/>
                        <a:ea typeface="黑体" panose="02010609060101010101" pitchFamily="49" charset="-122"/>
                      </a:endParaRPr>
                    </a:p>
                  </a:txBody>
                  <a:tcPr marL="54000" marR="54000" marT="28800" marB="2880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endParaRPr kumimoji="0" lang="zh-CN" altLang="zh-CN" sz="1800" b="0" i="0" u="none" strike="noStrike" cap="none" normalizeH="0" baseline="0">
                        <a:ln>
                          <a:noFill/>
                        </a:ln>
                        <a:solidFill>
                          <a:schemeClr val="tx1"/>
                        </a:solidFill>
                        <a:effectLst/>
                        <a:latin typeface="Times New Roman" panose="02020603050405020304" pitchFamily="18" charset="0"/>
                        <a:ea typeface="黑体" panose="02010609060101010101" pitchFamily="49" charset="-122"/>
                      </a:endParaRPr>
                    </a:p>
                  </a:txBody>
                  <a:tcPr marL="54000" marR="54000" marT="28800" marB="2880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r>
                        <a:rPr kumimoji="0" lang="en-US" altLang="zh-CN" sz="1800" b="1" i="1" u="none" strike="noStrike" cap="none" normalizeH="0" baseline="0">
                          <a:ln>
                            <a:noFill/>
                          </a:ln>
                          <a:solidFill>
                            <a:schemeClr val="tx1"/>
                          </a:solidFill>
                          <a:effectLst/>
                          <a:latin typeface="Times New Roman" panose="02020603050405020304" pitchFamily="18" charset="0"/>
                          <a:ea typeface="黑体" panose="02010609060101010101" pitchFamily="49" charset="-122"/>
                        </a:rPr>
                        <a:t>E</a:t>
                      </a:r>
                      <a:r>
                        <a:rPr kumimoji="0" lang="en-US" altLang="zh-CN" sz="1800" b="1" i="1" u="none" strike="noStrike" cap="none" normalizeH="0" baseline="0">
                          <a:ln>
                            <a:noFill/>
                          </a:ln>
                          <a:solidFill>
                            <a:schemeClr val="tx1"/>
                          </a:solidFill>
                          <a:effectLst/>
                          <a:latin typeface="Times New Roman" panose="02020603050405020304" pitchFamily="18" charset="0"/>
                          <a:ea typeface="黑体" panose="02010609060101010101" pitchFamily="49" charset="-122"/>
                          <a:sym typeface="Symbol" panose="05050102010706020507" pitchFamily="18" charset="2"/>
                        </a:rPr>
                        <a:t>TE</a:t>
                      </a:r>
                      <a:r>
                        <a:rPr kumimoji="0" lang="en-US" altLang="zh-CN" sz="1800" b="1" i="0" u="none" strike="noStrike" cap="none" normalizeH="0" baseline="0">
                          <a:ln>
                            <a:noFill/>
                          </a:ln>
                          <a:solidFill>
                            <a:schemeClr val="tx1"/>
                          </a:solidFill>
                          <a:effectLst/>
                          <a:latin typeface="Times New Roman" panose="02020603050405020304" pitchFamily="18" charset="0"/>
                          <a:ea typeface="黑体" panose="02010609060101010101" pitchFamily="49" charset="-122"/>
                          <a:sym typeface="Symbol" panose="05050102010706020507" pitchFamily="18" charset="2"/>
                        </a:rPr>
                        <a:t></a:t>
                      </a:r>
                    </a:p>
                  </a:txBody>
                  <a:tcPr marL="54000" marR="54000" marT="28800" marB="2880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endParaRPr kumimoji="0" lang="zh-CN" altLang="zh-CN" sz="1800" b="0" i="0" u="none" strike="noStrike" cap="none" normalizeH="0" baseline="0">
                        <a:ln>
                          <a:noFill/>
                        </a:ln>
                        <a:solidFill>
                          <a:schemeClr val="tx1"/>
                        </a:solidFill>
                        <a:effectLst/>
                        <a:latin typeface="Times New Roman" panose="02020603050405020304" pitchFamily="18" charset="0"/>
                        <a:ea typeface="黑体" panose="02010609060101010101" pitchFamily="49" charset="-122"/>
                      </a:endParaRPr>
                    </a:p>
                  </a:txBody>
                  <a:tcPr marL="54000" marR="54000" marT="28800" marB="2880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endParaRPr kumimoji="0" lang="zh-CN" altLang="zh-CN" sz="1800" b="0" i="0" u="none" strike="noStrike" cap="none" normalizeH="0" baseline="0">
                        <a:ln>
                          <a:noFill/>
                        </a:ln>
                        <a:solidFill>
                          <a:schemeClr val="tx1"/>
                        </a:solidFill>
                        <a:effectLst/>
                        <a:latin typeface="Times New Roman" panose="02020603050405020304" pitchFamily="18" charset="0"/>
                        <a:ea typeface="黑体" panose="02010609060101010101" pitchFamily="49" charset="-122"/>
                      </a:endParaRPr>
                    </a:p>
                  </a:txBody>
                  <a:tcPr marL="54000" marR="54000" marT="28800" marB="28800" anchor="ct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2"/>
                  </a:ext>
                </a:extLst>
              </a:tr>
              <a:tr h="422591">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r>
                        <a:rPr kumimoji="0" lang="en-US" altLang="zh-CN" sz="1800" b="1" i="1" u="none" strike="noStrike" cap="none" normalizeH="0" baseline="0">
                          <a:ln>
                            <a:noFill/>
                          </a:ln>
                          <a:solidFill>
                            <a:schemeClr val="tx1"/>
                          </a:solidFill>
                          <a:effectLst/>
                          <a:latin typeface="Times New Roman" panose="02020603050405020304" pitchFamily="18" charset="0"/>
                          <a:ea typeface="黑体" panose="02010609060101010101" pitchFamily="49" charset="-122"/>
                        </a:rPr>
                        <a:t>E </a:t>
                      </a:r>
                      <a:r>
                        <a:rPr kumimoji="0" lang="en-US" altLang="zh-CN" sz="1800" b="1" i="0" u="none" strike="noStrike" cap="none" normalizeH="0" baseline="0">
                          <a:ln>
                            <a:noFill/>
                          </a:ln>
                          <a:solidFill>
                            <a:schemeClr val="tx1"/>
                          </a:solidFill>
                          <a:effectLst/>
                          <a:latin typeface="Times New Roman" panose="02020603050405020304" pitchFamily="18" charset="0"/>
                          <a:ea typeface="黑体" panose="02010609060101010101" pitchFamily="49" charset="-122"/>
                          <a:sym typeface="Symbol" panose="05050102010706020507" pitchFamily="18" charset="2"/>
                        </a:rPr>
                        <a:t></a:t>
                      </a:r>
                    </a:p>
                  </a:txBody>
                  <a:tcPr marL="54000" marR="54000" marT="28800" marB="28800" anchor="ct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endParaRPr kumimoji="0" lang="zh-CN" altLang="zh-CN" sz="1800" b="0" i="0" u="none" strike="noStrike" cap="none" normalizeH="0" baseline="0">
                        <a:ln>
                          <a:noFill/>
                        </a:ln>
                        <a:solidFill>
                          <a:schemeClr val="tx1"/>
                        </a:solidFill>
                        <a:effectLst/>
                        <a:latin typeface="Times New Roman" panose="02020603050405020304" pitchFamily="18" charset="0"/>
                        <a:ea typeface="黑体" panose="02010609060101010101" pitchFamily="49" charset="-122"/>
                      </a:endParaRPr>
                    </a:p>
                  </a:txBody>
                  <a:tcPr marL="54000" marR="54000" marT="28800" marB="2880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r>
                        <a:rPr kumimoji="0" lang="en-US" altLang="zh-CN" sz="1800" b="1" i="1" u="none" strike="noStrike" cap="none" normalizeH="0" baseline="0">
                          <a:ln>
                            <a:noFill/>
                          </a:ln>
                          <a:solidFill>
                            <a:schemeClr val="tx1"/>
                          </a:solidFill>
                          <a:effectLst/>
                          <a:latin typeface="Times New Roman" panose="02020603050405020304" pitchFamily="18" charset="0"/>
                          <a:ea typeface="黑体" panose="02010609060101010101" pitchFamily="49" charset="-122"/>
                        </a:rPr>
                        <a:t>E</a:t>
                      </a:r>
                      <a:r>
                        <a:rPr kumimoji="0" lang="en-US" altLang="zh-CN" sz="1800" b="1" i="0" u="none" strike="noStrike" cap="none" normalizeH="0" baseline="0">
                          <a:ln>
                            <a:noFill/>
                          </a:ln>
                          <a:solidFill>
                            <a:schemeClr val="tx1"/>
                          </a:solidFill>
                          <a:effectLst/>
                          <a:latin typeface="Times New Roman" panose="02020603050405020304" pitchFamily="18" charset="0"/>
                          <a:ea typeface="黑体" panose="02010609060101010101" pitchFamily="49" charset="-122"/>
                          <a:sym typeface="Symbol" panose="05050102010706020507" pitchFamily="18" charset="2"/>
                        </a:rPr>
                        <a:t>+</a:t>
                      </a:r>
                      <a:r>
                        <a:rPr kumimoji="0" lang="en-US" altLang="zh-CN" sz="1800" b="1" i="1" u="none" strike="noStrike" cap="none" normalizeH="0" baseline="0">
                          <a:ln>
                            <a:noFill/>
                          </a:ln>
                          <a:solidFill>
                            <a:schemeClr val="tx1"/>
                          </a:solidFill>
                          <a:effectLst/>
                          <a:latin typeface="Times New Roman" panose="02020603050405020304" pitchFamily="18" charset="0"/>
                          <a:ea typeface="黑体" panose="02010609060101010101" pitchFamily="49" charset="-122"/>
                          <a:sym typeface="Symbol" panose="05050102010706020507" pitchFamily="18" charset="2"/>
                        </a:rPr>
                        <a:t>TE</a:t>
                      </a:r>
                      <a:r>
                        <a:rPr kumimoji="0" lang="en-US" altLang="zh-CN" sz="1800" b="1" i="0" u="none" strike="noStrike" cap="none" normalizeH="0" baseline="0">
                          <a:ln>
                            <a:noFill/>
                          </a:ln>
                          <a:solidFill>
                            <a:schemeClr val="tx1"/>
                          </a:solidFill>
                          <a:effectLst/>
                          <a:latin typeface="Times New Roman" panose="02020603050405020304" pitchFamily="18" charset="0"/>
                          <a:ea typeface="黑体" panose="02010609060101010101" pitchFamily="49" charset="-122"/>
                          <a:sym typeface="Symbol" panose="05050102010706020507" pitchFamily="18" charset="2"/>
                        </a:rPr>
                        <a:t></a:t>
                      </a:r>
                    </a:p>
                  </a:txBody>
                  <a:tcPr marL="54000" marR="54000" marT="28800" marB="2880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endParaRPr kumimoji="0" lang="zh-CN" altLang="zh-CN" sz="1800" b="0" i="0" u="none" strike="noStrike" cap="none" normalizeH="0" baseline="0">
                        <a:ln>
                          <a:noFill/>
                        </a:ln>
                        <a:solidFill>
                          <a:schemeClr val="tx1"/>
                        </a:solidFill>
                        <a:effectLst/>
                        <a:latin typeface="Times New Roman" panose="02020603050405020304" pitchFamily="18" charset="0"/>
                        <a:ea typeface="黑体" panose="02010609060101010101" pitchFamily="49" charset="-122"/>
                      </a:endParaRPr>
                    </a:p>
                  </a:txBody>
                  <a:tcPr marL="54000" marR="54000" marT="28800" marB="2880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endParaRPr kumimoji="0" lang="zh-CN" altLang="zh-CN" sz="1800" b="0" i="0" u="none" strike="noStrike" cap="none" normalizeH="0" baseline="0">
                        <a:ln>
                          <a:noFill/>
                        </a:ln>
                        <a:solidFill>
                          <a:schemeClr val="tx1"/>
                        </a:solidFill>
                        <a:effectLst/>
                        <a:latin typeface="Times New Roman" panose="02020603050405020304" pitchFamily="18" charset="0"/>
                        <a:ea typeface="黑体" panose="02010609060101010101" pitchFamily="49" charset="-122"/>
                      </a:endParaRPr>
                    </a:p>
                  </a:txBody>
                  <a:tcPr marL="54000" marR="54000" marT="28800" marB="2880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r>
                        <a:rPr kumimoji="0" lang="en-US" altLang="zh-CN" sz="1800" b="1" i="1" u="none" strike="noStrike" cap="none" normalizeH="0" baseline="0">
                          <a:ln>
                            <a:noFill/>
                          </a:ln>
                          <a:solidFill>
                            <a:schemeClr val="tx1"/>
                          </a:solidFill>
                          <a:effectLst/>
                          <a:latin typeface="Times New Roman" panose="02020603050405020304" pitchFamily="18" charset="0"/>
                          <a:ea typeface="黑体" panose="02010609060101010101" pitchFamily="49" charset="-122"/>
                        </a:rPr>
                        <a:t>E</a:t>
                      </a:r>
                      <a:r>
                        <a:rPr kumimoji="0" lang="en-US" altLang="zh-CN" sz="2000" b="1" i="0" u="none" strike="noStrike" cap="none" normalizeH="0" baseline="0">
                          <a:ln>
                            <a:noFill/>
                          </a:ln>
                          <a:solidFill>
                            <a:schemeClr val="tx1"/>
                          </a:solidFill>
                          <a:effectLst/>
                          <a:latin typeface="Times New Roman" panose="02020603050405020304" pitchFamily="18" charset="0"/>
                          <a:ea typeface="黑体" panose="02010609060101010101" pitchFamily="49" charset="-122"/>
                          <a:sym typeface="Symbol" panose="05050102010706020507" pitchFamily="18" charset="2"/>
                        </a:rPr>
                        <a:t></a:t>
                      </a:r>
                    </a:p>
                  </a:txBody>
                  <a:tcPr marL="54000" marR="54000" marT="28800" marB="2880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r>
                        <a:rPr kumimoji="0" lang="en-US" altLang="zh-CN" sz="1800" b="1" i="1" u="none" strike="noStrike" cap="none" normalizeH="0" baseline="0">
                          <a:ln>
                            <a:noFill/>
                          </a:ln>
                          <a:solidFill>
                            <a:schemeClr val="tx1"/>
                          </a:solidFill>
                          <a:effectLst/>
                          <a:latin typeface="Times New Roman" panose="02020603050405020304" pitchFamily="18" charset="0"/>
                          <a:ea typeface="黑体" panose="02010609060101010101" pitchFamily="49" charset="-122"/>
                        </a:rPr>
                        <a:t>E</a:t>
                      </a:r>
                      <a:r>
                        <a:rPr kumimoji="0" lang="en-US" altLang="zh-CN" sz="2000" b="1" i="0" u="none" strike="noStrike" cap="none" normalizeH="0" baseline="0">
                          <a:ln>
                            <a:noFill/>
                          </a:ln>
                          <a:solidFill>
                            <a:schemeClr val="tx1"/>
                          </a:solidFill>
                          <a:effectLst/>
                          <a:latin typeface="Times New Roman" panose="02020603050405020304" pitchFamily="18" charset="0"/>
                          <a:ea typeface="黑体" panose="02010609060101010101" pitchFamily="49" charset="-122"/>
                          <a:sym typeface="Symbol" panose="05050102010706020507" pitchFamily="18" charset="2"/>
                        </a:rPr>
                        <a:t></a:t>
                      </a:r>
                    </a:p>
                  </a:txBody>
                  <a:tcPr marL="54000" marR="54000" marT="28800" marB="28800" anchor="ct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3"/>
                  </a:ext>
                </a:extLst>
              </a:tr>
              <a:tr h="423734">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r>
                        <a:rPr kumimoji="0" lang="en-US" altLang="zh-CN" sz="1800" b="1" i="1" u="none" strike="noStrike" cap="none" normalizeH="0" baseline="0">
                          <a:ln>
                            <a:noFill/>
                          </a:ln>
                          <a:solidFill>
                            <a:schemeClr val="tx1"/>
                          </a:solidFill>
                          <a:effectLst/>
                          <a:latin typeface="Times New Roman" panose="02020603050405020304" pitchFamily="18" charset="0"/>
                          <a:ea typeface="黑体" panose="02010609060101010101" pitchFamily="49" charset="-122"/>
                        </a:rPr>
                        <a:t>T</a:t>
                      </a:r>
                    </a:p>
                  </a:txBody>
                  <a:tcPr marL="54000" marR="54000" marT="28800" marB="28800" anchor="ct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r>
                        <a:rPr kumimoji="0" lang="en-US" altLang="zh-CN" sz="1800" b="1" i="1" u="none" strike="noStrike" cap="none" normalizeH="0" baseline="0">
                          <a:ln>
                            <a:noFill/>
                          </a:ln>
                          <a:solidFill>
                            <a:schemeClr val="tx1"/>
                          </a:solidFill>
                          <a:effectLst/>
                          <a:latin typeface="Times New Roman" panose="02020603050405020304" pitchFamily="18" charset="0"/>
                          <a:ea typeface="黑体" panose="02010609060101010101" pitchFamily="49" charset="-122"/>
                        </a:rPr>
                        <a:t>T</a:t>
                      </a:r>
                      <a:r>
                        <a:rPr kumimoji="0" lang="en-US" altLang="zh-CN" sz="1800" b="1" i="0" u="none" strike="noStrike" cap="none" normalizeH="0" baseline="0">
                          <a:ln>
                            <a:noFill/>
                          </a:ln>
                          <a:solidFill>
                            <a:schemeClr val="tx1"/>
                          </a:solidFill>
                          <a:effectLst/>
                          <a:latin typeface="Times New Roman" panose="02020603050405020304" pitchFamily="18" charset="0"/>
                          <a:ea typeface="黑体" panose="02010609060101010101" pitchFamily="49" charset="-122"/>
                          <a:sym typeface="Symbol" panose="05050102010706020507" pitchFamily="18" charset="2"/>
                        </a:rPr>
                        <a:t></a:t>
                      </a:r>
                      <a:r>
                        <a:rPr kumimoji="0" lang="en-US" altLang="zh-CN" sz="1800" b="1" i="1" u="none" strike="noStrike" cap="none" normalizeH="0" baseline="0">
                          <a:ln>
                            <a:noFill/>
                          </a:ln>
                          <a:solidFill>
                            <a:schemeClr val="tx1"/>
                          </a:solidFill>
                          <a:effectLst/>
                          <a:latin typeface="Times New Roman" panose="02020603050405020304" pitchFamily="18" charset="0"/>
                          <a:ea typeface="黑体" panose="02010609060101010101" pitchFamily="49" charset="-122"/>
                          <a:sym typeface="Symbol" panose="05050102010706020507" pitchFamily="18" charset="2"/>
                        </a:rPr>
                        <a:t>FT </a:t>
                      </a:r>
                      <a:r>
                        <a:rPr kumimoji="0" lang="en-US" altLang="zh-CN" sz="2000" b="1" i="0" u="none" strike="noStrike" cap="none" normalizeH="0" baseline="0">
                          <a:ln>
                            <a:noFill/>
                          </a:ln>
                          <a:solidFill>
                            <a:schemeClr val="tx1"/>
                          </a:solidFill>
                          <a:effectLst/>
                          <a:latin typeface="Times New Roman" panose="02020603050405020304" pitchFamily="18" charset="0"/>
                          <a:ea typeface="黑体" panose="02010609060101010101" pitchFamily="49" charset="-122"/>
                          <a:sym typeface="Symbol" panose="05050102010706020507" pitchFamily="18" charset="2"/>
                        </a:rPr>
                        <a:t></a:t>
                      </a:r>
                    </a:p>
                  </a:txBody>
                  <a:tcPr marL="54000" marR="54000" marT="28800" marB="2880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endParaRPr kumimoji="0" lang="zh-CN" altLang="zh-CN" sz="1800" b="0" i="0" u="none" strike="noStrike" cap="none" normalizeH="0" baseline="0">
                        <a:ln>
                          <a:noFill/>
                        </a:ln>
                        <a:solidFill>
                          <a:schemeClr val="tx1"/>
                        </a:solidFill>
                        <a:effectLst/>
                        <a:latin typeface="Times New Roman" panose="02020603050405020304" pitchFamily="18" charset="0"/>
                        <a:ea typeface="黑体" panose="02010609060101010101" pitchFamily="49" charset="-122"/>
                      </a:endParaRPr>
                    </a:p>
                  </a:txBody>
                  <a:tcPr marL="54000" marR="54000" marT="28800" marB="2880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endParaRPr kumimoji="0" lang="zh-CN" altLang="zh-CN" sz="1800" b="0" i="0" u="none" strike="noStrike" cap="none" normalizeH="0" baseline="0">
                        <a:ln>
                          <a:noFill/>
                        </a:ln>
                        <a:solidFill>
                          <a:schemeClr val="tx1"/>
                        </a:solidFill>
                        <a:effectLst/>
                        <a:latin typeface="Times New Roman" panose="02020603050405020304" pitchFamily="18" charset="0"/>
                        <a:ea typeface="黑体" panose="02010609060101010101" pitchFamily="49" charset="-122"/>
                      </a:endParaRPr>
                    </a:p>
                  </a:txBody>
                  <a:tcPr marL="54000" marR="54000" marT="28800" marB="2880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r>
                        <a:rPr kumimoji="0" lang="en-US" altLang="zh-CN" sz="1800" b="1" i="1" u="none" strike="noStrike" cap="none" normalizeH="0" baseline="0">
                          <a:ln>
                            <a:noFill/>
                          </a:ln>
                          <a:solidFill>
                            <a:schemeClr val="tx1"/>
                          </a:solidFill>
                          <a:effectLst/>
                          <a:latin typeface="Times New Roman" panose="02020603050405020304" pitchFamily="18" charset="0"/>
                          <a:ea typeface="黑体" panose="02010609060101010101" pitchFamily="49" charset="-122"/>
                        </a:rPr>
                        <a:t>T</a:t>
                      </a:r>
                      <a:r>
                        <a:rPr kumimoji="0" lang="en-US" altLang="zh-CN" sz="1800" b="1" i="0" u="none" strike="noStrike" cap="none" normalizeH="0" baseline="0">
                          <a:ln>
                            <a:noFill/>
                          </a:ln>
                          <a:solidFill>
                            <a:schemeClr val="tx1"/>
                          </a:solidFill>
                          <a:effectLst/>
                          <a:latin typeface="Times New Roman" panose="02020603050405020304" pitchFamily="18" charset="0"/>
                          <a:ea typeface="黑体" panose="02010609060101010101" pitchFamily="49" charset="-122"/>
                          <a:sym typeface="Symbol" panose="05050102010706020507" pitchFamily="18" charset="2"/>
                        </a:rPr>
                        <a:t></a:t>
                      </a:r>
                      <a:r>
                        <a:rPr kumimoji="0" lang="en-US" altLang="zh-CN" sz="1800" b="1" i="1" u="none" strike="noStrike" cap="none" normalizeH="0" baseline="0">
                          <a:ln>
                            <a:noFill/>
                          </a:ln>
                          <a:solidFill>
                            <a:schemeClr val="tx1"/>
                          </a:solidFill>
                          <a:effectLst/>
                          <a:latin typeface="Times New Roman" panose="02020603050405020304" pitchFamily="18" charset="0"/>
                          <a:ea typeface="黑体" panose="02010609060101010101" pitchFamily="49" charset="-122"/>
                          <a:sym typeface="Symbol" panose="05050102010706020507" pitchFamily="18" charset="2"/>
                        </a:rPr>
                        <a:t>FT </a:t>
                      </a:r>
                      <a:r>
                        <a:rPr kumimoji="0" lang="en-US" altLang="zh-CN" sz="2000" b="1" i="0" u="none" strike="noStrike" cap="none" normalizeH="0" baseline="0">
                          <a:ln>
                            <a:noFill/>
                          </a:ln>
                          <a:solidFill>
                            <a:schemeClr val="tx1"/>
                          </a:solidFill>
                          <a:effectLst/>
                          <a:latin typeface="Times New Roman" panose="02020603050405020304" pitchFamily="18" charset="0"/>
                          <a:ea typeface="黑体" panose="02010609060101010101" pitchFamily="49" charset="-122"/>
                          <a:sym typeface="Symbol" panose="05050102010706020507" pitchFamily="18" charset="2"/>
                        </a:rPr>
                        <a:t></a:t>
                      </a:r>
                    </a:p>
                  </a:txBody>
                  <a:tcPr marL="54000" marR="54000" marT="28800" marB="2880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endParaRPr kumimoji="0" lang="zh-CN" altLang="zh-CN" sz="1800" b="0" i="0" u="none" strike="noStrike" cap="none" normalizeH="0" baseline="0">
                        <a:ln>
                          <a:noFill/>
                        </a:ln>
                        <a:solidFill>
                          <a:schemeClr val="tx1"/>
                        </a:solidFill>
                        <a:effectLst/>
                        <a:latin typeface="Times New Roman" panose="02020603050405020304" pitchFamily="18" charset="0"/>
                        <a:ea typeface="黑体" panose="02010609060101010101" pitchFamily="49" charset="-122"/>
                      </a:endParaRPr>
                    </a:p>
                  </a:txBody>
                  <a:tcPr marL="54000" marR="54000" marT="28800" marB="2880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endParaRPr kumimoji="0" lang="zh-CN" altLang="zh-CN" sz="1800" b="0" i="0" u="none" strike="noStrike" cap="none" normalizeH="0" baseline="0">
                        <a:ln>
                          <a:noFill/>
                        </a:ln>
                        <a:solidFill>
                          <a:schemeClr val="tx1"/>
                        </a:solidFill>
                        <a:effectLst/>
                        <a:latin typeface="Times New Roman" panose="02020603050405020304" pitchFamily="18" charset="0"/>
                        <a:ea typeface="黑体" panose="02010609060101010101" pitchFamily="49" charset="-122"/>
                      </a:endParaRPr>
                    </a:p>
                  </a:txBody>
                  <a:tcPr marL="54000" marR="54000" marT="28800" marB="28800" anchor="ct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4"/>
                  </a:ext>
                </a:extLst>
              </a:tr>
              <a:tr h="421449">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r>
                        <a:rPr kumimoji="0" lang="en-US" altLang="zh-CN" sz="1800" b="1" i="1" u="none" strike="noStrike" cap="none" normalizeH="0" baseline="0">
                          <a:ln>
                            <a:noFill/>
                          </a:ln>
                          <a:solidFill>
                            <a:schemeClr val="tx1"/>
                          </a:solidFill>
                          <a:effectLst/>
                          <a:latin typeface="Times New Roman" panose="02020603050405020304" pitchFamily="18" charset="0"/>
                          <a:ea typeface="黑体" panose="02010609060101010101" pitchFamily="49" charset="-122"/>
                        </a:rPr>
                        <a:t>T </a:t>
                      </a:r>
                      <a:r>
                        <a:rPr kumimoji="0" lang="en-US" altLang="zh-CN" sz="1800" b="1" i="0" u="none" strike="noStrike" cap="none" normalizeH="0" baseline="0">
                          <a:ln>
                            <a:noFill/>
                          </a:ln>
                          <a:solidFill>
                            <a:schemeClr val="tx1"/>
                          </a:solidFill>
                          <a:effectLst/>
                          <a:latin typeface="Times New Roman" panose="02020603050405020304" pitchFamily="18" charset="0"/>
                          <a:ea typeface="黑体" panose="02010609060101010101" pitchFamily="49" charset="-122"/>
                          <a:sym typeface="Symbol" panose="05050102010706020507" pitchFamily="18" charset="2"/>
                        </a:rPr>
                        <a:t></a:t>
                      </a:r>
                    </a:p>
                  </a:txBody>
                  <a:tcPr marL="54000" marR="54000" marT="28800" marB="28800" anchor="ct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endParaRPr kumimoji="0" lang="zh-CN" altLang="zh-CN" sz="1800" b="0" i="0" u="none" strike="noStrike" cap="none" normalizeH="0" baseline="0">
                        <a:ln>
                          <a:noFill/>
                        </a:ln>
                        <a:solidFill>
                          <a:schemeClr val="tx1"/>
                        </a:solidFill>
                        <a:effectLst/>
                        <a:latin typeface="Times New Roman" panose="02020603050405020304" pitchFamily="18" charset="0"/>
                        <a:ea typeface="黑体" panose="02010609060101010101" pitchFamily="49" charset="-122"/>
                      </a:endParaRPr>
                    </a:p>
                  </a:txBody>
                  <a:tcPr marL="54000" marR="54000" marT="28800" marB="2880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r>
                        <a:rPr kumimoji="0" lang="en-US" altLang="zh-CN" sz="1800" b="1" i="1" u="none" strike="noStrike" cap="none" normalizeH="0" baseline="0">
                          <a:ln>
                            <a:noFill/>
                          </a:ln>
                          <a:solidFill>
                            <a:schemeClr val="tx1"/>
                          </a:solidFill>
                          <a:effectLst/>
                          <a:latin typeface="Times New Roman" panose="02020603050405020304" pitchFamily="18" charset="0"/>
                          <a:ea typeface="黑体" panose="02010609060101010101" pitchFamily="49" charset="-122"/>
                        </a:rPr>
                        <a:t>T </a:t>
                      </a:r>
                      <a:r>
                        <a:rPr kumimoji="0" lang="en-US" altLang="zh-CN" sz="1800" b="1" i="0" u="none" strike="noStrike" cap="none" normalizeH="0" baseline="0">
                          <a:ln>
                            <a:noFill/>
                          </a:ln>
                          <a:solidFill>
                            <a:schemeClr val="tx1"/>
                          </a:solidFill>
                          <a:effectLst/>
                          <a:latin typeface="Times New Roman" panose="02020603050405020304" pitchFamily="18" charset="0"/>
                          <a:ea typeface="黑体" panose="02010609060101010101" pitchFamily="49" charset="-122"/>
                          <a:sym typeface="Symbol" panose="05050102010706020507" pitchFamily="18" charset="2"/>
                        </a:rPr>
                        <a:t></a:t>
                      </a:r>
                    </a:p>
                  </a:txBody>
                  <a:tcPr marL="54000" marR="54000" marT="28800" marB="2880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r>
                        <a:rPr kumimoji="0" lang="en-US" altLang="zh-CN" sz="1800" b="1" i="1" u="none" strike="noStrike" cap="none" normalizeH="0" baseline="0">
                          <a:ln>
                            <a:noFill/>
                          </a:ln>
                          <a:solidFill>
                            <a:schemeClr val="tx1"/>
                          </a:solidFill>
                          <a:effectLst/>
                          <a:latin typeface="Times New Roman" panose="02020603050405020304" pitchFamily="18" charset="0"/>
                          <a:ea typeface="黑体" panose="02010609060101010101" pitchFamily="49" charset="-122"/>
                        </a:rPr>
                        <a:t>T</a:t>
                      </a:r>
                      <a:r>
                        <a:rPr kumimoji="0" lang="en-US" altLang="zh-CN" sz="1800" b="1" i="0" u="none" strike="noStrike" cap="none" normalizeH="0" baseline="0">
                          <a:ln>
                            <a:noFill/>
                          </a:ln>
                          <a:solidFill>
                            <a:schemeClr val="tx1"/>
                          </a:solidFill>
                          <a:effectLst/>
                          <a:latin typeface="Times New Roman" panose="02020603050405020304" pitchFamily="18" charset="0"/>
                          <a:ea typeface="黑体" panose="02010609060101010101" pitchFamily="49" charset="-122"/>
                          <a:sym typeface="Symbol" panose="05050102010706020507" pitchFamily="18" charset="2"/>
                        </a:rPr>
                        <a:t>*</a:t>
                      </a:r>
                      <a:r>
                        <a:rPr kumimoji="0" lang="en-US" altLang="zh-CN" sz="1800" b="1" i="1" u="none" strike="noStrike" cap="none" normalizeH="0" baseline="0">
                          <a:ln>
                            <a:noFill/>
                          </a:ln>
                          <a:solidFill>
                            <a:schemeClr val="tx1"/>
                          </a:solidFill>
                          <a:effectLst/>
                          <a:latin typeface="Times New Roman" panose="02020603050405020304" pitchFamily="18" charset="0"/>
                          <a:ea typeface="黑体" panose="02010609060101010101" pitchFamily="49" charset="-122"/>
                          <a:sym typeface="Symbol" panose="05050102010706020507" pitchFamily="18" charset="2"/>
                        </a:rPr>
                        <a:t>FT </a:t>
                      </a:r>
                      <a:r>
                        <a:rPr kumimoji="0" lang="en-US" altLang="zh-CN" sz="1800" b="1" i="0" u="none" strike="noStrike" cap="none" normalizeH="0" baseline="0">
                          <a:ln>
                            <a:noFill/>
                          </a:ln>
                          <a:solidFill>
                            <a:schemeClr val="tx1"/>
                          </a:solidFill>
                          <a:effectLst/>
                          <a:latin typeface="Times New Roman" panose="02020603050405020304" pitchFamily="18" charset="0"/>
                          <a:ea typeface="黑体" panose="02010609060101010101" pitchFamily="49" charset="-122"/>
                          <a:sym typeface="Symbol" panose="05050102010706020507" pitchFamily="18" charset="2"/>
                        </a:rPr>
                        <a:t></a:t>
                      </a:r>
                    </a:p>
                  </a:txBody>
                  <a:tcPr marL="54000" marR="54000" marT="28800" marB="2880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endParaRPr kumimoji="0" lang="zh-CN" altLang="zh-CN" sz="1800" b="0" i="0" u="none" strike="noStrike" cap="none" normalizeH="0" baseline="0">
                        <a:ln>
                          <a:noFill/>
                        </a:ln>
                        <a:solidFill>
                          <a:schemeClr val="tx1"/>
                        </a:solidFill>
                        <a:effectLst/>
                        <a:latin typeface="Times New Roman" panose="02020603050405020304" pitchFamily="18" charset="0"/>
                        <a:ea typeface="黑体" panose="02010609060101010101" pitchFamily="49" charset="-122"/>
                      </a:endParaRPr>
                    </a:p>
                  </a:txBody>
                  <a:tcPr marL="54000" marR="54000" marT="28800" marB="2880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r>
                        <a:rPr kumimoji="0" lang="en-US" altLang="zh-CN" sz="1800" b="1" i="1" u="none" strike="noStrike" cap="none" normalizeH="0" baseline="0">
                          <a:ln>
                            <a:noFill/>
                          </a:ln>
                          <a:solidFill>
                            <a:schemeClr val="tx1"/>
                          </a:solidFill>
                          <a:effectLst/>
                          <a:latin typeface="Times New Roman" panose="02020603050405020304" pitchFamily="18" charset="0"/>
                          <a:ea typeface="黑体" panose="02010609060101010101" pitchFamily="49" charset="-122"/>
                        </a:rPr>
                        <a:t>T </a:t>
                      </a:r>
                      <a:r>
                        <a:rPr kumimoji="0" lang="en-US" altLang="zh-CN" sz="1800" b="1" i="0" u="none" strike="noStrike" cap="none" normalizeH="0" baseline="0">
                          <a:ln>
                            <a:noFill/>
                          </a:ln>
                          <a:solidFill>
                            <a:schemeClr val="tx1"/>
                          </a:solidFill>
                          <a:effectLst/>
                          <a:latin typeface="Times New Roman" panose="02020603050405020304" pitchFamily="18" charset="0"/>
                          <a:ea typeface="黑体" panose="02010609060101010101" pitchFamily="49" charset="-122"/>
                          <a:sym typeface="Symbol" panose="05050102010706020507" pitchFamily="18" charset="2"/>
                        </a:rPr>
                        <a:t></a:t>
                      </a:r>
                    </a:p>
                  </a:txBody>
                  <a:tcPr marL="54000" marR="54000" marT="28800" marB="2880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r>
                        <a:rPr kumimoji="0" lang="en-US" altLang="zh-CN" sz="1800" b="1" i="1" u="none" strike="noStrike" cap="none" normalizeH="0" baseline="0">
                          <a:ln>
                            <a:noFill/>
                          </a:ln>
                          <a:solidFill>
                            <a:schemeClr val="tx1"/>
                          </a:solidFill>
                          <a:effectLst/>
                          <a:latin typeface="Times New Roman" panose="02020603050405020304" pitchFamily="18" charset="0"/>
                          <a:ea typeface="黑体" panose="02010609060101010101" pitchFamily="49" charset="-122"/>
                        </a:rPr>
                        <a:t>T </a:t>
                      </a:r>
                      <a:r>
                        <a:rPr kumimoji="0" lang="en-US" altLang="zh-CN" sz="1800" b="1" i="0" u="none" strike="noStrike" cap="none" normalizeH="0" baseline="0">
                          <a:ln>
                            <a:noFill/>
                          </a:ln>
                          <a:solidFill>
                            <a:schemeClr val="tx1"/>
                          </a:solidFill>
                          <a:effectLst/>
                          <a:latin typeface="Times New Roman" panose="02020603050405020304" pitchFamily="18" charset="0"/>
                          <a:ea typeface="黑体" panose="02010609060101010101" pitchFamily="49" charset="-122"/>
                          <a:sym typeface="Symbol" panose="05050102010706020507" pitchFamily="18" charset="2"/>
                        </a:rPr>
                        <a:t></a:t>
                      </a:r>
                    </a:p>
                  </a:txBody>
                  <a:tcPr marL="54000" marR="54000" marT="28800" marB="28800" anchor="ct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5"/>
                  </a:ext>
                </a:extLst>
              </a:tr>
              <a:tr h="423734">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r>
                        <a:rPr kumimoji="0" lang="en-US" altLang="zh-CN" sz="1800" b="1" i="1" u="none" strike="noStrike" cap="none" normalizeH="0" baseline="0">
                          <a:ln>
                            <a:noFill/>
                          </a:ln>
                          <a:solidFill>
                            <a:schemeClr val="tx1"/>
                          </a:solidFill>
                          <a:effectLst/>
                          <a:latin typeface="Times New Roman" panose="02020603050405020304" pitchFamily="18" charset="0"/>
                          <a:ea typeface="黑体" panose="02010609060101010101" pitchFamily="49" charset="-122"/>
                        </a:rPr>
                        <a:t>F</a:t>
                      </a:r>
                    </a:p>
                  </a:txBody>
                  <a:tcPr marL="54000" marR="54000" marT="28800" marB="28800" anchor="ct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r>
                        <a:rPr kumimoji="0" lang="en-US" altLang="zh-CN" sz="1800" b="1" i="1" u="none" strike="noStrike" cap="none" normalizeH="0" baseline="0" err="1">
                          <a:ln>
                            <a:noFill/>
                          </a:ln>
                          <a:solidFill>
                            <a:schemeClr val="tx1"/>
                          </a:solidFill>
                          <a:effectLst/>
                          <a:latin typeface="Times New Roman" panose="02020603050405020304" pitchFamily="18" charset="0"/>
                          <a:ea typeface="黑体" panose="02010609060101010101" pitchFamily="49" charset="-122"/>
                        </a:rPr>
                        <a:t>F</a:t>
                      </a:r>
                      <a:r>
                        <a:rPr kumimoji="0" lang="en-US" altLang="zh-CN" sz="1800" b="1" i="0" u="none" strike="noStrike" cap="none" normalizeH="0" baseline="0" err="1">
                          <a:ln>
                            <a:noFill/>
                          </a:ln>
                          <a:solidFill>
                            <a:schemeClr val="tx1"/>
                          </a:solidFill>
                          <a:effectLst/>
                          <a:latin typeface="Times New Roman" panose="02020603050405020304" pitchFamily="18" charset="0"/>
                          <a:ea typeface="黑体" panose="02010609060101010101" pitchFamily="49" charset="-122"/>
                          <a:sym typeface="Symbol" panose="05050102010706020507" pitchFamily="18" charset="2"/>
                        </a:rPr>
                        <a:t>id</a:t>
                      </a:r>
                      <a:endParaRPr kumimoji="0" lang="en-US" altLang="zh-CN" sz="1800" b="1" i="0" u="none" strike="noStrike" cap="none" normalizeH="0" baseline="0">
                        <a:ln>
                          <a:noFill/>
                        </a:ln>
                        <a:solidFill>
                          <a:schemeClr val="tx1"/>
                        </a:solidFill>
                        <a:effectLst/>
                        <a:latin typeface="Times New Roman" panose="02020603050405020304" pitchFamily="18" charset="0"/>
                        <a:ea typeface="黑体" panose="02010609060101010101" pitchFamily="49" charset="-122"/>
                        <a:sym typeface="Symbol" panose="05050102010706020507" pitchFamily="18" charset="2"/>
                      </a:endParaRPr>
                    </a:p>
                  </a:txBody>
                  <a:tcPr marL="54000" marR="54000" marT="28800" marB="2880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endParaRPr kumimoji="0" lang="zh-CN" altLang="zh-CN" sz="1800" b="0" i="0" u="none" strike="noStrike" cap="none" normalizeH="0" baseline="0">
                        <a:ln>
                          <a:noFill/>
                        </a:ln>
                        <a:solidFill>
                          <a:schemeClr val="tx1"/>
                        </a:solidFill>
                        <a:effectLst/>
                        <a:latin typeface="Times New Roman" panose="02020603050405020304" pitchFamily="18" charset="0"/>
                        <a:ea typeface="黑体" panose="02010609060101010101" pitchFamily="49" charset="-122"/>
                      </a:endParaRPr>
                    </a:p>
                  </a:txBody>
                  <a:tcPr marL="54000" marR="54000" marT="28800" marB="2880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endParaRPr kumimoji="0" lang="zh-CN" altLang="zh-CN" sz="1800" b="0" i="0" u="none" strike="noStrike" cap="none" normalizeH="0" baseline="0">
                        <a:ln>
                          <a:noFill/>
                        </a:ln>
                        <a:solidFill>
                          <a:schemeClr val="tx1"/>
                        </a:solidFill>
                        <a:effectLst/>
                        <a:latin typeface="Times New Roman" panose="02020603050405020304" pitchFamily="18" charset="0"/>
                        <a:ea typeface="黑体" panose="02010609060101010101" pitchFamily="49" charset="-122"/>
                      </a:endParaRPr>
                    </a:p>
                  </a:txBody>
                  <a:tcPr marL="54000" marR="54000" marT="28800" marB="2880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r>
                        <a:rPr kumimoji="0" lang="en-US" altLang="zh-CN" sz="1800" b="1" i="1" u="none" strike="noStrike" cap="none" normalizeH="0" baseline="0">
                          <a:ln>
                            <a:noFill/>
                          </a:ln>
                          <a:solidFill>
                            <a:schemeClr val="tx1"/>
                          </a:solidFill>
                          <a:effectLst/>
                          <a:latin typeface="Times New Roman" panose="02020603050405020304" pitchFamily="18" charset="0"/>
                          <a:ea typeface="黑体" panose="02010609060101010101" pitchFamily="49" charset="-122"/>
                        </a:rPr>
                        <a:t>F</a:t>
                      </a:r>
                      <a:r>
                        <a:rPr kumimoji="0" lang="en-US" altLang="zh-CN" sz="1800" b="1" i="0" u="none" strike="noStrike" cap="none" normalizeH="0" baseline="0">
                          <a:ln>
                            <a:noFill/>
                          </a:ln>
                          <a:solidFill>
                            <a:schemeClr val="tx1"/>
                          </a:solidFill>
                          <a:effectLst/>
                          <a:latin typeface="Times New Roman" panose="02020603050405020304" pitchFamily="18" charset="0"/>
                          <a:ea typeface="黑体" panose="02010609060101010101" pitchFamily="49" charset="-122"/>
                          <a:sym typeface="Symbol" panose="05050102010706020507" pitchFamily="18" charset="2"/>
                        </a:rPr>
                        <a:t>(</a:t>
                      </a:r>
                      <a:r>
                        <a:rPr kumimoji="0" lang="en-US" altLang="zh-CN" sz="1800" b="1" i="1" u="none" strike="noStrike" cap="none" normalizeH="0" baseline="0">
                          <a:ln>
                            <a:noFill/>
                          </a:ln>
                          <a:solidFill>
                            <a:schemeClr val="tx1"/>
                          </a:solidFill>
                          <a:effectLst/>
                          <a:latin typeface="Times New Roman" panose="02020603050405020304" pitchFamily="18" charset="0"/>
                          <a:ea typeface="黑体" panose="02010609060101010101" pitchFamily="49" charset="-122"/>
                          <a:sym typeface="Symbol" panose="05050102010706020507" pitchFamily="18" charset="2"/>
                        </a:rPr>
                        <a:t>E</a:t>
                      </a:r>
                      <a:r>
                        <a:rPr kumimoji="0" lang="en-US" altLang="zh-CN" sz="1800" b="1" i="0" u="none" strike="noStrike" cap="none" normalizeH="0" baseline="0">
                          <a:ln>
                            <a:noFill/>
                          </a:ln>
                          <a:solidFill>
                            <a:schemeClr val="tx1"/>
                          </a:solidFill>
                          <a:effectLst/>
                          <a:latin typeface="Times New Roman" panose="02020603050405020304" pitchFamily="18" charset="0"/>
                          <a:ea typeface="黑体" panose="02010609060101010101" pitchFamily="49" charset="-122"/>
                          <a:sym typeface="Symbol" panose="05050102010706020507" pitchFamily="18" charset="2"/>
                        </a:rPr>
                        <a:t>)</a:t>
                      </a:r>
                      <a:endParaRPr kumimoji="0" lang="en-US" altLang="zh-CN" sz="1800" b="0" i="0" u="none" strike="noStrike" cap="none" normalizeH="0" baseline="0">
                        <a:ln>
                          <a:noFill/>
                        </a:ln>
                        <a:solidFill>
                          <a:schemeClr val="tx1"/>
                        </a:solidFill>
                        <a:effectLst/>
                        <a:latin typeface="Times New Roman" panose="02020603050405020304" pitchFamily="18" charset="0"/>
                        <a:ea typeface="黑体" panose="02010609060101010101" pitchFamily="49" charset="-122"/>
                      </a:endParaRPr>
                    </a:p>
                  </a:txBody>
                  <a:tcPr marL="54000" marR="54000" marT="28800" marB="2880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endParaRPr kumimoji="0" lang="zh-CN" altLang="zh-CN" sz="1800" b="0" i="0" u="none" strike="noStrike" cap="none" normalizeH="0" baseline="0">
                        <a:ln>
                          <a:noFill/>
                        </a:ln>
                        <a:solidFill>
                          <a:schemeClr val="tx1"/>
                        </a:solidFill>
                        <a:effectLst/>
                        <a:latin typeface="Times New Roman" panose="02020603050405020304" pitchFamily="18" charset="0"/>
                        <a:ea typeface="黑体" panose="02010609060101010101" pitchFamily="49" charset="-122"/>
                      </a:endParaRPr>
                    </a:p>
                  </a:txBody>
                  <a:tcPr marL="54000" marR="54000" marT="28800" marB="2880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endParaRPr kumimoji="0" lang="zh-CN" altLang="zh-CN" sz="1800" b="0" i="0" u="none" strike="noStrike" cap="none" normalizeH="0" baseline="0" dirty="0">
                        <a:ln>
                          <a:noFill/>
                        </a:ln>
                        <a:solidFill>
                          <a:schemeClr val="tx1"/>
                        </a:solidFill>
                        <a:effectLst/>
                        <a:latin typeface="Times New Roman" panose="02020603050405020304" pitchFamily="18" charset="0"/>
                        <a:ea typeface="黑体" panose="02010609060101010101" pitchFamily="49" charset="-122"/>
                      </a:endParaRPr>
                    </a:p>
                  </a:txBody>
                  <a:tcPr marL="54000" marR="54000" marT="28800" marB="28800" anchor="ct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6"/>
                  </a:ext>
                </a:extLst>
              </a:tr>
            </a:tbl>
          </a:graphicData>
        </a:graphic>
      </p:graphicFrame>
      <p:sp>
        <p:nvSpPr>
          <p:cNvPr id="8" name="文本框 7">
            <a:extLst>
              <a:ext uri="{FF2B5EF4-FFF2-40B4-BE49-F238E27FC236}">
                <a16:creationId xmlns:a16="http://schemas.microsoft.com/office/drawing/2014/main" id="{0DBF1FAF-C4B4-4622-B634-48C6F66B452D}"/>
              </a:ext>
            </a:extLst>
          </p:cNvPr>
          <p:cNvSpPr txBox="1"/>
          <p:nvPr/>
        </p:nvSpPr>
        <p:spPr>
          <a:xfrm>
            <a:off x="316343" y="4979208"/>
            <a:ext cx="8511309" cy="1723549"/>
          </a:xfrm>
          <a:prstGeom prst="rect">
            <a:avLst/>
          </a:prstGeom>
          <a:solidFill>
            <a:schemeClr val="accent4">
              <a:lumMod val="20000"/>
              <a:lumOff val="80000"/>
            </a:schemeClr>
          </a:solidFill>
        </p:spPr>
        <p:style>
          <a:lnRef idx="2">
            <a:schemeClr val="accent2"/>
          </a:lnRef>
          <a:fillRef idx="1">
            <a:schemeClr val="lt1"/>
          </a:fillRef>
          <a:effectRef idx="0">
            <a:schemeClr val="accent2"/>
          </a:effectRef>
          <a:fontRef idx="minor">
            <a:schemeClr val="dk1"/>
          </a:fontRef>
        </p:style>
        <p:txBody>
          <a:bodyPr wrap="square">
            <a:spAutoFit/>
          </a:bodyPr>
          <a:lstStyle/>
          <a:p>
            <a:pPr algn="just">
              <a:lnSpc>
                <a:spcPct val="80000"/>
              </a:lnSpc>
              <a:spcBef>
                <a:spcPct val="10000"/>
              </a:spcBef>
            </a:pPr>
            <a:r>
              <a:rPr lang="en-US" altLang="zh-CN" sz="2000" b="1" i="1" dirty="0">
                <a:latin typeface="Times New Roman" panose="02020603050405020304" pitchFamily="18" charset="0"/>
              </a:rPr>
              <a:t>E</a:t>
            </a:r>
            <a:r>
              <a:rPr lang="en-US" altLang="zh-CN" sz="2000" b="1" dirty="0">
                <a:latin typeface="Times New Roman" panose="02020603050405020304" pitchFamily="18" charset="0"/>
              </a:rPr>
              <a:t> </a:t>
            </a:r>
            <a:r>
              <a:rPr lang="en-US" altLang="zh-CN" sz="2000" b="1" dirty="0">
                <a:latin typeface="Times New Roman" panose="02020603050405020304" pitchFamily="18" charset="0"/>
                <a:sym typeface="Symbol" panose="05050102010706020507" pitchFamily="18" charset="2"/>
              </a:rPr>
              <a:t></a:t>
            </a:r>
            <a:r>
              <a:rPr lang="en-US" altLang="zh-CN" sz="2000" b="1" dirty="0">
                <a:latin typeface="Times New Roman" panose="02020603050405020304" pitchFamily="18" charset="0"/>
              </a:rPr>
              <a:t> </a:t>
            </a:r>
            <a:r>
              <a:rPr lang="en-US" altLang="zh-CN" sz="2000" b="1" i="1" dirty="0">
                <a:latin typeface="Times New Roman" panose="02020603050405020304" pitchFamily="18" charset="0"/>
              </a:rPr>
              <a:t>TE </a:t>
            </a:r>
            <a:r>
              <a:rPr lang="en-US" altLang="zh-CN" sz="2000" b="1" dirty="0">
                <a:latin typeface="Times New Roman" panose="02020603050405020304" pitchFamily="18" charset="0"/>
                <a:sym typeface="Symbol" panose="05050102010706020507" pitchFamily="18" charset="2"/>
              </a:rPr>
              <a:t>			</a:t>
            </a:r>
            <a:r>
              <a:rPr lang="en-US" altLang="zh-CN" sz="2000" b="1" dirty="0">
                <a:latin typeface="Times New Roman" panose="02020603050405020304" pitchFamily="18" charset="0"/>
              </a:rPr>
              <a:t>FIRST(</a:t>
            </a:r>
            <a:r>
              <a:rPr lang="en-US" altLang="zh-CN" sz="2000" b="1" i="1" dirty="0">
                <a:latin typeface="Times New Roman" panose="02020603050405020304" pitchFamily="18" charset="0"/>
              </a:rPr>
              <a:t>E</a:t>
            </a:r>
            <a:r>
              <a:rPr lang="en-US" altLang="zh-CN" sz="2000" b="1" dirty="0">
                <a:latin typeface="Times New Roman" panose="02020603050405020304" pitchFamily="18" charset="0"/>
              </a:rPr>
              <a:t>) = FIRST(</a:t>
            </a:r>
            <a:r>
              <a:rPr lang="en-US" altLang="zh-CN" sz="2000" b="1" i="1" dirty="0">
                <a:latin typeface="Times New Roman" panose="02020603050405020304" pitchFamily="18" charset="0"/>
              </a:rPr>
              <a:t>T</a:t>
            </a:r>
            <a:r>
              <a:rPr lang="en-US" altLang="zh-CN" sz="2000" b="1" dirty="0">
                <a:latin typeface="Times New Roman" panose="02020603050405020304" pitchFamily="18" charset="0"/>
              </a:rPr>
              <a:t>) = FIRST(</a:t>
            </a:r>
            <a:r>
              <a:rPr lang="en-US" altLang="zh-CN" sz="2000" b="1" i="1" dirty="0">
                <a:latin typeface="Times New Roman" panose="02020603050405020304" pitchFamily="18" charset="0"/>
              </a:rPr>
              <a:t>F</a:t>
            </a:r>
            <a:r>
              <a:rPr lang="en-US" altLang="zh-CN" sz="2000" b="1" dirty="0">
                <a:latin typeface="Times New Roman" panose="02020603050405020304" pitchFamily="18" charset="0"/>
              </a:rPr>
              <a:t>) = { ( , id }</a:t>
            </a:r>
          </a:p>
          <a:p>
            <a:pPr algn="just">
              <a:lnSpc>
                <a:spcPct val="80000"/>
              </a:lnSpc>
              <a:spcBef>
                <a:spcPct val="10000"/>
              </a:spcBef>
            </a:pPr>
            <a:r>
              <a:rPr lang="en-US" altLang="zh-CN" sz="2000" b="1" i="1" dirty="0">
                <a:latin typeface="Times New Roman" panose="02020603050405020304" pitchFamily="18" charset="0"/>
              </a:rPr>
              <a:t>E </a:t>
            </a:r>
            <a:r>
              <a:rPr lang="en-US" altLang="zh-CN" sz="2000" b="1" dirty="0">
                <a:latin typeface="Times New Roman" panose="02020603050405020304" pitchFamily="18" charset="0"/>
                <a:sym typeface="Symbol" panose="05050102010706020507" pitchFamily="18" charset="2"/>
              </a:rPr>
              <a:t></a:t>
            </a:r>
            <a:r>
              <a:rPr lang="en-US" altLang="zh-CN" sz="2000" b="1" dirty="0">
                <a:latin typeface="Times New Roman" panose="02020603050405020304" pitchFamily="18" charset="0"/>
              </a:rPr>
              <a:t> </a:t>
            </a:r>
            <a:r>
              <a:rPr lang="en-US" altLang="zh-CN" sz="2000" b="1" dirty="0">
                <a:latin typeface="Times New Roman" panose="02020603050405020304" pitchFamily="18" charset="0"/>
                <a:sym typeface="Symbol" panose="05050102010706020507" pitchFamily="18" charset="2"/>
              </a:rPr>
              <a:t></a:t>
            </a:r>
            <a:r>
              <a:rPr lang="en-US" altLang="zh-CN" sz="2000" b="1" dirty="0">
                <a:latin typeface="Times New Roman" panose="02020603050405020304" pitchFamily="18" charset="0"/>
              </a:rPr>
              <a:t> + </a:t>
            </a:r>
            <a:r>
              <a:rPr lang="en-US" altLang="zh-CN" sz="2000" b="1" i="1" dirty="0">
                <a:latin typeface="Times New Roman" panose="02020603050405020304" pitchFamily="18" charset="0"/>
              </a:rPr>
              <a:t>TE </a:t>
            </a:r>
            <a:r>
              <a:rPr lang="en-US" altLang="zh-CN" sz="2000" b="1" dirty="0">
                <a:latin typeface="Times New Roman" panose="02020603050405020304" pitchFamily="18" charset="0"/>
                <a:sym typeface="Symbol" panose="05050102010706020507" pitchFamily="18" charset="2"/>
              </a:rPr>
              <a:t></a:t>
            </a:r>
            <a:r>
              <a:rPr lang="en-US" altLang="zh-CN" sz="2000" b="1" baseline="30000" dirty="0">
                <a:latin typeface="Times New Roman" panose="02020603050405020304" pitchFamily="18" charset="0"/>
              </a:rPr>
              <a:t> </a:t>
            </a:r>
            <a:r>
              <a:rPr lang="en-US" altLang="zh-CN" sz="2000" b="1" dirty="0">
                <a:latin typeface="Times New Roman" panose="02020603050405020304" pitchFamily="18" charset="0"/>
              </a:rPr>
              <a:t>| </a:t>
            </a:r>
            <a:r>
              <a:rPr lang="en-US" altLang="zh-CN" sz="2000" b="1" dirty="0">
                <a:latin typeface="Times New Roman" panose="02020603050405020304" pitchFamily="18" charset="0"/>
                <a:sym typeface="Symbol" panose="05050102010706020507" pitchFamily="18" charset="2"/>
              </a:rPr>
              <a:t>		</a:t>
            </a:r>
            <a:r>
              <a:rPr lang="en-US" altLang="zh-CN" sz="2000" b="1" dirty="0">
                <a:latin typeface="Times New Roman" panose="02020603050405020304" pitchFamily="18" charset="0"/>
              </a:rPr>
              <a:t>FIRST(</a:t>
            </a:r>
            <a:r>
              <a:rPr lang="en-US" altLang="zh-CN" sz="2000" b="1" i="1" dirty="0">
                <a:latin typeface="Times New Roman" panose="02020603050405020304" pitchFamily="18" charset="0"/>
              </a:rPr>
              <a:t>E </a:t>
            </a:r>
            <a:r>
              <a:rPr lang="en-US" altLang="zh-CN" sz="2000" b="1" dirty="0">
                <a:latin typeface="Times New Roman" panose="02020603050405020304" pitchFamily="18" charset="0"/>
                <a:sym typeface="Symbol" panose="05050102010706020507" pitchFamily="18" charset="2"/>
              </a:rPr>
              <a:t></a:t>
            </a:r>
            <a:r>
              <a:rPr lang="en-US" altLang="zh-CN" sz="2000" b="1" dirty="0">
                <a:latin typeface="Times New Roman" panose="02020603050405020304" pitchFamily="18" charset="0"/>
              </a:rPr>
              <a:t>) = {+, </a:t>
            </a:r>
            <a:r>
              <a:rPr lang="en-US" altLang="zh-CN" sz="2000" b="1" dirty="0">
                <a:latin typeface="Times New Roman" panose="02020603050405020304" pitchFamily="18" charset="0"/>
                <a:sym typeface="Symbol" panose="05050102010706020507" pitchFamily="18" charset="2"/>
              </a:rPr>
              <a:t></a:t>
            </a:r>
            <a:r>
              <a:rPr lang="en-US" altLang="zh-CN" sz="2000" b="1" dirty="0">
                <a:latin typeface="Times New Roman" panose="02020603050405020304" pitchFamily="18" charset="0"/>
              </a:rPr>
              <a:t>}</a:t>
            </a:r>
          </a:p>
          <a:p>
            <a:pPr algn="just">
              <a:lnSpc>
                <a:spcPct val="80000"/>
              </a:lnSpc>
              <a:spcBef>
                <a:spcPct val="10000"/>
              </a:spcBef>
            </a:pPr>
            <a:r>
              <a:rPr lang="en-US" altLang="zh-CN" sz="2000" b="1" i="1" dirty="0">
                <a:latin typeface="Times New Roman" panose="02020603050405020304" pitchFamily="18" charset="0"/>
              </a:rPr>
              <a:t>T</a:t>
            </a:r>
            <a:r>
              <a:rPr lang="en-US" altLang="zh-CN" sz="2000" b="1" dirty="0">
                <a:latin typeface="Times New Roman" panose="02020603050405020304" pitchFamily="18" charset="0"/>
              </a:rPr>
              <a:t> </a:t>
            </a:r>
            <a:r>
              <a:rPr lang="en-US" altLang="zh-CN" sz="2000" b="1" dirty="0">
                <a:latin typeface="Times New Roman" panose="02020603050405020304" pitchFamily="18" charset="0"/>
                <a:sym typeface="Symbol" panose="05050102010706020507" pitchFamily="18" charset="2"/>
              </a:rPr>
              <a:t></a:t>
            </a:r>
            <a:r>
              <a:rPr lang="en-US" altLang="zh-CN" sz="2000" b="1" dirty="0">
                <a:latin typeface="Times New Roman" panose="02020603050405020304" pitchFamily="18" charset="0"/>
              </a:rPr>
              <a:t> </a:t>
            </a:r>
            <a:r>
              <a:rPr lang="en-US" altLang="zh-CN" sz="2000" b="1" i="1" dirty="0">
                <a:latin typeface="Times New Roman" panose="02020603050405020304" pitchFamily="18" charset="0"/>
              </a:rPr>
              <a:t>FT </a:t>
            </a:r>
            <a:r>
              <a:rPr lang="en-US" altLang="zh-CN" sz="2000" b="1" dirty="0">
                <a:latin typeface="Times New Roman" panose="02020603050405020304" pitchFamily="18" charset="0"/>
                <a:sym typeface="Symbol" panose="05050102010706020507" pitchFamily="18" charset="2"/>
              </a:rPr>
              <a:t>			</a:t>
            </a:r>
            <a:r>
              <a:rPr lang="en-US" altLang="zh-CN" sz="2000" b="1" dirty="0">
                <a:latin typeface="Times New Roman" panose="02020603050405020304" pitchFamily="18" charset="0"/>
              </a:rPr>
              <a:t>FIRST(</a:t>
            </a:r>
            <a:r>
              <a:rPr lang="en-US" altLang="zh-CN" sz="2000" b="1" i="1" dirty="0">
                <a:latin typeface="Times New Roman" panose="02020603050405020304" pitchFamily="18" charset="0"/>
              </a:rPr>
              <a:t>T </a:t>
            </a:r>
            <a:r>
              <a:rPr lang="en-US" altLang="zh-CN" sz="2000" b="1" dirty="0">
                <a:latin typeface="Times New Roman" panose="02020603050405020304" pitchFamily="18" charset="0"/>
                <a:sym typeface="Symbol" panose="05050102010706020507" pitchFamily="18" charset="2"/>
              </a:rPr>
              <a:t></a:t>
            </a:r>
            <a:r>
              <a:rPr lang="en-US" altLang="zh-CN" sz="2000" b="1" dirty="0">
                <a:latin typeface="Times New Roman" panose="02020603050405020304" pitchFamily="18" charset="0"/>
              </a:rPr>
              <a:t>) = {</a:t>
            </a:r>
            <a:r>
              <a:rPr lang="en-US" altLang="zh-CN" sz="2000" b="1" dirty="0">
                <a:latin typeface="Times New Roman" panose="02020603050405020304" pitchFamily="18" charset="0"/>
                <a:cs typeface="Times New Roman" panose="02020603050405020304" pitchFamily="18" charset="0"/>
                <a:sym typeface="Symbol" panose="05050102010706020507" pitchFamily="18" charset="2"/>
              </a:rPr>
              <a:t></a:t>
            </a:r>
            <a:r>
              <a:rPr lang="en-US" altLang="zh-CN" sz="2000" b="1" dirty="0">
                <a:latin typeface="Times New Roman" panose="02020603050405020304" pitchFamily="18" charset="0"/>
              </a:rPr>
              <a:t>, </a:t>
            </a:r>
            <a:r>
              <a:rPr lang="en-US" altLang="zh-CN" sz="2000" b="1" dirty="0">
                <a:latin typeface="Times New Roman" panose="02020603050405020304" pitchFamily="18" charset="0"/>
                <a:sym typeface="Symbol" panose="05050102010706020507" pitchFamily="18" charset="2"/>
              </a:rPr>
              <a:t></a:t>
            </a:r>
            <a:r>
              <a:rPr lang="en-US" altLang="zh-CN" sz="2000" b="1" dirty="0">
                <a:latin typeface="Times New Roman" panose="02020603050405020304" pitchFamily="18" charset="0"/>
              </a:rPr>
              <a:t>}</a:t>
            </a:r>
          </a:p>
          <a:p>
            <a:pPr algn="just">
              <a:lnSpc>
                <a:spcPct val="80000"/>
              </a:lnSpc>
              <a:spcBef>
                <a:spcPct val="10000"/>
              </a:spcBef>
            </a:pPr>
            <a:r>
              <a:rPr lang="en-US" altLang="zh-CN" sz="2000" b="1" i="1" dirty="0">
                <a:latin typeface="Times New Roman" panose="02020603050405020304" pitchFamily="18" charset="0"/>
              </a:rPr>
              <a:t>T </a:t>
            </a:r>
            <a:r>
              <a:rPr lang="en-US" altLang="zh-CN" sz="2000" b="1" dirty="0">
                <a:latin typeface="Times New Roman" panose="02020603050405020304" pitchFamily="18" charset="0"/>
                <a:sym typeface="Symbol" panose="05050102010706020507" pitchFamily="18" charset="2"/>
              </a:rPr>
              <a:t></a:t>
            </a:r>
            <a:r>
              <a:rPr lang="en-US" altLang="zh-CN" sz="2000" b="1" dirty="0">
                <a:latin typeface="Times New Roman" panose="02020603050405020304" pitchFamily="18" charset="0"/>
              </a:rPr>
              <a:t> </a:t>
            </a:r>
            <a:r>
              <a:rPr lang="en-US" altLang="zh-CN" sz="2000" b="1" dirty="0">
                <a:latin typeface="Times New Roman" panose="02020603050405020304" pitchFamily="18" charset="0"/>
                <a:sym typeface="Symbol" panose="05050102010706020507" pitchFamily="18" charset="2"/>
              </a:rPr>
              <a:t></a:t>
            </a:r>
            <a:r>
              <a:rPr lang="en-US" altLang="zh-CN" sz="2000" b="1" dirty="0">
                <a:latin typeface="Times New Roman" panose="02020603050405020304" pitchFamily="18" charset="0"/>
              </a:rPr>
              <a:t> </a:t>
            </a:r>
            <a:r>
              <a:rPr lang="en-US" altLang="zh-CN" sz="2000" b="1" dirty="0">
                <a:latin typeface="Times New Roman" panose="02020603050405020304" pitchFamily="18" charset="0"/>
                <a:cs typeface="Times New Roman" panose="02020603050405020304" pitchFamily="18" charset="0"/>
                <a:sym typeface="Symbol" panose="05050102010706020507" pitchFamily="18" charset="2"/>
              </a:rPr>
              <a:t></a:t>
            </a:r>
            <a:r>
              <a:rPr lang="en-US" altLang="zh-CN" sz="2000" b="1" dirty="0">
                <a:latin typeface="Times New Roman" panose="02020603050405020304" pitchFamily="18" charset="0"/>
              </a:rPr>
              <a:t> </a:t>
            </a:r>
            <a:r>
              <a:rPr lang="en-US" altLang="zh-CN" sz="2000" b="1" i="1" dirty="0">
                <a:latin typeface="Times New Roman" panose="02020603050405020304" pitchFamily="18" charset="0"/>
              </a:rPr>
              <a:t>FT </a:t>
            </a:r>
            <a:r>
              <a:rPr lang="en-US" altLang="zh-CN" sz="2000" b="1" dirty="0">
                <a:latin typeface="Times New Roman" panose="02020603050405020304" pitchFamily="18" charset="0"/>
                <a:sym typeface="Symbol" panose="05050102010706020507" pitchFamily="18" charset="2"/>
              </a:rPr>
              <a:t></a:t>
            </a:r>
            <a:r>
              <a:rPr lang="en-US" altLang="zh-CN" sz="2000" b="1" i="1" dirty="0">
                <a:latin typeface="Times New Roman" panose="02020603050405020304" pitchFamily="18" charset="0"/>
              </a:rPr>
              <a:t> </a:t>
            </a:r>
            <a:r>
              <a:rPr lang="en-US" altLang="zh-CN" sz="2000" b="1" dirty="0">
                <a:latin typeface="Times New Roman" panose="02020603050405020304" pitchFamily="18" charset="0"/>
              </a:rPr>
              <a:t>| </a:t>
            </a:r>
            <a:r>
              <a:rPr lang="en-US" altLang="zh-CN" sz="2000" b="1" dirty="0">
                <a:latin typeface="Times New Roman" panose="02020603050405020304" pitchFamily="18" charset="0"/>
                <a:sym typeface="Symbol" panose="05050102010706020507" pitchFamily="18" charset="2"/>
              </a:rPr>
              <a:t>		</a:t>
            </a:r>
            <a:r>
              <a:rPr lang="en-US" altLang="zh-CN" sz="2000" b="1" dirty="0">
                <a:latin typeface="Times New Roman" panose="02020603050405020304" pitchFamily="18" charset="0"/>
              </a:rPr>
              <a:t>FOLLOW(</a:t>
            </a:r>
            <a:r>
              <a:rPr lang="en-US" altLang="zh-CN" sz="2000" b="1" i="1" dirty="0">
                <a:latin typeface="Times New Roman" panose="02020603050405020304" pitchFamily="18" charset="0"/>
              </a:rPr>
              <a:t>E</a:t>
            </a:r>
            <a:r>
              <a:rPr lang="en-US" altLang="zh-CN" sz="2000" b="1" dirty="0">
                <a:latin typeface="Times New Roman" panose="02020603050405020304" pitchFamily="18" charset="0"/>
              </a:rPr>
              <a:t>) = FOLLOW(</a:t>
            </a:r>
            <a:r>
              <a:rPr lang="en-US" altLang="zh-CN" sz="2000" b="1" i="1" dirty="0">
                <a:latin typeface="Times New Roman" panose="02020603050405020304" pitchFamily="18" charset="0"/>
              </a:rPr>
              <a:t>E </a:t>
            </a:r>
            <a:r>
              <a:rPr lang="en-US" altLang="zh-CN" sz="2000" b="1" dirty="0">
                <a:latin typeface="Times New Roman" panose="02020603050405020304" pitchFamily="18" charset="0"/>
                <a:sym typeface="Symbol" panose="05050102010706020507" pitchFamily="18" charset="2"/>
              </a:rPr>
              <a:t></a:t>
            </a:r>
            <a:r>
              <a:rPr lang="en-US" altLang="zh-CN" sz="2000" b="1" dirty="0">
                <a:latin typeface="Times New Roman" panose="02020603050405020304" pitchFamily="18" charset="0"/>
              </a:rPr>
              <a:t>) = { ), $}</a:t>
            </a:r>
          </a:p>
          <a:p>
            <a:pPr algn="just">
              <a:lnSpc>
                <a:spcPct val="80000"/>
              </a:lnSpc>
              <a:spcBef>
                <a:spcPct val="10000"/>
              </a:spcBef>
            </a:pPr>
            <a:r>
              <a:rPr lang="en-US" altLang="zh-CN" sz="2000" b="1" i="1" dirty="0">
                <a:latin typeface="Times New Roman" panose="02020603050405020304" pitchFamily="18" charset="0"/>
              </a:rPr>
              <a:t>F</a:t>
            </a:r>
            <a:r>
              <a:rPr lang="en-US" altLang="zh-CN" sz="2000" b="1" dirty="0">
                <a:latin typeface="Times New Roman" panose="02020603050405020304" pitchFamily="18" charset="0"/>
              </a:rPr>
              <a:t> </a:t>
            </a:r>
            <a:r>
              <a:rPr lang="en-US" altLang="zh-CN" sz="2000" b="1" dirty="0">
                <a:latin typeface="Times New Roman" panose="02020603050405020304" pitchFamily="18" charset="0"/>
                <a:sym typeface="Symbol" panose="05050102010706020507" pitchFamily="18" charset="2"/>
              </a:rPr>
              <a:t></a:t>
            </a:r>
            <a:r>
              <a:rPr lang="en-US" altLang="zh-CN" sz="2000" b="1" dirty="0">
                <a:latin typeface="Times New Roman" panose="02020603050405020304" pitchFamily="18" charset="0"/>
              </a:rPr>
              <a:t> (</a:t>
            </a:r>
            <a:r>
              <a:rPr lang="en-US" altLang="zh-CN" sz="2000" b="1" i="1" dirty="0">
                <a:latin typeface="Times New Roman" panose="02020603050405020304" pitchFamily="18" charset="0"/>
              </a:rPr>
              <a:t>E</a:t>
            </a:r>
            <a:r>
              <a:rPr lang="en-US" altLang="zh-CN" sz="2000" b="1" dirty="0">
                <a:latin typeface="Times New Roman" panose="02020603050405020304" pitchFamily="18" charset="0"/>
              </a:rPr>
              <a:t>) | id			FOLLOW(</a:t>
            </a:r>
            <a:r>
              <a:rPr lang="en-US" altLang="zh-CN" sz="2000" b="1" i="1" dirty="0">
                <a:latin typeface="Times New Roman" panose="02020603050405020304" pitchFamily="18" charset="0"/>
              </a:rPr>
              <a:t>T</a:t>
            </a:r>
            <a:r>
              <a:rPr lang="en-US" altLang="zh-CN" sz="2000" b="1" dirty="0">
                <a:latin typeface="Times New Roman" panose="02020603050405020304" pitchFamily="18" charset="0"/>
              </a:rPr>
              <a:t>) = FOLLOW (</a:t>
            </a:r>
            <a:r>
              <a:rPr lang="en-US" altLang="zh-CN" sz="2000" b="1" i="1" dirty="0">
                <a:latin typeface="Times New Roman" panose="02020603050405020304" pitchFamily="18" charset="0"/>
              </a:rPr>
              <a:t>T </a:t>
            </a:r>
            <a:r>
              <a:rPr lang="en-US" altLang="zh-CN" sz="2000" b="1" dirty="0">
                <a:latin typeface="Times New Roman" panose="02020603050405020304" pitchFamily="18" charset="0"/>
                <a:sym typeface="Symbol" panose="05050102010706020507" pitchFamily="18" charset="2"/>
              </a:rPr>
              <a:t></a:t>
            </a:r>
            <a:r>
              <a:rPr lang="en-US" altLang="zh-CN" sz="2000" b="1" dirty="0">
                <a:latin typeface="Times New Roman" panose="02020603050405020304" pitchFamily="18" charset="0"/>
              </a:rPr>
              <a:t>) = { +, ), $}</a:t>
            </a:r>
          </a:p>
          <a:p>
            <a:pPr algn="just" eaLnBrk="1" hangingPunct="1">
              <a:lnSpc>
                <a:spcPct val="80000"/>
              </a:lnSpc>
              <a:spcBef>
                <a:spcPct val="10000"/>
              </a:spcBef>
              <a:buFont typeface="Wingdings" panose="05000000000000000000" pitchFamily="2" charset="2"/>
              <a:buNone/>
            </a:pPr>
            <a:r>
              <a:rPr lang="en-US" altLang="zh-CN" sz="2000" b="1" dirty="0">
                <a:latin typeface="Times New Roman" panose="02020603050405020304" pitchFamily="18" charset="0"/>
              </a:rPr>
              <a:t>					FOLLOW(</a:t>
            </a:r>
            <a:r>
              <a:rPr lang="en-US" altLang="zh-CN" sz="2000" b="1" i="1" dirty="0">
                <a:latin typeface="Times New Roman" panose="02020603050405020304" pitchFamily="18" charset="0"/>
              </a:rPr>
              <a:t>F</a:t>
            </a:r>
            <a:r>
              <a:rPr lang="en-US" altLang="zh-CN" sz="2000" b="1" dirty="0">
                <a:latin typeface="Times New Roman" panose="02020603050405020304" pitchFamily="18" charset="0"/>
              </a:rPr>
              <a:t>) = {+, </a:t>
            </a:r>
            <a:r>
              <a:rPr lang="en-US" altLang="zh-CN" sz="2000" b="1" dirty="0">
                <a:latin typeface="Times New Roman" panose="02020603050405020304" pitchFamily="18" charset="0"/>
                <a:cs typeface="Times New Roman" panose="02020603050405020304" pitchFamily="18" charset="0"/>
                <a:sym typeface="Symbol" panose="05050102010706020507" pitchFamily="18" charset="2"/>
              </a:rPr>
              <a:t></a:t>
            </a:r>
            <a:r>
              <a:rPr lang="en-US" altLang="zh-CN" sz="2000" b="1" dirty="0">
                <a:latin typeface="Times New Roman" panose="02020603050405020304" pitchFamily="18" charset="0"/>
              </a:rPr>
              <a:t>, ), $} </a:t>
            </a:r>
          </a:p>
        </p:txBody>
      </p:sp>
      <p:sp>
        <p:nvSpPr>
          <p:cNvPr id="3" name="日期占位符 2">
            <a:extLst>
              <a:ext uri="{FF2B5EF4-FFF2-40B4-BE49-F238E27FC236}">
                <a16:creationId xmlns:a16="http://schemas.microsoft.com/office/drawing/2014/main" id="{6476ACF3-71D5-CD08-0F15-B6636CAFA506}"/>
              </a:ext>
            </a:extLst>
          </p:cNvPr>
          <p:cNvSpPr>
            <a:spLocks noGrp="1"/>
          </p:cNvSpPr>
          <p:nvPr>
            <p:ph type="dt" sz="half" idx="10"/>
          </p:nvPr>
        </p:nvSpPr>
        <p:spPr/>
        <p:txBody>
          <a:bodyPr/>
          <a:lstStyle/>
          <a:p>
            <a:fld id="{A7A40679-DF90-4413-8BB8-3F1928B9321E}" type="datetime2">
              <a:rPr lang="zh-CN" altLang="en-US" smtClean="0"/>
              <a:pPr/>
              <a:t>2025年11月26日</a:t>
            </a:fld>
            <a:endParaRPr lang="zh-CN" altLang="en-US"/>
          </a:p>
        </p:txBody>
      </p:sp>
      <p:sp>
        <p:nvSpPr>
          <p:cNvPr id="4" name="页脚占位符 3">
            <a:extLst>
              <a:ext uri="{FF2B5EF4-FFF2-40B4-BE49-F238E27FC236}">
                <a16:creationId xmlns:a16="http://schemas.microsoft.com/office/drawing/2014/main" id="{CF78E107-A96E-671B-2168-523BFCC680C8}"/>
              </a:ext>
            </a:extLst>
          </p:cNvPr>
          <p:cNvSpPr>
            <a:spLocks noGrp="1"/>
          </p:cNvSpPr>
          <p:nvPr>
            <p:ph type="ftr" sz="quarter" idx="11"/>
          </p:nvPr>
        </p:nvSpPr>
        <p:spPr/>
        <p:txBody>
          <a:bodyPr/>
          <a:lstStyle/>
          <a:p>
            <a:r>
              <a:rPr lang="zh-CN" altLang="en-US"/>
              <a:t>编译原理</a:t>
            </a:r>
            <a:r>
              <a:rPr lang="en-US" altLang="zh-CN"/>
              <a:t>-</a:t>
            </a:r>
            <a:r>
              <a:rPr lang="zh-CN" altLang="en-US"/>
              <a:t>王欣捷</a:t>
            </a:r>
            <a:r>
              <a:rPr lang="en-US" altLang="zh-CN"/>
              <a:t>-</a:t>
            </a:r>
            <a:r>
              <a:rPr lang="zh-CN" altLang="en-US"/>
              <a:t>第三章 语法分析</a:t>
            </a:r>
            <a:r>
              <a:rPr lang="en-US" altLang="zh-CN"/>
              <a:t>(4)</a:t>
            </a:r>
            <a:endParaRPr lang="zh-CN" altLang="en-US"/>
          </a:p>
        </p:txBody>
      </p:sp>
      <p:sp>
        <p:nvSpPr>
          <p:cNvPr id="5" name="灯片编号占位符 4">
            <a:extLst>
              <a:ext uri="{FF2B5EF4-FFF2-40B4-BE49-F238E27FC236}">
                <a16:creationId xmlns:a16="http://schemas.microsoft.com/office/drawing/2014/main" id="{DC6AF7DC-D471-70A3-A29A-76AD90B2A702}"/>
              </a:ext>
            </a:extLst>
          </p:cNvPr>
          <p:cNvSpPr>
            <a:spLocks noGrp="1"/>
          </p:cNvSpPr>
          <p:nvPr>
            <p:ph type="sldNum" sz="quarter" idx="12"/>
          </p:nvPr>
        </p:nvSpPr>
        <p:spPr/>
        <p:txBody>
          <a:bodyPr/>
          <a:lstStyle/>
          <a:p>
            <a:fld id="{094DEB03-EFC6-4C20-8FC8-295189A5386F}" type="slidenum">
              <a:rPr lang="zh-CN" altLang="en-US" smtClean="0"/>
              <a:pPr/>
              <a:t>12</a:t>
            </a:fld>
            <a:endParaRPr lang="zh-CN" altLang="en-US"/>
          </a:p>
        </p:txBody>
      </p:sp>
    </p:spTree>
  </p:cSld>
  <p:clrMapOvr>
    <a:masterClrMapping/>
  </p:clrMapOvr>
</p:sld>
</file>

<file path=ppt/slides/slide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1506" name="Rectangle 2">
            <a:extLst>
              <a:ext uri="{FF2B5EF4-FFF2-40B4-BE49-F238E27FC236}">
                <a16:creationId xmlns:a16="http://schemas.microsoft.com/office/drawing/2014/main" id="{F0DC386D-544F-4EBD-AF4E-343C66FBC538}"/>
              </a:ext>
            </a:extLst>
          </p:cNvPr>
          <p:cNvSpPr>
            <a:spLocks noGrp="1" noChangeArrowheads="1"/>
          </p:cNvSpPr>
          <p:nvPr>
            <p:ph type="title"/>
          </p:nvPr>
        </p:nvSpPr>
        <p:spPr/>
        <p:txBody>
          <a:bodyPr/>
          <a:lstStyle/>
          <a:p>
            <a:pPr eaLnBrk="1" hangingPunct="1"/>
            <a:r>
              <a:rPr lang="en-US" altLang="zh-CN"/>
              <a:t>3.3.4 </a:t>
            </a:r>
            <a:r>
              <a:rPr lang="zh-CN" altLang="en-US"/>
              <a:t>非递归的预测分析</a:t>
            </a:r>
          </a:p>
        </p:txBody>
      </p:sp>
      <p:sp>
        <p:nvSpPr>
          <p:cNvPr id="21507" name="Rectangle 3">
            <a:extLst>
              <a:ext uri="{FF2B5EF4-FFF2-40B4-BE49-F238E27FC236}">
                <a16:creationId xmlns:a16="http://schemas.microsoft.com/office/drawing/2014/main" id="{50F3B445-2C54-4F14-BF78-ACC63181C729}"/>
              </a:ext>
            </a:extLst>
          </p:cNvPr>
          <p:cNvSpPr>
            <a:spLocks noGrp="1" noChangeArrowheads="1"/>
          </p:cNvSpPr>
          <p:nvPr>
            <p:ph idx="1"/>
          </p:nvPr>
        </p:nvSpPr>
        <p:spPr/>
        <p:txBody>
          <a:bodyPr/>
          <a:lstStyle/>
          <a:p>
            <a:pPr eaLnBrk="1" hangingPunct="1">
              <a:lnSpc>
                <a:spcPct val="90000"/>
              </a:lnSpc>
              <a:buFont typeface="Wingdings" panose="05000000000000000000" pitchFamily="2" charset="2"/>
              <a:buNone/>
            </a:pPr>
            <a:r>
              <a:rPr lang="zh-CN" altLang="en-US" sz="2800"/>
              <a:t>预测分析器接受输入</a:t>
            </a:r>
            <a:r>
              <a:rPr lang="en-US" altLang="zh-CN" sz="2800" b="1">
                <a:latin typeface="Times New Roman" panose="02020603050405020304" pitchFamily="18" charset="0"/>
              </a:rPr>
              <a:t>id</a:t>
            </a:r>
            <a:r>
              <a:rPr lang="en-US" altLang="zh-CN" sz="2800">
                <a:latin typeface="Times New Roman" panose="02020603050405020304" pitchFamily="18" charset="0"/>
              </a:rPr>
              <a:t> * </a:t>
            </a:r>
            <a:r>
              <a:rPr lang="en-US" altLang="zh-CN" sz="2800" b="1">
                <a:latin typeface="Times New Roman" panose="02020603050405020304" pitchFamily="18" charset="0"/>
              </a:rPr>
              <a:t>id</a:t>
            </a:r>
            <a:r>
              <a:rPr lang="en-US" altLang="zh-CN" sz="2800">
                <a:latin typeface="Times New Roman" panose="02020603050405020304" pitchFamily="18" charset="0"/>
              </a:rPr>
              <a:t> + </a:t>
            </a:r>
            <a:r>
              <a:rPr lang="en-US" altLang="zh-CN" sz="2800" b="1">
                <a:latin typeface="Times New Roman" panose="02020603050405020304" pitchFamily="18" charset="0"/>
              </a:rPr>
              <a:t>id</a:t>
            </a:r>
            <a:r>
              <a:rPr lang="zh-CN" altLang="en-US" sz="2800"/>
              <a:t>的动作</a:t>
            </a:r>
          </a:p>
        </p:txBody>
      </p:sp>
      <p:graphicFrame>
        <p:nvGraphicFramePr>
          <p:cNvPr id="5" name="Group 4">
            <a:extLst>
              <a:ext uri="{FF2B5EF4-FFF2-40B4-BE49-F238E27FC236}">
                <a16:creationId xmlns:a16="http://schemas.microsoft.com/office/drawing/2014/main" id="{84D35249-B8CA-49F4-9D42-2B0BF47968DC}"/>
              </a:ext>
            </a:extLst>
          </p:cNvPr>
          <p:cNvGraphicFramePr>
            <a:graphicFrameLocks/>
          </p:cNvGraphicFramePr>
          <p:nvPr/>
        </p:nvGraphicFramePr>
        <p:xfrm>
          <a:off x="609600" y="1981200"/>
          <a:ext cx="8305800" cy="4667252"/>
        </p:xfrm>
        <a:graphic>
          <a:graphicData uri="http://schemas.openxmlformats.org/drawingml/2006/table">
            <a:tbl>
              <a:tblPr/>
              <a:tblGrid>
                <a:gridCol w="2690813">
                  <a:extLst>
                    <a:ext uri="{9D8B030D-6E8A-4147-A177-3AD203B41FA5}">
                      <a16:colId xmlns:a16="http://schemas.microsoft.com/office/drawing/2014/main" val="20000"/>
                    </a:ext>
                  </a:extLst>
                </a:gridCol>
                <a:gridCol w="2808287">
                  <a:extLst>
                    <a:ext uri="{9D8B030D-6E8A-4147-A177-3AD203B41FA5}">
                      <a16:colId xmlns:a16="http://schemas.microsoft.com/office/drawing/2014/main" val="20001"/>
                    </a:ext>
                  </a:extLst>
                </a:gridCol>
                <a:gridCol w="2806700">
                  <a:extLst>
                    <a:ext uri="{9D8B030D-6E8A-4147-A177-3AD203B41FA5}">
                      <a16:colId xmlns:a16="http://schemas.microsoft.com/office/drawing/2014/main" val="20002"/>
                    </a:ext>
                  </a:extLst>
                </a:gridCol>
              </a:tblGrid>
              <a:tr h="518160">
                <a:tc>
                  <a:txBody>
                    <a:body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itchFamily="2" charset="2"/>
                        <a:buNone/>
                        <a:tabLst/>
                      </a:pPr>
                      <a:r>
                        <a:rPr kumimoji="0" lang="zh-CN" altLang="en-US" sz="2800" b="0" i="0" u="none" strike="noStrike" cap="none" normalizeH="0" baseline="0">
                          <a:ln>
                            <a:noFill/>
                          </a:ln>
                          <a:solidFill>
                            <a:schemeClr val="tx1"/>
                          </a:solidFill>
                          <a:effectLst/>
                          <a:latin typeface="Times New Roman" pitchFamily="18" charset="0"/>
                          <a:ea typeface="黑体" pitchFamily="2" charset="-122"/>
                        </a:rPr>
                        <a:t>栈 </a:t>
                      </a:r>
                    </a:p>
                  </a:txBody>
                  <a:tcPr horzOverflow="overflow">
                    <a:lnL w="28575"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28575"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a:txBody>
                    <a:body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itchFamily="2" charset="2"/>
                        <a:buNone/>
                        <a:tabLst/>
                      </a:pPr>
                      <a:r>
                        <a:rPr kumimoji="0" lang="zh-CN" altLang="en-US" sz="2800" b="0" i="0" u="none" strike="noStrike" cap="none" normalizeH="0" baseline="0">
                          <a:ln>
                            <a:noFill/>
                          </a:ln>
                          <a:solidFill>
                            <a:schemeClr val="tx1"/>
                          </a:solidFill>
                          <a:effectLst/>
                          <a:latin typeface="Times New Roman" pitchFamily="18" charset="0"/>
                          <a:ea typeface="黑体" pitchFamily="2" charset="-122"/>
                        </a:rPr>
                        <a:t>输    入 </a:t>
                      </a:r>
                    </a:p>
                  </a:txBody>
                  <a:tcPr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28575"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a:txBody>
                    <a:body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itchFamily="2" charset="2"/>
                        <a:buNone/>
                        <a:tabLst/>
                      </a:pPr>
                      <a:r>
                        <a:rPr kumimoji="0" lang="zh-CN" altLang="en-US" sz="2800" b="0" i="0" u="none" strike="noStrike" cap="none" normalizeH="0" baseline="0">
                          <a:ln>
                            <a:noFill/>
                          </a:ln>
                          <a:solidFill>
                            <a:schemeClr val="tx1"/>
                          </a:solidFill>
                          <a:effectLst/>
                          <a:latin typeface="Times New Roman" pitchFamily="18" charset="0"/>
                          <a:ea typeface="黑体" pitchFamily="2" charset="-122"/>
                        </a:rPr>
                        <a:t>输    出 </a:t>
                      </a:r>
                    </a:p>
                  </a:txBody>
                  <a:tcPr horzOverflow="overflow">
                    <a:lnL w="12700" cap="flat" cmpd="sng" algn="ctr">
                      <a:solidFill>
                        <a:schemeClr val="tx1"/>
                      </a:solidFill>
                      <a:prstDash val="solid"/>
                      <a:round/>
                      <a:headEnd type="none" w="sm" len="sm"/>
                      <a:tailEnd type="none" w="sm" len="sm"/>
                    </a:lnL>
                    <a:lnR w="28575" cap="flat" cmpd="sng" algn="ctr">
                      <a:solidFill>
                        <a:schemeClr val="tx1"/>
                      </a:solidFill>
                      <a:prstDash val="solid"/>
                      <a:round/>
                      <a:headEnd type="none" w="sm" len="sm"/>
                      <a:tailEnd type="none" w="sm" len="sm"/>
                    </a:lnR>
                    <a:lnT w="28575"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extLst>
                  <a:ext uri="{0D108BD9-81ED-4DB2-BD59-A6C34878D82A}">
                    <a16:rowId xmlns:a16="http://schemas.microsoft.com/office/drawing/2014/main" val="10000"/>
                  </a:ext>
                </a:extLst>
              </a:tr>
              <a:tr h="519113">
                <a:tc>
                  <a:txBody>
                    <a:bodyPr/>
                    <a:lstStyle/>
                    <a:p>
                      <a:pPr marL="0" marR="0" lvl="0" indent="0" algn="l" defTabSz="914400" rtl="0" eaLnBrk="1" fontAlgn="base" latinLnBrk="0" hangingPunct="1">
                        <a:lnSpc>
                          <a:spcPct val="100000"/>
                        </a:lnSpc>
                        <a:spcBef>
                          <a:spcPct val="20000"/>
                        </a:spcBef>
                        <a:spcAft>
                          <a:spcPct val="0"/>
                        </a:spcAft>
                        <a:buClr>
                          <a:schemeClr val="folHlink"/>
                        </a:buClr>
                        <a:buSzPct val="60000"/>
                        <a:buFont typeface="Wingdings" pitchFamily="2" charset="2"/>
                        <a:buNone/>
                        <a:tabLst/>
                      </a:pPr>
                      <a:r>
                        <a:rPr kumimoji="0" lang="en-US" altLang="zh-CN" sz="2800" b="1" i="0" u="none" strike="noStrike" cap="none" normalizeH="0" baseline="0">
                          <a:ln>
                            <a:noFill/>
                          </a:ln>
                          <a:solidFill>
                            <a:schemeClr val="tx1"/>
                          </a:solidFill>
                          <a:effectLst/>
                          <a:latin typeface="Times New Roman" pitchFamily="18" charset="0"/>
                          <a:ea typeface="黑体" pitchFamily="2" charset="-122"/>
                        </a:rPr>
                        <a:t>$</a:t>
                      </a:r>
                      <a:r>
                        <a:rPr kumimoji="0" lang="en-US" altLang="zh-CN" sz="2800" b="1" i="1" u="none" strike="noStrike" cap="none" normalizeH="0" baseline="0">
                          <a:ln>
                            <a:noFill/>
                          </a:ln>
                          <a:solidFill>
                            <a:schemeClr val="tx1"/>
                          </a:solidFill>
                          <a:effectLst/>
                          <a:latin typeface="Times New Roman" pitchFamily="18" charset="0"/>
                          <a:ea typeface="黑体" pitchFamily="2" charset="-122"/>
                        </a:rPr>
                        <a:t>E</a:t>
                      </a:r>
                      <a:r>
                        <a:rPr kumimoji="0" lang="en-US" altLang="zh-CN" sz="2800" b="0" i="0" u="none" strike="noStrike" cap="none" normalizeH="0" baseline="0">
                          <a:ln>
                            <a:noFill/>
                          </a:ln>
                          <a:solidFill>
                            <a:schemeClr val="tx1"/>
                          </a:solidFill>
                          <a:effectLst/>
                          <a:latin typeface="Times New Roman" pitchFamily="18" charset="0"/>
                          <a:ea typeface="黑体" pitchFamily="2" charset="-122"/>
                        </a:rPr>
                        <a:t> </a:t>
                      </a:r>
                    </a:p>
                  </a:txBody>
                  <a:tcPr horzOverflow="overflow">
                    <a:lnL w="28575"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
                          <a:schemeClr val="folHlink"/>
                        </a:buClr>
                        <a:buSzPct val="60000"/>
                        <a:buFont typeface="Wingdings" pitchFamily="2" charset="2"/>
                        <a:buNone/>
                        <a:tabLst/>
                      </a:pPr>
                      <a:r>
                        <a:rPr kumimoji="0" lang="en-US" altLang="zh-CN" sz="2800" b="1" i="0" u="none" strike="noStrike" cap="none" normalizeH="0" baseline="0">
                          <a:ln>
                            <a:noFill/>
                          </a:ln>
                          <a:solidFill>
                            <a:schemeClr val="tx1"/>
                          </a:solidFill>
                          <a:effectLst/>
                          <a:latin typeface="Times New Roman" pitchFamily="18" charset="0"/>
                          <a:ea typeface="黑体" pitchFamily="2" charset="-122"/>
                        </a:rPr>
                        <a:t>id </a:t>
                      </a:r>
                      <a:r>
                        <a:rPr kumimoji="0" lang="en-US" altLang="zh-CN" sz="2800" b="1" i="0" u="none" strike="noStrike" cap="none" normalizeH="0" baseline="0">
                          <a:ln>
                            <a:noFill/>
                          </a:ln>
                          <a:solidFill>
                            <a:schemeClr val="tx1"/>
                          </a:solidFill>
                          <a:effectLst/>
                          <a:latin typeface="Times New Roman" pitchFamily="18" charset="0"/>
                          <a:ea typeface="黑体" pitchFamily="2" charset="-122"/>
                          <a:cs typeface="Times New Roman" pitchFamily="18" charset="0"/>
                          <a:sym typeface="Symbol" pitchFamily="18" charset="2"/>
                        </a:rPr>
                        <a:t></a:t>
                      </a:r>
                      <a:r>
                        <a:rPr kumimoji="0" lang="en-US" altLang="zh-CN" sz="2800" b="1" i="0" u="none" strike="noStrike" cap="none" normalizeH="0" baseline="0">
                          <a:ln>
                            <a:noFill/>
                          </a:ln>
                          <a:solidFill>
                            <a:schemeClr val="tx1"/>
                          </a:solidFill>
                          <a:effectLst/>
                          <a:latin typeface="Times New Roman" pitchFamily="18" charset="0"/>
                          <a:ea typeface="黑体" pitchFamily="2" charset="-122"/>
                        </a:rPr>
                        <a:t> id + id$</a:t>
                      </a:r>
                      <a:r>
                        <a:rPr kumimoji="0" lang="en-US" altLang="zh-CN" sz="2800" b="0" i="0" u="none" strike="noStrike" cap="none" normalizeH="0" baseline="0">
                          <a:ln>
                            <a:noFill/>
                          </a:ln>
                          <a:solidFill>
                            <a:schemeClr val="tx1"/>
                          </a:solidFill>
                          <a:effectLst/>
                          <a:latin typeface="Times New Roman" pitchFamily="18" charset="0"/>
                          <a:ea typeface="黑体" pitchFamily="2" charset="-122"/>
                        </a:rPr>
                        <a:t> </a:t>
                      </a:r>
                    </a:p>
                  </a:txBody>
                  <a:tcPr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
                          <a:schemeClr val="folHlink"/>
                        </a:buClr>
                        <a:buSzPct val="60000"/>
                        <a:buFont typeface="Wingdings" pitchFamily="2" charset="2"/>
                        <a:buNone/>
                        <a:tabLst/>
                      </a:pPr>
                      <a:endParaRPr kumimoji="0" lang="zh-CN" altLang="zh-CN" sz="2800" b="0" i="0" u="none" strike="noStrike" cap="none" normalizeH="0" baseline="0">
                        <a:ln>
                          <a:noFill/>
                        </a:ln>
                        <a:solidFill>
                          <a:schemeClr val="tx1"/>
                        </a:solidFill>
                        <a:effectLst/>
                        <a:latin typeface="Times New Roman" pitchFamily="18" charset="0"/>
                        <a:ea typeface="黑体" pitchFamily="2" charset="-122"/>
                      </a:endParaRPr>
                    </a:p>
                  </a:txBody>
                  <a:tcPr horzOverflow="overflow">
                    <a:lnL w="12700" cap="flat" cmpd="sng" algn="ctr">
                      <a:solidFill>
                        <a:schemeClr val="tx1"/>
                      </a:solidFill>
                      <a:prstDash val="solid"/>
                      <a:round/>
                      <a:headEnd type="none" w="sm" len="sm"/>
                      <a:tailEnd type="none" w="sm" len="sm"/>
                    </a:lnL>
                    <a:lnR w="28575"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extLst>
                  <a:ext uri="{0D108BD9-81ED-4DB2-BD59-A6C34878D82A}">
                    <a16:rowId xmlns:a16="http://schemas.microsoft.com/office/drawing/2014/main" val="10001"/>
                  </a:ext>
                </a:extLst>
              </a:tr>
              <a:tr h="518160">
                <a:tc>
                  <a:txBody>
                    <a:bodyPr/>
                    <a:lstStyle/>
                    <a:p>
                      <a:pPr marL="0" marR="0" lvl="0" indent="0" algn="l" defTabSz="914400" rtl="0" eaLnBrk="1" fontAlgn="base" latinLnBrk="0" hangingPunct="1">
                        <a:lnSpc>
                          <a:spcPct val="100000"/>
                        </a:lnSpc>
                        <a:spcBef>
                          <a:spcPct val="20000"/>
                        </a:spcBef>
                        <a:spcAft>
                          <a:spcPct val="0"/>
                        </a:spcAft>
                        <a:buClr>
                          <a:schemeClr val="folHlink"/>
                        </a:buClr>
                        <a:buSzPct val="60000"/>
                        <a:buFont typeface="Wingdings" pitchFamily="2" charset="2"/>
                        <a:buNone/>
                        <a:tabLst/>
                      </a:pPr>
                      <a:endParaRPr kumimoji="0" lang="zh-CN" altLang="zh-CN" sz="2800" b="0" i="0" u="none" strike="noStrike" cap="none" normalizeH="0" baseline="0">
                        <a:ln>
                          <a:noFill/>
                        </a:ln>
                        <a:solidFill>
                          <a:schemeClr val="tx1"/>
                        </a:solidFill>
                        <a:effectLst/>
                        <a:latin typeface="Times New Roman" pitchFamily="18" charset="0"/>
                        <a:ea typeface="黑体" pitchFamily="2" charset="-122"/>
                      </a:endParaRPr>
                    </a:p>
                  </a:txBody>
                  <a:tcPr horzOverflow="overflow">
                    <a:lnL w="28575"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
                          <a:schemeClr val="folHlink"/>
                        </a:buClr>
                        <a:buSzPct val="60000"/>
                        <a:buFont typeface="Wingdings" pitchFamily="2" charset="2"/>
                        <a:buNone/>
                        <a:tabLst/>
                      </a:pPr>
                      <a:endParaRPr kumimoji="0" lang="zh-CN" altLang="zh-CN" sz="2800" b="0" i="0" u="none" strike="noStrike" cap="none" normalizeH="0" baseline="0">
                        <a:ln>
                          <a:noFill/>
                        </a:ln>
                        <a:solidFill>
                          <a:schemeClr val="tx1"/>
                        </a:solidFill>
                        <a:effectLst/>
                        <a:latin typeface="Times New Roman" pitchFamily="18" charset="0"/>
                        <a:ea typeface="黑体" pitchFamily="2" charset="-122"/>
                      </a:endParaRPr>
                    </a:p>
                  </a:txBody>
                  <a:tcPr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
                          <a:schemeClr val="folHlink"/>
                        </a:buClr>
                        <a:buSzPct val="60000"/>
                        <a:buFont typeface="Wingdings" pitchFamily="2" charset="2"/>
                        <a:buNone/>
                        <a:tabLst/>
                      </a:pPr>
                      <a:endParaRPr kumimoji="0" lang="zh-CN" altLang="zh-CN" sz="2800" b="0" i="0" u="none" strike="noStrike" cap="none" normalizeH="0" baseline="0">
                        <a:ln>
                          <a:noFill/>
                        </a:ln>
                        <a:solidFill>
                          <a:schemeClr val="tx1"/>
                        </a:solidFill>
                        <a:effectLst/>
                        <a:latin typeface="Times New Roman" pitchFamily="18" charset="0"/>
                        <a:ea typeface="黑体" pitchFamily="2" charset="-122"/>
                      </a:endParaRPr>
                    </a:p>
                  </a:txBody>
                  <a:tcPr horzOverflow="overflow">
                    <a:lnL w="12700" cap="flat" cmpd="sng" algn="ctr">
                      <a:solidFill>
                        <a:schemeClr val="tx1"/>
                      </a:solidFill>
                      <a:prstDash val="solid"/>
                      <a:round/>
                      <a:headEnd type="none" w="sm" len="sm"/>
                      <a:tailEnd type="none" w="sm" len="sm"/>
                    </a:lnL>
                    <a:lnR w="28575"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extLst>
                  <a:ext uri="{0D108BD9-81ED-4DB2-BD59-A6C34878D82A}">
                    <a16:rowId xmlns:a16="http://schemas.microsoft.com/office/drawing/2014/main" val="10002"/>
                  </a:ext>
                </a:extLst>
              </a:tr>
              <a:tr h="519113">
                <a:tc>
                  <a:txBody>
                    <a:bodyPr/>
                    <a:lstStyle/>
                    <a:p>
                      <a:pPr marL="0" marR="0" lvl="0" indent="0" algn="l" defTabSz="914400" rtl="0" eaLnBrk="1" fontAlgn="base" latinLnBrk="0" hangingPunct="1">
                        <a:lnSpc>
                          <a:spcPct val="100000"/>
                        </a:lnSpc>
                        <a:spcBef>
                          <a:spcPct val="20000"/>
                        </a:spcBef>
                        <a:spcAft>
                          <a:spcPct val="0"/>
                        </a:spcAft>
                        <a:buClr>
                          <a:schemeClr val="folHlink"/>
                        </a:buClr>
                        <a:buSzPct val="60000"/>
                        <a:buFont typeface="Wingdings" pitchFamily="2" charset="2"/>
                        <a:buNone/>
                        <a:tabLst/>
                      </a:pPr>
                      <a:endParaRPr kumimoji="0" lang="zh-CN" altLang="zh-CN" sz="2800" b="0" i="0" u="none" strike="noStrike" cap="none" normalizeH="0" baseline="0">
                        <a:ln>
                          <a:noFill/>
                        </a:ln>
                        <a:solidFill>
                          <a:schemeClr val="tx1"/>
                        </a:solidFill>
                        <a:effectLst/>
                        <a:latin typeface="Times New Roman" pitchFamily="18" charset="0"/>
                        <a:ea typeface="黑体" pitchFamily="2" charset="-122"/>
                      </a:endParaRPr>
                    </a:p>
                  </a:txBody>
                  <a:tcPr horzOverflow="overflow">
                    <a:lnL w="28575"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
                          <a:schemeClr val="folHlink"/>
                        </a:buClr>
                        <a:buSzPct val="60000"/>
                        <a:buFont typeface="Wingdings" pitchFamily="2" charset="2"/>
                        <a:buNone/>
                        <a:tabLst/>
                      </a:pPr>
                      <a:endParaRPr kumimoji="0" lang="zh-CN" altLang="zh-CN" sz="2800" b="0" i="0" u="none" strike="noStrike" cap="none" normalizeH="0" baseline="0">
                        <a:ln>
                          <a:noFill/>
                        </a:ln>
                        <a:solidFill>
                          <a:schemeClr val="tx1"/>
                        </a:solidFill>
                        <a:effectLst/>
                        <a:latin typeface="Times New Roman" pitchFamily="18" charset="0"/>
                        <a:ea typeface="黑体" pitchFamily="2" charset="-122"/>
                      </a:endParaRPr>
                    </a:p>
                  </a:txBody>
                  <a:tcPr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
                          <a:schemeClr val="folHlink"/>
                        </a:buClr>
                        <a:buSzPct val="60000"/>
                        <a:buFont typeface="Wingdings" pitchFamily="2" charset="2"/>
                        <a:buNone/>
                        <a:tabLst/>
                      </a:pPr>
                      <a:endParaRPr kumimoji="0" lang="zh-CN" altLang="zh-CN" sz="2800" b="0" i="0" u="none" strike="noStrike" cap="none" normalizeH="0" baseline="0">
                        <a:ln>
                          <a:noFill/>
                        </a:ln>
                        <a:solidFill>
                          <a:schemeClr val="tx1"/>
                        </a:solidFill>
                        <a:effectLst/>
                        <a:latin typeface="Times New Roman" pitchFamily="18" charset="0"/>
                        <a:ea typeface="黑体" pitchFamily="2" charset="-122"/>
                      </a:endParaRPr>
                    </a:p>
                  </a:txBody>
                  <a:tcPr horzOverflow="overflow">
                    <a:lnL w="12700" cap="flat" cmpd="sng" algn="ctr">
                      <a:solidFill>
                        <a:schemeClr val="tx1"/>
                      </a:solidFill>
                      <a:prstDash val="solid"/>
                      <a:round/>
                      <a:headEnd type="none" w="sm" len="sm"/>
                      <a:tailEnd type="none" w="sm" len="sm"/>
                    </a:lnL>
                    <a:lnR w="28575"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extLst>
                  <a:ext uri="{0D108BD9-81ED-4DB2-BD59-A6C34878D82A}">
                    <a16:rowId xmlns:a16="http://schemas.microsoft.com/office/drawing/2014/main" val="10003"/>
                  </a:ext>
                </a:extLst>
              </a:tr>
              <a:tr h="518160">
                <a:tc>
                  <a:txBody>
                    <a:bodyPr/>
                    <a:lstStyle/>
                    <a:p>
                      <a:pPr marL="0" marR="0" lvl="0" indent="0" algn="l" defTabSz="914400" rtl="0" eaLnBrk="1" fontAlgn="base" latinLnBrk="0" hangingPunct="1">
                        <a:lnSpc>
                          <a:spcPct val="100000"/>
                        </a:lnSpc>
                        <a:spcBef>
                          <a:spcPct val="20000"/>
                        </a:spcBef>
                        <a:spcAft>
                          <a:spcPct val="0"/>
                        </a:spcAft>
                        <a:buClr>
                          <a:schemeClr val="folHlink"/>
                        </a:buClr>
                        <a:buSzPct val="60000"/>
                        <a:buFont typeface="Wingdings" pitchFamily="2" charset="2"/>
                        <a:buNone/>
                        <a:tabLst/>
                      </a:pPr>
                      <a:endParaRPr kumimoji="0" lang="zh-CN" altLang="zh-CN" sz="2800" b="0" i="0" u="none" strike="noStrike" cap="none" normalizeH="0" baseline="0">
                        <a:ln>
                          <a:noFill/>
                        </a:ln>
                        <a:solidFill>
                          <a:schemeClr val="tx1"/>
                        </a:solidFill>
                        <a:effectLst/>
                        <a:latin typeface="Times New Roman" pitchFamily="18" charset="0"/>
                        <a:ea typeface="黑体" pitchFamily="2" charset="-122"/>
                      </a:endParaRPr>
                    </a:p>
                  </a:txBody>
                  <a:tcPr horzOverflow="overflow">
                    <a:lnL w="28575"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
                          <a:schemeClr val="folHlink"/>
                        </a:buClr>
                        <a:buSzPct val="60000"/>
                        <a:buFont typeface="Wingdings" pitchFamily="2" charset="2"/>
                        <a:buNone/>
                        <a:tabLst/>
                      </a:pPr>
                      <a:endParaRPr kumimoji="0" lang="zh-CN" altLang="zh-CN" sz="2800" b="0" i="0" u="none" strike="noStrike" cap="none" normalizeH="0" baseline="0">
                        <a:ln>
                          <a:noFill/>
                        </a:ln>
                        <a:solidFill>
                          <a:schemeClr val="tx1"/>
                        </a:solidFill>
                        <a:effectLst/>
                        <a:latin typeface="Times New Roman" pitchFamily="18" charset="0"/>
                        <a:ea typeface="黑体" pitchFamily="2" charset="-122"/>
                      </a:endParaRPr>
                    </a:p>
                  </a:txBody>
                  <a:tcPr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
                          <a:schemeClr val="folHlink"/>
                        </a:buClr>
                        <a:buSzPct val="60000"/>
                        <a:buFont typeface="Wingdings" pitchFamily="2" charset="2"/>
                        <a:buNone/>
                        <a:tabLst/>
                      </a:pPr>
                      <a:endParaRPr kumimoji="0" lang="zh-CN" altLang="zh-CN" sz="2800" b="0" i="0" u="none" strike="noStrike" cap="none" normalizeH="0" baseline="0">
                        <a:ln>
                          <a:noFill/>
                        </a:ln>
                        <a:solidFill>
                          <a:schemeClr val="tx1"/>
                        </a:solidFill>
                        <a:effectLst/>
                        <a:latin typeface="Times New Roman" pitchFamily="18" charset="0"/>
                        <a:ea typeface="黑体" pitchFamily="2" charset="-122"/>
                      </a:endParaRPr>
                    </a:p>
                  </a:txBody>
                  <a:tcPr horzOverflow="overflow">
                    <a:lnL w="12700" cap="flat" cmpd="sng" algn="ctr">
                      <a:solidFill>
                        <a:schemeClr val="tx1"/>
                      </a:solidFill>
                      <a:prstDash val="solid"/>
                      <a:round/>
                      <a:headEnd type="none" w="sm" len="sm"/>
                      <a:tailEnd type="none" w="sm" len="sm"/>
                    </a:lnL>
                    <a:lnR w="28575"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extLst>
                  <a:ext uri="{0D108BD9-81ED-4DB2-BD59-A6C34878D82A}">
                    <a16:rowId xmlns:a16="http://schemas.microsoft.com/office/drawing/2014/main" val="10004"/>
                  </a:ext>
                </a:extLst>
              </a:tr>
              <a:tr h="518160">
                <a:tc>
                  <a:txBody>
                    <a:bodyPr/>
                    <a:lstStyle/>
                    <a:p>
                      <a:pPr marL="0" marR="0" lvl="0" indent="0" algn="l" defTabSz="914400" rtl="0" eaLnBrk="1" fontAlgn="base" latinLnBrk="0" hangingPunct="1">
                        <a:lnSpc>
                          <a:spcPct val="100000"/>
                        </a:lnSpc>
                        <a:spcBef>
                          <a:spcPct val="20000"/>
                        </a:spcBef>
                        <a:spcAft>
                          <a:spcPct val="0"/>
                        </a:spcAft>
                        <a:buClr>
                          <a:schemeClr val="folHlink"/>
                        </a:buClr>
                        <a:buSzPct val="60000"/>
                        <a:buFont typeface="Wingdings" pitchFamily="2" charset="2"/>
                        <a:buNone/>
                        <a:tabLst/>
                      </a:pPr>
                      <a:endParaRPr kumimoji="0" lang="zh-CN" altLang="zh-CN" sz="2800" b="0" i="0" u="none" strike="noStrike" cap="none" normalizeH="0" baseline="0">
                        <a:ln>
                          <a:noFill/>
                        </a:ln>
                        <a:solidFill>
                          <a:schemeClr val="tx1"/>
                        </a:solidFill>
                        <a:effectLst/>
                        <a:latin typeface="Times New Roman" pitchFamily="18" charset="0"/>
                        <a:ea typeface="黑体" pitchFamily="2" charset="-122"/>
                      </a:endParaRPr>
                    </a:p>
                  </a:txBody>
                  <a:tcPr horzOverflow="overflow">
                    <a:lnL w="28575"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
                          <a:schemeClr val="folHlink"/>
                        </a:buClr>
                        <a:buSzPct val="60000"/>
                        <a:buFont typeface="Wingdings" pitchFamily="2" charset="2"/>
                        <a:buNone/>
                        <a:tabLst/>
                      </a:pPr>
                      <a:endParaRPr kumimoji="0" lang="zh-CN" altLang="zh-CN" sz="2800" b="0" i="0" u="none" strike="noStrike" cap="none" normalizeH="0" baseline="0">
                        <a:ln>
                          <a:noFill/>
                        </a:ln>
                        <a:solidFill>
                          <a:schemeClr val="tx1"/>
                        </a:solidFill>
                        <a:effectLst/>
                        <a:latin typeface="Times New Roman" pitchFamily="18" charset="0"/>
                        <a:ea typeface="黑体" pitchFamily="2" charset="-122"/>
                      </a:endParaRPr>
                    </a:p>
                  </a:txBody>
                  <a:tcPr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
                          <a:schemeClr val="folHlink"/>
                        </a:buClr>
                        <a:buSzPct val="60000"/>
                        <a:buFont typeface="Wingdings" pitchFamily="2" charset="2"/>
                        <a:buNone/>
                        <a:tabLst/>
                      </a:pPr>
                      <a:endParaRPr kumimoji="0" lang="zh-CN" altLang="zh-CN" sz="2800" b="0" i="0" u="none" strike="noStrike" cap="none" normalizeH="0" baseline="0">
                        <a:ln>
                          <a:noFill/>
                        </a:ln>
                        <a:solidFill>
                          <a:schemeClr val="tx1"/>
                        </a:solidFill>
                        <a:effectLst/>
                        <a:latin typeface="Times New Roman" pitchFamily="18" charset="0"/>
                        <a:ea typeface="黑体" pitchFamily="2" charset="-122"/>
                      </a:endParaRPr>
                    </a:p>
                  </a:txBody>
                  <a:tcPr horzOverflow="overflow">
                    <a:lnL w="12700" cap="flat" cmpd="sng" algn="ctr">
                      <a:solidFill>
                        <a:schemeClr val="tx1"/>
                      </a:solidFill>
                      <a:prstDash val="solid"/>
                      <a:round/>
                      <a:headEnd type="none" w="sm" len="sm"/>
                      <a:tailEnd type="none" w="sm" len="sm"/>
                    </a:lnL>
                    <a:lnR w="28575"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extLst>
                  <a:ext uri="{0D108BD9-81ED-4DB2-BD59-A6C34878D82A}">
                    <a16:rowId xmlns:a16="http://schemas.microsoft.com/office/drawing/2014/main" val="10005"/>
                  </a:ext>
                </a:extLst>
              </a:tr>
              <a:tr h="519113">
                <a:tc>
                  <a:txBody>
                    <a:bodyPr/>
                    <a:lstStyle/>
                    <a:p>
                      <a:pPr marL="0" marR="0" lvl="0" indent="0" algn="l" defTabSz="914400" rtl="0" eaLnBrk="1" fontAlgn="base" latinLnBrk="0" hangingPunct="1">
                        <a:lnSpc>
                          <a:spcPct val="100000"/>
                        </a:lnSpc>
                        <a:spcBef>
                          <a:spcPct val="20000"/>
                        </a:spcBef>
                        <a:spcAft>
                          <a:spcPct val="0"/>
                        </a:spcAft>
                        <a:buClr>
                          <a:schemeClr val="folHlink"/>
                        </a:buClr>
                        <a:buSzPct val="60000"/>
                        <a:buFont typeface="Wingdings" pitchFamily="2" charset="2"/>
                        <a:buNone/>
                        <a:tabLst/>
                      </a:pPr>
                      <a:endParaRPr kumimoji="0" lang="zh-CN" altLang="zh-CN" sz="2800" b="0" i="0" u="none" strike="noStrike" cap="none" normalizeH="0" baseline="0">
                        <a:ln>
                          <a:noFill/>
                        </a:ln>
                        <a:solidFill>
                          <a:schemeClr val="tx1"/>
                        </a:solidFill>
                        <a:effectLst/>
                        <a:latin typeface="Times New Roman" pitchFamily="18" charset="0"/>
                        <a:ea typeface="黑体" pitchFamily="2" charset="-122"/>
                      </a:endParaRPr>
                    </a:p>
                  </a:txBody>
                  <a:tcPr horzOverflow="overflow">
                    <a:lnL w="28575"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
                          <a:schemeClr val="folHlink"/>
                        </a:buClr>
                        <a:buSzPct val="60000"/>
                        <a:buFont typeface="Wingdings" pitchFamily="2" charset="2"/>
                        <a:buNone/>
                        <a:tabLst/>
                      </a:pPr>
                      <a:endParaRPr kumimoji="0" lang="zh-CN" altLang="zh-CN" sz="2800" b="0" i="0" u="none" strike="noStrike" cap="none" normalizeH="0" baseline="0">
                        <a:ln>
                          <a:noFill/>
                        </a:ln>
                        <a:solidFill>
                          <a:schemeClr val="tx1"/>
                        </a:solidFill>
                        <a:effectLst/>
                        <a:latin typeface="Times New Roman" pitchFamily="18" charset="0"/>
                        <a:ea typeface="黑体" pitchFamily="2" charset="-122"/>
                      </a:endParaRPr>
                    </a:p>
                  </a:txBody>
                  <a:tcPr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
                          <a:schemeClr val="folHlink"/>
                        </a:buClr>
                        <a:buSzPct val="60000"/>
                        <a:buFont typeface="Wingdings" pitchFamily="2" charset="2"/>
                        <a:buNone/>
                        <a:tabLst/>
                      </a:pPr>
                      <a:endParaRPr kumimoji="0" lang="zh-CN" altLang="zh-CN" sz="2800" b="0" i="0" u="none" strike="noStrike" cap="none" normalizeH="0" baseline="0">
                        <a:ln>
                          <a:noFill/>
                        </a:ln>
                        <a:solidFill>
                          <a:schemeClr val="tx1"/>
                        </a:solidFill>
                        <a:effectLst/>
                        <a:latin typeface="Times New Roman" pitchFamily="18" charset="0"/>
                        <a:ea typeface="黑体" pitchFamily="2" charset="-122"/>
                      </a:endParaRPr>
                    </a:p>
                  </a:txBody>
                  <a:tcPr horzOverflow="overflow">
                    <a:lnL w="12700" cap="flat" cmpd="sng" algn="ctr">
                      <a:solidFill>
                        <a:schemeClr val="tx1"/>
                      </a:solidFill>
                      <a:prstDash val="solid"/>
                      <a:round/>
                      <a:headEnd type="none" w="sm" len="sm"/>
                      <a:tailEnd type="none" w="sm" len="sm"/>
                    </a:lnL>
                    <a:lnR w="28575"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extLst>
                  <a:ext uri="{0D108BD9-81ED-4DB2-BD59-A6C34878D82A}">
                    <a16:rowId xmlns:a16="http://schemas.microsoft.com/office/drawing/2014/main" val="10006"/>
                  </a:ext>
                </a:extLst>
              </a:tr>
              <a:tr h="518160">
                <a:tc>
                  <a:txBody>
                    <a:bodyPr/>
                    <a:lstStyle/>
                    <a:p>
                      <a:pPr marL="0" marR="0" lvl="0" indent="0" algn="l" defTabSz="914400" rtl="0" eaLnBrk="1" fontAlgn="base" latinLnBrk="0" hangingPunct="1">
                        <a:lnSpc>
                          <a:spcPct val="100000"/>
                        </a:lnSpc>
                        <a:spcBef>
                          <a:spcPct val="20000"/>
                        </a:spcBef>
                        <a:spcAft>
                          <a:spcPct val="0"/>
                        </a:spcAft>
                        <a:buClr>
                          <a:schemeClr val="folHlink"/>
                        </a:buClr>
                        <a:buSzPct val="60000"/>
                        <a:buFont typeface="Wingdings" pitchFamily="2" charset="2"/>
                        <a:buNone/>
                        <a:tabLst/>
                      </a:pPr>
                      <a:endParaRPr kumimoji="0" lang="zh-CN" altLang="zh-CN" sz="2800" b="0" i="0" u="none" strike="noStrike" cap="none" normalizeH="0" baseline="0">
                        <a:ln>
                          <a:noFill/>
                        </a:ln>
                        <a:solidFill>
                          <a:schemeClr val="tx1"/>
                        </a:solidFill>
                        <a:effectLst/>
                        <a:latin typeface="Times New Roman" pitchFamily="18" charset="0"/>
                        <a:ea typeface="黑体" pitchFamily="2" charset="-122"/>
                      </a:endParaRPr>
                    </a:p>
                  </a:txBody>
                  <a:tcPr horzOverflow="overflow">
                    <a:lnL w="28575"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
                          <a:schemeClr val="folHlink"/>
                        </a:buClr>
                        <a:buSzPct val="60000"/>
                        <a:buFont typeface="Wingdings" pitchFamily="2" charset="2"/>
                        <a:buNone/>
                        <a:tabLst/>
                      </a:pPr>
                      <a:endParaRPr kumimoji="0" lang="zh-CN" altLang="zh-CN" sz="2800" b="0" i="0" u="none" strike="noStrike" cap="none" normalizeH="0" baseline="0">
                        <a:ln>
                          <a:noFill/>
                        </a:ln>
                        <a:solidFill>
                          <a:schemeClr val="tx1"/>
                        </a:solidFill>
                        <a:effectLst/>
                        <a:latin typeface="Times New Roman" pitchFamily="18" charset="0"/>
                        <a:ea typeface="黑体" pitchFamily="2" charset="-122"/>
                      </a:endParaRPr>
                    </a:p>
                  </a:txBody>
                  <a:tcPr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
                          <a:schemeClr val="folHlink"/>
                        </a:buClr>
                        <a:buSzPct val="60000"/>
                        <a:buFont typeface="Wingdings" pitchFamily="2" charset="2"/>
                        <a:buNone/>
                        <a:tabLst/>
                      </a:pPr>
                      <a:endParaRPr kumimoji="0" lang="zh-CN" altLang="zh-CN" sz="2800" b="0" i="0" u="none" strike="noStrike" cap="none" normalizeH="0" baseline="0">
                        <a:ln>
                          <a:noFill/>
                        </a:ln>
                        <a:solidFill>
                          <a:schemeClr val="tx1"/>
                        </a:solidFill>
                        <a:effectLst/>
                        <a:latin typeface="Times New Roman" pitchFamily="18" charset="0"/>
                        <a:ea typeface="黑体" pitchFamily="2" charset="-122"/>
                      </a:endParaRPr>
                    </a:p>
                  </a:txBody>
                  <a:tcPr horzOverflow="overflow">
                    <a:lnL w="12700" cap="flat" cmpd="sng" algn="ctr">
                      <a:solidFill>
                        <a:schemeClr val="tx1"/>
                      </a:solidFill>
                      <a:prstDash val="solid"/>
                      <a:round/>
                      <a:headEnd type="none" w="sm" len="sm"/>
                      <a:tailEnd type="none" w="sm" len="sm"/>
                    </a:lnL>
                    <a:lnR w="28575"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extLst>
                  <a:ext uri="{0D108BD9-81ED-4DB2-BD59-A6C34878D82A}">
                    <a16:rowId xmlns:a16="http://schemas.microsoft.com/office/drawing/2014/main" val="10007"/>
                  </a:ext>
                </a:extLst>
              </a:tr>
              <a:tr h="519113">
                <a:tc>
                  <a:txBody>
                    <a:bodyPr/>
                    <a:lstStyle/>
                    <a:p>
                      <a:pPr marL="0" marR="0" lvl="0" indent="0" algn="l" defTabSz="914400" rtl="0" eaLnBrk="1" fontAlgn="base" latinLnBrk="0" hangingPunct="1">
                        <a:lnSpc>
                          <a:spcPct val="100000"/>
                        </a:lnSpc>
                        <a:spcBef>
                          <a:spcPct val="20000"/>
                        </a:spcBef>
                        <a:spcAft>
                          <a:spcPct val="0"/>
                        </a:spcAft>
                        <a:buClr>
                          <a:schemeClr val="folHlink"/>
                        </a:buClr>
                        <a:buSzPct val="60000"/>
                        <a:buFont typeface="Wingdings" pitchFamily="2" charset="2"/>
                        <a:buNone/>
                        <a:tabLst/>
                      </a:pPr>
                      <a:endParaRPr kumimoji="0" lang="zh-CN" altLang="zh-CN" sz="2800" b="0" i="0" u="none" strike="noStrike" cap="none" normalizeH="0" baseline="0">
                        <a:ln>
                          <a:noFill/>
                        </a:ln>
                        <a:solidFill>
                          <a:schemeClr val="tx1"/>
                        </a:solidFill>
                        <a:effectLst/>
                        <a:latin typeface="Tahoma" pitchFamily="34" charset="0"/>
                        <a:ea typeface="黑体" pitchFamily="2" charset="-122"/>
                      </a:endParaRPr>
                    </a:p>
                  </a:txBody>
                  <a:tcPr horzOverflow="overflow">
                    <a:lnL w="28575"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28575" cap="flat" cmpd="sng" algn="ctr">
                      <a:solidFill>
                        <a:schemeClr val="tx1"/>
                      </a:solidFill>
                      <a:prstDash val="solid"/>
                      <a:round/>
                      <a:headEnd type="none" w="sm" len="sm"/>
                      <a:tailEnd type="none" w="sm" len="sm"/>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
                          <a:schemeClr val="folHlink"/>
                        </a:buClr>
                        <a:buSzPct val="60000"/>
                        <a:buFont typeface="Wingdings" pitchFamily="2" charset="2"/>
                        <a:buNone/>
                        <a:tabLst/>
                      </a:pPr>
                      <a:endParaRPr kumimoji="0" lang="zh-CN" altLang="zh-CN" sz="2800" b="0" i="0" u="none" strike="noStrike" cap="none" normalizeH="0" baseline="0">
                        <a:ln>
                          <a:noFill/>
                        </a:ln>
                        <a:solidFill>
                          <a:schemeClr val="tx1"/>
                        </a:solidFill>
                        <a:effectLst/>
                        <a:latin typeface="Tahoma" pitchFamily="34" charset="0"/>
                        <a:ea typeface="黑体" pitchFamily="2" charset="-122"/>
                      </a:endParaRPr>
                    </a:p>
                  </a:txBody>
                  <a:tcPr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28575" cap="flat" cmpd="sng" algn="ctr">
                      <a:solidFill>
                        <a:schemeClr val="tx1"/>
                      </a:solidFill>
                      <a:prstDash val="solid"/>
                      <a:round/>
                      <a:headEnd type="none" w="sm" len="sm"/>
                      <a:tailEnd type="none" w="sm" len="sm"/>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
                          <a:schemeClr val="folHlink"/>
                        </a:buClr>
                        <a:buSzPct val="60000"/>
                        <a:buFont typeface="Wingdings" pitchFamily="2" charset="2"/>
                        <a:buNone/>
                        <a:tabLst/>
                      </a:pPr>
                      <a:endParaRPr kumimoji="0" lang="zh-CN" altLang="zh-CN" sz="2800" b="0" i="0" u="none" strike="noStrike" cap="none" normalizeH="0" baseline="0" dirty="0">
                        <a:ln>
                          <a:noFill/>
                        </a:ln>
                        <a:solidFill>
                          <a:schemeClr val="tx1"/>
                        </a:solidFill>
                        <a:effectLst/>
                        <a:latin typeface="Tahoma" pitchFamily="34" charset="0"/>
                        <a:ea typeface="黑体" pitchFamily="2" charset="-122"/>
                      </a:endParaRPr>
                    </a:p>
                  </a:txBody>
                  <a:tcPr horzOverflow="overflow">
                    <a:lnL w="12700" cap="flat" cmpd="sng" algn="ctr">
                      <a:solidFill>
                        <a:schemeClr val="tx1"/>
                      </a:solidFill>
                      <a:prstDash val="solid"/>
                      <a:round/>
                      <a:headEnd type="none" w="sm" len="sm"/>
                      <a:tailEnd type="none" w="sm" len="sm"/>
                    </a:lnL>
                    <a:lnR w="28575"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28575" cap="flat" cmpd="sng" algn="ctr">
                      <a:solidFill>
                        <a:schemeClr val="tx1"/>
                      </a:solidFill>
                      <a:prstDash val="solid"/>
                      <a:round/>
                      <a:headEnd type="none" w="sm" len="sm"/>
                      <a:tailEnd type="none" w="sm" len="sm"/>
                    </a:lnB>
                    <a:lnTlToBr>
                      <a:noFill/>
                    </a:lnTlToBr>
                    <a:lnBlToTr>
                      <a:noFill/>
                    </a:lnBlToTr>
                    <a:noFill/>
                  </a:tcPr>
                </a:tc>
                <a:extLst>
                  <a:ext uri="{0D108BD9-81ED-4DB2-BD59-A6C34878D82A}">
                    <a16:rowId xmlns:a16="http://schemas.microsoft.com/office/drawing/2014/main" val="10008"/>
                  </a:ext>
                </a:extLst>
              </a:tr>
            </a:tbl>
          </a:graphicData>
        </a:graphic>
      </p:graphicFrame>
      <p:sp>
        <p:nvSpPr>
          <p:cNvPr id="2" name="日期占位符 1">
            <a:extLst>
              <a:ext uri="{FF2B5EF4-FFF2-40B4-BE49-F238E27FC236}">
                <a16:creationId xmlns:a16="http://schemas.microsoft.com/office/drawing/2014/main" id="{E0F06414-2F3B-C4B4-BE99-19F1C6B39139}"/>
              </a:ext>
            </a:extLst>
          </p:cNvPr>
          <p:cNvSpPr>
            <a:spLocks noGrp="1"/>
          </p:cNvSpPr>
          <p:nvPr>
            <p:ph type="dt" sz="half" idx="10"/>
          </p:nvPr>
        </p:nvSpPr>
        <p:spPr/>
        <p:txBody>
          <a:bodyPr/>
          <a:lstStyle/>
          <a:p>
            <a:fld id="{BDD3470A-FDC0-42DE-A928-40E188230A4D}" type="datetime2">
              <a:rPr lang="zh-CN" altLang="en-US" smtClean="0"/>
              <a:pPr/>
              <a:t>2025年11月26日</a:t>
            </a:fld>
            <a:endParaRPr lang="zh-CN" altLang="en-US"/>
          </a:p>
        </p:txBody>
      </p:sp>
      <p:sp>
        <p:nvSpPr>
          <p:cNvPr id="3" name="页脚占位符 2">
            <a:extLst>
              <a:ext uri="{FF2B5EF4-FFF2-40B4-BE49-F238E27FC236}">
                <a16:creationId xmlns:a16="http://schemas.microsoft.com/office/drawing/2014/main" id="{6813F62A-433A-FAC2-2407-8498FFC49587}"/>
              </a:ext>
            </a:extLst>
          </p:cNvPr>
          <p:cNvSpPr>
            <a:spLocks noGrp="1"/>
          </p:cNvSpPr>
          <p:nvPr>
            <p:ph type="ftr" sz="quarter" idx="11"/>
          </p:nvPr>
        </p:nvSpPr>
        <p:spPr/>
        <p:txBody>
          <a:bodyPr/>
          <a:lstStyle/>
          <a:p>
            <a:r>
              <a:rPr lang="zh-CN" altLang="en-US"/>
              <a:t>编译原理</a:t>
            </a:r>
            <a:r>
              <a:rPr lang="en-US" altLang="zh-CN"/>
              <a:t>-</a:t>
            </a:r>
            <a:r>
              <a:rPr lang="zh-CN" altLang="en-US"/>
              <a:t>王欣捷</a:t>
            </a:r>
            <a:r>
              <a:rPr lang="en-US" altLang="zh-CN"/>
              <a:t>-</a:t>
            </a:r>
            <a:r>
              <a:rPr lang="zh-CN" altLang="en-US"/>
              <a:t>第三章 语法分析</a:t>
            </a:r>
            <a:r>
              <a:rPr lang="en-US" altLang="zh-CN"/>
              <a:t>(4)</a:t>
            </a:r>
            <a:endParaRPr lang="zh-CN" altLang="en-US"/>
          </a:p>
        </p:txBody>
      </p:sp>
      <p:sp>
        <p:nvSpPr>
          <p:cNvPr id="4" name="灯片编号占位符 3">
            <a:extLst>
              <a:ext uri="{FF2B5EF4-FFF2-40B4-BE49-F238E27FC236}">
                <a16:creationId xmlns:a16="http://schemas.microsoft.com/office/drawing/2014/main" id="{E90A0CC1-989E-5C06-FED0-49DE345D68EB}"/>
              </a:ext>
            </a:extLst>
          </p:cNvPr>
          <p:cNvSpPr>
            <a:spLocks noGrp="1"/>
          </p:cNvSpPr>
          <p:nvPr>
            <p:ph type="sldNum" sz="quarter" idx="12"/>
          </p:nvPr>
        </p:nvSpPr>
        <p:spPr/>
        <p:txBody>
          <a:bodyPr/>
          <a:lstStyle/>
          <a:p>
            <a:fld id="{094DEB03-EFC6-4C20-8FC8-295189A5386F}" type="slidenum">
              <a:rPr lang="zh-CN" altLang="en-US" smtClean="0"/>
              <a:pPr/>
              <a:t>13</a:t>
            </a:fld>
            <a:endParaRPr lang="zh-CN" altLang="en-US"/>
          </a:p>
        </p:txBody>
      </p:sp>
      <p:graphicFrame>
        <p:nvGraphicFramePr>
          <p:cNvPr id="7" name="Group 3">
            <a:extLst>
              <a:ext uri="{FF2B5EF4-FFF2-40B4-BE49-F238E27FC236}">
                <a16:creationId xmlns:a16="http://schemas.microsoft.com/office/drawing/2014/main" id="{5C0D7AF9-B1AB-B98E-31C9-6F03F3BC2514}"/>
              </a:ext>
            </a:extLst>
          </p:cNvPr>
          <p:cNvGraphicFramePr>
            <a:graphicFrameLocks/>
          </p:cNvGraphicFramePr>
          <p:nvPr>
            <p:extLst>
              <p:ext uri="{D42A27DB-BD31-4B8C-83A1-F6EECF244321}">
                <p14:modId xmlns:p14="http://schemas.microsoft.com/office/powerpoint/2010/main" val="4172296193"/>
              </p:ext>
            </p:extLst>
          </p:nvPr>
        </p:nvGraphicFramePr>
        <p:xfrm>
          <a:off x="1681224" y="3951514"/>
          <a:ext cx="6162551" cy="2535464"/>
        </p:xfrm>
        <a:graphic>
          <a:graphicData uri="http://schemas.openxmlformats.org/drawingml/2006/table">
            <a:tbl>
              <a:tblPr>
                <a:effectLst>
                  <a:outerShdw blurRad="63500" sx="102000" sy="102000" algn="ctr" rotWithShape="0">
                    <a:prstClr val="black">
                      <a:alpha val="40000"/>
                    </a:prstClr>
                  </a:outerShdw>
                </a:effectLst>
              </a:tblPr>
              <a:tblGrid>
                <a:gridCol w="753362">
                  <a:extLst>
                    <a:ext uri="{9D8B030D-6E8A-4147-A177-3AD203B41FA5}">
                      <a16:colId xmlns:a16="http://schemas.microsoft.com/office/drawing/2014/main" val="20000"/>
                    </a:ext>
                  </a:extLst>
                </a:gridCol>
                <a:gridCol w="914796">
                  <a:extLst>
                    <a:ext uri="{9D8B030D-6E8A-4147-A177-3AD203B41FA5}">
                      <a16:colId xmlns:a16="http://schemas.microsoft.com/office/drawing/2014/main" val="20001"/>
                    </a:ext>
                  </a:extLst>
                </a:gridCol>
                <a:gridCol w="974215">
                  <a:extLst>
                    <a:ext uri="{9D8B030D-6E8A-4147-A177-3AD203B41FA5}">
                      <a16:colId xmlns:a16="http://schemas.microsoft.com/office/drawing/2014/main" val="20002"/>
                    </a:ext>
                  </a:extLst>
                </a:gridCol>
                <a:gridCol w="1010203">
                  <a:extLst>
                    <a:ext uri="{9D8B030D-6E8A-4147-A177-3AD203B41FA5}">
                      <a16:colId xmlns:a16="http://schemas.microsoft.com/office/drawing/2014/main" val="20003"/>
                    </a:ext>
                  </a:extLst>
                </a:gridCol>
                <a:gridCol w="867599">
                  <a:extLst>
                    <a:ext uri="{9D8B030D-6E8A-4147-A177-3AD203B41FA5}">
                      <a16:colId xmlns:a16="http://schemas.microsoft.com/office/drawing/2014/main" val="20004"/>
                    </a:ext>
                  </a:extLst>
                </a:gridCol>
                <a:gridCol w="860986">
                  <a:extLst>
                    <a:ext uri="{9D8B030D-6E8A-4147-A177-3AD203B41FA5}">
                      <a16:colId xmlns:a16="http://schemas.microsoft.com/office/drawing/2014/main" val="20005"/>
                    </a:ext>
                  </a:extLst>
                </a:gridCol>
                <a:gridCol w="781390">
                  <a:extLst>
                    <a:ext uri="{9D8B030D-6E8A-4147-A177-3AD203B41FA5}">
                      <a16:colId xmlns:a16="http://schemas.microsoft.com/office/drawing/2014/main" val="20006"/>
                    </a:ext>
                  </a:extLst>
                </a:gridCol>
              </a:tblGrid>
              <a:tr h="361994">
                <a:tc rowSpan="2">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r>
                        <a:rPr kumimoji="0" lang="zh-CN" altLang="en-US" sz="1500" b="0" i="0" u="none" strike="noStrike" cap="none" normalizeH="0" baseline="0">
                          <a:ln>
                            <a:noFill/>
                          </a:ln>
                          <a:solidFill>
                            <a:schemeClr val="tx1"/>
                          </a:solidFill>
                          <a:effectLst/>
                          <a:latin typeface="Times New Roman" panose="02020603050405020304" pitchFamily="18" charset="0"/>
                          <a:ea typeface="黑体" panose="02010609060101010101" pitchFamily="49" charset="-122"/>
                        </a:rPr>
                        <a:t>非 终</a:t>
                      </a:r>
                      <a:endParaRPr kumimoji="0" lang="en-US" altLang="zh-CN" sz="1500" b="0" i="0" u="none" strike="noStrike" cap="none" normalizeH="0" baseline="0">
                        <a:ln>
                          <a:noFill/>
                        </a:ln>
                        <a:solidFill>
                          <a:schemeClr val="tx1"/>
                        </a:solidFill>
                        <a:effectLst/>
                        <a:latin typeface="Times New Roman" panose="02020603050405020304" pitchFamily="18" charset="0"/>
                        <a:ea typeface="黑体" panose="02010609060101010101" pitchFamily="49" charset="-122"/>
                      </a:endParaRPr>
                    </a:p>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r>
                        <a:rPr kumimoji="0" lang="zh-CN" altLang="en-US" sz="1500" b="0" i="0" u="none" strike="noStrike" cap="none" normalizeH="0" baseline="0">
                          <a:ln>
                            <a:noFill/>
                          </a:ln>
                          <a:solidFill>
                            <a:schemeClr val="tx1"/>
                          </a:solidFill>
                          <a:effectLst/>
                          <a:latin typeface="Times New Roman" panose="02020603050405020304" pitchFamily="18" charset="0"/>
                          <a:ea typeface="黑体" panose="02010609060101010101" pitchFamily="49" charset="-122"/>
                        </a:rPr>
                        <a:t>结 符</a:t>
                      </a:r>
                    </a:p>
                  </a:txBody>
                  <a:tcPr marL="139781" marR="139781" marT="69890" marB="69890" anchor="ct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accent4">
                        <a:lumMod val="20000"/>
                        <a:lumOff val="80000"/>
                      </a:schemeClr>
                    </a:solidFill>
                  </a:tcPr>
                </a:tc>
                <a:tc gridSpan="6">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r>
                        <a:rPr kumimoji="0" lang="zh-CN" altLang="en-US" sz="1500" b="0" i="0" u="none" strike="noStrike" cap="none" normalizeH="0" baseline="0">
                          <a:ln>
                            <a:noFill/>
                          </a:ln>
                          <a:solidFill>
                            <a:schemeClr val="tx1"/>
                          </a:solidFill>
                          <a:effectLst/>
                          <a:latin typeface="Times New Roman" panose="02020603050405020304" pitchFamily="18" charset="0"/>
                          <a:ea typeface="黑体" panose="02010609060101010101" pitchFamily="49" charset="-122"/>
                        </a:rPr>
                        <a:t>输 入 符 号</a:t>
                      </a:r>
                    </a:p>
                  </a:txBody>
                  <a:tcPr marL="139781" marR="139781" marT="69890" marB="69890" anchor="ct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accent4">
                        <a:lumMod val="20000"/>
                        <a:lumOff val="80000"/>
                      </a:schemeClr>
                    </a:solidFill>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extLst>
                  <a:ext uri="{0D108BD9-81ED-4DB2-BD59-A6C34878D82A}">
                    <a16:rowId xmlns:a16="http://schemas.microsoft.com/office/drawing/2014/main" val="10000"/>
                  </a:ext>
                </a:extLst>
              </a:tr>
              <a:tr h="360042">
                <a:tc vMerge="1">
                  <a:txBody>
                    <a:bodyPr/>
                    <a:lstStyle/>
                    <a:p>
                      <a:endParaRPr lang="zh-CN" altLang="en-US"/>
                    </a:p>
                  </a:txBody>
                  <a:tcPr/>
                </a:tc>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r>
                        <a:rPr kumimoji="0" lang="en-US" altLang="zh-CN" sz="1500" b="1" i="0" u="none" strike="noStrike" cap="none" normalizeH="0" baseline="0">
                          <a:ln>
                            <a:noFill/>
                          </a:ln>
                          <a:solidFill>
                            <a:schemeClr val="tx1"/>
                          </a:solidFill>
                          <a:effectLst/>
                          <a:latin typeface="Times New Roman" panose="02020603050405020304" pitchFamily="18" charset="0"/>
                          <a:ea typeface="黑体" panose="02010609060101010101" pitchFamily="49" charset="-122"/>
                        </a:rPr>
                        <a:t>id</a:t>
                      </a:r>
                    </a:p>
                  </a:txBody>
                  <a:tcPr marL="46132" marR="46132" marT="24604" marB="24604"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accent4">
                        <a:lumMod val="20000"/>
                        <a:lumOff val="80000"/>
                      </a:schemeClr>
                    </a:solidFill>
                  </a:tcPr>
                </a:tc>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r>
                        <a:rPr kumimoji="0" lang="en-US" altLang="zh-CN" sz="1500" b="1" i="0" u="none" strike="noStrike" cap="none" normalizeH="0" baseline="0">
                          <a:ln>
                            <a:noFill/>
                          </a:ln>
                          <a:solidFill>
                            <a:schemeClr val="tx1"/>
                          </a:solidFill>
                          <a:effectLst/>
                          <a:latin typeface="Times New Roman" panose="02020603050405020304" pitchFamily="18" charset="0"/>
                          <a:ea typeface="黑体" panose="02010609060101010101" pitchFamily="49" charset="-122"/>
                        </a:rPr>
                        <a:t>+</a:t>
                      </a:r>
                    </a:p>
                  </a:txBody>
                  <a:tcPr marL="46132" marR="46132" marT="24604" marB="24604"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accent4">
                        <a:lumMod val="20000"/>
                        <a:lumOff val="80000"/>
                      </a:schemeClr>
                    </a:solidFill>
                  </a:tcPr>
                </a:tc>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r>
                        <a:rPr kumimoji="0" lang="en-US" altLang="zh-CN" sz="1500" b="1" i="0" u="none" strike="noStrike" cap="none" normalizeH="0" baseline="0">
                          <a:ln>
                            <a:noFill/>
                          </a:ln>
                          <a:solidFill>
                            <a:schemeClr val="tx1"/>
                          </a:solidFill>
                          <a:effectLst/>
                          <a:latin typeface="Times New Roman" panose="02020603050405020304" pitchFamily="18" charset="0"/>
                          <a:ea typeface="黑体" panose="02010609060101010101" pitchFamily="49" charset="-122"/>
                        </a:rPr>
                        <a:t>*</a:t>
                      </a:r>
                    </a:p>
                  </a:txBody>
                  <a:tcPr marL="46132" marR="46132" marT="24604" marB="24604"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accent4">
                        <a:lumMod val="20000"/>
                        <a:lumOff val="80000"/>
                      </a:schemeClr>
                    </a:solidFill>
                  </a:tcPr>
                </a:tc>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r>
                        <a:rPr kumimoji="0" lang="en-US" altLang="zh-CN" sz="1500" b="1" i="0" u="none" strike="noStrike" cap="none" normalizeH="0" baseline="0">
                          <a:ln>
                            <a:noFill/>
                          </a:ln>
                          <a:solidFill>
                            <a:schemeClr val="tx1"/>
                          </a:solidFill>
                          <a:effectLst/>
                          <a:latin typeface="Times New Roman" panose="02020603050405020304" pitchFamily="18" charset="0"/>
                          <a:ea typeface="黑体" panose="02010609060101010101" pitchFamily="49" charset="-122"/>
                        </a:rPr>
                        <a:t>(</a:t>
                      </a:r>
                    </a:p>
                  </a:txBody>
                  <a:tcPr marL="46132" marR="46132" marT="24604" marB="24604"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accent4">
                        <a:lumMod val="20000"/>
                        <a:lumOff val="80000"/>
                      </a:schemeClr>
                    </a:solidFill>
                  </a:tcPr>
                </a:tc>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r>
                        <a:rPr kumimoji="0" lang="en-US" altLang="zh-CN" sz="1500" b="1" i="0" u="none" strike="noStrike" cap="none" normalizeH="0" baseline="0">
                          <a:ln>
                            <a:noFill/>
                          </a:ln>
                          <a:solidFill>
                            <a:schemeClr val="tx1"/>
                          </a:solidFill>
                          <a:effectLst/>
                          <a:latin typeface="Times New Roman" panose="02020603050405020304" pitchFamily="18" charset="0"/>
                          <a:ea typeface="黑体" panose="02010609060101010101" pitchFamily="49" charset="-122"/>
                        </a:rPr>
                        <a:t>)</a:t>
                      </a:r>
                    </a:p>
                  </a:txBody>
                  <a:tcPr marL="46132" marR="46132" marT="24604" marB="24604"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accent4">
                        <a:lumMod val="20000"/>
                        <a:lumOff val="80000"/>
                      </a:schemeClr>
                    </a:solidFill>
                  </a:tcPr>
                </a:tc>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r>
                        <a:rPr kumimoji="0" lang="en-US" altLang="zh-CN" sz="1500" b="1" i="0" u="none" strike="noStrike" cap="none" normalizeH="0" baseline="0">
                          <a:ln>
                            <a:noFill/>
                          </a:ln>
                          <a:solidFill>
                            <a:schemeClr val="tx1"/>
                          </a:solidFill>
                          <a:effectLst/>
                          <a:latin typeface="Times New Roman" panose="02020603050405020304" pitchFamily="18" charset="0"/>
                          <a:ea typeface="黑体" panose="02010609060101010101" pitchFamily="49" charset="-122"/>
                        </a:rPr>
                        <a:t>$</a:t>
                      </a:r>
                    </a:p>
                  </a:txBody>
                  <a:tcPr marL="46132" marR="46132" marT="24604" marB="24604" anchor="ct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accent4">
                        <a:lumMod val="20000"/>
                        <a:lumOff val="80000"/>
                      </a:schemeClr>
                    </a:solidFill>
                  </a:tcPr>
                </a:tc>
                <a:extLst>
                  <a:ext uri="{0D108BD9-81ED-4DB2-BD59-A6C34878D82A}">
                    <a16:rowId xmlns:a16="http://schemas.microsoft.com/office/drawing/2014/main" val="10001"/>
                  </a:ext>
                </a:extLst>
              </a:tr>
              <a:tr h="361994">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r>
                        <a:rPr kumimoji="0" lang="en-US" altLang="zh-CN" sz="1500" b="1" i="1" u="none" strike="noStrike" cap="none" normalizeH="0" baseline="0">
                          <a:ln>
                            <a:noFill/>
                          </a:ln>
                          <a:solidFill>
                            <a:schemeClr val="tx1"/>
                          </a:solidFill>
                          <a:effectLst/>
                          <a:latin typeface="Times New Roman" panose="02020603050405020304" pitchFamily="18" charset="0"/>
                          <a:ea typeface="黑体" panose="02010609060101010101" pitchFamily="49" charset="-122"/>
                        </a:rPr>
                        <a:t>E</a:t>
                      </a:r>
                    </a:p>
                  </a:txBody>
                  <a:tcPr marL="46132" marR="46132" marT="24604" marB="24604" anchor="ct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accent4">
                        <a:lumMod val="20000"/>
                        <a:lumOff val="80000"/>
                      </a:schemeClr>
                    </a:solidFill>
                  </a:tcPr>
                </a:tc>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r>
                        <a:rPr kumimoji="0" lang="en-US" altLang="zh-CN" sz="1500" b="1" i="1" u="none" strike="noStrike" cap="none" normalizeH="0" baseline="0">
                          <a:ln>
                            <a:noFill/>
                          </a:ln>
                          <a:solidFill>
                            <a:schemeClr val="tx1"/>
                          </a:solidFill>
                          <a:effectLst/>
                          <a:latin typeface="Times New Roman" panose="02020603050405020304" pitchFamily="18" charset="0"/>
                          <a:ea typeface="黑体" panose="02010609060101010101" pitchFamily="49" charset="-122"/>
                        </a:rPr>
                        <a:t>E</a:t>
                      </a:r>
                      <a:r>
                        <a:rPr kumimoji="0" lang="en-US" altLang="zh-CN" sz="1500" b="1" i="0" u="none" strike="noStrike" cap="none" normalizeH="0" baseline="0">
                          <a:ln>
                            <a:noFill/>
                          </a:ln>
                          <a:solidFill>
                            <a:schemeClr val="tx1"/>
                          </a:solidFill>
                          <a:effectLst/>
                          <a:latin typeface="Times New Roman" panose="02020603050405020304" pitchFamily="18" charset="0"/>
                          <a:ea typeface="黑体" panose="02010609060101010101" pitchFamily="49" charset="-122"/>
                          <a:sym typeface="Symbol" panose="05050102010706020507" pitchFamily="18" charset="2"/>
                        </a:rPr>
                        <a:t></a:t>
                      </a:r>
                      <a:r>
                        <a:rPr kumimoji="0" lang="en-US" altLang="zh-CN" sz="1500" b="1" i="1" u="none" strike="noStrike" cap="none" normalizeH="0" baseline="0">
                          <a:ln>
                            <a:noFill/>
                          </a:ln>
                          <a:solidFill>
                            <a:schemeClr val="tx1"/>
                          </a:solidFill>
                          <a:effectLst/>
                          <a:latin typeface="Times New Roman" panose="02020603050405020304" pitchFamily="18" charset="0"/>
                          <a:ea typeface="黑体" panose="02010609060101010101" pitchFamily="49" charset="-122"/>
                          <a:sym typeface="Symbol" panose="05050102010706020507" pitchFamily="18" charset="2"/>
                        </a:rPr>
                        <a:t>TE</a:t>
                      </a:r>
                      <a:r>
                        <a:rPr kumimoji="0" lang="en-US" altLang="zh-CN" sz="1500" b="1" i="0" u="none" strike="noStrike" cap="none" normalizeH="0" baseline="0">
                          <a:ln>
                            <a:noFill/>
                          </a:ln>
                          <a:solidFill>
                            <a:schemeClr val="tx1"/>
                          </a:solidFill>
                          <a:effectLst/>
                          <a:latin typeface="Times New Roman" panose="02020603050405020304" pitchFamily="18" charset="0"/>
                          <a:ea typeface="黑体" panose="02010609060101010101" pitchFamily="49" charset="-122"/>
                          <a:sym typeface="Symbol" panose="05050102010706020507" pitchFamily="18" charset="2"/>
                        </a:rPr>
                        <a:t></a:t>
                      </a:r>
                    </a:p>
                  </a:txBody>
                  <a:tcPr marL="46132" marR="46132" marT="24604" marB="24604"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accent4">
                        <a:lumMod val="20000"/>
                        <a:lumOff val="80000"/>
                      </a:schemeClr>
                    </a:solidFill>
                  </a:tcPr>
                </a:tc>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endParaRPr kumimoji="0" lang="zh-CN" altLang="zh-CN" sz="1500" b="0" i="0" u="none" strike="noStrike" cap="none" normalizeH="0" baseline="0">
                        <a:ln>
                          <a:noFill/>
                        </a:ln>
                        <a:solidFill>
                          <a:schemeClr val="tx1"/>
                        </a:solidFill>
                        <a:effectLst/>
                        <a:latin typeface="Times New Roman" panose="02020603050405020304" pitchFamily="18" charset="0"/>
                        <a:ea typeface="黑体" panose="02010609060101010101" pitchFamily="49" charset="-122"/>
                      </a:endParaRPr>
                    </a:p>
                  </a:txBody>
                  <a:tcPr marL="46132" marR="46132" marT="24604" marB="24604"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accent4">
                        <a:lumMod val="20000"/>
                        <a:lumOff val="80000"/>
                      </a:schemeClr>
                    </a:solidFill>
                  </a:tcPr>
                </a:tc>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endParaRPr kumimoji="0" lang="zh-CN" altLang="zh-CN" sz="1500" b="0" i="0" u="none" strike="noStrike" cap="none" normalizeH="0" baseline="0">
                        <a:ln>
                          <a:noFill/>
                        </a:ln>
                        <a:solidFill>
                          <a:schemeClr val="tx1"/>
                        </a:solidFill>
                        <a:effectLst/>
                        <a:latin typeface="Times New Roman" panose="02020603050405020304" pitchFamily="18" charset="0"/>
                        <a:ea typeface="黑体" panose="02010609060101010101" pitchFamily="49" charset="-122"/>
                      </a:endParaRPr>
                    </a:p>
                  </a:txBody>
                  <a:tcPr marL="46132" marR="46132" marT="24604" marB="24604"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accent4">
                        <a:lumMod val="20000"/>
                        <a:lumOff val="80000"/>
                      </a:schemeClr>
                    </a:solidFill>
                  </a:tcPr>
                </a:tc>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r>
                        <a:rPr kumimoji="0" lang="en-US" altLang="zh-CN" sz="1500" b="1" i="1" u="none" strike="noStrike" cap="none" normalizeH="0" baseline="0">
                          <a:ln>
                            <a:noFill/>
                          </a:ln>
                          <a:solidFill>
                            <a:schemeClr val="tx1"/>
                          </a:solidFill>
                          <a:effectLst/>
                          <a:latin typeface="Times New Roman" panose="02020603050405020304" pitchFamily="18" charset="0"/>
                          <a:ea typeface="黑体" panose="02010609060101010101" pitchFamily="49" charset="-122"/>
                        </a:rPr>
                        <a:t>E</a:t>
                      </a:r>
                      <a:r>
                        <a:rPr kumimoji="0" lang="en-US" altLang="zh-CN" sz="1500" b="1" i="1" u="none" strike="noStrike" cap="none" normalizeH="0" baseline="0">
                          <a:ln>
                            <a:noFill/>
                          </a:ln>
                          <a:solidFill>
                            <a:schemeClr val="tx1"/>
                          </a:solidFill>
                          <a:effectLst/>
                          <a:latin typeface="Times New Roman" panose="02020603050405020304" pitchFamily="18" charset="0"/>
                          <a:ea typeface="黑体" panose="02010609060101010101" pitchFamily="49" charset="-122"/>
                          <a:sym typeface="Symbol" panose="05050102010706020507" pitchFamily="18" charset="2"/>
                        </a:rPr>
                        <a:t>TE</a:t>
                      </a:r>
                      <a:r>
                        <a:rPr kumimoji="0" lang="en-US" altLang="zh-CN" sz="1500" b="1" i="0" u="none" strike="noStrike" cap="none" normalizeH="0" baseline="0">
                          <a:ln>
                            <a:noFill/>
                          </a:ln>
                          <a:solidFill>
                            <a:schemeClr val="tx1"/>
                          </a:solidFill>
                          <a:effectLst/>
                          <a:latin typeface="Times New Roman" panose="02020603050405020304" pitchFamily="18" charset="0"/>
                          <a:ea typeface="黑体" panose="02010609060101010101" pitchFamily="49" charset="-122"/>
                          <a:sym typeface="Symbol" panose="05050102010706020507" pitchFamily="18" charset="2"/>
                        </a:rPr>
                        <a:t></a:t>
                      </a:r>
                    </a:p>
                  </a:txBody>
                  <a:tcPr marL="46132" marR="46132" marT="24604" marB="24604"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accent4">
                        <a:lumMod val="20000"/>
                        <a:lumOff val="80000"/>
                      </a:schemeClr>
                    </a:solidFill>
                  </a:tcPr>
                </a:tc>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endParaRPr kumimoji="0" lang="zh-CN" altLang="zh-CN" sz="1500" b="0" i="0" u="none" strike="noStrike" cap="none" normalizeH="0" baseline="0">
                        <a:ln>
                          <a:noFill/>
                        </a:ln>
                        <a:solidFill>
                          <a:schemeClr val="tx1"/>
                        </a:solidFill>
                        <a:effectLst/>
                        <a:latin typeface="Times New Roman" panose="02020603050405020304" pitchFamily="18" charset="0"/>
                        <a:ea typeface="黑体" panose="02010609060101010101" pitchFamily="49" charset="-122"/>
                      </a:endParaRPr>
                    </a:p>
                  </a:txBody>
                  <a:tcPr marL="46132" marR="46132" marT="24604" marB="24604"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accent4">
                        <a:lumMod val="20000"/>
                        <a:lumOff val="80000"/>
                      </a:schemeClr>
                    </a:solidFill>
                  </a:tcPr>
                </a:tc>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endParaRPr kumimoji="0" lang="zh-CN" altLang="zh-CN" sz="1500" b="0" i="0" u="none" strike="noStrike" cap="none" normalizeH="0" baseline="0">
                        <a:ln>
                          <a:noFill/>
                        </a:ln>
                        <a:solidFill>
                          <a:schemeClr val="tx1"/>
                        </a:solidFill>
                        <a:effectLst/>
                        <a:latin typeface="Times New Roman" panose="02020603050405020304" pitchFamily="18" charset="0"/>
                        <a:ea typeface="黑体" panose="02010609060101010101" pitchFamily="49" charset="-122"/>
                      </a:endParaRPr>
                    </a:p>
                  </a:txBody>
                  <a:tcPr marL="46132" marR="46132" marT="24604" marB="24604" anchor="ct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accent4">
                        <a:lumMod val="20000"/>
                        <a:lumOff val="80000"/>
                      </a:schemeClr>
                    </a:solidFill>
                  </a:tcPr>
                </a:tc>
                <a:extLst>
                  <a:ext uri="{0D108BD9-81ED-4DB2-BD59-A6C34878D82A}">
                    <a16:rowId xmlns:a16="http://schemas.microsoft.com/office/drawing/2014/main" val="10002"/>
                  </a:ext>
                </a:extLst>
              </a:tr>
              <a:tr h="361018">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r>
                        <a:rPr kumimoji="0" lang="en-US" altLang="zh-CN" sz="1500" b="1" i="1" u="none" strike="noStrike" cap="none" normalizeH="0" baseline="0">
                          <a:ln>
                            <a:noFill/>
                          </a:ln>
                          <a:solidFill>
                            <a:schemeClr val="tx1"/>
                          </a:solidFill>
                          <a:effectLst/>
                          <a:latin typeface="Times New Roman" panose="02020603050405020304" pitchFamily="18" charset="0"/>
                          <a:ea typeface="黑体" panose="02010609060101010101" pitchFamily="49" charset="-122"/>
                        </a:rPr>
                        <a:t>E </a:t>
                      </a:r>
                      <a:r>
                        <a:rPr kumimoji="0" lang="en-US" altLang="zh-CN" sz="1500" b="1" i="0" u="none" strike="noStrike" cap="none" normalizeH="0" baseline="0">
                          <a:ln>
                            <a:noFill/>
                          </a:ln>
                          <a:solidFill>
                            <a:schemeClr val="tx1"/>
                          </a:solidFill>
                          <a:effectLst/>
                          <a:latin typeface="Times New Roman" panose="02020603050405020304" pitchFamily="18" charset="0"/>
                          <a:ea typeface="黑体" panose="02010609060101010101" pitchFamily="49" charset="-122"/>
                          <a:sym typeface="Symbol" panose="05050102010706020507" pitchFamily="18" charset="2"/>
                        </a:rPr>
                        <a:t></a:t>
                      </a:r>
                    </a:p>
                  </a:txBody>
                  <a:tcPr marL="46132" marR="46132" marT="24604" marB="24604" anchor="ct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accent4">
                        <a:lumMod val="20000"/>
                        <a:lumOff val="80000"/>
                      </a:schemeClr>
                    </a:solidFill>
                  </a:tcPr>
                </a:tc>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endParaRPr kumimoji="0" lang="zh-CN" altLang="zh-CN" sz="1500" b="0" i="0" u="none" strike="noStrike" cap="none" normalizeH="0" baseline="0">
                        <a:ln>
                          <a:noFill/>
                        </a:ln>
                        <a:solidFill>
                          <a:schemeClr val="tx1"/>
                        </a:solidFill>
                        <a:effectLst/>
                        <a:latin typeface="Times New Roman" panose="02020603050405020304" pitchFamily="18" charset="0"/>
                        <a:ea typeface="黑体" panose="02010609060101010101" pitchFamily="49" charset="-122"/>
                      </a:endParaRPr>
                    </a:p>
                  </a:txBody>
                  <a:tcPr marL="46132" marR="46132" marT="24604" marB="24604"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accent4">
                        <a:lumMod val="20000"/>
                        <a:lumOff val="80000"/>
                      </a:schemeClr>
                    </a:solidFill>
                  </a:tcPr>
                </a:tc>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r>
                        <a:rPr kumimoji="0" lang="en-US" altLang="zh-CN" sz="1500" b="1" i="1" u="none" strike="noStrike" cap="none" normalizeH="0" baseline="0">
                          <a:ln>
                            <a:noFill/>
                          </a:ln>
                          <a:solidFill>
                            <a:schemeClr val="tx1"/>
                          </a:solidFill>
                          <a:effectLst/>
                          <a:latin typeface="Times New Roman" panose="02020603050405020304" pitchFamily="18" charset="0"/>
                          <a:ea typeface="黑体" panose="02010609060101010101" pitchFamily="49" charset="-122"/>
                        </a:rPr>
                        <a:t>E</a:t>
                      </a:r>
                      <a:r>
                        <a:rPr kumimoji="0" lang="en-US" altLang="zh-CN" sz="1500" b="1" i="0" u="none" strike="noStrike" cap="none" normalizeH="0" baseline="0">
                          <a:ln>
                            <a:noFill/>
                          </a:ln>
                          <a:solidFill>
                            <a:schemeClr val="tx1"/>
                          </a:solidFill>
                          <a:effectLst/>
                          <a:latin typeface="Times New Roman" panose="02020603050405020304" pitchFamily="18" charset="0"/>
                          <a:ea typeface="黑体" panose="02010609060101010101" pitchFamily="49" charset="-122"/>
                          <a:sym typeface="Symbol" panose="05050102010706020507" pitchFamily="18" charset="2"/>
                        </a:rPr>
                        <a:t>+</a:t>
                      </a:r>
                      <a:r>
                        <a:rPr kumimoji="0" lang="en-US" altLang="zh-CN" sz="1500" b="1" i="1" u="none" strike="noStrike" cap="none" normalizeH="0" baseline="0">
                          <a:ln>
                            <a:noFill/>
                          </a:ln>
                          <a:solidFill>
                            <a:schemeClr val="tx1"/>
                          </a:solidFill>
                          <a:effectLst/>
                          <a:latin typeface="Times New Roman" panose="02020603050405020304" pitchFamily="18" charset="0"/>
                          <a:ea typeface="黑体" panose="02010609060101010101" pitchFamily="49" charset="-122"/>
                          <a:sym typeface="Symbol" panose="05050102010706020507" pitchFamily="18" charset="2"/>
                        </a:rPr>
                        <a:t>TE</a:t>
                      </a:r>
                      <a:r>
                        <a:rPr kumimoji="0" lang="en-US" altLang="zh-CN" sz="1500" b="1" i="0" u="none" strike="noStrike" cap="none" normalizeH="0" baseline="0">
                          <a:ln>
                            <a:noFill/>
                          </a:ln>
                          <a:solidFill>
                            <a:schemeClr val="tx1"/>
                          </a:solidFill>
                          <a:effectLst/>
                          <a:latin typeface="Times New Roman" panose="02020603050405020304" pitchFamily="18" charset="0"/>
                          <a:ea typeface="黑体" panose="02010609060101010101" pitchFamily="49" charset="-122"/>
                          <a:sym typeface="Symbol" panose="05050102010706020507" pitchFamily="18" charset="2"/>
                        </a:rPr>
                        <a:t></a:t>
                      </a:r>
                    </a:p>
                  </a:txBody>
                  <a:tcPr marL="46132" marR="46132" marT="24604" marB="24604"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accent4">
                        <a:lumMod val="20000"/>
                        <a:lumOff val="80000"/>
                      </a:schemeClr>
                    </a:solidFill>
                  </a:tcPr>
                </a:tc>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endParaRPr kumimoji="0" lang="zh-CN" altLang="zh-CN" sz="1500" b="0" i="0" u="none" strike="noStrike" cap="none" normalizeH="0" baseline="0">
                        <a:ln>
                          <a:noFill/>
                        </a:ln>
                        <a:solidFill>
                          <a:schemeClr val="tx1"/>
                        </a:solidFill>
                        <a:effectLst/>
                        <a:latin typeface="Times New Roman" panose="02020603050405020304" pitchFamily="18" charset="0"/>
                        <a:ea typeface="黑体" panose="02010609060101010101" pitchFamily="49" charset="-122"/>
                      </a:endParaRPr>
                    </a:p>
                  </a:txBody>
                  <a:tcPr marL="46132" marR="46132" marT="24604" marB="24604"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accent4">
                        <a:lumMod val="20000"/>
                        <a:lumOff val="80000"/>
                      </a:schemeClr>
                    </a:solidFill>
                  </a:tcPr>
                </a:tc>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endParaRPr kumimoji="0" lang="zh-CN" altLang="zh-CN" sz="1500" b="0" i="0" u="none" strike="noStrike" cap="none" normalizeH="0" baseline="0">
                        <a:ln>
                          <a:noFill/>
                        </a:ln>
                        <a:solidFill>
                          <a:schemeClr val="tx1"/>
                        </a:solidFill>
                        <a:effectLst/>
                        <a:latin typeface="Times New Roman" panose="02020603050405020304" pitchFamily="18" charset="0"/>
                        <a:ea typeface="黑体" panose="02010609060101010101" pitchFamily="49" charset="-122"/>
                      </a:endParaRPr>
                    </a:p>
                  </a:txBody>
                  <a:tcPr marL="46132" marR="46132" marT="24604" marB="24604"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accent4">
                        <a:lumMod val="20000"/>
                        <a:lumOff val="80000"/>
                      </a:schemeClr>
                    </a:solidFill>
                  </a:tcPr>
                </a:tc>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r>
                        <a:rPr kumimoji="0" lang="en-US" altLang="zh-CN" sz="1500" b="1" i="1" u="none" strike="noStrike" cap="none" normalizeH="0" baseline="0">
                          <a:ln>
                            <a:noFill/>
                          </a:ln>
                          <a:solidFill>
                            <a:schemeClr val="tx1"/>
                          </a:solidFill>
                          <a:effectLst/>
                          <a:latin typeface="Times New Roman" panose="02020603050405020304" pitchFamily="18" charset="0"/>
                          <a:ea typeface="黑体" panose="02010609060101010101" pitchFamily="49" charset="-122"/>
                        </a:rPr>
                        <a:t>E</a:t>
                      </a:r>
                      <a:r>
                        <a:rPr kumimoji="0" lang="en-US" altLang="zh-CN" sz="1700" b="1" i="0" u="none" strike="noStrike" cap="none" normalizeH="0" baseline="0">
                          <a:ln>
                            <a:noFill/>
                          </a:ln>
                          <a:solidFill>
                            <a:schemeClr val="tx1"/>
                          </a:solidFill>
                          <a:effectLst/>
                          <a:latin typeface="Times New Roman" panose="02020603050405020304" pitchFamily="18" charset="0"/>
                          <a:ea typeface="黑体" panose="02010609060101010101" pitchFamily="49" charset="-122"/>
                          <a:sym typeface="Symbol" panose="05050102010706020507" pitchFamily="18" charset="2"/>
                        </a:rPr>
                        <a:t></a:t>
                      </a:r>
                    </a:p>
                  </a:txBody>
                  <a:tcPr marL="46132" marR="46132" marT="24604" marB="24604"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accent4">
                        <a:lumMod val="20000"/>
                        <a:lumOff val="80000"/>
                      </a:schemeClr>
                    </a:solidFill>
                  </a:tcPr>
                </a:tc>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r>
                        <a:rPr kumimoji="0" lang="en-US" altLang="zh-CN" sz="1500" b="1" i="1" u="none" strike="noStrike" cap="none" normalizeH="0" baseline="0">
                          <a:ln>
                            <a:noFill/>
                          </a:ln>
                          <a:solidFill>
                            <a:schemeClr val="tx1"/>
                          </a:solidFill>
                          <a:effectLst/>
                          <a:latin typeface="Times New Roman" panose="02020603050405020304" pitchFamily="18" charset="0"/>
                          <a:ea typeface="黑体" panose="02010609060101010101" pitchFamily="49" charset="-122"/>
                        </a:rPr>
                        <a:t>E</a:t>
                      </a:r>
                      <a:r>
                        <a:rPr kumimoji="0" lang="en-US" altLang="zh-CN" sz="1700" b="1" i="0" u="none" strike="noStrike" cap="none" normalizeH="0" baseline="0">
                          <a:ln>
                            <a:noFill/>
                          </a:ln>
                          <a:solidFill>
                            <a:schemeClr val="tx1"/>
                          </a:solidFill>
                          <a:effectLst/>
                          <a:latin typeface="Times New Roman" panose="02020603050405020304" pitchFamily="18" charset="0"/>
                          <a:ea typeface="黑体" panose="02010609060101010101" pitchFamily="49" charset="-122"/>
                          <a:sym typeface="Symbol" panose="05050102010706020507" pitchFamily="18" charset="2"/>
                        </a:rPr>
                        <a:t></a:t>
                      </a:r>
                    </a:p>
                  </a:txBody>
                  <a:tcPr marL="46132" marR="46132" marT="24604" marB="24604" anchor="ct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accent4">
                        <a:lumMod val="20000"/>
                        <a:lumOff val="80000"/>
                      </a:schemeClr>
                    </a:solidFill>
                  </a:tcPr>
                </a:tc>
                <a:extLst>
                  <a:ext uri="{0D108BD9-81ED-4DB2-BD59-A6C34878D82A}">
                    <a16:rowId xmlns:a16="http://schemas.microsoft.com/office/drawing/2014/main" val="10003"/>
                  </a:ext>
                </a:extLst>
              </a:tr>
              <a:tr h="361994">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r>
                        <a:rPr kumimoji="0" lang="en-US" altLang="zh-CN" sz="1500" b="1" i="1" u="none" strike="noStrike" cap="none" normalizeH="0" baseline="0">
                          <a:ln>
                            <a:noFill/>
                          </a:ln>
                          <a:solidFill>
                            <a:schemeClr val="tx1"/>
                          </a:solidFill>
                          <a:effectLst/>
                          <a:latin typeface="Times New Roman" panose="02020603050405020304" pitchFamily="18" charset="0"/>
                          <a:ea typeface="黑体" panose="02010609060101010101" pitchFamily="49" charset="-122"/>
                        </a:rPr>
                        <a:t>T</a:t>
                      </a:r>
                    </a:p>
                  </a:txBody>
                  <a:tcPr marL="46132" marR="46132" marT="24604" marB="24604" anchor="ct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accent4">
                        <a:lumMod val="20000"/>
                        <a:lumOff val="80000"/>
                      </a:schemeClr>
                    </a:solidFill>
                  </a:tcPr>
                </a:tc>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r>
                        <a:rPr kumimoji="0" lang="en-US" altLang="zh-CN" sz="1500" b="1" i="1" u="none" strike="noStrike" cap="none" normalizeH="0" baseline="0">
                          <a:ln>
                            <a:noFill/>
                          </a:ln>
                          <a:solidFill>
                            <a:schemeClr val="tx1"/>
                          </a:solidFill>
                          <a:effectLst/>
                          <a:latin typeface="Times New Roman" panose="02020603050405020304" pitchFamily="18" charset="0"/>
                          <a:ea typeface="黑体" panose="02010609060101010101" pitchFamily="49" charset="-122"/>
                        </a:rPr>
                        <a:t>T</a:t>
                      </a:r>
                      <a:r>
                        <a:rPr kumimoji="0" lang="en-US" altLang="zh-CN" sz="1500" b="1" i="0" u="none" strike="noStrike" cap="none" normalizeH="0" baseline="0">
                          <a:ln>
                            <a:noFill/>
                          </a:ln>
                          <a:solidFill>
                            <a:schemeClr val="tx1"/>
                          </a:solidFill>
                          <a:effectLst/>
                          <a:latin typeface="Times New Roman" panose="02020603050405020304" pitchFamily="18" charset="0"/>
                          <a:ea typeface="黑体" panose="02010609060101010101" pitchFamily="49" charset="-122"/>
                          <a:sym typeface="Symbol" panose="05050102010706020507" pitchFamily="18" charset="2"/>
                        </a:rPr>
                        <a:t></a:t>
                      </a:r>
                      <a:r>
                        <a:rPr kumimoji="0" lang="en-US" altLang="zh-CN" sz="1500" b="1" i="1" u="none" strike="noStrike" cap="none" normalizeH="0" baseline="0">
                          <a:ln>
                            <a:noFill/>
                          </a:ln>
                          <a:solidFill>
                            <a:schemeClr val="tx1"/>
                          </a:solidFill>
                          <a:effectLst/>
                          <a:latin typeface="Times New Roman" panose="02020603050405020304" pitchFamily="18" charset="0"/>
                          <a:ea typeface="黑体" panose="02010609060101010101" pitchFamily="49" charset="-122"/>
                          <a:sym typeface="Symbol" panose="05050102010706020507" pitchFamily="18" charset="2"/>
                        </a:rPr>
                        <a:t>FT </a:t>
                      </a:r>
                      <a:r>
                        <a:rPr kumimoji="0" lang="en-US" altLang="zh-CN" sz="1700" b="1" i="0" u="none" strike="noStrike" cap="none" normalizeH="0" baseline="0">
                          <a:ln>
                            <a:noFill/>
                          </a:ln>
                          <a:solidFill>
                            <a:schemeClr val="tx1"/>
                          </a:solidFill>
                          <a:effectLst/>
                          <a:latin typeface="Times New Roman" panose="02020603050405020304" pitchFamily="18" charset="0"/>
                          <a:ea typeface="黑体" panose="02010609060101010101" pitchFamily="49" charset="-122"/>
                          <a:sym typeface="Symbol" panose="05050102010706020507" pitchFamily="18" charset="2"/>
                        </a:rPr>
                        <a:t></a:t>
                      </a:r>
                    </a:p>
                  </a:txBody>
                  <a:tcPr marL="46132" marR="46132" marT="24604" marB="24604"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accent4">
                        <a:lumMod val="20000"/>
                        <a:lumOff val="80000"/>
                      </a:schemeClr>
                    </a:solidFill>
                  </a:tcPr>
                </a:tc>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endParaRPr kumimoji="0" lang="zh-CN" altLang="zh-CN" sz="1500" b="0" i="0" u="none" strike="noStrike" cap="none" normalizeH="0" baseline="0">
                        <a:ln>
                          <a:noFill/>
                        </a:ln>
                        <a:solidFill>
                          <a:schemeClr val="tx1"/>
                        </a:solidFill>
                        <a:effectLst/>
                        <a:latin typeface="Times New Roman" panose="02020603050405020304" pitchFamily="18" charset="0"/>
                        <a:ea typeface="黑体" panose="02010609060101010101" pitchFamily="49" charset="-122"/>
                      </a:endParaRPr>
                    </a:p>
                  </a:txBody>
                  <a:tcPr marL="46132" marR="46132" marT="24604" marB="24604"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accent4">
                        <a:lumMod val="20000"/>
                        <a:lumOff val="80000"/>
                      </a:schemeClr>
                    </a:solidFill>
                  </a:tcPr>
                </a:tc>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endParaRPr kumimoji="0" lang="zh-CN" altLang="zh-CN" sz="1500" b="0" i="0" u="none" strike="noStrike" cap="none" normalizeH="0" baseline="0">
                        <a:ln>
                          <a:noFill/>
                        </a:ln>
                        <a:solidFill>
                          <a:schemeClr val="tx1"/>
                        </a:solidFill>
                        <a:effectLst/>
                        <a:latin typeface="Times New Roman" panose="02020603050405020304" pitchFamily="18" charset="0"/>
                        <a:ea typeface="黑体" panose="02010609060101010101" pitchFamily="49" charset="-122"/>
                      </a:endParaRPr>
                    </a:p>
                  </a:txBody>
                  <a:tcPr marL="46132" marR="46132" marT="24604" marB="24604"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accent4">
                        <a:lumMod val="20000"/>
                        <a:lumOff val="80000"/>
                      </a:schemeClr>
                    </a:solidFill>
                  </a:tcPr>
                </a:tc>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r>
                        <a:rPr kumimoji="0" lang="en-US" altLang="zh-CN" sz="1500" b="1" i="1" u="none" strike="noStrike" cap="none" normalizeH="0" baseline="0">
                          <a:ln>
                            <a:noFill/>
                          </a:ln>
                          <a:solidFill>
                            <a:schemeClr val="tx1"/>
                          </a:solidFill>
                          <a:effectLst/>
                          <a:latin typeface="Times New Roman" panose="02020603050405020304" pitchFamily="18" charset="0"/>
                          <a:ea typeface="黑体" panose="02010609060101010101" pitchFamily="49" charset="-122"/>
                        </a:rPr>
                        <a:t>T</a:t>
                      </a:r>
                      <a:r>
                        <a:rPr kumimoji="0" lang="en-US" altLang="zh-CN" sz="1500" b="1" i="0" u="none" strike="noStrike" cap="none" normalizeH="0" baseline="0">
                          <a:ln>
                            <a:noFill/>
                          </a:ln>
                          <a:solidFill>
                            <a:schemeClr val="tx1"/>
                          </a:solidFill>
                          <a:effectLst/>
                          <a:latin typeface="Times New Roman" panose="02020603050405020304" pitchFamily="18" charset="0"/>
                          <a:ea typeface="黑体" panose="02010609060101010101" pitchFamily="49" charset="-122"/>
                          <a:sym typeface="Symbol" panose="05050102010706020507" pitchFamily="18" charset="2"/>
                        </a:rPr>
                        <a:t></a:t>
                      </a:r>
                      <a:r>
                        <a:rPr kumimoji="0" lang="en-US" altLang="zh-CN" sz="1500" b="1" i="1" u="none" strike="noStrike" cap="none" normalizeH="0" baseline="0">
                          <a:ln>
                            <a:noFill/>
                          </a:ln>
                          <a:solidFill>
                            <a:schemeClr val="tx1"/>
                          </a:solidFill>
                          <a:effectLst/>
                          <a:latin typeface="Times New Roman" panose="02020603050405020304" pitchFamily="18" charset="0"/>
                          <a:ea typeface="黑体" panose="02010609060101010101" pitchFamily="49" charset="-122"/>
                          <a:sym typeface="Symbol" panose="05050102010706020507" pitchFamily="18" charset="2"/>
                        </a:rPr>
                        <a:t>FT </a:t>
                      </a:r>
                      <a:r>
                        <a:rPr kumimoji="0" lang="en-US" altLang="zh-CN" sz="1700" b="1" i="0" u="none" strike="noStrike" cap="none" normalizeH="0" baseline="0">
                          <a:ln>
                            <a:noFill/>
                          </a:ln>
                          <a:solidFill>
                            <a:schemeClr val="tx1"/>
                          </a:solidFill>
                          <a:effectLst/>
                          <a:latin typeface="Times New Roman" panose="02020603050405020304" pitchFamily="18" charset="0"/>
                          <a:ea typeface="黑体" panose="02010609060101010101" pitchFamily="49" charset="-122"/>
                          <a:sym typeface="Symbol" panose="05050102010706020507" pitchFamily="18" charset="2"/>
                        </a:rPr>
                        <a:t></a:t>
                      </a:r>
                    </a:p>
                  </a:txBody>
                  <a:tcPr marL="46132" marR="46132" marT="24604" marB="24604"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accent4">
                        <a:lumMod val="20000"/>
                        <a:lumOff val="80000"/>
                      </a:schemeClr>
                    </a:solidFill>
                  </a:tcPr>
                </a:tc>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endParaRPr kumimoji="0" lang="zh-CN" altLang="zh-CN" sz="1500" b="0" i="0" u="none" strike="noStrike" cap="none" normalizeH="0" baseline="0">
                        <a:ln>
                          <a:noFill/>
                        </a:ln>
                        <a:solidFill>
                          <a:schemeClr val="tx1"/>
                        </a:solidFill>
                        <a:effectLst/>
                        <a:latin typeface="Times New Roman" panose="02020603050405020304" pitchFamily="18" charset="0"/>
                        <a:ea typeface="黑体" panose="02010609060101010101" pitchFamily="49" charset="-122"/>
                      </a:endParaRPr>
                    </a:p>
                  </a:txBody>
                  <a:tcPr marL="46132" marR="46132" marT="24604" marB="24604"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accent4">
                        <a:lumMod val="20000"/>
                        <a:lumOff val="80000"/>
                      </a:schemeClr>
                    </a:solidFill>
                  </a:tcPr>
                </a:tc>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endParaRPr kumimoji="0" lang="zh-CN" altLang="zh-CN" sz="1500" b="0" i="0" u="none" strike="noStrike" cap="none" normalizeH="0" baseline="0">
                        <a:ln>
                          <a:noFill/>
                        </a:ln>
                        <a:solidFill>
                          <a:schemeClr val="tx1"/>
                        </a:solidFill>
                        <a:effectLst/>
                        <a:latin typeface="Times New Roman" panose="02020603050405020304" pitchFamily="18" charset="0"/>
                        <a:ea typeface="黑体" panose="02010609060101010101" pitchFamily="49" charset="-122"/>
                      </a:endParaRPr>
                    </a:p>
                  </a:txBody>
                  <a:tcPr marL="46132" marR="46132" marT="24604" marB="24604" anchor="ct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accent4">
                        <a:lumMod val="20000"/>
                        <a:lumOff val="80000"/>
                      </a:schemeClr>
                    </a:solidFill>
                  </a:tcPr>
                </a:tc>
                <a:extLst>
                  <a:ext uri="{0D108BD9-81ED-4DB2-BD59-A6C34878D82A}">
                    <a16:rowId xmlns:a16="http://schemas.microsoft.com/office/drawing/2014/main" val="10004"/>
                  </a:ext>
                </a:extLst>
              </a:tr>
              <a:tr h="360042">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r>
                        <a:rPr kumimoji="0" lang="en-US" altLang="zh-CN" sz="1500" b="1" i="1" u="none" strike="noStrike" cap="none" normalizeH="0" baseline="0">
                          <a:ln>
                            <a:noFill/>
                          </a:ln>
                          <a:solidFill>
                            <a:schemeClr val="tx1"/>
                          </a:solidFill>
                          <a:effectLst/>
                          <a:latin typeface="Times New Roman" panose="02020603050405020304" pitchFamily="18" charset="0"/>
                          <a:ea typeface="黑体" panose="02010609060101010101" pitchFamily="49" charset="-122"/>
                        </a:rPr>
                        <a:t>T </a:t>
                      </a:r>
                      <a:r>
                        <a:rPr kumimoji="0" lang="en-US" altLang="zh-CN" sz="1500" b="1" i="0" u="none" strike="noStrike" cap="none" normalizeH="0" baseline="0">
                          <a:ln>
                            <a:noFill/>
                          </a:ln>
                          <a:solidFill>
                            <a:schemeClr val="tx1"/>
                          </a:solidFill>
                          <a:effectLst/>
                          <a:latin typeface="Times New Roman" panose="02020603050405020304" pitchFamily="18" charset="0"/>
                          <a:ea typeface="黑体" panose="02010609060101010101" pitchFamily="49" charset="-122"/>
                          <a:sym typeface="Symbol" panose="05050102010706020507" pitchFamily="18" charset="2"/>
                        </a:rPr>
                        <a:t></a:t>
                      </a:r>
                    </a:p>
                  </a:txBody>
                  <a:tcPr marL="46132" marR="46132" marT="24604" marB="24604" anchor="ct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accent4">
                        <a:lumMod val="20000"/>
                        <a:lumOff val="80000"/>
                      </a:schemeClr>
                    </a:solidFill>
                  </a:tcPr>
                </a:tc>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endParaRPr kumimoji="0" lang="zh-CN" altLang="zh-CN" sz="1500" b="0" i="0" u="none" strike="noStrike" cap="none" normalizeH="0" baseline="0">
                        <a:ln>
                          <a:noFill/>
                        </a:ln>
                        <a:solidFill>
                          <a:schemeClr val="tx1"/>
                        </a:solidFill>
                        <a:effectLst/>
                        <a:latin typeface="Times New Roman" panose="02020603050405020304" pitchFamily="18" charset="0"/>
                        <a:ea typeface="黑体" panose="02010609060101010101" pitchFamily="49" charset="-122"/>
                      </a:endParaRPr>
                    </a:p>
                  </a:txBody>
                  <a:tcPr marL="46132" marR="46132" marT="24604" marB="24604"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accent4">
                        <a:lumMod val="20000"/>
                        <a:lumOff val="80000"/>
                      </a:schemeClr>
                    </a:solidFill>
                  </a:tcPr>
                </a:tc>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r>
                        <a:rPr kumimoji="0" lang="en-US" altLang="zh-CN" sz="1500" b="1" i="1" u="none" strike="noStrike" cap="none" normalizeH="0" baseline="0">
                          <a:ln>
                            <a:noFill/>
                          </a:ln>
                          <a:solidFill>
                            <a:schemeClr val="tx1"/>
                          </a:solidFill>
                          <a:effectLst/>
                          <a:latin typeface="Times New Roman" panose="02020603050405020304" pitchFamily="18" charset="0"/>
                          <a:ea typeface="黑体" panose="02010609060101010101" pitchFamily="49" charset="-122"/>
                        </a:rPr>
                        <a:t>T </a:t>
                      </a:r>
                      <a:r>
                        <a:rPr kumimoji="0" lang="en-US" altLang="zh-CN" sz="1500" b="1" i="0" u="none" strike="noStrike" cap="none" normalizeH="0" baseline="0">
                          <a:ln>
                            <a:noFill/>
                          </a:ln>
                          <a:solidFill>
                            <a:schemeClr val="tx1"/>
                          </a:solidFill>
                          <a:effectLst/>
                          <a:latin typeface="Times New Roman" panose="02020603050405020304" pitchFamily="18" charset="0"/>
                          <a:ea typeface="黑体" panose="02010609060101010101" pitchFamily="49" charset="-122"/>
                          <a:sym typeface="Symbol" panose="05050102010706020507" pitchFamily="18" charset="2"/>
                        </a:rPr>
                        <a:t></a:t>
                      </a:r>
                    </a:p>
                  </a:txBody>
                  <a:tcPr marL="46132" marR="46132" marT="24604" marB="24604"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accent4">
                        <a:lumMod val="20000"/>
                        <a:lumOff val="80000"/>
                      </a:schemeClr>
                    </a:solidFill>
                  </a:tcPr>
                </a:tc>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r>
                        <a:rPr kumimoji="0" lang="en-US" altLang="zh-CN" sz="1500" b="1" i="1" u="none" strike="noStrike" cap="none" normalizeH="0" baseline="0">
                          <a:ln>
                            <a:noFill/>
                          </a:ln>
                          <a:solidFill>
                            <a:schemeClr val="tx1"/>
                          </a:solidFill>
                          <a:effectLst/>
                          <a:latin typeface="Times New Roman" panose="02020603050405020304" pitchFamily="18" charset="0"/>
                          <a:ea typeface="黑体" panose="02010609060101010101" pitchFamily="49" charset="-122"/>
                        </a:rPr>
                        <a:t>T</a:t>
                      </a:r>
                      <a:r>
                        <a:rPr kumimoji="0" lang="en-US" altLang="zh-CN" sz="1500" b="1" i="0" u="none" strike="noStrike" cap="none" normalizeH="0" baseline="0">
                          <a:ln>
                            <a:noFill/>
                          </a:ln>
                          <a:solidFill>
                            <a:schemeClr val="tx1"/>
                          </a:solidFill>
                          <a:effectLst/>
                          <a:latin typeface="Times New Roman" panose="02020603050405020304" pitchFamily="18" charset="0"/>
                          <a:ea typeface="黑体" panose="02010609060101010101" pitchFamily="49" charset="-122"/>
                          <a:sym typeface="Symbol" panose="05050102010706020507" pitchFamily="18" charset="2"/>
                        </a:rPr>
                        <a:t>*</a:t>
                      </a:r>
                      <a:r>
                        <a:rPr kumimoji="0" lang="en-US" altLang="zh-CN" sz="1500" b="1" i="1" u="none" strike="noStrike" cap="none" normalizeH="0" baseline="0">
                          <a:ln>
                            <a:noFill/>
                          </a:ln>
                          <a:solidFill>
                            <a:schemeClr val="tx1"/>
                          </a:solidFill>
                          <a:effectLst/>
                          <a:latin typeface="Times New Roman" panose="02020603050405020304" pitchFamily="18" charset="0"/>
                          <a:ea typeface="黑体" panose="02010609060101010101" pitchFamily="49" charset="-122"/>
                          <a:sym typeface="Symbol" panose="05050102010706020507" pitchFamily="18" charset="2"/>
                        </a:rPr>
                        <a:t>FT </a:t>
                      </a:r>
                      <a:r>
                        <a:rPr kumimoji="0" lang="en-US" altLang="zh-CN" sz="1500" b="1" i="0" u="none" strike="noStrike" cap="none" normalizeH="0" baseline="0">
                          <a:ln>
                            <a:noFill/>
                          </a:ln>
                          <a:solidFill>
                            <a:schemeClr val="tx1"/>
                          </a:solidFill>
                          <a:effectLst/>
                          <a:latin typeface="Times New Roman" panose="02020603050405020304" pitchFamily="18" charset="0"/>
                          <a:ea typeface="黑体" panose="02010609060101010101" pitchFamily="49" charset="-122"/>
                          <a:sym typeface="Symbol" panose="05050102010706020507" pitchFamily="18" charset="2"/>
                        </a:rPr>
                        <a:t></a:t>
                      </a:r>
                    </a:p>
                  </a:txBody>
                  <a:tcPr marL="46132" marR="46132" marT="24604" marB="24604"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accent4">
                        <a:lumMod val="20000"/>
                        <a:lumOff val="80000"/>
                      </a:schemeClr>
                    </a:solidFill>
                  </a:tcPr>
                </a:tc>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endParaRPr kumimoji="0" lang="zh-CN" altLang="zh-CN" sz="1500" b="0" i="0" u="none" strike="noStrike" cap="none" normalizeH="0" baseline="0">
                        <a:ln>
                          <a:noFill/>
                        </a:ln>
                        <a:solidFill>
                          <a:schemeClr val="tx1"/>
                        </a:solidFill>
                        <a:effectLst/>
                        <a:latin typeface="Times New Roman" panose="02020603050405020304" pitchFamily="18" charset="0"/>
                        <a:ea typeface="黑体" panose="02010609060101010101" pitchFamily="49" charset="-122"/>
                      </a:endParaRPr>
                    </a:p>
                  </a:txBody>
                  <a:tcPr marL="46132" marR="46132" marT="24604" marB="24604"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accent4">
                        <a:lumMod val="20000"/>
                        <a:lumOff val="80000"/>
                      </a:schemeClr>
                    </a:solidFill>
                  </a:tcPr>
                </a:tc>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r>
                        <a:rPr kumimoji="0" lang="en-US" altLang="zh-CN" sz="1500" b="1" i="1" u="none" strike="noStrike" cap="none" normalizeH="0" baseline="0">
                          <a:ln>
                            <a:noFill/>
                          </a:ln>
                          <a:solidFill>
                            <a:schemeClr val="tx1"/>
                          </a:solidFill>
                          <a:effectLst/>
                          <a:latin typeface="Times New Roman" panose="02020603050405020304" pitchFamily="18" charset="0"/>
                          <a:ea typeface="黑体" panose="02010609060101010101" pitchFamily="49" charset="-122"/>
                        </a:rPr>
                        <a:t>T </a:t>
                      </a:r>
                      <a:r>
                        <a:rPr kumimoji="0" lang="en-US" altLang="zh-CN" sz="1500" b="1" i="0" u="none" strike="noStrike" cap="none" normalizeH="0" baseline="0">
                          <a:ln>
                            <a:noFill/>
                          </a:ln>
                          <a:solidFill>
                            <a:schemeClr val="tx1"/>
                          </a:solidFill>
                          <a:effectLst/>
                          <a:latin typeface="Times New Roman" panose="02020603050405020304" pitchFamily="18" charset="0"/>
                          <a:ea typeface="黑体" panose="02010609060101010101" pitchFamily="49" charset="-122"/>
                          <a:sym typeface="Symbol" panose="05050102010706020507" pitchFamily="18" charset="2"/>
                        </a:rPr>
                        <a:t></a:t>
                      </a:r>
                    </a:p>
                  </a:txBody>
                  <a:tcPr marL="46132" marR="46132" marT="24604" marB="24604"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accent4">
                        <a:lumMod val="20000"/>
                        <a:lumOff val="80000"/>
                      </a:schemeClr>
                    </a:solidFill>
                  </a:tcPr>
                </a:tc>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r>
                        <a:rPr kumimoji="0" lang="en-US" altLang="zh-CN" sz="1500" b="1" i="1" u="none" strike="noStrike" cap="none" normalizeH="0" baseline="0">
                          <a:ln>
                            <a:noFill/>
                          </a:ln>
                          <a:solidFill>
                            <a:schemeClr val="tx1"/>
                          </a:solidFill>
                          <a:effectLst/>
                          <a:latin typeface="Times New Roman" panose="02020603050405020304" pitchFamily="18" charset="0"/>
                          <a:ea typeface="黑体" panose="02010609060101010101" pitchFamily="49" charset="-122"/>
                        </a:rPr>
                        <a:t>T </a:t>
                      </a:r>
                      <a:r>
                        <a:rPr kumimoji="0" lang="en-US" altLang="zh-CN" sz="1500" b="1" i="0" u="none" strike="noStrike" cap="none" normalizeH="0" baseline="0">
                          <a:ln>
                            <a:noFill/>
                          </a:ln>
                          <a:solidFill>
                            <a:schemeClr val="tx1"/>
                          </a:solidFill>
                          <a:effectLst/>
                          <a:latin typeface="Times New Roman" panose="02020603050405020304" pitchFamily="18" charset="0"/>
                          <a:ea typeface="黑体" panose="02010609060101010101" pitchFamily="49" charset="-122"/>
                          <a:sym typeface="Symbol" panose="05050102010706020507" pitchFamily="18" charset="2"/>
                        </a:rPr>
                        <a:t></a:t>
                      </a:r>
                    </a:p>
                  </a:txBody>
                  <a:tcPr marL="46132" marR="46132" marT="24604" marB="24604" anchor="ct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accent4">
                        <a:lumMod val="20000"/>
                        <a:lumOff val="80000"/>
                      </a:schemeClr>
                    </a:solidFill>
                  </a:tcPr>
                </a:tc>
                <a:extLst>
                  <a:ext uri="{0D108BD9-81ED-4DB2-BD59-A6C34878D82A}">
                    <a16:rowId xmlns:a16="http://schemas.microsoft.com/office/drawing/2014/main" val="10005"/>
                  </a:ext>
                </a:extLst>
              </a:tr>
              <a:tr h="361994">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r>
                        <a:rPr kumimoji="0" lang="en-US" altLang="zh-CN" sz="1500" b="1" i="1" u="none" strike="noStrike" cap="none" normalizeH="0" baseline="0">
                          <a:ln>
                            <a:noFill/>
                          </a:ln>
                          <a:solidFill>
                            <a:schemeClr val="tx1"/>
                          </a:solidFill>
                          <a:effectLst/>
                          <a:latin typeface="Times New Roman" panose="02020603050405020304" pitchFamily="18" charset="0"/>
                          <a:ea typeface="黑体" panose="02010609060101010101" pitchFamily="49" charset="-122"/>
                        </a:rPr>
                        <a:t>F</a:t>
                      </a:r>
                    </a:p>
                  </a:txBody>
                  <a:tcPr marL="46132" marR="46132" marT="24604" marB="24604" anchor="ct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chemeClr val="accent4">
                        <a:lumMod val="20000"/>
                        <a:lumOff val="80000"/>
                      </a:schemeClr>
                    </a:solidFill>
                  </a:tcPr>
                </a:tc>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r>
                        <a:rPr kumimoji="0" lang="en-US" altLang="zh-CN" sz="1500" b="1" i="1" u="none" strike="noStrike" cap="none" normalizeH="0" baseline="0" err="1">
                          <a:ln>
                            <a:noFill/>
                          </a:ln>
                          <a:solidFill>
                            <a:schemeClr val="tx1"/>
                          </a:solidFill>
                          <a:effectLst/>
                          <a:latin typeface="Times New Roman" panose="02020603050405020304" pitchFamily="18" charset="0"/>
                          <a:ea typeface="黑体" panose="02010609060101010101" pitchFamily="49" charset="-122"/>
                        </a:rPr>
                        <a:t>F</a:t>
                      </a:r>
                      <a:r>
                        <a:rPr kumimoji="0" lang="en-US" altLang="zh-CN" sz="1500" b="1" i="0" u="none" strike="noStrike" cap="none" normalizeH="0" baseline="0" err="1">
                          <a:ln>
                            <a:noFill/>
                          </a:ln>
                          <a:solidFill>
                            <a:schemeClr val="tx1"/>
                          </a:solidFill>
                          <a:effectLst/>
                          <a:latin typeface="Times New Roman" panose="02020603050405020304" pitchFamily="18" charset="0"/>
                          <a:ea typeface="黑体" panose="02010609060101010101" pitchFamily="49" charset="-122"/>
                          <a:sym typeface="Symbol" panose="05050102010706020507" pitchFamily="18" charset="2"/>
                        </a:rPr>
                        <a:t>id</a:t>
                      </a:r>
                      <a:endParaRPr kumimoji="0" lang="en-US" altLang="zh-CN" sz="1500" b="1" i="0" u="none" strike="noStrike" cap="none" normalizeH="0" baseline="0">
                        <a:ln>
                          <a:noFill/>
                        </a:ln>
                        <a:solidFill>
                          <a:schemeClr val="tx1"/>
                        </a:solidFill>
                        <a:effectLst/>
                        <a:latin typeface="Times New Roman" panose="02020603050405020304" pitchFamily="18" charset="0"/>
                        <a:ea typeface="黑体" panose="02010609060101010101" pitchFamily="49" charset="-122"/>
                        <a:sym typeface="Symbol" panose="05050102010706020507" pitchFamily="18" charset="2"/>
                      </a:endParaRPr>
                    </a:p>
                  </a:txBody>
                  <a:tcPr marL="46132" marR="46132" marT="24604" marB="24604"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chemeClr val="accent4">
                        <a:lumMod val="20000"/>
                        <a:lumOff val="80000"/>
                      </a:schemeClr>
                    </a:solidFill>
                  </a:tcPr>
                </a:tc>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endParaRPr kumimoji="0" lang="zh-CN" altLang="zh-CN" sz="1500" b="0" i="0" u="none" strike="noStrike" cap="none" normalizeH="0" baseline="0">
                        <a:ln>
                          <a:noFill/>
                        </a:ln>
                        <a:solidFill>
                          <a:schemeClr val="tx1"/>
                        </a:solidFill>
                        <a:effectLst/>
                        <a:latin typeface="Times New Roman" panose="02020603050405020304" pitchFamily="18" charset="0"/>
                        <a:ea typeface="黑体" panose="02010609060101010101" pitchFamily="49" charset="-122"/>
                      </a:endParaRPr>
                    </a:p>
                  </a:txBody>
                  <a:tcPr marL="46132" marR="46132" marT="24604" marB="24604"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chemeClr val="accent4">
                        <a:lumMod val="20000"/>
                        <a:lumOff val="80000"/>
                      </a:schemeClr>
                    </a:solidFill>
                  </a:tcPr>
                </a:tc>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endParaRPr kumimoji="0" lang="zh-CN" altLang="zh-CN" sz="1500" b="0" i="0" u="none" strike="noStrike" cap="none" normalizeH="0" baseline="0">
                        <a:ln>
                          <a:noFill/>
                        </a:ln>
                        <a:solidFill>
                          <a:schemeClr val="tx1"/>
                        </a:solidFill>
                        <a:effectLst/>
                        <a:latin typeface="Times New Roman" panose="02020603050405020304" pitchFamily="18" charset="0"/>
                        <a:ea typeface="黑体" panose="02010609060101010101" pitchFamily="49" charset="-122"/>
                      </a:endParaRPr>
                    </a:p>
                  </a:txBody>
                  <a:tcPr marL="46132" marR="46132" marT="24604" marB="24604"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chemeClr val="accent4">
                        <a:lumMod val="20000"/>
                        <a:lumOff val="80000"/>
                      </a:schemeClr>
                    </a:solidFill>
                  </a:tcPr>
                </a:tc>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r>
                        <a:rPr kumimoji="0" lang="en-US" altLang="zh-CN" sz="1500" b="1" i="1" u="none" strike="noStrike" cap="none" normalizeH="0" baseline="0">
                          <a:ln>
                            <a:noFill/>
                          </a:ln>
                          <a:solidFill>
                            <a:schemeClr val="tx1"/>
                          </a:solidFill>
                          <a:effectLst/>
                          <a:latin typeface="Times New Roman" panose="02020603050405020304" pitchFamily="18" charset="0"/>
                          <a:ea typeface="黑体" panose="02010609060101010101" pitchFamily="49" charset="-122"/>
                        </a:rPr>
                        <a:t>F</a:t>
                      </a:r>
                      <a:r>
                        <a:rPr kumimoji="0" lang="en-US" altLang="zh-CN" sz="1500" b="1" i="0" u="none" strike="noStrike" cap="none" normalizeH="0" baseline="0">
                          <a:ln>
                            <a:noFill/>
                          </a:ln>
                          <a:solidFill>
                            <a:schemeClr val="tx1"/>
                          </a:solidFill>
                          <a:effectLst/>
                          <a:latin typeface="Times New Roman" panose="02020603050405020304" pitchFamily="18" charset="0"/>
                          <a:ea typeface="黑体" panose="02010609060101010101" pitchFamily="49" charset="-122"/>
                          <a:sym typeface="Symbol" panose="05050102010706020507" pitchFamily="18" charset="2"/>
                        </a:rPr>
                        <a:t>(</a:t>
                      </a:r>
                      <a:r>
                        <a:rPr kumimoji="0" lang="en-US" altLang="zh-CN" sz="1500" b="1" i="1" u="none" strike="noStrike" cap="none" normalizeH="0" baseline="0">
                          <a:ln>
                            <a:noFill/>
                          </a:ln>
                          <a:solidFill>
                            <a:schemeClr val="tx1"/>
                          </a:solidFill>
                          <a:effectLst/>
                          <a:latin typeface="Times New Roman" panose="02020603050405020304" pitchFamily="18" charset="0"/>
                          <a:ea typeface="黑体" panose="02010609060101010101" pitchFamily="49" charset="-122"/>
                          <a:sym typeface="Symbol" panose="05050102010706020507" pitchFamily="18" charset="2"/>
                        </a:rPr>
                        <a:t>E</a:t>
                      </a:r>
                      <a:r>
                        <a:rPr kumimoji="0" lang="en-US" altLang="zh-CN" sz="1500" b="1" i="0" u="none" strike="noStrike" cap="none" normalizeH="0" baseline="0">
                          <a:ln>
                            <a:noFill/>
                          </a:ln>
                          <a:solidFill>
                            <a:schemeClr val="tx1"/>
                          </a:solidFill>
                          <a:effectLst/>
                          <a:latin typeface="Times New Roman" panose="02020603050405020304" pitchFamily="18" charset="0"/>
                          <a:ea typeface="黑体" panose="02010609060101010101" pitchFamily="49" charset="-122"/>
                          <a:sym typeface="Symbol" panose="05050102010706020507" pitchFamily="18" charset="2"/>
                        </a:rPr>
                        <a:t>)</a:t>
                      </a:r>
                      <a:endParaRPr kumimoji="0" lang="en-US" altLang="zh-CN" sz="1500" b="0" i="0" u="none" strike="noStrike" cap="none" normalizeH="0" baseline="0">
                        <a:ln>
                          <a:noFill/>
                        </a:ln>
                        <a:solidFill>
                          <a:schemeClr val="tx1"/>
                        </a:solidFill>
                        <a:effectLst/>
                        <a:latin typeface="Times New Roman" panose="02020603050405020304" pitchFamily="18" charset="0"/>
                        <a:ea typeface="黑体" panose="02010609060101010101" pitchFamily="49" charset="-122"/>
                      </a:endParaRPr>
                    </a:p>
                  </a:txBody>
                  <a:tcPr marL="46132" marR="46132" marT="24604" marB="24604"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chemeClr val="accent4">
                        <a:lumMod val="20000"/>
                        <a:lumOff val="80000"/>
                      </a:schemeClr>
                    </a:solidFill>
                  </a:tcPr>
                </a:tc>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endParaRPr kumimoji="0" lang="zh-CN" altLang="zh-CN" sz="1500" b="0" i="0" u="none" strike="noStrike" cap="none" normalizeH="0" baseline="0">
                        <a:ln>
                          <a:noFill/>
                        </a:ln>
                        <a:solidFill>
                          <a:schemeClr val="tx1"/>
                        </a:solidFill>
                        <a:effectLst/>
                        <a:latin typeface="Times New Roman" panose="02020603050405020304" pitchFamily="18" charset="0"/>
                        <a:ea typeface="黑体" panose="02010609060101010101" pitchFamily="49" charset="-122"/>
                      </a:endParaRPr>
                    </a:p>
                  </a:txBody>
                  <a:tcPr marL="46132" marR="46132" marT="24604" marB="24604"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chemeClr val="accent4">
                        <a:lumMod val="20000"/>
                        <a:lumOff val="80000"/>
                      </a:schemeClr>
                    </a:solidFill>
                  </a:tcPr>
                </a:tc>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endParaRPr kumimoji="0" lang="zh-CN" altLang="zh-CN" sz="1500" b="0" i="0" u="none" strike="noStrike" cap="none" normalizeH="0" baseline="0" dirty="0">
                        <a:ln>
                          <a:noFill/>
                        </a:ln>
                        <a:solidFill>
                          <a:schemeClr val="tx1"/>
                        </a:solidFill>
                        <a:effectLst/>
                        <a:latin typeface="Times New Roman" panose="02020603050405020304" pitchFamily="18" charset="0"/>
                        <a:ea typeface="黑体" panose="02010609060101010101" pitchFamily="49" charset="-122"/>
                      </a:endParaRPr>
                    </a:p>
                  </a:txBody>
                  <a:tcPr marL="46132" marR="46132" marT="24604" marB="24604" anchor="ct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chemeClr val="accent4">
                        <a:lumMod val="20000"/>
                        <a:lumOff val="80000"/>
                      </a:schemeClr>
                    </a:solidFill>
                  </a:tcPr>
                </a:tc>
                <a:extLst>
                  <a:ext uri="{0D108BD9-81ED-4DB2-BD59-A6C34878D82A}">
                    <a16:rowId xmlns:a16="http://schemas.microsoft.com/office/drawing/2014/main" val="10006"/>
                  </a:ext>
                </a:extLst>
              </a:tr>
            </a:tbl>
          </a:graphicData>
        </a:graphic>
      </p:graphicFrame>
      <p:pic>
        <p:nvPicPr>
          <p:cNvPr id="8" name="图片 7" descr="图标&#10;&#10;描述已自动生成">
            <a:extLst>
              <a:ext uri="{FF2B5EF4-FFF2-40B4-BE49-F238E27FC236}">
                <a16:creationId xmlns:a16="http://schemas.microsoft.com/office/drawing/2014/main" id="{E21F86E4-53AC-3FC8-34AF-82220DF8A94B}"/>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flipH="1">
            <a:off x="8246733" y="321851"/>
            <a:ext cx="804397" cy="804397"/>
          </a:xfrm>
          <a:prstGeom prst="rect">
            <a:avLst/>
          </a:prstGeom>
        </p:spPr>
      </p:pic>
      <p:sp>
        <p:nvSpPr>
          <p:cNvPr id="6" name="箭头: 下 5">
            <a:extLst>
              <a:ext uri="{FF2B5EF4-FFF2-40B4-BE49-F238E27FC236}">
                <a16:creationId xmlns:a16="http://schemas.microsoft.com/office/drawing/2014/main" id="{29475405-1C9A-B75F-A0CC-CC158B5A56EB}"/>
              </a:ext>
            </a:extLst>
          </p:cNvPr>
          <p:cNvSpPr/>
          <p:nvPr/>
        </p:nvSpPr>
        <p:spPr>
          <a:xfrm>
            <a:off x="887767" y="2272684"/>
            <a:ext cx="275207" cy="319596"/>
          </a:xfrm>
          <a:prstGeom prst="downArrow">
            <a:avLst/>
          </a:prstGeom>
          <a:solidFill>
            <a:srgbClr val="FF0000"/>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9" name="箭头: 下 8">
            <a:extLst>
              <a:ext uri="{FF2B5EF4-FFF2-40B4-BE49-F238E27FC236}">
                <a16:creationId xmlns:a16="http://schemas.microsoft.com/office/drawing/2014/main" id="{F145B98F-3564-AC55-B92B-9DFE2F8930B5}"/>
              </a:ext>
            </a:extLst>
          </p:cNvPr>
          <p:cNvSpPr/>
          <p:nvPr/>
        </p:nvSpPr>
        <p:spPr>
          <a:xfrm>
            <a:off x="3392749" y="2272684"/>
            <a:ext cx="275207" cy="319596"/>
          </a:xfrm>
          <a:prstGeom prst="downArrow">
            <a:avLst/>
          </a:prstGeom>
          <a:solidFill>
            <a:srgbClr val="FF0000"/>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0" name="椭圆 9">
            <a:extLst>
              <a:ext uri="{FF2B5EF4-FFF2-40B4-BE49-F238E27FC236}">
                <a16:creationId xmlns:a16="http://schemas.microsoft.com/office/drawing/2014/main" id="{0D1BA6DF-0ACA-9224-EBD5-98A67198FA5A}"/>
              </a:ext>
            </a:extLst>
          </p:cNvPr>
          <p:cNvSpPr/>
          <p:nvPr/>
        </p:nvSpPr>
        <p:spPr>
          <a:xfrm>
            <a:off x="2394668" y="4660776"/>
            <a:ext cx="889246" cy="390617"/>
          </a:xfrm>
          <a:prstGeom prst="ellipse">
            <a:avLst/>
          </a:prstGeom>
          <a:noFill/>
          <a:ln w="38100">
            <a:solidFill>
              <a:srgbClr val="FF0000"/>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zh-CN" altLang="en-US"/>
          </a:p>
        </p:txBody>
      </p:sp>
    </p:spTree>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6"/>
                                        </p:tgtEl>
                                        <p:attrNameLst>
                                          <p:attrName>style.visibility</p:attrName>
                                        </p:attrNameLst>
                                      </p:cBhvr>
                                      <p:to>
                                        <p:strVal val="visible"/>
                                      </p:to>
                                    </p:set>
                                    <p:animEffect transition="in" filter="fade">
                                      <p:cBhvr>
                                        <p:cTn id="7" dur="500"/>
                                        <p:tgtEl>
                                          <p:spTgt spid="6"/>
                                        </p:tgtEl>
                                      </p:cBhvr>
                                    </p:animEffect>
                                  </p:childTnLst>
                                </p:cTn>
                              </p:par>
                              <p:par>
                                <p:cTn id="8" presetID="10" presetClass="entr" presetSubtype="0" fill="hold" grpId="0" nodeType="withEffect">
                                  <p:stCondLst>
                                    <p:cond delay="0"/>
                                  </p:stCondLst>
                                  <p:childTnLst>
                                    <p:set>
                                      <p:cBhvr>
                                        <p:cTn id="9" dur="1" fill="hold">
                                          <p:stCondLst>
                                            <p:cond delay="0"/>
                                          </p:stCondLst>
                                        </p:cTn>
                                        <p:tgtEl>
                                          <p:spTgt spid="9"/>
                                        </p:tgtEl>
                                        <p:attrNameLst>
                                          <p:attrName>style.visibility</p:attrName>
                                        </p:attrNameLst>
                                      </p:cBhvr>
                                      <p:to>
                                        <p:strVal val="visible"/>
                                      </p:to>
                                    </p:set>
                                    <p:animEffect transition="in" filter="fade">
                                      <p:cBhvr>
                                        <p:cTn id="10" dur="500"/>
                                        <p:tgtEl>
                                          <p:spTgt spid="9"/>
                                        </p:tgtEl>
                                      </p:cBhvr>
                                    </p:animEffect>
                                  </p:childTnLst>
                                </p:cTn>
                              </p:par>
                            </p:childTnLst>
                          </p:cTn>
                        </p:par>
                      </p:childTnLst>
                    </p:cTn>
                  </p:par>
                  <p:par>
                    <p:cTn id="11" fill="hold">
                      <p:stCondLst>
                        <p:cond delay="indefinite"/>
                      </p:stCondLst>
                      <p:childTnLst>
                        <p:par>
                          <p:cTn id="12" fill="hold">
                            <p:stCondLst>
                              <p:cond delay="0"/>
                            </p:stCondLst>
                            <p:childTnLst>
                              <p:par>
                                <p:cTn id="13" presetID="21" presetClass="entr" presetSubtype="1" fill="hold" grpId="0" nodeType="clickEffect">
                                  <p:stCondLst>
                                    <p:cond delay="0"/>
                                  </p:stCondLst>
                                  <p:childTnLst>
                                    <p:set>
                                      <p:cBhvr>
                                        <p:cTn id="14" dur="1" fill="hold">
                                          <p:stCondLst>
                                            <p:cond delay="0"/>
                                          </p:stCondLst>
                                        </p:cTn>
                                        <p:tgtEl>
                                          <p:spTgt spid="10"/>
                                        </p:tgtEl>
                                        <p:attrNameLst>
                                          <p:attrName>style.visibility</p:attrName>
                                        </p:attrNameLst>
                                      </p:cBhvr>
                                      <p:to>
                                        <p:strVal val="visible"/>
                                      </p:to>
                                    </p:set>
                                    <p:animEffect transition="in" filter="wheel(1)">
                                      <p:cBhvr>
                                        <p:cTn id="15" dur="2000"/>
                                        <p:tgtEl>
                                          <p:spTgt spid="1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animBg="1"/>
      <p:bldP spid="9" grpId="0" animBg="1"/>
      <p:bldP spid="10" grpId="0" animBg="1"/>
    </p:bldLst>
  </p:timing>
</p:sld>
</file>

<file path=ppt/slides/slide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3554" name="Rectangle 2">
            <a:extLst>
              <a:ext uri="{FF2B5EF4-FFF2-40B4-BE49-F238E27FC236}">
                <a16:creationId xmlns:a16="http://schemas.microsoft.com/office/drawing/2014/main" id="{35FEC5FC-D894-4FAE-9F81-B27998FAC515}"/>
              </a:ext>
            </a:extLst>
          </p:cNvPr>
          <p:cNvSpPr>
            <a:spLocks noGrp="1" noChangeArrowheads="1"/>
          </p:cNvSpPr>
          <p:nvPr>
            <p:ph type="title"/>
          </p:nvPr>
        </p:nvSpPr>
        <p:spPr/>
        <p:txBody>
          <a:bodyPr/>
          <a:lstStyle/>
          <a:p>
            <a:pPr eaLnBrk="1" hangingPunct="1"/>
            <a:r>
              <a:rPr lang="en-US" altLang="zh-CN"/>
              <a:t>3.3.4 </a:t>
            </a:r>
            <a:r>
              <a:rPr lang="zh-CN" altLang="en-US"/>
              <a:t>非递归的预测分析</a:t>
            </a:r>
          </a:p>
        </p:txBody>
      </p:sp>
      <p:sp>
        <p:nvSpPr>
          <p:cNvPr id="23555" name="Rectangle 3">
            <a:extLst>
              <a:ext uri="{FF2B5EF4-FFF2-40B4-BE49-F238E27FC236}">
                <a16:creationId xmlns:a16="http://schemas.microsoft.com/office/drawing/2014/main" id="{83DCA986-67F5-45EC-868D-62F62B92EF59}"/>
              </a:ext>
            </a:extLst>
          </p:cNvPr>
          <p:cNvSpPr>
            <a:spLocks noGrp="1" noChangeArrowheads="1"/>
          </p:cNvSpPr>
          <p:nvPr>
            <p:ph idx="1"/>
          </p:nvPr>
        </p:nvSpPr>
        <p:spPr/>
        <p:txBody>
          <a:bodyPr/>
          <a:lstStyle/>
          <a:p>
            <a:pPr eaLnBrk="1" hangingPunct="1">
              <a:lnSpc>
                <a:spcPct val="90000"/>
              </a:lnSpc>
              <a:buFont typeface="Wingdings" panose="05000000000000000000" pitchFamily="2" charset="2"/>
              <a:buNone/>
            </a:pPr>
            <a:r>
              <a:rPr lang="zh-CN" altLang="en-US" sz="2800"/>
              <a:t>预测分析器接受输入</a:t>
            </a:r>
            <a:r>
              <a:rPr lang="en-US" altLang="zh-CN" sz="2800" b="1">
                <a:latin typeface="Times New Roman" panose="02020603050405020304" pitchFamily="18" charset="0"/>
              </a:rPr>
              <a:t>id</a:t>
            </a:r>
            <a:r>
              <a:rPr lang="en-US" altLang="zh-CN" sz="2800">
                <a:latin typeface="Times New Roman" panose="02020603050405020304" pitchFamily="18" charset="0"/>
              </a:rPr>
              <a:t> * </a:t>
            </a:r>
            <a:r>
              <a:rPr lang="en-US" altLang="zh-CN" sz="2800" b="1">
                <a:latin typeface="Times New Roman" panose="02020603050405020304" pitchFamily="18" charset="0"/>
              </a:rPr>
              <a:t>id</a:t>
            </a:r>
            <a:r>
              <a:rPr lang="en-US" altLang="zh-CN" sz="2800">
                <a:latin typeface="Times New Roman" panose="02020603050405020304" pitchFamily="18" charset="0"/>
              </a:rPr>
              <a:t> + </a:t>
            </a:r>
            <a:r>
              <a:rPr lang="en-US" altLang="zh-CN" sz="2800" b="1">
                <a:latin typeface="Times New Roman" panose="02020603050405020304" pitchFamily="18" charset="0"/>
              </a:rPr>
              <a:t>id</a:t>
            </a:r>
            <a:r>
              <a:rPr lang="zh-CN" altLang="en-US" sz="2800"/>
              <a:t>的动作</a:t>
            </a:r>
          </a:p>
        </p:txBody>
      </p:sp>
      <p:graphicFrame>
        <p:nvGraphicFramePr>
          <p:cNvPr id="5" name="Group 4">
            <a:extLst>
              <a:ext uri="{FF2B5EF4-FFF2-40B4-BE49-F238E27FC236}">
                <a16:creationId xmlns:a16="http://schemas.microsoft.com/office/drawing/2014/main" id="{47DC3F34-DE91-47ED-8577-31BBCB292915}"/>
              </a:ext>
            </a:extLst>
          </p:cNvPr>
          <p:cNvGraphicFramePr>
            <a:graphicFrameLocks/>
          </p:cNvGraphicFramePr>
          <p:nvPr/>
        </p:nvGraphicFramePr>
        <p:xfrm>
          <a:off x="609600" y="1981200"/>
          <a:ext cx="8305800" cy="4667252"/>
        </p:xfrm>
        <a:graphic>
          <a:graphicData uri="http://schemas.openxmlformats.org/drawingml/2006/table">
            <a:tbl>
              <a:tblPr/>
              <a:tblGrid>
                <a:gridCol w="2690813">
                  <a:extLst>
                    <a:ext uri="{9D8B030D-6E8A-4147-A177-3AD203B41FA5}">
                      <a16:colId xmlns:a16="http://schemas.microsoft.com/office/drawing/2014/main" val="20000"/>
                    </a:ext>
                  </a:extLst>
                </a:gridCol>
                <a:gridCol w="2808287">
                  <a:extLst>
                    <a:ext uri="{9D8B030D-6E8A-4147-A177-3AD203B41FA5}">
                      <a16:colId xmlns:a16="http://schemas.microsoft.com/office/drawing/2014/main" val="20001"/>
                    </a:ext>
                  </a:extLst>
                </a:gridCol>
                <a:gridCol w="2806700">
                  <a:extLst>
                    <a:ext uri="{9D8B030D-6E8A-4147-A177-3AD203B41FA5}">
                      <a16:colId xmlns:a16="http://schemas.microsoft.com/office/drawing/2014/main" val="20002"/>
                    </a:ext>
                  </a:extLst>
                </a:gridCol>
              </a:tblGrid>
              <a:tr h="518160">
                <a:tc>
                  <a:txBody>
                    <a:body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itchFamily="2" charset="2"/>
                        <a:buNone/>
                        <a:tabLst/>
                      </a:pPr>
                      <a:r>
                        <a:rPr kumimoji="0" lang="zh-CN" altLang="en-US" sz="2800" b="0" i="0" u="none" strike="noStrike" cap="none" normalizeH="0" baseline="0">
                          <a:ln>
                            <a:noFill/>
                          </a:ln>
                          <a:solidFill>
                            <a:schemeClr val="tx1"/>
                          </a:solidFill>
                          <a:effectLst/>
                          <a:latin typeface="Times New Roman" pitchFamily="18" charset="0"/>
                          <a:ea typeface="黑体" pitchFamily="2" charset="-122"/>
                        </a:rPr>
                        <a:t>栈 </a:t>
                      </a:r>
                    </a:p>
                  </a:txBody>
                  <a:tcPr horzOverflow="overflow">
                    <a:lnL w="28575"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28575"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a:txBody>
                    <a:body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itchFamily="2" charset="2"/>
                        <a:buNone/>
                        <a:tabLst/>
                      </a:pPr>
                      <a:r>
                        <a:rPr kumimoji="0" lang="zh-CN" altLang="en-US" sz="2800" b="0" i="0" u="none" strike="noStrike" cap="none" normalizeH="0" baseline="0">
                          <a:ln>
                            <a:noFill/>
                          </a:ln>
                          <a:solidFill>
                            <a:schemeClr val="tx1"/>
                          </a:solidFill>
                          <a:effectLst/>
                          <a:latin typeface="Times New Roman" pitchFamily="18" charset="0"/>
                          <a:ea typeface="黑体" pitchFamily="2" charset="-122"/>
                        </a:rPr>
                        <a:t>输    入 </a:t>
                      </a:r>
                    </a:p>
                  </a:txBody>
                  <a:tcPr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28575"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a:txBody>
                    <a:body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itchFamily="2" charset="2"/>
                        <a:buNone/>
                        <a:tabLst/>
                      </a:pPr>
                      <a:r>
                        <a:rPr kumimoji="0" lang="zh-CN" altLang="en-US" sz="2800" b="0" i="0" u="none" strike="noStrike" cap="none" normalizeH="0" baseline="0">
                          <a:ln>
                            <a:noFill/>
                          </a:ln>
                          <a:solidFill>
                            <a:schemeClr val="tx1"/>
                          </a:solidFill>
                          <a:effectLst/>
                          <a:latin typeface="Times New Roman" pitchFamily="18" charset="0"/>
                          <a:ea typeface="黑体" pitchFamily="2" charset="-122"/>
                        </a:rPr>
                        <a:t>输    出 </a:t>
                      </a:r>
                    </a:p>
                  </a:txBody>
                  <a:tcPr horzOverflow="overflow">
                    <a:lnL w="12700" cap="flat" cmpd="sng" algn="ctr">
                      <a:solidFill>
                        <a:schemeClr val="tx1"/>
                      </a:solidFill>
                      <a:prstDash val="solid"/>
                      <a:round/>
                      <a:headEnd type="none" w="sm" len="sm"/>
                      <a:tailEnd type="none" w="sm" len="sm"/>
                    </a:lnL>
                    <a:lnR w="28575" cap="flat" cmpd="sng" algn="ctr">
                      <a:solidFill>
                        <a:schemeClr val="tx1"/>
                      </a:solidFill>
                      <a:prstDash val="solid"/>
                      <a:round/>
                      <a:headEnd type="none" w="sm" len="sm"/>
                      <a:tailEnd type="none" w="sm" len="sm"/>
                    </a:lnR>
                    <a:lnT w="28575"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extLst>
                  <a:ext uri="{0D108BD9-81ED-4DB2-BD59-A6C34878D82A}">
                    <a16:rowId xmlns:a16="http://schemas.microsoft.com/office/drawing/2014/main" val="10000"/>
                  </a:ext>
                </a:extLst>
              </a:tr>
              <a:tr h="519113">
                <a:tc>
                  <a:txBody>
                    <a:bodyPr/>
                    <a:lstStyle/>
                    <a:p>
                      <a:pPr marL="0" marR="0" lvl="0" indent="0" algn="l" defTabSz="914400" rtl="0" eaLnBrk="1" fontAlgn="base" latinLnBrk="0" hangingPunct="1">
                        <a:lnSpc>
                          <a:spcPct val="100000"/>
                        </a:lnSpc>
                        <a:spcBef>
                          <a:spcPct val="20000"/>
                        </a:spcBef>
                        <a:spcAft>
                          <a:spcPct val="0"/>
                        </a:spcAft>
                        <a:buClr>
                          <a:schemeClr val="folHlink"/>
                        </a:buClr>
                        <a:buSzPct val="60000"/>
                        <a:buFont typeface="Wingdings" pitchFamily="2" charset="2"/>
                        <a:buNone/>
                        <a:tabLst/>
                      </a:pPr>
                      <a:r>
                        <a:rPr kumimoji="0" lang="en-US" altLang="zh-CN" sz="2800" b="1" i="0" u="none" strike="noStrike" cap="none" normalizeH="0" baseline="0">
                          <a:ln>
                            <a:noFill/>
                          </a:ln>
                          <a:solidFill>
                            <a:schemeClr val="tx1"/>
                          </a:solidFill>
                          <a:effectLst/>
                          <a:latin typeface="Times New Roman" pitchFamily="18" charset="0"/>
                          <a:ea typeface="黑体" pitchFamily="2" charset="-122"/>
                        </a:rPr>
                        <a:t>$</a:t>
                      </a:r>
                      <a:r>
                        <a:rPr kumimoji="0" lang="en-US" altLang="zh-CN" sz="2800" b="1" i="1" u="none" strike="noStrike" cap="none" normalizeH="0" baseline="0">
                          <a:ln>
                            <a:noFill/>
                          </a:ln>
                          <a:solidFill>
                            <a:schemeClr val="tx1"/>
                          </a:solidFill>
                          <a:effectLst/>
                          <a:latin typeface="Times New Roman" pitchFamily="18" charset="0"/>
                          <a:ea typeface="黑体" pitchFamily="2" charset="-122"/>
                        </a:rPr>
                        <a:t>E</a:t>
                      </a:r>
                      <a:r>
                        <a:rPr kumimoji="0" lang="en-US" altLang="zh-CN" sz="2800" b="0" i="0" u="none" strike="noStrike" cap="none" normalizeH="0" baseline="0">
                          <a:ln>
                            <a:noFill/>
                          </a:ln>
                          <a:solidFill>
                            <a:schemeClr val="tx1"/>
                          </a:solidFill>
                          <a:effectLst/>
                          <a:latin typeface="Times New Roman" pitchFamily="18" charset="0"/>
                          <a:ea typeface="黑体" pitchFamily="2" charset="-122"/>
                        </a:rPr>
                        <a:t> </a:t>
                      </a:r>
                    </a:p>
                  </a:txBody>
                  <a:tcPr horzOverflow="overflow">
                    <a:lnL w="28575"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
                          <a:schemeClr val="folHlink"/>
                        </a:buClr>
                        <a:buSzPct val="60000"/>
                        <a:buFont typeface="Wingdings" pitchFamily="2" charset="2"/>
                        <a:buNone/>
                        <a:tabLst/>
                      </a:pPr>
                      <a:r>
                        <a:rPr kumimoji="0" lang="en-US" altLang="zh-CN" sz="2800" b="1" i="0" u="none" strike="noStrike" cap="none" normalizeH="0" baseline="0">
                          <a:ln>
                            <a:noFill/>
                          </a:ln>
                          <a:solidFill>
                            <a:schemeClr val="tx1"/>
                          </a:solidFill>
                          <a:effectLst/>
                          <a:latin typeface="Times New Roman" pitchFamily="18" charset="0"/>
                          <a:ea typeface="黑体" pitchFamily="2" charset="-122"/>
                        </a:rPr>
                        <a:t>id </a:t>
                      </a:r>
                      <a:r>
                        <a:rPr kumimoji="0" lang="en-US" altLang="zh-CN" sz="2800" b="1" i="0" u="none" strike="noStrike" cap="none" normalizeH="0" baseline="0">
                          <a:ln>
                            <a:noFill/>
                          </a:ln>
                          <a:solidFill>
                            <a:schemeClr val="tx1"/>
                          </a:solidFill>
                          <a:effectLst/>
                          <a:latin typeface="Times New Roman" pitchFamily="18" charset="0"/>
                          <a:ea typeface="黑体" pitchFamily="2" charset="-122"/>
                          <a:cs typeface="Times New Roman" pitchFamily="18" charset="0"/>
                          <a:sym typeface="Symbol" pitchFamily="18" charset="2"/>
                        </a:rPr>
                        <a:t></a:t>
                      </a:r>
                      <a:r>
                        <a:rPr kumimoji="0" lang="en-US" altLang="zh-CN" sz="2800" b="1" i="0" u="none" strike="noStrike" cap="none" normalizeH="0" baseline="0">
                          <a:ln>
                            <a:noFill/>
                          </a:ln>
                          <a:solidFill>
                            <a:schemeClr val="tx1"/>
                          </a:solidFill>
                          <a:effectLst/>
                          <a:latin typeface="Times New Roman" pitchFamily="18" charset="0"/>
                          <a:ea typeface="黑体" pitchFamily="2" charset="-122"/>
                        </a:rPr>
                        <a:t> id + id$</a:t>
                      </a:r>
                      <a:r>
                        <a:rPr kumimoji="0" lang="en-US" altLang="zh-CN" sz="2800" b="0" i="0" u="none" strike="noStrike" cap="none" normalizeH="0" baseline="0">
                          <a:ln>
                            <a:noFill/>
                          </a:ln>
                          <a:solidFill>
                            <a:schemeClr val="tx1"/>
                          </a:solidFill>
                          <a:effectLst/>
                          <a:latin typeface="Times New Roman" pitchFamily="18" charset="0"/>
                          <a:ea typeface="黑体" pitchFamily="2" charset="-122"/>
                        </a:rPr>
                        <a:t> </a:t>
                      </a:r>
                    </a:p>
                  </a:txBody>
                  <a:tcPr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
                          <a:schemeClr val="folHlink"/>
                        </a:buClr>
                        <a:buSzPct val="60000"/>
                        <a:buFont typeface="Wingdings" pitchFamily="2" charset="2"/>
                        <a:buNone/>
                        <a:tabLst/>
                      </a:pPr>
                      <a:endParaRPr kumimoji="0" lang="zh-CN" altLang="zh-CN" sz="2800" b="0" i="0" u="none" strike="noStrike" cap="none" normalizeH="0" baseline="0">
                        <a:ln>
                          <a:noFill/>
                        </a:ln>
                        <a:solidFill>
                          <a:schemeClr val="tx1"/>
                        </a:solidFill>
                        <a:effectLst/>
                        <a:latin typeface="Times New Roman" pitchFamily="18" charset="0"/>
                        <a:ea typeface="黑体" pitchFamily="2" charset="-122"/>
                      </a:endParaRPr>
                    </a:p>
                  </a:txBody>
                  <a:tcPr horzOverflow="overflow">
                    <a:lnL w="12700" cap="flat" cmpd="sng" algn="ctr">
                      <a:solidFill>
                        <a:schemeClr val="tx1"/>
                      </a:solidFill>
                      <a:prstDash val="solid"/>
                      <a:round/>
                      <a:headEnd type="none" w="sm" len="sm"/>
                      <a:tailEnd type="none" w="sm" len="sm"/>
                    </a:lnL>
                    <a:lnR w="28575"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extLst>
                  <a:ext uri="{0D108BD9-81ED-4DB2-BD59-A6C34878D82A}">
                    <a16:rowId xmlns:a16="http://schemas.microsoft.com/office/drawing/2014/main" val="10001"/>
                  </a:ext>
                </a:extLst>
              </a:tr>
              <a:tr h="518160">
                <a:tc>
                  <a:txBody>
                    <a:bodyPr/>
                    <a:lstStyle/>
                    <a:p>
                      <a:pPr marL="0" marR="0" lvl="0" indent="0" algn="l" defTabSz="914400" rtl="0" eaLnBrk="1" fontAlgn="base" latinLnBrk="0" hangingPunct="1">
                        <a:lnSpc>
                          <a:spcPct val="100000"/>
                        </a:lnSpc>
                        <a:spcBef>
                          <a:spcPct val="20000"/>
                        </a:spcBef>
                        <a:spcAft>
                          <a:spcPct val="0"/>
                        </a:spcAft>
                        <a:buClr>
                          <a:schemeClr val="folHlink"/>
                        </a:buClr>
                        <a:buSzPct val="60000"/>
                        <a:buFont typeface="Wingdings" pitchFamily="2" charset="2"/>
                        <a:buNone/>
                        <a:tabLst/>
                      </a:pPr>
                      <a:r>
                        <a:rPr kumimoji="0" lang="en-US" altLang="zh-CN" sz="2800" b="1" i="0" u="none" strike="noStrike" cap="none" normalizeH="0" baseline="0">
                          <a:ln>
                            <a:noFill/>
                          </a:ln>
                          <a:solidFill>
                            <a:schemeClr val="tx1"/>
                          </a:solidFill>
                          <a:effectLst/>
                          <a:latin typeface="Times New Roman" pitchFamily="18" charset="0"/>
                          <a:ea typeface="黑体" pitchFamily="2" charset="-122"/>
                        </a:rPr>
                        <a:t>$</a:t>
                      </a:r>
                      <a:r>
                        <a:rPr kumimoji="0" lang="en-US" altLang="zh-CN" sz="2800" b="1" i="1" u="none" strike="noStrike" cap="none" normalizeH="0" baseline="0">
                          <a:ln>
                            <a:noFill/>
                          </a:ln>
                          <a:solidFill>
                            <a:schemeClr val="tx1"/>
                          </a:solidFill>
                          <a:effectLst/>
                          <a:latin typeface="Times New Roman" pitchFamily="18" charset="0"/>
                          <a:ea typeface="黑体" pitchFamily="2" charset="-122"/>
                        </a:rPr>
                        <a:t>E </a:t>
                      </a:r>
                      <a:r>
                        <a:rPr kumimoji="0" lang="en-US" altLang="zh-CN" sz="2800" b="1" i="0" u="none" strike="noStrike" cap="none" normalizeH="0" baseline="0">
                          <a:ln>
                            <a:noFill/>
                          </a:ln>
                          <a:solidFill>
                            <a:schemeClr val="tx1"/>
                          </a:solidFill>
                          <a:effectLst/>
                          <a:latin typeface="Times New Roman" pitchFamily="18" charset="0"/>
                          <a:ea typeface="黑体" pitchFamily="2" charset="-122"/>
                          <a:sym typeface="Symbol" pitchFamily="18" charset="2"/>
                        </a:rPr>
                        <a:t></a:t>
                      </a:r>
                      <a:r>
                        <a:rPr kumimoji="0" lang="en-US" altLang="zh-CN" sz="2800" b="1" i="1" u="none" strike="noStrike" cap="none" normalizeH="0" baseline="0">
                          <a:ln>
                            <a:noFill/>
                          </a:ln>
                          <a:solidFill>
                            <a:schemeClr val="tx1"/>
                          </a:solidFill>
                          <a:effectLst/>
                          <a:latin typeface="Times New Roman" pitchFamily="18" charset="0"/>
                          <a:ea typeface="黑体" pitchFamily="2" charset="-122"/>
                        </a:rPr>
                        <a:t>T</a:t>
                      </a:r>
                      <a:r>
                        <a:rPr kumimoji="0" lang="en-US" altLang="zh-CN" sz="2800" b="0" i="0" u="none" strike="noStrike" cap="none" normalizeH="0" baseline="0">
                          <a:ln>
                            <a:noFill/>
                          </a:ln>
                          <a:solidFill>
                            <a:schemeClr val="tx1"/>
                          </a:solidFill>
                          <a:effectLst/>
                          <a:latin typeface="Times New Roman" pitchFamily="18" charset="0"/>
                          <a:ea typeface="黑体" pitchFamily="2" charset="-122"/>
                        </a:rPr>
                        <a:t> </a:t>
                      </a:r>
                    </a:p>
                  </a:txBody>
                  <a:tcPr horzOverflow="overflow">
                    <a:lnL w="28575"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
                          <a:schemeClr val="folHlink"/>
                        </a:buClr>
                        <a:buSzPct val="60000"/>
                        <a:buFont typeface="Wingdings" pitchFamily="2" charset="2"/>
                        <a:buNone/>
                        <a:tabLst/>
                      </a:pPr>
                      <a:r>
                        <a:rPr kumimoji="0" lang="en-US" altLang="zh-CN" sz="2800" b="1" i="0" u="none" strike="noStrike" cap="none" normalizeH="0" baseline="0" dirty="0">
                          <a:ln>
                            <a:noFill/>
                          </a:ln>
                          <a:solidFill>
                            <a:schemeClr val="tx1"/>
                          </a:solidFill>
                          <a:effectLst/>
                          <a:latin typeface="Times New Roman" pitchFamily="18" charset="0"/>
                          <a:ea typeface="黑体" pitchFamily="2" charset="-122"/>
                        </a:rPr>
                        <a:t>id </a:t>
                      </a:r>
                      <a:r>
                        <a:rPr kumimoji="0" lang="en-US" altLang="zh-CN" sz="2800" b="1" i="0" u="none" strike="noStrike" cap="none" normalizeH="0" baseline="0" dirty="0">
                          <a:ln>
                            <a:noFill/>
                          </a:ln>
                          <a:solidFill>
                            <a:schemeClr val="tx1"/>
                          </a:solidFill>
                          <a:effectLst/>
                          <a:latin typeface="Times New Roman" pitchFamily="18" charset="0"/>
                          <a:ea typeface="黑体" pitchFamily="2" charset="-122"/>
                          <a:cs typeface="Times New Roman" pitchFamily="18" charset="0"/>
                          <a:sym typeface="Symbol" pitchFamily="18" charset="2"/>
                        </a:rPr>
                        <a:t></a:t>
                      </a:r>
                      <a:r>
                        <a:rPr kumimoji="0" lang="en-US" altLang="zh-CN" sz="2800" b="1" i="0" u="none" strike="noStrike" cap="none" normalizeH="0" baseline="0" dirty="0">
                          <a:ln>
                            <a:noFill/>
                          </a:ln>
                          <a:solidFill>
                            <a:schemeClr val="tx1"/>
                          </a:solidFill>
                          <a:effectLst/>
                          <a:latin typeface="Times New Roman" pitchFamily="18" charset="0"/>
                          <a:ea typeface="黑体" pitchFamily="2" charset="-122"/>
                        </a:rPr>
                        <a:t> id + id$</a:t>
                      </a:r>
                      <a:r>
                        <a:rPr kumimoji="0" lang="en-US" altLang="zh-CN" sz="2800" b="0" i="0" u="none" strike="noStrike" cap="none" normalizeH="0" baseline="0" dirty="0">
                          <a:ln>
                            <a:noFill/>
                          </a:ln>
                          <a:solidFill>
                            <a:schemeClr val="tx1"/>
                          </a:solidFill>
                          <a:effectLst/>
                          <a:latin typeface="Times New Roman" pitchFamily="18" charset="0"/>
                          <a:ea typeface="黑体" pitchFamily="2" charset="-122"/>
                        </a:rPr>
                        <a:t> </a:t>
                      </a:r>
                    </a:p>
                  </a:txBody>
                  <a:tcPr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
                          <a:schemeClr val="folHlink"/>
                        </a:buClr>
                        <a:buSzPct val="60000"/>
                        <a:buFont typeface="Wingdings" pitchFamily="2" charset="2"/>
                        <a:buNone/>
                        <a:tabLst/>
                      </a:pPr>
                      <a:r>
                        <a:rPr kumimoji="0" lang="en-US" altLang="zh-CN" sz="2800" b="1" i="1" u="none" strike="noStrike" cap="none" normalizeH="0" baseline="0">
                          <a:ln>
                            <a:noFill/>
                          </a:ln>
                          <a:solidFill>
                            <a:schemeClr val="tx1"/>
                          </a:solidFill>
                          <a:effectLst/>
                          <a:latin typeface="Times New Roman" pitchFamily="18" charset="0"/>
                          <a:ea typeface="黑体" pitchFamily="2" charset="-122"/>
                        </a:rPr>
                        <a:t>E</a:t>
                      </a:r>
                      <a:r>
                        <a:rPr kumimoji="0" lang="en-US" altLang="zh-CN" sz="2800" b="1" i="0" u="none" strike="noStrike" cap="none" normalizeH="0" baseline="0">
                          <a:ln>
                            <a:noFill/>
                          </a:ln>
                          <a:solidFill>
                            <a:schemeClr val="tx1"/>
                          </a:solidFill>
                          <a:effectLst/>
                          <a:latin typeface="Times New Roman" pitchFamily="18" charset="0"/>
                          <a:ea typeface="黑体" pitchFamily="2" charset="-122"/>
                        </a:rPr>
                        <a:t> </a:t>
                      </a:r>
                      <a:r>
                        <a:rPr kumimoji="0" lang="en-US" altLang="zh-CN" sz="2800" b="1" i="0" u="none" strike="noStrike" cap="none" normalizeH="0" baseline="0">
                          <a:ln>
                            <a:noFill/>
                          </a:ln>
                          <a:solidFill>
                            <a:schemeClr val="tx1"/>
                          </a:solidFill>
                          <a:effectLst/>
                          <a:latin typeface="Times New Roman" pitchFamily="18" charset="0"/>
                          <a:ea typeface="黑体" pitchFamily="2" charset="-122"/>
                          <a:sym typeface="Symbol" pitchFamily="18" charset="2"/>
                        </a:rPr>
                        <a:t></a:t>
                      </a:r>
                      <a:r>
                        <a:rPr kumimoji="0" lang="en-US" altLang="zh-CN" sz="2800" b="1" i="0" u="none" strike="noStrike" cap="none" normalizeH="0" baseline="0">
                          <a:ln>
                            <a:noFill/>
                          </a:ln>
                          <a:solidFill>
                            <a:schemeClr val="tx1"/>
                          </a:solidFill>
                          <a:effectLst/>
                          <a:latin typeface="Times New Roman" pitchFamily="18" charset="0"/>
                          <a:ea typeface="黑体" pitchFamily="2" charset="-122"/>
                        </a:rPr>
                        <a:t> </a:t>
                      </a:r>
                      <a:r>
                        <a:rPr kumimoji="0" lang="en-US" altLang="zh-CN" sz="2800" b="1" i="1" u="none" strike="noStrike" cap="none" normalizeH="0" baseline="0">
                          <a:ln>
                            <a:noFill/>
                          </a:ln>
                          <a:solidFill>
                            <a:schemeClr val="tx1"/>
                          </a:solidFill>
                          <a:effectLst/>
                          <a:latin typeface="Times New Roman" pitchFamily="18" charset="0"/>
                          <a:ea typeface="黑体" pitchFamily="2" charset="-122"/>
                        </a:rPr>
                        <a:t>TE </a:t>
                      </a:r>
                      <a:r>
                        <a:rPr kumimoji="0" lang="en-US" altLang="zh-CN" sz="2800" b="1" i="0" u="none" strike="noStrike" cap="none" normalizeH="0" baseline="0">
                          <a:ln>
                            <a:noFill/>
                          </a:ln>
                          <a:solidFill>
                            <a:schemeClr val="tx1"/>
                          </a:solidFill>
                          <a:effectLst/>
                          <a:latin typeface="Times New Roman" pitchFamily="18" charset="0"/>
                          <a:ea typeface="黑体" pitchFamily="2" charset="-122"/>
                          <a:sym typeface="Symbol" pitchFamily="18" charset="2"/>
                        </a:rPr>
                        <a:t></a:t>
                      </a:r>
                      <a:r>
                        <a:rPr kumimoji="0" lang="en-US" altLang="zh-CN" sz="2800" b="0" i="0" u="none" strike="noStrike" cap="none" normalizeH="0" baseline="0">
                          <a:ln>
                            <a:noFill/>
                          </a:ln>
                          <a:solidFill>
                            <a:schemeClr val="tx1"/>
                          </a:solidFill>
                          <a:effectLst/>
                          <a:latin typeface="Times New Roman" pitchFamily="18" charset="0"/>
                          <a:ea typeface="黑体" pitchFamily="2" charset="-122"/>
                        </a:rPr>
                        <a:t> </a:t>
                      </a:r>
                    </a:p>
                  </a:txBody>
                  <a:tcPr horzOverflow="overflow">
                    <a:lnL w="12700" cap="flat" cmpd="sng" algn="ctr">
                      <a:solidFill>
                        <a:schemeClr val="tx1"/>
                      </a:solidFill>
                      <a:prstDash val="solid"/>
                      <a:round/>
                      <a:headEnd type="none" w="sm" len="sm"/>
                      <a:tailEnd type="none" w="sm" len="sm"/>
                    </a:lnL>
                    <a:lnR w="28575"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extLst>
                  <a:ext uri="{0D108BD9-81ED-4DB2-BD59-A6C34878D82A}">
                    <a16:rowId xmlns:a16="http://schemas.microsoft.com/office/drawing/2014/main" val="10002"/>
                  </a:ext>
                </a:extLst>
              </a:tr>
              <a:tr h="519113">
                <a:tc>
                  <a:txBody>
                    <a:bodyPr/>
                    <a:lstStyle/>
                    <a:p>
                      <a:pPr marL="0" marR="0" lvl="0" indent="0" algn="l" defTabSz="914400" rtl="0" eaLnBrk="1" fontAlgn="base" latinLnBrk="0" hangingPunct="1">
                        <a:lnSpc>
                          <a:spcPct val="100000"/>
                        </a:lnSpc>
                        <a:spcBef>
                          <a:spcPct val="20000"/>
                        </a:spcBef>
                        <a:spcAft>
                          <a:spcPct val="0"/>
                        </a:spcAft>
                        <a:buClr>
                          <a:schemeClr val="folHlink"/>
                        </a:buClr>
                        <a:buSzPct val="60000"/>
                        <a:buFont typeface="Wingdings" pitchFamily="2" charset="2"/>
                        <a:buNone/>
                        <a:tabLst/>
                      </a:pPr>
                      <a:endParaRPr kumimoji="0" lang="zh-CN" altLang="zh-CN" sz="2800" b="0" i="0" u="none" strike="noStrike" cap="none" normalizeH="0" baseline="0">
                        <a:ln>
                          <a:noFill/>
                        </a:ln>
                        <a:solidFill>
                          <a:schemeClr val="tx1"/>
                        </a:solidFill>
                        <a:effectLst/>
                        <a:latin typeface="Times New Roman" pitchFamily="18" charset="0"/>
                        <a:ea typeface="黑体" pitchFamily="2" charset="-122"/>
                      </a:endParaRPr>
                    </a:p>
                  </a:txBody>
                  <a:tcPr horzOverflow="overflow">
                    <a:lnL w="28575"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
                          <a:schemeClr val="folHlink"/>
                        </a:buClr>
                        <a:buSzPct val="60000"/>
                        <a:buFont typeface="Wingdings" pitchFamily="2" charset="2"/>
                        <a:buNone/>
                        <a:tabLst/>
                      </a:pPr>
                      <a:endParaRPr kumimoji="0" lang="zh-CN" altLang="zh-CN" sz="2800" b="0" i="0" u="none" strike="noStrike" cap="none" normalizeH="0" baseline="0">
                        <a:ln>
                          <a:noFill/>
                        </a:ln>
                        <a:solidFill>
                          <a:schemeClr val="tx1"/>
                        </a:solidFill>
                        <a:effectLst/>
                        <a:latin typeface="Times New Roman" pitchFamily="18" charset="0"/>
                        <a:ea typeface="黑体" pitchFamily="2" charset="-122"/>
                      </a:endParaRPr>
                    </a:p>
                  </a:txBody>
                  <a:tcPr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
                          <a:schemeClr val="folHlink"/>
                        </a:buClr>
                        <a:buSzPct val="60000"/>
                        <a:buFont typeface="Wingdings" pitchFamily="2" charset="2"/>
                        <a:buNone/>
                        <a:tabLst/>
                      </a:pPr>
                      <a:endParaRPr kumimoji="0" lang="zh-CN" altLang="zh-CN" sz="2800" b="0" i="0" u="none" strike="noStrike" cap="none" normalizeH="0" baseline="0">
                        <a:ln>
                          <a:noFill/>
                        </a:ln>
                        <a:solidFill>
                          <a:schemeClr val="tx1"/>
                        </a:solidFill>
                        <a:effectLst/>
                        <a:latin typeface="Times New Roman" pitchFamily="18" charset="0"/>
                        <a:ea typeface="黑体" pitchFamily="2" charset="-122"/>
                      </a:endParaRPr>
                    </a:p>
                  </a:txBody>
                  <a:tcPr horzOverflow="overflow">
                    <a:lnL w="12700" cap="flat" cmpd="sng" algn="ctr">
                      <a:solidFill>
                        <a:schemeClr val="tx1"/>
                      </a:solidFill>
                      <a:prstDash val="solid"/>
                      <a:round/>
                      <a:headEnd type="none" w="sm" len="sm"/>
                      <a:tailEnd type="none" w="sm" len="sm"/>
                    </a:lnL>
                    <a:lnR w="28575"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extLst>
                  <a:ext uri="{0D108BD9-81ED-4DB2-BD59-A6C34878D82A}">
                    <a16:rowId xmlns:a16="http://schemas.microsoft.com/office/drawing/2014/main" val="10003"/>
                  </a:ext>
                </a:extLst>
              </a:tr>
              <a:tr h="518160">
                <a:tc>
                  <a:txBody>
                    <a:bodyPr/>
                    <a:lstStyle/>
                    <a:p>
                      <a:pPr marL="0" marR="0" lvl="0" indent="0" algn="l" defTabSz="914400" rtl="0" eaLnBrk="1" fontAlgn="base" latinLnBrk="0" hangingPunct="1">
                        <a:lnSpc>
                          <a:spcPct val="100000"/>
                        </a:lnSpc>
                        <a:spcBef>
                          <a:spcPct val="20000"/>
                        </a:spcBef>
                        <a:spcAft>
                          <a:spcPct val="0"/>
                        </a:spcAft>
                        <a:buClr>
                          <a:schemeClr val="folHlink"/>
                        </a:buClr>
                        <a:buSzPct val="60000"/>
                        <a:buFont typeface="Wingdings" pitchFamily="2" charset="2"/>
                        <a:buNone/>
                        <a:tabLst/>
                      </a:pPr>
                      <a:endParaRPr kumimoji="0" lang="zh-CN" altLang="zh-CN" sz="2800" b="0" i="0" u="none" strike="noStrike" cap="none" normalizeH="0" baseline="0">
                        <a:ln>
                          <a:noFill/>
                        </a:ln>
                        <a:solidFill>
                          <a:schemeClr val="tx1"/>
                        </a:solidFill>
                        <a:effectLst/>
                        <a:latin typeface="Times New Roman" pitchFamily="18" charset="0"/>
                        <a:ea typeface="黑体" pitchFamily="2" charset="-122"/>
                      </a:endParaRPr>
                    </a:p>
                  </a:txBody>
                  <a:tcPr horzOverflow="overflow">
                    <a:lnL w="28575"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
                          <a:schemeClr val="folHlink"/>
                        </a:buClr>
                        <a:buSzPct val="60000"/>
                        <a:buFont typeface="Wingdings" pitchFamily="2" charset="2"/>
                        <a:buNone/>
                        <a:tabLst/>
                      </a:pPr>
                      <a:endParaRPr kumimoji="0" lang="zh-CN" altLang="zh-CN" sz="2800" b="0" i="0" u="none" strike="noStrike" cap="none" normalizeH="0" baseline="0">
                        <a:ln>
                          <a:noFill/>
                        </a:ln>
                        <a:solidFill>
                          <a:schemeClr val="tx1"/>
                        </a:solidFill>
                        <a:effectLst/>
                        <a:latin typeface="Times New Roman" pitchFamily="18" charset="0"/>
                        <a:ea typeface="黑体" pitchFamily="2" charset="-122"/>
                      </a:endParaRPr>
                    </a:p>
                  </a:txBody>
                  <a:tcPr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
                          <a:schemeClr val="folHlink"/>
                        </a:buClr>
                        <a:buSzPct val="60000"/>
                        <a:buFont typeface="Wingdings" pitchFamily="2" charset="2"/>
                        <a:buNone/>
                        <a:tabLst/>
                      </a:pPr>
                      <a:endParaRPr kumimoji="0" lang="zh-CN" altLang="zh-CN" sz="2800" b="0" i="0" u="none" strike="noStrike" cap="none" normalizeH="0" baseline="0">
                        <a:ln>
                          <a:noFill/>
                        </a:ln>
                        <a:solidFill>
                          <a:schemeClr val="tx1"/>
                        </a:solidFill>
                        <a:effectLst/>
                        <a:latin typeface="Times New Roman" pitchFamily="18" charset="0"/>
                        <a:ea typeface="黑体" pitchFamily="2" charset="-122"/>
                      </a:endParaRPr>
                    </a:p>
                  </a:txBody>
                  <a:tcPr horzOverflow="overflow">
                    <a:lnL w="12700" cap="flat" cmpd="sng" algn="ctr">
                      <a:solidFill>
                        <a:schemeClr val="tx1"/>
                      </a:solidFill>
                      <a:prstDash val="solid"/>
                      <a:round/>
                      <a:headEnd type="none" w="sm" len="sm"/>
                      <a:tailEnd type="none" w="sm" len="sm"/>
                    </a:lnL>
                    <a:lnR w="28575"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extLst>
                  <a:ext uri="{0D108BD9-81ED-4DB2-BD59-A6C34878D82A}">
                    <a16:rowId xmlns:a16="http://schemas.microsoft.com/office/drawing/2014/main" val="10004"/>
                  </a:ext>
                </a:extLst>
              </a:tr>
              <a:tr h="518160">
                <a:tc>
                  <a:txBody>
                    <a:bodyPr/>
                    <a:lstStyle/>
                    <a:p>
                      <a:pPr marL="0" marR="0" lvl="0" indent="0" algn="l" defTabSz="914400" rtl="0" eaLnBrk="1" fontAlgn="base" latinLnBrk="0" hangingPunct="1">
                        <a:lnSpc>
                          <a:spcPct val="100000"/>
                        </a:lnSpc>
                        <a:spcBef>
                          <a:spcPct val="20000"/>
                        </a:spcBef>
                        <a:spcAft>
                          <a:spcPct val="0"/>
                        </a:spcAft>
                        <a:buClr>
                          <a:schemeClr val="folHlink"/>
                        </a:buClr>
                        <a:buSzPct val="60000"/>
                        <a:buFont typeface="Wingdings" pitchFamily="2" charset="2"/>
                        <a:buNone/>
                        <a:tabLst/>
                      </a:pPr>
                      <a:endParaRPr kumimoji="0" lang="zh-CN" altLang="zh-CN" sz="2800" b="0" i="0" u="none" strike="noStrike" cap="none" normalizeH="0" baseline="0">
                        <a:ln>
                          <a:noFill/>
                        </a:ln>
                        <a:solidFill>
                          <a:schemeClr val="tx1"/>
                        </a:solidFill>
                        <a:effectLst/>
                        <a:latin typeface="Tahoma" pitchFamily="34" charset="0"/>
                        <a:ea typeface="黑体" pitchFamily="2" charset="-122"/>
                      </a:endParaRPr>
                    </a:p>
                  </a:txBody>
                  <a:tcPr horzOverflow="overflow">
                    <a:lnL w="28575"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
                          <a:schemeClr val="folHlink"/>
                        </a:buClr>
                        <a:buSzPct val="60000"/>
                        <a:buFont typeface="Wingdings" pitchFamily="2" charset="2"/>
                        <a:buNone/>
                        <a:tabLst/>
                      </a:pPr>
                      <a:endParaRPr kumimoji="0" lang="zh-CN" altLang="zh-CN" sz="2800" b="0" i="0" u="none" strike="noStrike" cap="none" normalizeH="0" baseline="0">
                        <a:ln>
                          <a:noFill/>
                        </a:ln>
                        <a:solidFill>
                          <a:schemeClr val="tx1"/>
                        </a:solidFill>
                        <a:effectLst/>
                        <a:latin typeface="Tahoma" pitchFamily="34" charset="0"/>
                        <a:ea typeface="黑体" pitchFamily="2" charset="-122"/>
                      </a:endParaRPr>
                    </a:p>
                  </a:txBody>
                  <a:tcPr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
                          <a:schemeClr val="folHlink"/>
                        </a:buClr>
                        <a:buSzPct val="60000"/>
                        <a:buFont typeface="Wingdings" pitchFamily="2" charset="2"/>
                        <a:buNone/>
                        <a:tabLst/>
                      </a:pPr>
                      <a:endParaRPr kumimoji="0" lang="zh-CN" altLang="zh-CN" sz="2800" b="0" i="0" u="none" strike="noStrike" cap="none" normalizeH="0" baseline="0">
                        <a:ln>
                          <a:noFill/>
                        </a:ln>
                        <a:solidFill>
                          <a:schemeClr val="tx1"/>
                        </a:solidFill>
                        <a:effectLst/>
                        <a:latin typeface="Tahoma" pitchFamily="34" charset="0"/>
                        <a:ea typeface="黑体" pitchFamily="2" charset="-122"/>
                      </a:endParaRPr>
                    </a:p>
                  </a:txBody>
                  <a:tcPr horzOverflow="overflow">
                    <a:lnL w="12700" cap="flat" cmpd="sng" algn="ctr">
                      <a:solidFill>
                        <a:schemeClr val="tx1"/>
                      </a:solidFill>
                      <a:prstDash val="solid"/>
                      <a:round/>
                      <a:headEnd type="none" w="sm" len="sm"/>
                      <a:tailEnd type="none" w="sm" len="sm"/>
                    </a:lnL>
                    <a:lnR w="28575"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extLst>
                  <a:ext uri="{0D108BD9-81ED-4DB2-BD59-A6C34878D82A}">
                    <a16:rowId xmlns:a16="http://schemas.microsoft.com/office/drawing/2014/main" val="10005"/>
                  </a:ext>
                </a:extLst>
              </a:tr>
              <a:tr h="519113">
                <a:tc>
                  <a:txBody>
                    <a:bodyPr/>
                    <a:lstStyle/>
                    <a:p>
                      <a:pPr marL="0" marR="0" lvl="0" indent="0" algn="l" defTabSz="914400" rtl="0" eaLnBrk="1" fontAlgn="base" latinLnBrk="0" hangingPunct="1">
                        <a:lnSpc>
                          <a:spcPct val="100000"/>
                        </a:lnSpc>
                        <a:spcBef>
                          <a:spcPct val="20000"/>
                        </a:spcBef>
                        <a:spcAft>
                          <a:spcPct val="0"/>
                        </a:spcAft>
                        <a:buClr>
                          <a:schemeClr val="folHlink"/>
                        </a:buClr>
                        <a:buSzPct val="60000"/>
                        <a:buFont typeface="Wingdings" pitchFamily="2" charset="2"/>
                        <a:buNone/>
                        <a:tabLst/>
                      </a:pPr>
                      <a:endParaRPr kumimoji="0" lang="zh-CN" altLang="zh-CN" sz="2800" b="0" i="0" u="none" strike="noStrike" cap="none" normalizeH="0" baseline="0">
                        <a:ln>
                          <a:noFill/>
                        </a:ln>
                        <a:solidFill>
                          <a:schemeClr val="tx1"/>
                        </a:solidFill>
                        <a:effectLst/>
                        <a:latin typeface="Tahoma" pitchFamily="34" charset="0"/>
                        <a:ea typeface="黑体" pitchFamily="2" charset="-122"/>
                      </a:endParaRPr>
                    </a:p>
                  </a:txBody>
                  <a:tcPr horzOverflow="overflow">
                    <a:lnL w="28575"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
                          <a:schemeClr val="folHlink"/>
                        </a:buClr>
                        <a:buSzPct val="60000"/>
                        <a:buFont typeface="Wingdings" pitchFamily="2" charset="2"/>
                        <a:buNone/>
                        <a:tabLst/>
                      </a:pPr>
                      <a:endParaRPr kumimoji="0" lang="zh-CN" altLang="zh-CN" sz="2800" b="0" i="0" u="none" strike="noStrike" cap="none" normalizeH="0" baseline="0">
                        <a:ln>
                          <a:noFill/>
                        </a:ln>
                        <a:solidFill>
                          <a:schemeClr val="tx1"/>
                        </a:solidFill>
                        <a:effectLst/>
                        <a:latin typeface="Tahoma" pitchFamily="34" charset="0"/>
                        <a:ea typeface="黑体" pitchFamily="2" charset="-122"/>
                      </a:endParaRPr>
                    </a:p>
                  </a:txBody>
                  <a:tcPr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
                          <a:schemeClr val="folHlink"/>
                        </a:buClr>
                        <a:buSzPct val="60000"/>
                        <a:buFont typeface="Wingdings" pitchFamily="2" charset="2"/>
                        <a:buNone/>
                        <a:tabLst/>
                      </a:pPr>
                      <a:endParaRPr kumimoji="0" lang="zh-CN" altLang="zh-CN" sz="2800" b="0" i="0" u="none" strike="noStrike" cap="none" normalizeH="0" baseline="0">
                        <a:ln>
                          <a:noFill/>
                        </a:ln>
                        <a:solidFill>
                          <a:schemeClr val="tx1"/>
                        </a:solidFill>
                        <a:effectLst/>
                        <a:latin typeface="Tahoma" pitchFamily="34" charset="0"/>
                        <a:ea typeface="黑体" pitchFamily="2" charset="-122"/>
                      </a:endParaRPr>
                    </a:p>
                  </a:txBody>
                  <a:tcPr horzOverflow="overflow">
                    <a:lnL w="12700" cap="flat" cmpd="sng" algn="ctr">
                      <a:solidFill>
                        <a:schemeClr val="tx1"/>
                      </a:solidFill>
                      <a:prstDash val="solid"/>
                      <a:round/>
                      <a:headEnd type="none" w="sm" len="sm"/>
                      <a:tailEnd type="none" w="sm" len="sm"/>
                    </a:lnL>
                    <a:lnR w="28575"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extLst>
                  <a:ext uri="{0D108BD9-81ED-4DB2-BD59-A6C34878D82A}">
                    <a16:rowId xmlns:a16="http://schemas.microsoft.com/office/drawing/2014/main" val="10006"/>
                  </a:ext>
                </a:extLst>
              </a:tr>
              <a:tr h="518160">
                <a:tc>
                  <a:txBody>
                    <a:bodyPr/>
                    <a:lstStyle/>
                    <a:p>
                      <a:pPr marL="0" marR="0" lvl="0" indent="0" algn="l" defTabSz="914400" rtl="0" eaLnBrk="1" fontAlgn="base" latinLnBrk="0" hangingPunct="1">
                        <a:lnSpc>
                          <a:spcPct val="100000"/>
                        </a:lnSpc>
                        <a:spcBef>
                          <a:spcPct val="20000"/>
                        </a:spcBef>
                        <a:spcAft>
                          <a:spcPct val="0"/>
                        </a:spcAft>
                        <a:buClr>
                          <a:schemeClr val="folHlink"/>
                        </a:buClr>
                        <a:buSzPct val="60000"/>
                        <a:buFont typeface="Wingdings" pitchFamily="2" charset="2"/>
                        <a:buNone/>
                        <a:tabLst/>
                      </a:pPr>
                      <a:endParaRPr kumimoji="0" lang="zh-CN" altLang="zh-CN" sz="2800" b="0" i="0" u="none" strike="noStrike" cap="none" normalizeH="0" baseline="0">
                        <a:ln>
                          <a:noFill/>
                        </a:ln>
                        <a:solidFill>
                          <a:schemeClr val="tx1"/>
                        </a:solidFill>
                        <a:effectLst/>
                        <a:latin typeface="Tahoma" pitchFamily="34" charset="0"/>
                        <a:ea typeface="黑体" pitchFamily="2" charset="-122"/>
                      </a:endParaRPr>
                    </a:p>
                  </a:txBody>
                  <a:tcPr horzOverflow="overflow">
                    <a:lnL w="28575"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
                          <a:schemeClr val="folHlink"/>
                        </a:buClr>
                        <a:buSzPct val="60000"/>
                        <a:buFont typeface="Wingdings" pitchFamily="2" charset="2"/>
                        <a:buNone/>
                        <a:tabLst/>
                      </a:pPr>
                      <a:endParaRPr kumimoji="0" lang="zh-CN" altLang="zh-CN" sz="2800" b="0" i="0" u="none" strike="noStrike" cap="none" normalizeH="0" baseline="0">
                        <a:ln>
                          <a:noFill/>
                        </a:ln>
                        <a:solidFill>
                          <a:schemeClr val="tx1"/>
                        </a:solidFill>
                        <a:effectLst/>
                        <a:latin typeface="Tahoma" pitchFamily="34" charset="0"/>
                        <a:ea typeface="黑体" pitchFamily="2" charset="-122"/>
                      </a:endParaRPr>
                    </a:p>
                  </a:txBody>
                  <a:tcPr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
                          <a:schemeClr val="folHlink"/>
                        </a:buClr>
                        <a:buSzPct val="60000"/>
                        <a:buFont typeface="Wingdings" pitchFamily="2" charset="2"/>
                        <a:buNone/>
                        <a:tabLst/>
                      </a:pPr>
                      <a:endParaRPr kumimoji="0" lang="zh-CN" altLang="zh-CN" sz="2800" b="0" i="0" u="none" strike="noStrike" cap="none" normalizeH="0" baseline="0">
                        <a:ln>
                          <a:noFill/>
                        </a:ln>
                        <a:solidFill>
                          <a:schemeClr val="tx1"/>
                        </a:solidFill>
                        <a:effectLst/>
                        <a:latin typeface="Tahoma" pitchFamily="34" charset="0"/>
                        <a:ea typeface="黑体" pitchFamily="2" charset="-122"/>
                      </a:endParaRPr>
                    </a:p>
                  </a:txBody>
                  <a:tcPr horzOverflow="overflow">
                    <a:lnL w="12700" cap="flat" cmpd="sng" algn="ctr">
                      <a:solidFill>
                        <a:schemeClr val="tx1"/>
                      </a:solidFill>
                      <a:prstDash val="solid"/>
                      <a:round/>
                      <a:headEnd type="none" w="sm" len="sm"/>
                      <a:tailEnd type="none" w="sm" len="sm"/>
                    </a:lnL>
                    <a:lnR w="28575"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extLst>
                  <a:ext uri="{0D108BD9-81ED-4DB2-BD59-A6C34878D82A}">
                    <a16:rowId xmlns:a16="http://schemas.microsoft.com/office/drawing/2014/main" val="10007"/>
                  </a:ext>
                </a:extLst>
              </a:tr>
              <a:tr h="519113">
                <a:tc>
                  <a:txBody>
                    <a:bodyPr/>
                    <a:lstStyle/>
                    <a:p>
                      <a:pPr marL="0" marR="0" lvl="0" indent="0" algn="l" defTabSz="914400" rtl="0" eaLnBrk="1" fontAlgn="base" latinLnBrk="0" hangingPunct="1">
                        <a:lnSpc>
                          <a:spcPct val="100000"/>
                        </a:lnSpc>
                        <a:spcBef>
                          <a:spcPct val="20000"/>
                        </a:spcBef>
                        <a:spcAft>
                          <a:spcPct val="0"/>
                        </a:spcAft>
                        <a:buClr>
                          <a:schemeClr val="folHlink"/>
                        </a:buClr>
                        <a:buSzPct val="60000"/>
                        <a:buFont typeface="Wingdings" pitchFamily="2" charset="2"/>
                        <a:buNone/>
                        <a:tabLst/>
                      </a:pPr>
                      <a:endParaRPr kumimoji="0" lang="zh-CN" altLang="zh-CN" sz="2800" b="0" i="0" u="none" strike="noStrike" cap="none" normalizeH="0" baseline="0">
                        <a:ln>
                          <a:noFill/>
                        </a:ln>
                        <a:solidFill>
                          <a:schemeClr val="tx1"/>
                        </a:solidFill>
                        <a:effectLst/>
                        <a:latin typeface="Tahoma" pitchFamily="34" charset="0"/>
                        <a:ea typeface="黑体" pitchFamily="2" charset="-122"/>
                      </a:endParaRPr>
                    </a:p>
                  </a:txBody>
                  <a:tcPr horzOverflow="overflow">
                    <a:lnL w="28575"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28575" cap="flat" cmpd="sng" algn="ctr">
                      <a:solidFill>
                        <a:schemeClr val="tx1"/>
                      </a:solidFill>
                      <a:prstDash val="solid"/>
                      <a:round/>
                      <a:headEnd type="none" w="sm" len="sm"/>
                      <a:tailEnd type="none" w="sm" len="sm"/>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
                          <a:schemeClr val="folHlink"/>
                        </a:buClr>
                        <a:buSzPct val="60000"/>
                        <a:buFont typeface="Wingdings" pitchFamily="2" charset="2"/>
                        <a:buNone/>
                        <a:tabLst/>
                      </a:pPr>
                      <a:endParaRPr kumimoji="0" lang="zh-CN" altLang="zh-CN" sz="2800" b="0" i="0" u="none" strike="noStrike" cap="none" normalizeH="0" baseline="0">
                        <a:ln>
                          <a:noFill/>
                        </a:ln>
                        <a:solidFill>
                          <a:schemeClr val="tx1"/>
                        </a:solidFill>
                        <a:effectLst/>
                        <a:latin typeface="Tahoma" pitchFamily="34" charset="0"/>
                        <a:ea typeface="黑体" pitchFamily="2" charset="-122"/>
                      </a:endParaRPr>
                    </a:p>
                  </a:txBody>
                  <a:tcPr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28575" cap="flat" cmpd="sng" algn="ctr">
                      <a:solidFill>
                        <a:schemeClr val="tx1"/>
                      </a:solidFill>
                      <a:prstDash val="solid"/>
                      <a:round/>
                      <a:headEnd type="none" w="sm" len="sm"/>
                      <a:tailEnd type="none" w="sm" len="sm"/>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
                          <a:schemeClr val="folHlink"/>
                        </a:buClr>
                        <a:buSzPct val="60000"/>
                        <a:buFont typeface="Wingdings" pitchFamily="2" charset="2"/>
                        <a:buNone/>
                        <a:tabLst/>
                      </a:pPr>
                      <a:endParaRPr kumimoji="0" lang="zh-CN" altLang="zh-CN" sz="2800" b="0" i="0" u="none" strike="noStrike" cap="none" normalizeH="0" baseline="0" dirty="0">
                        <a:ln>
                          <a:noFill/>
                        </a:ln>
                        <a:solidFill>
                          <a:schemeClr val="tx1"/>
                        </a:solidFill>
                        <a:effectLst/>
                        <a:latin typeface="Tahoma" pitchFamily="34" charset="0"/>
                        <a:ea typeface="黑体" pitchFamily="2" charset="-122"/>
                      </a:endParaRPr>
                    </a:p>
                  </a:txBody>
                  <a:tcPr horzOverflow="overflow">
                    <a:lnL w="12700" cap="flat" cmpd="sng" algn="ctr">
                      <a:solidFill>
                        <a:schemeClr val="tx1"/>
                      </a:solidFill>
                      <a:prstDash val="solid"/>
                      <a:round/>
                      <a:headEnd type="none" w="sm" len="sm"/>
                      <a:tailEnd type="none" w="sm" len="sm"/>
                    </a:lnL>
                    <a:lnR w="28575"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28575" cap="flat" cmpd="sng" algn="ctr">
                      <a:solidFill>
                        <a:schemeClr val="tx1"/>
                      </a:solidFill>
                      <a:prstDash val="solid"/>
                      <a:round/>
                      <a:headEnd type="none" w="sm" len="sm"/>
                      <a:tailEnd type="none" w="sm" len="sm"/>
                    </a:lnB>
                    <a:lnTlToBr>
                      <a:noFill/>
                    </a:lnTlToBr>
                    <a:lnBlToTr>
                      <a:noFill/>
                    </a:lnBlToTr>
                    <a:noFill/>
                  </a:tcPr>
                </a:tc>
                <a:extLst>
                  <a:ext uri="{0D108BD9-81ED-4DB2-BD59-A6C34878D82A}">
                    <a16:rowId xmlns:a16="http://schemas.microsoft.com/office/drawing/2014/main" val="10008"/>
                  </a:ext>
                </a:extLst>
              </a:tr>
            </a:tbl>
          </a:graphicData>
        </a:graphic>
      </p:graphicFrame>
      <p:sp>
        <p:nvSpPr>
          <p:cNvPr id="2" name="日期占位符 1">
            <a:extLst>
              <a:ext uri="{FF2B5EF4-FFF2-40B4-BE49-F238E27FC236}">
                <a16:creationId xmlns:a16="http://schemas.microsoft.com/office/drawing/2014/main" id="{329A1849-FB8C-5FF6-D576-9925634738D5}"/>
              </a:ext>
            </a:extLst>
          </p:cNvPr>
          <p:cNvSpPr>
            <a:spLocks noGrp="1"/>
          </p:cNvSpPr>
          <p:nvPr>
            <p:ph type="dt" sz="half" idx="10"/>
          </p:nvPr>
        </p:nvSpPr>
        <p:spPr/>
        <p:txBody>
          <a:bodyPr/>
          <a:lstStyle/>
          <a:p>
            <a:fld id="{DF6ED843-3C14-4EA8-B5AF-342275EAE4F8}" type="datetime2">
              <a:rPr lang="zh-CN" altLang="en-US" smtClean="0"/>
              <a:pPr/>
              <a:t>2025年11月26日</a:t>
            </a:fld>
            <a:endParaRPr lang="zh-CN" altLang="en-US"/>
          </a:p>
        </p:txBody>
      </p:sp>
      <p:sp>
        <p:nvSpPr>
          <p:cNvPr id="3" name="页脚占位符 2">
            <a:extLst>
              <a:ext uri="{FF2B5EF4-FFF2-40B4-BE49-F238E27FC236}">
                <a16:creationId xmlns:a16="http://schemas.microsoft.com/office/drawing/2014/main" id="{01DD6AA2-683B-F3E4-0055-E6E46F95EA8F}"/>
              </a:ext>
            </a:extLst>
          </p:cNvPr>
          <p:cNvSpPr>
            <a:spLocks noGrp="1"/>
          </p:cNvSpPr>
          <p:nvPr>
            <p:ph type="ftr" sz="quarter" idx="11"/>
          </p:nvPr>
        </p:nvSpPr>
        <p:spPr/>
        <p:txBody>
          <a:bodyPr/>
          <a:lstStyle/>
          <a:p>
            <a:r>
              <a:rPr lang="zh-CN" altLang="en-US"/>
              <a:t>编译原理</a:t>
            </a:r>
            <a:r>
              <a:rPr lang="en-US" altLang="zh-CN"/>
              <a:t>-</a:t>
            </a:r>
            <a:r>
              <a:rPr lang="zh-CN" altLang="en-US"/>
              <a:t>王欣捷</a:t>
            </a:r>
            <a:r>
              <a:rPr lang="en-US" altLang="zh-CN"/>
              <a:t>-</a:t>
            </a:r>
            <a:r>
              <a:rPr lang="zh-CN" altLang="en-US"/>
              <a:t>第三章 语法分析</a:t>
            </a:r>
            <a:r>
              <a:rPr lang="en-US" altLang="zh-CN"/>
              <a:t>(4)</a:t>
            </a:r>
            <a:endParaRPr lang="zh-CN" altLang="en-US"/>
          </a:p>
        </p:txBody>
      </p:sp>
      <p:sp>
        <p:nvSpPr>
          <p:cNvPr id="4" name="灯片编号占位符 3">
            <a:extLst>
              <a:ext uri="{FF2B5EF4-FFF2-40B4-BE49-F238E27FC236}">
                <a16:creationId xmlns:a16="http://schemas.microsoft.com/office/drawing/2014/main" id="{98B6DD18-B5BF-A962-389C-998532C809B0}"/>
              </a:ext>
            </a:extLst>
          </p:cNvPr>
          <p:cNvSpPr>
            <a:spLocks noGrp="1"/>
          </p:cNvSpPr>
          <p:nvPr>
            <p:ph type="sldNum" sz="quarter" idx="12"/>
          </p:nvPr>
        </p:nvSpPr>
        <p:spPr/>
        <p:txBody>
          <a:bodyPr/>
          <a:lstStyle/>
          <a:p>
            <a:fld id="{094DEB03-EFC6-4C20-8FC8-295189A5386F}" type="slidenum">
              <a:rPr lang="zh-CN" altLang="en-US" smtClean="0"/>
              <a:pPr/>
              <a:t>14</a:t>
            </a:fld>
            <a:endParaRPr lang="zh-CN" altLang="en-US"/>
          </a:p>
        </p:txBody>
      </p:sp>
      <p:graphicFrame>
        <p:nvGraphicFramePr>
          <p:cNvPr id="6" name="Group 3">
            <a:extLst>
              <a:ext uri="{FF2B5EF4-FFF2-40B4-BE49-F238E27FC236}">
                <a16:creationId xmlns:a16="http://schemas.microsoft.com/office/drawing/2014/main" id="{167EBE07-9970-30ED-6FAB-66CA1FFC31E9}"/>
              </a:ext>
            </a:extLst>
          </p:cNvPr>
          <p:cNvGraphicFramePr>
            <a:graphicFrameLocks/>
          </p:cNvGraphicFramePr>
          <p:nvPr>
            <p:extLst>
              <p:ext uri="{D42A27DB-BD31-4B8C-83A1-F6EECF244321}">
                <p14:modId xmlns:p14="http://schemas.microsoft.com/office/powerpoint/2010/main" val="2668251317"/>
              </p:ext>
            </p:extLst>
          </p:nvPr>
        </p:nvGraphicFramePr>
        <p:xfrm>
          <a:off x="1681224" y="3951514"/>
          <a:ext cx="6162551" cy="2535464"/>
        </p:xfrm>
        <a:graphic>
          <a:graphicData uri="http://schemas.openxmlformats.org/drawingml/2006/table">
            <a:tbl>
              <a:tblPr>
                <a:effectLst>
                  <a:outerShdw blurRad="63500" sx="102000" sy="102000" algn="ctr" rotWithShape="0">
                    <a:prstClr val="black">
                      <a:alpha val="40000"/>
                    </a:prstClr>
                  </a:outerShdw>
                </a:effectLst>
              </a:tblPr>
              <a:tblGrid>
                <a:gridCol w="753362">
                  <a:extLst>
                    <a:ext uri="{9D8B030D-6E8A-4147-A177-3AD203B41FA5}">
                      <a16:colId xmlns:a16="http://schemas.microsoft.com/office/drawing/2014/main" val="20000"/>
                    </a:ext>
                  </a:extLst>
                </a:gridCol>
                <a:gridCol w="914796">
                  <a:extLst>
                    <a:ext uri="{9D8B030D-6E8A-4147-A177-3AD203B41FA5}">
                      <a16:colId xmlns:a16="http://schemas.microsoft.com/office/drawing/2014/main" val="20001"/>
                    </a:ext>
                  </a:extLst>
                </a:gridCol>
                <a:gridCol w="974215">
                  <a:extLst>
                    <a:ext uri="{9D8B030D-6E8A-4147-A177-3AD203B41FA5}">
                      <a16:colId xmlns:a16="http://schemas.microsoft.com/office/drawing/2014/main" val="20002"/>
                    </a:ext>
                  </a:extLst>
                </a:gridCol>
                <a:gridCol w="1010203">
                  <a:extLst>
                    <a:ext uri="{9D8B030D-6E8A-4147-A177-3AD203B41FA5}">
                      <a16:colId xmlns:a16="http://schemas.microsoft.com/office/drawing/2014/main" val="20003"/>
                    </a:ext>
                  </a:extLst>
                </a:gridCol>
                <a:gridCol w="867599">
                  <a:extLst>
                    <a:ext uri="{9D8B030D-6E8A-4147-A177-3AD203B41FA5}">
                      <a16:colId xmlns:a16="http://schemas.microsoft.com/office/drawing/2014/main" val="20004"/>
                    </a:ext>
                  </a:extLst>
                </a:gridCol>
                <a:gridCol w="860986">
                  <a:extLst>
                    <a:ext uri="{9D8B030D-6E8A-4147-A177-3AD203B41FA5}">
                      <a16:colId xmlns:a16="http://schemas.microsoft.com/office/drawing/2014/main" val="20005"/>
                    </a:ext>
                  </a:extLst>
                </a:gridCol>
                <a:gridCol w="781390">
                  <a:extLst>
                    <a:ext uri="{9D8B030D-6E8A-4147-A177-3AD203B41FA5}">
                      <a16:colId xmlns:a16="http://schemas.microsoft.com/office/drawing/2014/main" val="20006"/>
                    </a:ext>
                  </a:extLst>
                </a:gridCol>
              </a:tblGrid>
              <a:tr h="361994">
                <a:tc rowSpan="2">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r>
                        <a:rPr kumimoji="0" lang="zh-CN" altLang="en-US" sz="1500" b="0" i="0" u="none" strike="noStrike" cap="none" normalizeH="0" baseline="0">
                          <a:ln>
                            <a:noFill/>
                          </a:ln>
                          <a:solidFill>
                            <a:schemeClr val="tx1"/>
                          </a:solidFill>
                          <a:effectLst/>
                          <a:latin typeface="Times New Roman" panose="02020603050405020304" pitchFamily="18" charset="0"/>
                          <a:ea typeface="黑体" panose="02010609060101010101" pitchFamily="49" charset="-122"/>
                        </a:rPr>
                        <a:t>非 终</a:t>
                      </a:r>
                      <a:endParaRPr kumimoji="0" lang="en-US" altLang="zh-CN" sz="1500" b="0" i="0" u="none" strike="noStrike" cap="none" normalizeH="0" baseline="0">
                        <a:ln>
                          <a:noFill/>
                        </a:ln>
                        <a:solidFill>
                          <a:schemeClr val="tx1"/>
                        </a:solidFill>
                        <a:effectLst/>
                        <a:latin typeface="Times New Roman" panose="02020603050405020304" pitchFamily="18" charset="0"/>
                        <a:ea typeface="黑体" panose="02010609060101010101" pitchFamily="49" charset="-122"/>
                      </a:endParaRPr>
                    </a:p>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r>
                        <a:rPr kumimoji="0" lang="zh-CN" altLang="en-US" sz="1500" b="0" i="0" u="none" strike="noStrike" cap="none" normalizeH="0" baseline="0">
                          <a:ln>
                            <a:noFill/>
                          </a:ln>
                          <a:solidFill>
                            <a:schemeClr val="tx1"/>
                          </a:solidFill>
                          <a:effectLst/>
                          <a:latin typeface="Times New Roman" panose="02020603050405020304" pitchFamily="18" charset="0"/>
                          <a:ea typeface="黑体" panose="02010609060101010101" pitchFamily="49" charset="-122"/>
                        </a:rPr>
                        <a:t>结 符</a:t>
                      </a:r>
                    </a:p>
                  </a:txBody>
                  <a:tcPr marL="139781" marR="139781" marT="69890" marB="69890" anchor="ct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accent4">
                        <a:lumMod val="20000"/>
                        <a:lumOff val="80000"/>
                      </a:schemeClr>
                    </a:solidFill>
                  </a:tcPr>
                </a:tc>
                <a:tc gridSpan="6">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r>
                        <a:rPr kumimoji="0" lang="zh-CN" altLang="en-US" sz="1500" b="0" i="0" u="none" strike="noStrike" cap="none" normalizeH="0" baseline="0">
                          <a:ln>
                            <a:noFill/>
                          </a:ln>
                          <a:solidFill>
                            <a:schemeClr val="tx1"/>
                          </a:solidFill>
                          <a:effectLst/>
                          <a:latin typeface="Times New Roman" panose="02020603050405020304" pitchFamily="18" charset="0"/>
                          <a:ea typeface="黑体" panose="02010609060101010101" pitchFamily="49" charset="-122"/>
                        </a:rPr>
                        <a:t>输 入 符 号</a:t>
                      </a:r>
                    </a:p>
                  </a:txBody>
                  <a:tcPr marL="139781" marR="139781" marT="69890" marB="69890" anchor="ct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accent4">
                        <a:lumMod val="20000"/>
                        <a:lumOff val="80000"/>
                      </a:schemeClr>
                    </a:solidFill>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extLst>
                  <a:ext uri="{0D108BD9-81ED-4DB2-BD59-A6C34878D82A}">
                    <a16:rowId xmlns:a16="http://schemas.microsoft.com/office/drawing/2014/main" val="10000"/>
                  </a:ext>
                </a:extLst>
              </a:tr>
              <a:tr h="360042">
                <a:tc vMerge="1">
                  <a:txBody>
                    <a:bodyPr/>
                    <a:lstStyle/>
                    <a:p>
                      <a:endParaRPr lang="zh-CN" altLang="en-US"/>
                    </a:p>
                  </a:txBody>
                  <a:tcPr/>
                </a:tc>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r>
                        <a:rPr kumimoji="0" lang="en-US" altLang="zh-CN" sz="1500" b="1" i="0" u="none" strike="noStrike" cap="none" normalizeH="0" baseline="0">
                          <a:ln>
                            <a:noFill/>
                          </a:ln>
                          <a:solidFill>
                            <a:schemeClr val="tx1"/>
                          </a:solidFill>
                          <a:effectLst/>
                          <a:latin typeface="Times New Roman" panose="02020603050405020304" pitchFamily="18" charset="0"/>
                          <a:ea typeface="黑体" panose="02010609060101010101" pitchFamily="49" charset="-122"/>
                        </a:rPr>
                        <a:t>id</a:t>
                      </a:r>
                    </a:p>
                  </a:txBody>
                  <a:tcPr marL="46132" marR="46132" marT="24604" marB="24604"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accent4">
                        <a:lumMod val="20000"/>
                        <a:lumOff val="80000"/>
                      </a:schemeClr>
                    </a:solidFill>
                  </a:tcPr>
                </a:tc>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r>
                        <a:rPr kumimoji="0" lang="en-US" altLang="zh-CN" sz="1500" b="1" i="0" u="none" strike="noStrike" cap="none" normalizeH="0" baseline="0">
                          <a:ln>
                            <a:noFill/>
                          </a:ln>
                          <a:solidFill>
                            <a:schemeClr val="tx1"/>
                          </a:solidFill>
                          <a:effectLst/>
                          <a:latin typeface="Times New Roman" panose="02020603050405020304" pitchFamily="18" charset="0"/>
                          <a:ea typeface="黑体" panose="02010609060101010101" pitchFamily="49" charset="-122"/>
                        </a:rPr>
                        <a:t>+</a:t>
                      </a:r>
                    </a:p>
                  </a:txBody>
                  <a:tcPr marL="46132" marR="46132" marT="24604" marB="24604"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accent4">
                        <a:lumMod val="20000"/>
                        <a:lumOff val="80000"/>
                      </a:schemeClr>
                    </a:solidFill>
                  </a:tcPr>
                </a:tc>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r>
                        <a:rPr kumimoji="0" lang="en-US" altLang="zh-CN" sz="1500" b="1" i="0" u="none" strike="noStrike" cap="none" normalizeH="0" baseline="0">
                          <a:ln>
                            <a:noFill/>
                          </a:ln>
                          <a:solidFill>
                            <a:schemeClr val="tx1"/>
                          </a:solidFill>
                          <a:effectLst/>
                          <a:latin typeface="Times New Roman" panose="02020603050405020304" pitchFamily="18" charset="0"/>
                          <a:ea typeface="黑体" panose="02010609060101010101" pitchFamily="49" charset="-122"/>
                        </a:rPr>
                        <a:t>*</a:t>
                      </a:r>
                    </a:p>
                  </a:txBody>
                  <a:tcPr marL="46132" marR="46132" marT="24604" marB="24604"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accent4">
                        <a:lumMod val="20000"/>
                        <a:lumOff val="80000"/>
                      </a:schemeClr>
                    </a:solidFill>
                  </a:tcPr>
                </a:tc>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r>
                        <a:rPr kumimoji="0" lang="en-US" altLang="zh-CN" sz="1500" b="1" i="0" u="none" strike="noStrike" cap="none" normalizeH="0" baseline="0">
                          <a:ln>
                            <a:noFill/>
                          </a:ln>
                          <a:solidFill>
                            <a:schemeClr val="tx1"/>
                          </a:solidFill>
                          <a:effectLst/>
                          <a:latin typeface="Times New Roman" panose="02020603050405020304" pitchFamily="18" charset="0"/>
                          <a:ea typeface="黑体" panose="02010609060101010101" pitchFamily="49" charset="-122"/>
                        </a:rPr>
                        <a:t>(</a:t>
                      </a:r>
                    </a:p>
                  </a:txBody>
                  <a:tcPr marL="46132" marR="46132" marT="24604" marB="24604"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accent4">
                        <a:lumMod val="20000"/>
                        <a:lumOff val="80000"/>
                      </a:schemeClr>
                    </a:solidFill>
                  </a:tcPr>
                </a:tc>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r>
                        <a:rPr kumimoji="0" lang="en-US" altLang="zh-CN" sz="1500" b="1" i="0" u="none" strike="noStrike" cap="none" normalizeH="0" baseline="0">
                          <a:ln>
                            <a:noFill/>
                          </a:ln>
                          <a:solidFill>
                            <a:schemeClr val="tx1"/>
                          </a:solidFill>
                          <a:effectLst/>
                          <a:latin typeface="Times New Roman" panose="02020603050405020304" pitchFamily="18" charset="0"/>
                          <a:ea typeface="黑体" panose="02010609060101010101" pitchFamily="49" charset="-122"/>
                        </a:rPr>
                        <a:t>)</a:t>
                      </a:r>
                    </a:p>
                  </a:txBody>
                  <a:tcPr marL="46132" marR="46132" marT="24604" marB="24604"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accent4">
                        <a:lumMod val="20000"/>
                        <a:lumOff val="80000"/>
                      </a:schemeClr>
                    </a:solidFill>
                  </a:tcPr>
                </a:tc>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r>
                        <a:rPr kumimoji="0" lang="en-US" altLang="zh-CN" sz="1500" b="1" i="0" u="none" strike="noStrike" cap="none" normalizeH="0" baseline="0">
                          <a:ln>
                            <a:noFill/>
                          </a:ln>
                          <a:solidFill>
                            <a:schemeClr val="tx1"/>
                          </a:solidFill>
                          <a:effectLst/>
                          <a:latin typeface="Times New Roman" panose="02020603050405020304" pitchFamily="18" charset="0"/>
                          <a:ea typeface="黑体" panose="02010609060101010101" pitchFamily="49" charset="-122"/>
                        </a:rPr>
                        <a:t>$</a:t>
                      </a:r>
                    </a:p>
                  </a:txBody>
                  <a:tcPr marL="46132" marR="46132" marT="24604" marB="24604" anchor="ct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accent4">
                        <a:lumMod val="20000"/>
                        <a:lumOff val="80000"/>
                      </a:schemeClr>
                    </a:solidFill>
                  </a:tcPr>
                </a:tc>
                <a:extLst>
                  <a:ext uri="{0D108BD9-81ED-4DB2-BD59-A6C34878D82A}">
                    <a16:rowId xmlns:a16="http://schemas.microsoft.com/office/drawing/2014/main" val="10001"/>
                  </a:ext>
                </a:extLst>
              </a:tr>
              <a:tr h="361994">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r>
                        <a:rPr kumimoji="0" lang="en-US" altLang="zh-CN" sz="1500" b="1" i="1" u="none" strike="noStrike" cap="none" normalizeH="0" baseline="0">
                          <a:ln>
                            <a:noFill/>
                          </a:ln>
                          <a:solidFill>
                            <a:schemeClr val="tx1"/>
                          </a:solidFill>
                          <a:effectLst/>
                          <a:latin typeface="Times New Roman" panose="02020603050405020304" pitchFamily="18" charset="0"/>
                          <a:ea typeface="黑体" panose="02010609060101010101" pitchFamily="49" charset="-122"/>
                        </a:rPr>
                        <a:t>E</a:t>
                      </a:r>
                    </a:p>
                  </a:txBody>
                  <a:tcPr marL="46132" marR="46132" marT="24604" marB="24604" anchor="ct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accent4">
                        <a:lumMod val="20000"/>
                        <a:lumOff val="80000"/>
                      </a:schemeClr>
                    </a:solidFill>
                  </a:tcPr>
                </a:tc>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r>
                        <a:rPr kumimoji="0" lang="en-US" altLang="zh-CN" sz="1500" b="1" i="1" u="none" strike="noStrike" cap="none" normalizeH="0" baseline="0">
                          <a:ln>
                            <a:noFill/>
                          </a:ln>
                          <a:solidFill>
                            <a:schemeClr val="tx1"/>
                          </a:solidFill>
                          <a:effectLst/>
                          <a:latin typeface="Times New Roman" panose="02020603050405020304" pitchFamily="18" charset="0"/>
                          <a:ea typeface="黑体" panose="02010609060101010101" pitchFamily="49" charset="-122"/>
                        </a:rPr>
                        <a:t>E</a:t>
                      </a:r>
                      <a:r>
                        <a:rPr kumimoji="0" lang="en-US" altLang="zh-CN" sz="1500" b="1" i="0" u="none" strike="noStrike" cap="none" normalizeH="0" baseline="0">
                          <a:ln>
                            <a:noFill/>
                          </a:ln>
                          <a:solidFill>
                            <a:schemeClr val="tx1"/>
                          </a:solidFill>
                          <a:effectLst/>
                          <a:latin typeface="Times New Roman" panose="02020603050405020304" pitchFamily="18" charset="0"/>
                          <a:ea typeface="黑体" panose="02010609060101010101" pitchFamily="49" charset="-122"/>
                          <a:sym typeface="Symbol" panose="05050102010706020507" pitchFamily="18" charset="2"/>
                        </a:rPr>
                        <a:t></a:t>
                      </a:r>
                      <a:r>
                        <a:rPr kumimoji="0" lang="en-US" altLang="zh-CN" sz="1500" b="1" i="1" u="none" strike="noStrike" cap="none" normalizeH="0" baseline="0">
                          <a:ln>
                            <a:noFill/>
                          </a:ln>
                          <a:solidFill>
                            <a:schemeClr val="tx1"/>
                          </a:solidFill>
                          <a:effectLst/>
                          <a:latin typeface="Times New Roman" panose="02020603050405020304" pitchFamily="18" charset="0"/>
                          <a:ea typeface="黑体" panose="02010609060101010101" pitchFamily="49" charset="-122"/>
                          <a:sym typeface="Symbol" panose="05050102010706020507" pitchFamily="18" charset="2"/>
                        </a:rPr>
                        <a:t>TE</a:t>
                      </a:r>
                      <a:r>
                        <a:rPr kumimoji="0" lang="en-US" altLang="zh-CN" sz="1500" b="1" i="0" u="none" strike="noStrike" cap="none" normalizeH="0" baseline="0">
                          <a:ln>
                            <a:noFill/>
                          </a:ln>
                          <a:solidFill>
                            <a:schemeClr val="tx1"/>
                          </a:solidFill>
                          <a:effectLst/>
                          <a:latin typeface="Times New Roman" panose="02020603050405020304" pitchFamily="18" charset="0"/>
                          <a:ea typeface="黑体" panose="02010609060101010101" pitchFamily="49" charset="-122"/>
                          <a:sym typeface="Symbol" panose="05050102010706020507" pitchFamily="18" charset="2"/>
                        </a:rPr>
                        <a:t></a:t>
                      </a:r>
                    </a:p>
                  </a:txBody>
                  <a:tcPr marL="46132" marR="46132" marT="24604" marB="24604"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accent4">
                        <a:lumMod val="20000"/>
                        <a:lumOff val="80000"/>
                      </a:schemeClr>
                    </a:solidFill>
                  </a:tcPr>
                </a:tc>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endParaRPr kumimoji="0" lang="zh-CN" altLang="zh-CN" sz="1500" b="0" i="0" u="none" strike="noStrike" cap="none" normalizeH="0" baseline="0">
                        <a:ln>
                          <a:noFill/>
                        </a:ln>
                        <a:solidFill>
                          <a:schemeClr val="tx1"/>
                        </a:solidFill>
                        <a:effectLst/>
                        <a:latin typeface="Times New Roman" panose="02020603050405020304" pitchFamily="18" charset="0"/>
                        <a:ea typeface="黑体" panose="02010609060101010101" pitchFamily="49" charset="-122"/>
                      </a:endParaRPr>
                    </a:p>
                  </a:txBody>
                  <a:tcPr marL="46132" marR="46132" marT="24604" marB="24604"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accent4">
                        <a:lumMod val="20000"/>
                        <a:lumOff val="80000"/>
                      </a:schemeClr>
                    </a:solidFill>
                  </a:tcPr>
                </a:tc>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endParaRPr kumimoji="0" lang="zh-CN" altLang="zh-CN" sz="1500" b="0" i="0" u="none" strike="noStrike" cap="none" normalizeH="0" baseline="0">
                        <a:ln>
                          <a:noFill/>
                        </a:ln>
                        <a:solidFill>
                          <a:schemeClr val="tx1"/>
                        </a:solidFill>
                        <a:effectLst/>
                        <a:latin typeface="Times New Roman" panose="02020603050405020304" pitchFamily="18" charset="0"/>
                        <a:ea typeface="黑体" panose="02010609060101010101" pitchFamily="49" charset="-122"/>
                      </a:endParaRPr>
                    </a:p>
                  </a:txBody>
                  <a:tcPr marL="46132" marR="46132" marT="24604" marB="24604"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accent4">
                        <a:lumMod val="20000"/>
                        <a:lumOff val="80000"/>
                      </a:schemeClr>
                    </a:solidFill>
                  </a:tcPr>
                </a:tc>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r>
                        <a:rPr kumimoji="0" lang="en-US" altLang="zh-CN" sz="1500" b="1" i="1" u="none" strike="noStrike" cap="none" normalizeH="0" baseline="0">
                          <a:ln>
                            <a:noFill/>
                          </a:ln>
                          <a:solidFill>
                            <a:schemeClr val="tx1"/>
                          </a:solidFill>
                          <a:effectLst/>
                          <a:latin typeface="Times New Roman" panose="02020603050405020304" pitchFamily="18" charset="0"/>
                          <a:ea typeface="黑体" panose="02010609060101010101" pitchFamily="49" charset="-122"/>
                        </a:rPr>
                        <a:t>E</a:t>
                      </a:r>
                      <a:r>
                        <a:rPr kumimoji="0" lang="en-US" altLang="zh-CN" sz="1500" b="1" i="1" u="none" strike="noStrike" cap="none" normalizeH="0" baseline="0">
                          <a:ln>
                            <a:noFill/>
                          </a:ln>
                          <a:solidFill>
                            <a:schemeClr val="tx1"/>
                          </a:solidFill>
                          <a:effectLst/>
                          <a:latin typeface="Times New Roman" panose="02020603050405020304" pitchFamily="18" charset="0"/>
                          <a:ea typeface="黑体" panose="02010609060101010101" pitchFamily="49" charset="-122"/>
                          <a:sym typeface="Symbol" panose="05050102010706020507" pitchFamily="18" charset="2"/>
                        </a:rPr>
                        <a:t>TE</a:t>
                      </a:r>
                      <a:r>
                        <a:rPr kumimoji="0" lang="en-US" altLang="zh-CN" sz="1500" b="1" i="0" u="none" strike="noStrike" cap="none" normalizeH="0" baseline="0">
                          <a:ln>
                            <a:noFill/>
                          </a:ln>
                          <a:solidFill>
                            <a:schemeClr val="tx1"/>
                          </a:solidFill>
                          <a:effectLst/>
                          <a:latin typeface="Times New Roman" panose="02020603050405020304" pitchFamily="18" charset="0"/>
                          <a:ea typeface="黑体" panose="02010609060101010101" pitchFamily="49" charset="-122"/>
                          <a:sym typeface="Symbol" panose="05050102010706020507" pitchFamily="18" charset="2"/>
                        </a:rPr>
                        <a:t></a:t>
                      </a:r>
                    </a:p>
                  </a:txBody>
                  <a:tcPr marL="46132" marR="46132" marT="24604" marB="24604"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accent4">
                        <a:lumMod val="20000"/>
                        <a:lumOff val="80000"/>
                      </a:schemeClr>
                    </a:solidFill>
                  </a:tcPr>
                </a:tc>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endParaRPr kumimoji="0" lang="zh-CN" altLang="zh-CN" sz="1500" b="0" i="0" u="none" strike="noStrike" cap="none" normalizeH="0" baseline="0">
                        <a:ln>
                          <a:noFill/>
                        </a:ln>
                        <a:solidFill>
                          <a:schemeClr val="tx1"/>
                        </a:solidFill>
                        <a:effectLst/>
                        <a:latin typeface="Times New Roman" panose="02020603050405020304" pitchFamily="18" charset="0"/>
                        <a:ea typeface="黑体" panose="02010609060101010101" pitchFamily="49" charset="-122"/>
                      </a:endParaRPr>
                    </a:p>
                  </a:txBody>
                  <a:tcPr marL="46132" marR="46132" marT="24604" marB="24604"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accent4">
                        <a:lumMod val="20000"/>
                        <a:lumOff val="80000"/>
                      </a:schemeClr>
                    </a:solidFill>
                  </a:tcPr>
                </a:tc>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endParaRPr kumimoji="0" lang="zh-CN" altLang="zh-CN" sz="1500" b="0" i="0" u="none" strike="noStrike" cap="none" normalizeH="0" baseline="0">
                        <a:ln>
                          <a:noFill/>
                        </a:ln>
                        <a:solidFill>
                          <a:schemeClr val="tx1"/>
                        </a:solidFill>
                        <a:effectLst/>
                        <a:latin typeface="Times New Roman" panose="02020603050405020304" pitchFamily="18" charset="0"/>
                        <a:ea typeface="黑体" panose="02010609060101010101" pitchFamily="49" charset="-122"/>
                      </a:endParaRPr>
                    </a:p>
                  </a:txBody>
                  <a:tcPr marL="46132" marR="46132" marT="24604" marB="24604" anchor="ct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accent4">
                        <a:lumMod val="20000"/>
                        <a:lumOff val="80000"/>
                      </a:schemeClr>
                    </a:solidFill>
                  </a:tcPr>
                </a:tc>
                <a:extLst>
                  <a:ext uri="{0D108BD9-81ED-4DB2-BD59-A6C34878D82A}">
                    <a16:rowId xmlns:a16="http://schemas.microsoft.com/office/drawing/2014/main" val="10002"/>
                  </a:ext>
                </a:extLst>
              </a:tr>
              <a:tr h="361018">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r>
                        <a:rPr kumimoji="0" lang="en-US" altLang="zh-CN" sz="1500" b="1" i="1" u="none" strike="noStrike" cap="none" normalizeH="0" baseline="0">
                          <a:ln>
                            <a:noFill/>
                          </a:ln>
                          <a:solidFill>
                            <a:schemeClr val="tx1"/>
                          </a:solidFill>
                          <a:effectLst/>
                          <a:latin typeface="Times New Roman" panose="02020603050405020304" pitchFamily="18" charset="0"/>
                          <a:ea typeface="黑体" panose="02010609060101010101" pitchFamily="49" charset="-122"/>
                        </a:rPr>
                        <a:t>E </a:t>
                      </a:r>
                      <a:r>
                        <a:rPr kumimoji="0" lang="en-US" altLang="zh-CN" sz="1500" b="1" i="0" u="none" strike="noStrike" cap="none" normalizeH="0" baseline="0">
                          <a:ln>
                            <a:noFill/>
                          </a:ln>
                          <a:solidFill>
                            <a:schemeClr val="tx1"/>
                          </a:solidFill>
                          <a:effectLst/>
                          <a:latin typeface="Times New Roman" panose="02020603050405020304" pitchFamily="18" charset="0"/>
                          <a:ea typeface="黑体" panose="02010609060101010101" pitchFamily="49" charset="-122"/>
                          <a:sym typeface="Symbol" panose="05050102010706020507" pitchFamily="18" charset="2"/>
                        </a:rPr>
                        <a:t></a:t>
                      </a:r>
                    </a:p>
                  </a:txBody>
                  <a:tcPr marL="46132" marR="46132" marT="24604" marB="24604" anchor="ct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accent4">
                        <a:lumMod val="20000"/>
                        <a:lumOff val="80000"/>
                      </a:schemeClr>
                    </a:solidFill>
                  </a:tcPr>
                </a:tc>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endParaRPr kumimoji="0" lang="zh-CN" altLang="zh-CN" sz="1500" b="0" i="0" u="none" strike="noStrike" cap="none" normalizeH="0" baseline="0">
                        <a:ln>
                          <a:noFill/>
                        </a:ln>
                        <a:solidFill>
                          <a:schemeClr val="tx1"/>
                        </a:solidFill>
                        <a:effectLst/>
                        <a:latin typeface="Times New Roman" panose="02020603050405020304" pitchFamily="18" charset="0"/>
                        <a:ea typeface="黑体" panose="02010609060101010101" pitchFamily="49" charset="-122"/>
                      </a:endParaRPr>
                    </a:p>
                  </a:txBody>
                  <a:tcPr marL="46132" marR="46132" marT="24604" marB="24604"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accent4">
                        <a:lumMod val="20000"/>
                        <a:lumOff val="80000"/>
                      </a:schemeClr>
                    </a:solidFill>
                  </a:tcPr>
                </a:tc>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r>
                        <a:rPr kumimoji="0" lang="en-US" altLang="zh-CN" sz="1500" b="1" i="1" u="none" strike="noStrike" cap="none" normalizeH="0" baseline="0">
                          <a:ln>
                            <a:noFill/>
                          </a:ln>
                          <a:solidFill>
                            <a:schemeClr val="tx1"/>
                          </a:solidFill>
                          <a:effectLst/>
                          <a:latin typeface="Times New Roman" panose="02020603050405020304" pitchFamily="18" charset="0"/>
                          <a:ea typeface="黑体" panose="02010609060101010101" pitchFamily="49" charset="-122"/>
                        </a:rPr>
                        <a:t>E</a:t>
                      </a:r>
                      <a:r>
                        <a:rPr kumimoji="0" lang="en-US" altLang="zh-CN" sz="1500" b="1" i="0" u="none" strike="noStrike" cap="none" normalizeH="0" baseline="0">
                          <a:ln>
                            <a:noFill/>
                          </a:ln>
                          <a:solidFill>
                            <a:schemeClr val="tx1"/>
                          </a:solidFill>
                          <a:effectLst/>
                          <a:latin typeface="Times New Roman" panose="02020603050405020304" pitchFamily="18" charset="0"/>
                          <a:ea typeface="黑体" panose="02010609060101010101" pitchFamily="49" charset="-122"/>
                          <a:sym typeface="Symbol" panose="05050102010706020507" pitchFamily="18" charset="2"/>
                        </a:rPr>
                        <a:t>+</a:t>
                      </a:r>
                      <a:r>
                        <a:rPr kumimoji="0" lang="en-US" altLang="zh-CN" sz="1500" b="1" i="1" u="none" strike="noStrike" cap="none" normalizeH="0" baseline="0">
                          <a:ln>
                            <a:noFill/>
                          </a:ln>
                          <a:solidFill>
                            <a:schemeClr val="tx1"/>
                          </a:solidFill>
                          <a:effectLst/>
                          <a:latin typeface="Times New Roman" panose="02020603050405020304" pitchFamily="18" charset="0"/>
                          <a:ea typeface="黑体" panose="02010609060101010101" pitchFamily="49" charset="-122"/>
                          <a:sym typeface="Symbol" panose="05050102010706020507" pitchFamily="18" charset="2"/>
                        </a:rPr>
                        <a:t>TE</a:t>
                      </a:r>
                      <a:r>
                        <a:rPr kumimoji="0" lang="en-US" altLang="zh-CN" sz="1500" b="1" i="0" u="none" strike="noStrike" cap="none" normalizeH="0" baseline="0">
                          <a:ln>
                            <a:noFill/>
                          </a:ln>
                          <a:solidFill>
                            <a:schemeClr val="tx1"/>
                          </a:solidFill>
                          <a:effectLst/>
                          <a:latin typeface="Times New Roman" panose="02020603050405020304" pitchFamily="18" charset="0"/>
                          <a:ea typeface="黑体" panose="02010609060101010101" pitchFamily="49" charset="-122"/>
                          <a:sym typeface="Symbol" panose="05050102010706020507" pitchFamily="18" charset="2"/>
                        </a:rPr>
                        <a:t></a:t>
                      </a:r>
                    </a:p>
                  </a:txBody>
                  <a:tcPr marL="46132" marR="46132" marT="24604" marB="24604"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accent4">
                        <a:lumMod val="20000"/>
                        <a:lumOff val="80000"/>
                      </a:schemeClr>
                    </a:solidFill>
                  </a:tcPr>
                </a:tc>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endParaRPr kumimoji="0" lang="zh-CN" altLang="zh-CN" sz="1500" b="0" i="0" u="none" strike="noStrike" cap="none" normalizeH="0" baseline="0">
                        <a:ln>
                          <a:noFill/>
                        </a:ln>
                        <a:solidFill>
                          <a:schemeClr val="tx1"/>
                        </a:solidFill>
                        <a:effectLst/>
                        <a:latin typeface="Times New Roman" panose="02020603050405020304" pitchFamily="18" charset="0"/>
                        <a:ea typeface="黑体" panose="02010609060101010101" pitchFamily="49" charset="-122"/>
                      </a:endParaRPr>
                    </a:p>
                  </a:txBody>
                  <a:tcPr marL="46132" marR="46132" marT="24604" marB="24604"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accent4">
                        <a:lumMod val="20000"/>
                        <a:lumOff val="80000"/>
                      </a:schemeClr>
                    </a:solidFill>
                  </a:tcPr>
                </a:tc>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endParaRPr kumimoji="0" lang="zh-CN" altLang="zh-CN" sz="1500" b="0" i="0" u="none" strike="noStrike" cap="none" normalizeH="0" baseline="0">
                        <a:ln>
                          <a:noFill/>
                        </a:ln>
                        <a:solidFill>
                          <a:schemeClr val="tx1"/>
                        </a:solidFill>
                        <a:effectLst/>
                        <a:latin typeface="Times New Roman" panose="02020603050405020304" pitchFamily="18" charset="0"/>
                        <a:ea typeface="黑体" panose="02010609060101010101" pitchFamily="49" charset="-122"/>
                      </a:endParaRPr>
                    </a:p>
                  </a:txBody>
                  <a:tcPr marL="46132" marR="46132" marT="24604" marB="24604"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accent4">
                        <a:lumMod val="20000"/>
                        <a:lumOff val="80000"/>
                      </a:schemeClr>
                    </a:solidFill>
                  </a:tcPr>
                </a:tc>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r>
                        <a:rPr kumimoji="0" lang="en-US" altLang="zh-CN" sz="1500" b="1" i="1" u="none" strike="noStrike" cap="none" normalizeH="0" baseline="0">
                          <a:ln>
                            <a:noFill/>
                          </a:ln>
                          <a:solidFill>
                            <a:schemeClr val="tx1"/>
                          </a:solidFill>
                          <a:effectLst/>
                          <a:latin typeface="Times New Roman" panose="02020603050405020304" pitchFamily="18" charset="0"/>
                          <a:ea typeface="黑体" panose="02010609060101010101" pitchFamily="49" charset="-122"/>
                        </a:rPr>
                        <a:t>E</a:t>
                      </a:r>
                      <a:r>
                        <a:rPr kumimoji="0" lang="en-US" altLang="zh-CN" sz="1700" b="1" i="0" u="none" strike="noStrike" cap="none" normalizeH="0" baseline="0">
                          <a:ln>
                            <a:noFill/>
                          </a:ln>
                          <a:solidFill>
                            <a:schemeClr val="tx1"/>
                          </a:solidFill>
                          <a:effectLst/>
                          <a:latin typeface="Times New Roman" panose="02020603050405020304" pitchFamily="18" charset="0"/>
                          <a:ea typeface="黑体" panose="02010609060101010101" pitchFamily="49" charset="-122"/>
                          <a:sym typeface="Symbol" panose="05050102010706020507" pitchFamily="18" charset="2"/>
                        </a:rPr>
                        <a:t></a:t>
                      </a:r>
                    </a:p>
                  </a:txBody>
                  <a:tcPr marL="46132" marR="46132" marT="24604" marB="24604"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accent4">
                        <a:lumMod val="20000"/>
                        <a:lumOff val="80000"/>
                      </a:schemeClr>
                    </a:solidFill>
                  </a:tcPr>
                </a:tc>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r>
                        <a:rPr kumimoji="0" lang="en-US" altLang="zh-CN" sz="1500" b="1" i="1" u="none" strike="noStrike" cap="none" normalizeH="0" baseline="0">
                          <a:ln>
                            <a:noFill/>
                          </a:ln>
                          <a:solidFill>
                            <a:schemeClr val="tx1"/>
                          </a:solidFill>
                          <a:effectLst/>
                          <a:latin typeface="Times New Roman" panose="02020603050405020304" pitchFamily="18" charset="0"/>
                          <a:ea typeface="黑体" panose="02010609060101010101" pitchFamily="49" charset="-122"/>
                        </a:rPr>
                        <a:t>E</a:t>
                      </a:r>
                      <a:r>
                        <a:rPr kumimoji="0" lang="en-US" altLang="zh-CN" sz="1700" b="1" i="0" u="none" strike="noStrike" cap="none" normalizeH="0" baseline="0">
                          <a:ln>
                            <a:noFill/>
                          </a:ln>
                          <a:solidFill>
                            <a:schemeClr val="tx1"/>
                          </a:solidFill>
                          <a:effectLst/>
                          <a:latin typeface="Times New Roman" panose="02020603050405020304" pitchFamily="18" charset="0"/>
                          <a:ea typeface="黑体" panose="02010609060101010101" pitchFamily="49" charset="-122"/>
                          <a:sym typeface="Symbol" panose="05050102010706020507" pitchFamily="18" charset="2"/>
                        </a:rPr>
                        <a:t></a:t>
                      </a:r>
                    </a:p>
                  </a:txBody>
                  <a:tcPr marL="46132" marR="46132" marT="24604" marB="24604" anchor="ct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accent4">
                        <a:lumMod val="20000"/>
                        <a:lumOff val="80000"/>
                      </a:schemeClr>
                    </a:solidFill>
                  </a:tcPr>
                </a:tc>
                <a:extLst>
                  <a:ext uri="{0D108BD9-81ED-4DB2-BD59-A6C34878D82A}">
                    <a16:rowId xmlns:a16="http://schemas.microsoft.com/office/drawing/2014/main" val="10003"/>
                  </a:ext>
                </a:extLst>
              </a:tr>
              <a:tr h="361994">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r>
                        <a:rPr kumimoji="0" lang="en-US" altLang="zh-CN" sz="1500" b="1" i="1" u="none" strike="noStrike" cap="none" normalizeH="0" baseline="0">
                          <a:ln>
                            <a:noFill/>
                          </a:ln>
                          <a:solidFill>
                            <a:schemeClr val="tx1"/>
                          </a:solidFill>
                          <a:effectLst/>
                          <a:latin typeface="Times New Roman" panose="02020603050405020304" pitchFamily="18" charset="0"/>
                          <a:ea typeface="黑体" panose="02010609060101010101" pitchFamily="49" charset="-122"/>
                        </a:rPr>
                        <a:t>T</a:t>
                      </a:r>
                    </a:p>
                  </a:txBody>
                  <a:tcPr marL="46132" marR="46132" marT="24604" marB="24604" anchor="ct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accent4">
                        <a:lumMod val="20000"/>
                        <a:lumOff val="80000"/>
                      </a:schemeClr>
                    </a:solidFill>
                  </a:tcPr>
                </a:tc>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r>
                        <a:rPr kumimoji="0" lang="en-US" altLang="zh-CN" sz="1500" b="1" i="1" u="none" strike="noStrike" cap="none" normalizeH="0" baseline="0">
                          <a:ln>
                            <a:noFill/>
                          </a:ln>
                          <a:solidFill>
                            <a:schemeClr val="tx1"/>
                          </a:solidFill>
                          <a:effectLst/>
                          <a:latin typeface="Times New Roman" panose="02020603050405020304" pitchFamily="18" charset="0"/>
                          <a:ea typeface="黑体" panose="02010609060101010101" pitchFamily="49" charset="-122"/>
                        </a:rPr>
                        <a:t>T</a:t>
                      </a:r>
                      <a:r>
                        <a:rPr kumimoji="0" lang="en-US" altLang="zh-CN" sz="1500" b="1" i="0" u="none" strike="noStrike" cap="none" normalizeH="0" baseline="0">
                          <a:ln>
                            <a:noFill/>
                          </a:ln>
                          <a:solidFill>
                            <a:schemeClr val="tx1"/>
                          </a:solidFill>
                          <a:effectLst/>
                          <a:latin typeface="Times New Roman" panose="02020603050405020304" pitchFamily="18" charset="0"/>
                          <a:ea typeface="黑体" panose="02010609060101010101" pitchFamily="49" charset="-122"/>
                          <a:sym typeface="Symbol" panose="05050102010706020507" pitchFamily="18" charset="2"/>
                        </a:rPr>
                        <a:t></a:t>
                      </a:r>
                      <a:r>
                        <a:rPr kumimoji="0" lang="en-US" altLang="zh-CN" sz="1500" b="1" i="1" u="none" strike="noStrike" cap="none" normalizeH="0" baseline="0">
                          <a:ln>
                            <a:noFill/>
                          </a:ln>
                          <a:solidFill>
                            <a:schemeClr val="tx1"/>
                          </a:solidFill>
                          <a:effectLst/>
                          <a:latin typeface="Times New Roman" panose="02020603050405020304" pitchFamily="18" charset="0"/>
                          <a:ea typeface="黑体" panose="02010609060101010101" pitchFamily="49" charset="-122"/>
                          <a:sym typeface="Symbol" panose="05050102010706020507" pitchFamily="18" charset="2"/>
                        </a:rPr>
                        <a:t>FT </a:t>
                      </a:r>
                      <a:r>
                        <a:rPr kumimoji="0" lang="en-US" altLang="zh-CN" sz="1700" b="1" i="0" u="none" strike="noStrike" cap="none" normalizeH="0" baseline="0">
                          <a:ln>
                            <a:noFill/>
                          </a:ln>
                          <a:solidFill>
                            <a:schemeClr val="tx1"/>
                          </a:solidFill>
                          <a:effectLst/>
                          <a:latin typeface="Times New Roman" panose="02020603050405020304" pitchFamily="18" charset="0"/>
                          <a:ea typeface="黑体" panose="02010609060101010101" pitchFamily="49" charset="-122"/>
                          <a:sym typeface="Symbol" panose="05050102010706020507" pitchFamily="18" charset="2"/>
                        </a:rPr>
                        <a:t></a:t>
                      </a:r>
                    </a:p>
                  </a:txBody>
                  <a:tcPr marL="46132" marR="46132" marT="24604" marB="24604"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accent4">
                        <a:lumMod val="20000"/>
                        <a:lumOff val="80000"/>
                      </a:schemeClr>
                    </a:solidFill>
                  </a:tcPr>
                </a:tc>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endParaRPr kumimoji="0" lang="zh-CN" altLang="zh-CN" sz="1500" b="0" i="0" u="none" strike="noStrike" cap="none" normalizeH="0" baseline="0">
                        <a:ln>
                          <a:noFill/>
                        </a:ln>
                        <a:solidFill>
                          <a:schemeClr val="tx1"/>
                        </a:solidFill>
                        <a:effectLst/>
                        <a:latin typeface="Times New Roman" panose="02020603050405020304" pitchFamily="18" charset="0"/>
                        <a:ea typeface="黑体" panose="02010609060101010101" pitchFamily="49" charset="-122"/>
                      </a:endParaRPr>
                    </a:p>
                  </a:txBody>
                  <a:tcPr marL="46132" marR="46132" marT="24604" marB="24604"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accent4">
                        <a:lumMod val="20000"/>
                        <a:lumOff val="80000"/>
                      </a:schemeClr>
                    </a:solidFill>
                  </a:tcPr>
                </a:tc>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endParaRPr kumimoji="0" lang="zh-CN" altLang="zh-CN" sz="1500" b="0" i="0" u="none" strike="noStrike" cap="none" normalizeH="0" baseline="0">
                        <a:ln>
                          <a:noFill/>
                        </a:ln>
                        <a:solidFill>
                          <a:schemeClr val="tx1"/>
                        </a:solidFill>
                        <a:effectLst/>
                        <a:latin typeface="Times New Roman" panose="02020603050405020304" pitchFamily="18" charset="0"/>
                        <a:ea typeface="黑体" panose="02010609060101010101" pitchFamily="49" charset="-122"/>
                      </a:endParaRPr>
                    </a:p>
                  </a:txBody>
                  <a:tcPr marL="46132" marR="46132" marT="24604" marB="24604"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accent4">
                        <a:lumMod val="20000"/>
                        <a:lumOff val="80000"/>
                      </a:schemeClr>
                    </a:solidFill>
                  </a:tcPr>
                </a:tc>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r>
                        <a:rPr kumimoji="0" lang="en-US" altLang="zh-CN" sz="1500" b="1" i="1" u="none" strike="noStrike" cap="none" normalizeH="0" baseline="0">
                          <a:ln>
                            <a:noFill/>
                          </a:ln>
                          <a:solidFill>
                            <a:schemeClr val="tx1"/>
                          </a:solidFill>
                          <a:effectLst/>
                          <a:latin typeface="Times New Roman" panose="02020603050405020304" pitchFamily="18" charset="0"/>
                          <a:ea typeface="黑体" panose="02010609060101010101" pitchFamily="49" charset="-122"/>
                        </a:rPr>
                        <a:t>T</a:t>
                      </a:r>
                      <a:r>
                        <a:rPr kumimoji="0" lang="en-US" altLang="zh-CN" sz="1500" b="1" i="0" u="none" strike="noStrike" cap="none" normalizeH="0" baseline="0">
                          <a:ln>
                            <a:noFill/>
                          </a:ln>
                          <a:solidFill>
                            <a:schemeClr val="tx1"/>
                          </a:solidFill>
                          <a:effectLst/>
                          <a:latin typeface="Times New Roman" panose="02020603050405020304" pitchFamily="18" charset="0"/>
                          <a:ea typeface="黑体" panose="02010609060101010101" pitchFamily="49" charset="-122"/>
                          <a:sym typeface="Symbol" panose="05050102010706020507" pitchFamily="18" charset="2"/>
                        </a:rPr>
                        <a:t></a:t>
                      </a:r>
                      <a:r>
                        <a:rPr kumimoji="0" lang="en-US" altLang="zh-CN" sz="1500" b="1" i="1" u="none" strike="noStrike" cap="none" normalizeH="0" baseline="0">
                          <a:ln>
                            <a:noFill/>
                          </a:ln>
                          <a:solidFill>
                            <a:schemeClr val="tx1"/>
                          </a:solidFill>
                          <a:effectLst/>
                          <a:latin typeface="Times New Roman" panose="02020603050405020304" pitchFamily="18" charset="0"/>
                          <a:ea typeface="黑体" panose="02010609060101010101" pitchFamily="49" charset="-122"/>
                          <a:sym typeface="Symbol" panose="05050102010706020507" pitchFamily="18" charset="2"/>
                        </a:rPr>
                        <a:t>FT </a:t>
                      </a:r>
                      <a:r>
                        <a:rPr kumimoji="0" lang="en-US" altLang="zh-CN" sz="1700" b="1" i="0" u="none" strike="noStrike" cap="none" normalizeH="0" baseline="0">
                          <a:ln>
                            <a:noFill/>
                          </a:ln>
                          <a:solidFill>
                            <a:schemeClr val="tx1"/>
                          </a:solidFill>
                          <a:effectLst/>
                          <a:latin typeface="Times New Roman" panose="02020603050405020304" pitchFamily="18" charset="0"/>
                          <a:ea typeface="黑体" panose="02010609060101010101" pitchFamily="49" charset="-122"/>
                          <a:sym typeface="Symbol" panose="05050102010706020507" pitchFamily="18" charset="2"/>
                        </a:rPr>
                        <a:t></a:t>
                      </a:r>
                    </a:p>
                  </a:txBody>
                  <a:tcPr marL="46132" marR="46132" marT="24604" marB="24604"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accent4">
                        <a:lumMod val="20000"/>
                        <a:lumOff val="80000"/>
                      </a:schemeClr>
                    </a:solidFill>
                  </a:tcPr>
                </a:tc>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endParaRPr kumimoji="0" lang="zh-CN" altLang="zh-CN" sz="1500" b="0" i="0" u="none" strike="noStrike" cap="none" normalizeH="0" baseline="0">
                        <a:ln>
                          <a:noFill/>
                        </a:ln>
                        <a:solidFill>
                          <a:schemeClr val="tx1"/>
                        </a:solidFill>
                        <a:effectLst/>
                        <a:latin typeface="Times New Roman" panose="02020603050405020304" pitchFamily="18" charset="0"/>
                        <a:ea typeface="黑体" panose="02010609060101010101" pitchFamily="49" charset="-122"/>
                      </a:endParaRPr>
                    </a:p>
                  </a:txBody>
                  <a:tcPr marL="46132" marR="46132" marT="24604" marB="24604"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accent4">
                        <a:lumMod val="20000"/>
                        <a:lumOff val="80000"/>
                      </a:schemeClr>
                    </a:solidFill>
                  </a:tcPr>
                </a:tc>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endParaRPr kumimoji="0" lang="zh-CN" altLang="zh-CN" sz="1500" b="0" i="0" u="none" strike="noStrike" cap="none" normalizeH="0" baseline="0">
                        <a:ln>
                          <a:noFill/>
                        </a:ln>
                        <a:solidFill>
                          <a:schemeClr val="tx1"/>
                        </a:solidFill>
                        <a:effectLst/>
                        <a:latin typeface="Times New Roman" panose="02020603050405020304" pitchFamily="18" charset="0"/>
                        <a:ea typeface="黑体" panose="02010609060101010101" pitchFamily="49" charset="-122"/>
                      </a:endParaRPr>
                    </a:p>
                  </a:txBody>
                  <a:tcPr marL="46132" marR="46132" marT="24604" marB="24604" anchor="ct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accent4">
                        <a:lumMod val="20000"/>
                        <a:lumOff val="80000"/>
                      </a:schemeClr>
                    </a:solidFill>
                  </a:tcPr>
                </a:tc>
                <a:extLst>
                  <a:ext uri="{0D108BD9-81ED-4DB2-BD59-A6C34878D82A}">
                    <a16:rowId xmlns:a16="http://schemas.microsoft.com/office/drawing/2014/main" val="10004"/>
                  </a:ext>
                </a:extLst>
              </a:tr>
              <a:tr h="360042">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r>
                        <a:rPr kumimoji="0" lang="en-US" altLang="zh-CN" sz="1500" b="1" i="1" u="none" strike="noStrike" cap="none" normalizeH="0" baseline="0">
                          <a:ln>
                            <a:noFill/>
                          </a:ln>
                          <a:solidFill>
                            <a:schemeClr val="tx1"/>
                          </a:solidFill>
                          <a:effectLst/>
                          <a:latin typeface="Times New Roman" panose="02020603050405020304" pitchFamily="18" charset="0"/>
                          <a:ea typeface="黑体" panose="02010609060101010101" pitchFamily="49" charset="-122"/>
                        </a:rPr>
                        <a:t>T </a:t>
                      </a:r>
                      <a:r>
                        <a:rPr kumimoji="0" lang="en-US" altLang="zh-CN" sz="1500" b="1" i="0" u="none" strike="noStrike" cap="none" normalizeH="0" baseline="0">
                          <a:ln>
                            <a:noFill/>
                          </a:ln>
                          <a:solidFill>
                            <a:schemeClr val="tx1"/>
                          </a:solidFill>
                          <a:effectLst/>
                          <a:latin typeface="Times New Roman" panose="02020603050405020304" pitchFamily="18" charset="0"/>
                          <a:ea typeface="黑体" panose="02010609060101010101" pitchFamily="49" charset="-122"/>
                          <a:sym typeface="Symbol" panose="05050102010706020507" pitchFamily="18" charset="2"/>
                        </a:rPr>
                        <a:t></a:t>
                      </a:r>
                    </a:p>
                  </a:txBody>
                  <a:tcPr marL="46132" marR="46132" marT="24604" marB="24604" anchor="ct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accent4">
                        <a:lumMod val="20000"/>
                        <a:lumOff val="80000"/>
                      </a:schemeClr>
                    </a:solidFill>
                  </a:tcPr>
                </a:tc>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endParaRPr kumimoji="0" lang="zh-CN" altLang="zh-CN" sz="1500" b="0" i="0" u="none" strike="noStrike" cap="none" normalizeH="0" baseline="0">
                        <a:ln>
                          <a:noFill/>
                        </a:ln>
                        <a:solidFill>
                          <a:schemeClr val="tx1"/>
                        </a:solidFill>
                        <a:effectLst/>
                        <a:latin typeface="Times New Roman" panose="02020603050405020304" pitchFamily="18" charset="0"/>
                        <a:ea typeface="黑体" panose="02010609060101010101" pitchFamily="49" charset="-122"/>
                      </a:endParaRPr>
                    </a:p>
                  </a:txBody>
                  <a:tcPr marL="46132" marR="46132" marT="24604" marB="24604"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accent4">
                        <a:lumMod val="20000"/>
                        <a:lumOff val="80000"/>
                      </a:schemeClr>
                    </a:solidFill>
                  </a:tcPr>
                </a:tc>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r>
                        <a:rPr kumimoji="0" lang="en-US" altLang="zh-CN" sz="1500" b="1" i="1" u="none" strike="noStrike" cap="none" normalizeH="0" baseline="0">
                          <a:ln>
                            <a:noFill/>
                          </a:ln>
                          <a:solidFill>
                            <a:schemeClr val="tx1"/>
                          </a:solidFill>
                          <a:effectLst/>
                          <a:latin typeface="Times New Roman" panose="02020603050405020304" pitchFamily="18" charset="0"/>
                          <a:ea typeface="黑体" panose="02010609060101010101" pitchFamily="49" charset="-122"/>
                        </a:rPr>
                        <a:t>T </a:t>
                      </a:r>
                      <a:r>
                        <a:rPr kumimoji="0" lang="en-US" altLang="zh-CN" sz="1500" b="1" i="0" u="none" strike="noStrike" cap="none" normalizeH="0" baseline="0">
                          <a:ln>
                            <a:noFill/>
                          </a:ln>
                          <a:solidFill>
                            <a:schemeClr val="tx1"/>
                          </a:solidFill>
                          <a:effectLst/>
                          <a:latin typeface="Times New Roman" panose="02020603050405020304" pitchFamily="18" charset="0"/>
                          <a:ea typeface="黑体" panose="02010609060101010101" pitchFamily="49" charset="-122"/>
                          <a:sym typeface="Symbol" panose="05050102010706020507" pitchFamily="18" charset="2"/>
                        </a:rPr>
                        <a:t></a:t>
                      </a:r>
                    </a:p>
                  </a:txBody>
                  <a:tcPr marL="46132" marR="46132" marT="24604" marB="24604"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accent4">
                        <a:lumMod val="20000"/>
                        <a:lumOff val="80000"/>
                      </a:schemeClr>
                    </a:solidFill>
                  </a:tcPr>
                </a:tc>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r>
                        <a:rPr kumimoji="0" lang="en-US" altLang="zh-CN" sz="1500" b="1" i="1" u="none" strike="noStrike" cap="none" normalizeH="0" baseline="0">
                          <a:ln>
                            <a:noFill/>
                          </a:ln>
                          <a:solidFill>
                            <a:schemeClr val="tx1"/>
                          </a:solidFill>
                          <a:effectLst/>
                          <a:latin typeface="Times New Roman" panose="02020603050405020304" pitchFamily="18" charset="0"/>
                          <a:ea typeface="黑体" panose="02010609060101010101" pitchFamily="49" charset="-122"/>
                        </a:rPr>
                        <a:t>T</a:t>
                      </a:r>
                      <a:r>
                        <a:rPr kumimoji="0" lang="en-US" altLang="zh-CN" sz="1500" b="1" i="0" u="none" strike="noStrike" cap="none" normalizeH="0" baseline="0">
                          <a:ln>
                            <a:noFill/>
                          </a:ln>
                          <a:solidFill>
                            <a:schemeClr val="tx1"/>
                          </a:solidFill>
                          <a:effectLst/>
                          <a:latin typeface="Times New Roman" panose="02020603050405020304" pitchFamily="18" charset="0"/>
                          <a:ea typeface="黑体" panose="02010609060101010101" pitchFamily="49" charset="-122"/>
                          <a:sym typeface="Symbol" panose="05050102010706020507" pitchFamily="18" charset="2"/>
                        </a:rPr>
                        <a:t>*</a:t>
                      </a:r>
                      <a:r>
                        <a:rPr kumimoji="0" lang="en-US" altLang="zh-CN" sz="1500" b="1" i="1" u="none" strike="noStrike" cap="none" normalizeH="0" baseline="0">
                          <a:ln>
                            <a:noFill/>
                          </a:ln>
                          <a:solidFill>
                            <a:schemeClr val="tx1"/>
                          </a:solidFill>
                          <a:effectLst/>
                          <a:latin typeface="Times New Roman" panose="02020603050405020304" pitchFamily="18" charset="0"/>
                          <a:ea typeface="黑体" panose="02010609060101010101" pitchFamily="49" charset="-122"/>
                          <a:sym typeface="Symbol" panose="05050102010706020507" pitchFamily="18" charset="2"/>
                        </a:rPr>
                        <a:t>FT </a:t>
                      </a:r>
                      <a:r>
                        <a:rPr kumimoji="0" lang="en-US" altLang="zh-CN" sz="1500" b="1" i="0" u="none" strike="noStrike" cap="none" normalizeH="0" baseline="0">
                          <a:ln>
                            <a:noFill/>
                          </a:ln>
                          <a:solidFill>
                            <a:schemeClr val="tx1"/>
                          </a:solidFill>
                          <a:effectLst/>
                          <a:latin typeface="Times New Roman" panose="02020603050405020304" pitchFamily="18" charset="0"/>
                          <a:ea typeface="黑体" panose="02010609060101010101" pitchFamily="49" charset="-122"/>
                          <a:sym typeface="Symbol" panose="05050102010706020507" pitchFamily="18" charset="2"/>
                        </a:rPr>
                        <a:t></a:t>
                      </a:r>
                    </a:p>
                  </a:txBody>
                  <a:tcPr marL="46132" marR="46132" marT="24604" marB="24604"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accent4">
                        <a:lumMod val="20000"/>
                        <a:lumOff val="80000"/>
                      </a:schemeClr>
                    </a:solidFill>
                  </a:tcPr>
                </a:tc>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endParaRPr kumimoji="0" lang="zh-CN" altLang="zh-CN" sz="1500" b="0" i="0" u="none" strike="noStrike" cap="none" normalizeH="0" baseline="0">
                        <a:ln>
                          <a:noFill/>
                        </a:ln>
                        <a:solidFill>
                          <a:schemeClr val="tx1"/>
                        </a:solidFill>
                        <a:effectLst/>
                        <a:latin typeface="Times New Roman" panose="02020603050405020304" pitchFamily="18" charset="0"/>
                        <a:ea typeface="黑体" panose="02010609060101010101" pitchFamily="49" charset="-122"/>
                      </a:endParaRPr>
                    </a:p>
                  </a:txBody>
                  <a:tcPr marL="46132" marR="46132" marT="24604" marB="24604"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accent4">
                        <a:lumMod val="20000"/>
                        <a:lumOff val="80000"/>
                      </a:schemeClr>
                    </a:solidFill>
                  </a:tcPr>
                </a:tc>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r>
                        <a:rPr kumimoji="0" lang="en-US" altLang="zh-CN" sz="1500" b="1" i="1" u="none" strike="noStrike" cap="none" normalizeH="0" baseline="0">
                          <a:ln>
                            <a:noFill/>
                          </a:ln>
                          <a:solidFill>
                            <a:schemeClr val="tx1"/>
                          </a:solidFill>
                          <a:effectLst/>
                          <a:latin typeface="Times New Roman" panose="02020603050405020304" pitchFamily="18" charset="0"/>
                          <a:ea typeface="黑体" panose="02010609060101010101" pitchFamily="49" charset="-122"/>
                        </a:rPr>
                        <a:t>T </a:t>
                      </a:r>
                      <a:r>
                        <a:rPr kumimoji="0" lang="en-US" altLang="zh-CN" sz="1500" b="1" i="0" u="none" strike="noStrike" cap="none" normalizeH="0" baseline="0">
                          <a:ln>
                            <a:noFill/>
                          </a:ln>
                          <a:solidFill>
                            <a:schemeClr val="tx1"/>
                          </a:solidFill>
                          <a:effectLst/>
                          <a:latin typeface="Times New Roman" panose="02020603050405020304" pitchFamily="18" charset="0"/>
                          <a:ea typeface="黑体" panose="02010609060101010101" pitchFamily="49" charset="-122"/>
                          <a:sym typeface="Symbol" panose="05050102010706020507" pitchFamily="18" charset="2"/>
                        </a:rPr>
                        <a:t></a:t>
                      </a:r>
                    </a:p>
                  </a:txBody>
                  <a:tcPr marL="46132" marR="46132" marT="24604" marB="24604"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accent4">
                        <a:lumMod val="20000"/>
                        <a:lumOff val="80000"/>
                      </a:schemeClr>
                    </a:solidFill>
                  </a:tcPr>
                </a:tc>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r>
                        <a:rPr kumimoji="0" lang="en-US" altLang="zh-CN" sz="1500" b="1" i="1" u="none" strike="noStrike" cap="none" normalizeH="0" baseline="0">
                          <a:ln>
                            <a:noFill/>
                          </a:ln>
                          <a:solidFill>
                            <a:schemeClr val="tx1"/>
                          </a:solidFill>
                          <a:effectLst/>
                          <a:latin typeface="Times New Roman" panose="02020603050405020304" pitchFamily="18" charset="0"/>
                          <a:ea typeface="黑体" panose="02010609060101010101" pitchFamily="49" charset="-122"/>
                        </a:rPr>
                        <a:t>T </a:t>
                      </a:r>
                      <a:r>
                        <a:rPr kumimoji="0" lang="en-US" altLang="zh-CN" sz="1500" b="1" i="0" u="none" strike="noStrike" cap="none" normalizeH="0" baseline="0">
                          <a:ln>
                            <a:noFill/>
                          </a:ln>
                          <a:solidFill>
                            <a:schemeClr val="tx1"/>
                          </a:solidFill>
                          <a:effectLst/>
                          <a:latin typeface="Times New Roman" panose="02020603050405020304" pitchFamily="18" charset="0"/>
                          <a:ea typeface="黑体" panose="02010609060101010101" pitchFamily="49" charset="-122"/>
                          <a:sym typeface="Symbol" panose="05050102010706020507" pitchFamily="18" charset="2"/>
                        </a:rPr>
                        <a:t></a:t>
                      </a:r>
                    </a:p>
                  </a:txBody>
                  <a:tcPr marL="46132" marR="46132" marT="24604" marB="24604" anchor="ct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accent4">
                        <a:lumMod val="20000"/>
                        <a:lumOff val="80000"/>
                      </a:schemeClr>
                    </a:solidFill>
                  </a:tcPr>
                </a:tc>
                <a:extLst>
                  <a:ext uri="{0D108BD9-81ED-4DB2-BD59-A6C34878D82A}">
                    <a16:rowId xmlns:a16="http://schemas.microsoft.com/office/drawing/2014/main" val="10005"/>
                  </a:ext>
                </a:extLst>
              </a:tr>
              <a:tr h="361994">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r>
                        <a:rPr kumimoji="0" lang="en-US" altLang="zh-CN" sz="1500" b="1" i="1" u="none" strike="noStrike" cap="none" normalizeH="0" baseline="0">
                          <a:ln>
                            <a:noFill/>
                          </a:ln>
                          <a:solidFill>
                            <a:schemeClr val="tx1"/>
                          </a:solidFill>
                          <a:effectLst/>
                          <a:latin typeface="Times New Roman" panose="02020603050405020304" pitchFamily="18" charset="0"/>
                          <a:ea typeface="黑体" panose="02010609060101010101" pitchFamily="49" charset="-122"/>
                        </a:rPr>
                        <a:t>F</a:t>
                      </a:r>
                    </a:p>
                  </a:txBody>
                  <a:tcPr marL="46132" marR="46132" marT="24604" marB="24604" anchor="ct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chemeClr val="accent4">
                        <a:lumMod val="20000"/>
                        <a:lumOff val="80000"/>
                      </a:schemeClr>
                    </a:solidFill>
                  </a:tcPr>
                </a:tc>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r>
                        <a:rPr kumimoji="0" lang="en-US" altLang="zh-CN" sz="1500" b="1" i="1" u="none" strike="noStrike" cap="none" normalizeH="0" baseline="0" err="1">
                          <a:ln>
                            <a:noFill/>
                          </a:ln>
                          <a:solidFill>
                            <a:schemeClr val="tx1"/>
                          </a:solidFill>
                          <a:effectLst/>
                          <a:latin typeface="Times New Roman" panose="02020603050405020304" pitchFamily="18" charset="0"/>
                          <a:ea typeface="黑体" panose="02010609060101010101" pitchFamily="49" charset="-122"/>
                        </a:rPr>
                        <a:t>F</a:t>
                      </a:r>
                      <a:r>
                        <a:rPr kumimoji="0" lang="en-US" altLang="zh-CN" sz="1500" b="1" i="0" u="none" strike="noStrike" cap="none" normalizeH="0" baseline="0" err="1">
                          <a:ln>
                            <a:noFill/>
                          </a:ln>
                          <a:solidFill>
                            <a:schemeClr val="tx1"/>
                          </a:solidFill>
                          <a:effectLst/>
                          <a:latin typeface="Times New Roman" panose="02020603050405020304" pitchFamily="18" charset="0"/>
                          <a:ea typeface="黑体" panose="02010609060101010101" pitchFamily="49" charset="-122"/>
                          <a:sym typeface="Symbol" panose="05050102010706020507" pitchFamily="18" charset="2"/>
                        </a:rPr>
                        <a:t>id</a:t>
                      </a:r>
                      <a:endParaRPr kumimoji="0" lang="en-US" altLang="zh-CN" sz="1500" b="1" i="0" u="none" strike="noStrike" cap="none" normalizeH="0" baseline="0">
                        <a:ln>
                          <a:noFill/>
                        </a:ln>
                        <a:solidFill>
                          <a:schemeClr val="tx1"/>
                        </a:solidFill>
                        <a:effectLst/>
                        <a:latin typeface="Times New Roman" panose="02020603050405020304" pitchFamily="18" charset="0"/>
                        <a:ea typeface="黑体" panose="02010609060101010101" pitchFamily="49" charset="-122"/>
                        <a:sym typeface="Symbol" panose="05050102010706020507" pitchFamily="18" charset="2"/>
                      </a:endParaRPr>
                    </a:p>
                  </a:txBody>
                  <a:tcPr marL="46132" marR="46132" marT="24604" marB="24604"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chemeClr val="accent4">
                        <a:lumMod val="20000"/>
                        <a:lumOff val="80000"/>
                      </a:schemeClr>
                    </a:solidFill>
                  </a:tcPr>
                </a:tc>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endParaRPr kumimoji="0" lang="zh-CN" altLang="zh-CN" sz="1500" b="0" i="0" u="none" strike="noStrike" cap="none" normalizeH="0" baseline="0">
                        <a:ln>
                          <a:noFill/>
                        </a:ln>
                        <a:solidFill>
                          <a:schemeClr val="tx1"/>
                        </a:solidFill>
                        <a:effectLst/>
                        <a:latin typeface="Times New Roman" panose="02020603050405020304" pitchFamily="18" charset="0"/>
                        <a:ea typeface="黑体" panose="02010609060101010101" pitchFamily="49" charset="-122"/>
                      </a:endParaRPr>
                    </a:p>
                  </a:txBody>
                  <a:tcPr marL="46132" marR="46132" marT="24604" marB="24604"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chemeClr val="accent4">
                        <a:lumMod val="20000"/>
                        <a:lumOff val="80000"/>
                      </a:schemeClr>
                    </a:solidFill>
                  </a:tcPr>
                </a:tc>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endParaRPr kumimoji="0" lang="zh-CN" altLang="zh-CN" sz="1500" b="0" i="0" u="none" strike="noStrike" cap="none" normalizeH="0" baseline="0">
                        <a:ln>
                          <a:noFill/>
                        </a:ln>
                        <a:solidFill>
                          <a:schemeClr val="tx1"/>
                        </a:solidFill>
                        <a:effectLst/>
                        <a:latin typeface="Times New Roman" panose="02020603050405020304" pitchFamily="18" charset="0"/>
                        <a:ea typeface="黑体" panose="02010609060101010101" pitchFamily="49" charset="-122"/>
                      </a:endParaRPr>
                    </a:p>
                  </a:txBody>
                  <a:tcPr marL="46132" marR="46132" marT="24604" marB="24604"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chemeClr val="accent4">
                        <a:lumMod val="20000"/>
                        <a:lumOff val="80000"/>
                      </a:schemeClr>
                    </a:solidFill>
                  </a:tcPr>
                </a:tc>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r>
                        <a:rPr kumimoji="0" lang="en-US" altLang="zh-CN" sz="1500" b="1" i="1" u="none" strike="noStrike" cap="none" normalizeH="0" baseline="0">
                          <a:ln>
                            <a:noFill/>
                          </a:ln>
                          <a:solidFill>
                            <a:schemeClr val="tx1"/>
                          </a:solidFill>
                          <a:effectLst/>
                          <a:latin typeface="Times New Roman" panose="02020603050405020304" pitchFamily="18" charset="0"/>
                          <a:ea typeface="黑体" panose="02010609060101010101" pitchFamily="49" charset="-122"/>
                        </a:rPr>
                        <a:t>F</a:t>
                      </a:r>
                      <a:r>
                        <a:rPr kumimoji="0" lang="en-US" altLang="zh-CN" sz="1500" b="1" i="0" u="none" strike="noStrike" cap="none" normalizeH="0" baseline="0">
                          <a:ln>
                            <a:noFill/>
                          </a:ln>
                          <a:solidFill>
                            <a:schemeClr val="tx1"/>
                          </a:solidFill>
                          <a:effectLst/>
                          <a:latin typeface="Times New Roman" panose="02020603050405020304" pitchFamily="18" charset="0"/>
                          <a:ea typeface="黑体" panose="02010609060101010101" pitchFamily="49" charset="-122"/>
                          <a:sym typeface="Symbol" panose="05050102010706020507" pitchFamily="18" charset="2"/>
                        </a:rPr>
                        <a:t>(</a:t>
                      </a:r>
                      <a:r>
                        <a:rPr kumimoji="0" lang="en-US" altLang="zh-CN" sz="1500" b="1" i="1" u="none" strike="noStrike" cap="none" normalizeH="0" baseline="0">
                          <a:ln>
                            <a:noFill/>
                          </a:ln>
                          <a:solidFill>
                            <a:schemeClr val="tx1"/>
                          </a:solidFill>
                          <a:effectLst/>
                          <a:latin typeface="Times New Roman" panose="02020603050405020304" pitchFamily="18" charset="0"/>
                          <a:ea typeface="黑体" panose="02010609060101010101" pitchFamily="49" charset="-122"/>
                          <a:sym typeface="Symbol" panose="05050102010706020507" pitchFamily="18" charset="2"/>
                        </a:rPr>
                        <a:t>E</a:t>
                      </a:r>
                      <a:r>
                        <a:rPr kumimoji="0" lang="en-US" altLang="zh-CN" sz="1500" b="1" i="0" u="none" strike="noStrike" cap="none" normalizeH="0" baseline="0">
                          <a:ln>
                            <a:noFill/>
                          </a:ln>
                          <a:solidFill>
                            <a:schemeClr val="tx1"/>
                          </a:solidFill>
                          <a:effectLst/>
                          <a:latin typeface="Times New Roman" panose="02020603050405020304" pitchFamily="18" charset="0"/>
                          <a:ea typeface="黑体" panose="02010609060101010101" pitchFamily="49" charset="-122"/>
                          <a:sym typeface="Symbol" panose="05050102010706020507" pitchFamily="18" charset="2"/>
                        </a:rPr>
                        <a:t>)</a:t>
                      </a:r>
                      <a:endParaRPr kumimoji="0" lang="en-US" altLang="zh-CN" sz="1500" b="0" i="0" u="none" strike="noStrike" cap="none" normalizeH="0" baseline="0">
                        <a:ln>
                          <a:noFill/>
                        </a:ln>
                        <a:solidFill>
                          <a:schemeClr val="tx1"/>
                        </a:solidFill>
                        <a:effectLst/>
                        <a:latin typeface="Times New Roman" panose="02020603050405020304" pitchFamily="18" charset="0"/>
                        <a:ea typeface="黑体" panose="02010609060101010101" pitchFamily="49" charset="-122"/>
                      </a:endParaRPr>
                    </a:p>
                  </a:txBody>
                  <a:tcPr marL="46132" marR="46132" marT="24604" marB="24604"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chemeClr val="accent4">
                        <a:lumMod val="20000"/>
                        <a:lumOff val="80000"/>
                      </a:schemeClr>
                    </a:solidFill>
                  </a:tcPr>
                </a:tc>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endParaRPr kumimoji="0" lang="zh-CN" altLang="zh-CN" sz="1500" b="0" i="0" u="none" strike="noStrike" cap="none" normalizeH="0" baseline="0">
                        <a:ln>
                          <a:noFill/>
                        </a:ln>
                        <a:solidFill>
                          <a:schemeClr val="tx1"/>
                        </a:solidFill>
                        <a:effectLst/>
                        <a:latin typeface="Times New Roman" panose="02020603050405020304" pitchFamily="18" charset="0"/>
                        <a:ea typeface="黑体" panose="02010609060101010101" pitchFamily="49" charset="-122"/>
                      </a:endParaRPr>
                    </a:p>
                  </a:txBody>
                  <a:tcPr marL="46132" marR="46132" marT="24604" marB="24604"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chemeClr val="accent4">
                        <a:lumMod val="20000"/>
                        <a:lumOff val="80000"/>
                      </a:schemeClr>
                    </a:solidFill>
                  </a:tcPr>
                </a:tc>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endParaRPr kumimoji="0" lang="zh-CN" altLang="zh-CN" sz="1500" b="0" i="0" u="none" strike="noStrike" cap="none" normalizeH="0" baseline="0" dirty="0">
                        <a:ln>
                          <a:noFill/>
                        </a:ln>
                        <a:solidFill>
                          <a:schemeClr val="tx1"/>
                        </a:solidFill>
                        <a:effectLst/>
                        <a:latin typeface="Times New Roman" panose="02020603050405020304" pitchFamily="18" charset="0"/>
                        <a:ea typeface="黑体" panose="02010609060101010101" pitchFamily="49" charset="-122"/>
                      </a:endParaRPr>
                    </a:p>
                  </a:txBody>
                  <a:tcPr marL="46132" marR="46132" marT="24604" marB="24604" anchor="ct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chemeClr val="accent4">
                        <a:lumMod val="20000"/>
                        <a:lumOff val="80000"/>
                      </a:schemeClr>
                    </a:solidFill>
                  </a:tcPr>
                </a:tc>
                <a:extLst>
                  <a:ext uri="{0D108BD9-81ED-4DB2-BD59-A6C34878D82A}">
                    <a16:rowId xmlns:a16="http://schemas.microsoft.com/office/drawing/2014/main" val="10006"/>
                  </a:ext>
                </a:extLst>
              </a:tr>
            </a:tbl>
          </a:graphicData>
        </a:graphic>
      </p:graphicFrame>
      <p:sp>
        <p:nvSpPr>
          <p:cNvPr id="7" name="箭头: 下 6">
            <a:extLst>
              <a:ext uri="{FF2B5EF4-FFF2-40B4-BE49-F238E27FC236}">
                <a16:creationId xmlns:a16="http://schemas.microsoft.com/office/drawing/2014/main" id="{6E05FB5D-B7A9-3132-4BB9-7DAB6B4064D4}"/>
              </a:ext>
            </a:extLst>
          </p:cNvPr>
          <p:cNvSpPr/>
          <p:nvPr/>
        </p:nvSpPr>
        <p:spPr>
          <a:xfrm>
            <a:off x="1296140" y="2806559"/>
            <a:ext cx="275207" cy="319596"/>
          </a:xfrm>
          <a:prstGeom prst="downArrow">
            <a:avLst/>
          </a:prstGeom>
          <a:solidFill>
            <a:srgbClr val="FF0000"/>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8" name="箭头: 下 7">
            <a:extLst>
              <a:ext uri="{FF2B5EF4-FFF2-40B4-BE49-F238E27FC236}">
                <a16:creationId xmlns:a16="http://schemas.microsoft.com/office/drawing/2014/main" id="{D6A7290F-FD76-0011-6411-9FF292F41B73}"/>
              </a:ext>
            </a:extLst>
          </p:cNvPr>
          <p:cNvSpPr/>
          <p:nvPr/>
        </p:nvSpPr>
        <p:spPr>
          <a:xfrm>
            <a:off x="3410505" y="2806559"/>
            <a:ext cx="275207" cy="319596"/>
          </a:xfrm>
          <a:prstGeom prst="downArrow">
            <a:avLst/>
          </a:prstGeom>
          <a:solidFill>
            <a:srgbClr val="FF0000"/>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9" name="椭圆 8">
            <a:extLst>
              <a:ext uri="{FF2B5EF4-FFF2-40B4-BE49-F238E27FC236}">
                <a16:creationId xmlns:a16="http://schemas.microsoft.com/office/drawing/2014/main" id="{4CA08EB6-598F-243D-DEC0-B46BCF1EFF5E}"/>
              </a:ext>
            </a:extLst>
          </p:cNvPr>
          <p:cNvSpPr/>
          <p:nvPr/>
        </p:nvSpPr>
        <p:spPr>
          <a:xfrm>
            <a:off x="2421301" y="5405391"/>
            <a:ext cx="889246" cy="390617"/>
          </a:xfrm>
          <a:prstGeom prst="ellipse">
            <a:avLst/>
          </a:prstGeom>
          <a:noFill/>
          <a:ln w="38100">
            <a:solidFill>
              <a:srgbClr val="FF0000"/>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zh-CN" altLang="en-US"/>
          </a:p>
        </p:txBody>
      </p:sp>
    </p:spTree>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7"/>
                                        </p:tgtEl>
                                        <p:attrNameLst>
                                          <p:attrName>style.visibility</p:attrName>
                                        </p:attrNameLst>
                                      </p:cBhvr>
                                      <p:to>
                                        <p:strVal val="visible"/>
                                      </p:to>
                                    </p:set>
                                    <p:animEffect transition="in" filter="fade">
                                      <p:cBhvr>
                                        <p:cTn id="7" dur="500"/>
                                        <p:tgtEl>
                                          <p:spTgt spid="7"/>
                                        </p:tgtEl>
                                      </p:cBhvr>
                                    </p:animEffect>
                                  </p:childTnLst>
                                </p:cTn>
                              </p:par>
                              <p:par>
                                <p:cTn id="8" presetID="10" presetClass="entr" presetSubtype="0" fill="hold" grpId="0" nodeType="withEffect">
                                  <p:stCondLst>
                                    <p:cond delay="0"/>
                                  </p:stCondLst>
                                  <p:childTnLst>
                                    <p:set>
                                      <p:cBhvr>
                                        <p:cTn id="9" dur="1" fill="hold">
                                          <p:stCondLst>
                                            <p:cond delay="0"/>
                                          </p:stCondLst>
                                        </p:cTn>
                                        <p:tgtEl>
                                          <p:spTgt spid="8"/>
                                        </p:tgtEl>
                                        <p:attrNameLst>
                                          <p:attrName>style.visibility</p:attrName>
                                        </p:attrNameLst>
                                      </p:cBhvr>
                                      <p:to>
                                        <p:strVal val="visible"/>
                                      </p:to>
                                    </p:set>
                                    <p:animEffect transition="in" filter="fade">
                                      <p:cBhvr>
                                        <p:cTn id="10" dur="500"/>
                                        <p:tgtEl>
                                          <p:spTgt spid="8"/>
                                        </p:tgtEl>
                                      </p:cBhvr>
                                    </p:animEffect>
                                  </p:childTnLst>
                                </p:cTn>
                              </p:par>
                            </p:childTnLst>
                          </p:cTn>
                        </p:par>
                      </p:childTnLst>
                    </p:cTn>
                  </p:par>
                  <p:par>
                    <p:cTn id="11" fill="hold">
                      <p:stCondLst>
                        <p:cond delay="indefinite"/>
                      </p:stCondLst>
                      <p:childTnLst>
                        <p:par>
                          <p:cTn id="12" fill="hold">
                            <p:stCondLst>
                              <p:cond delay="0"/>
                            </p:stCondLst>
                            <p:childTnLst>
                              <p:par>
                                <p:cTn id="13" presetID="21" presetClass="entr" presetSubtype="1" fill="hold" grpId="0" nodeType="clickEffect">
                                  <p:stCondLst>
                                    <p:cond delay="0"/>
                                  </p:stCondLst>
                                  <p:childTnLst>
                                    <p:set>
                                      <p:cBhvr>
                                        <p:cTn id="14" dur="1" fill="hold">
                                          <p:stCondLst>
                                            <p:cond delay="0"/>
                                          </p:stCondLst>
                                        </p:cTn>
                                        <p:tgtEl>
                                          <p:spTgt spid="9"/>
                                        </p:tgtEl>
                                        <p:attrNameLst>
                                          <p:attrName>style.visibility</p:attrName>
                                        </p:attrNameLst>
                                      </p:cBhvr>
                                      <p:to>
                                        <p:strVal val="visible"/>
                                      </p:to>
                                    </p:set>
                                    <p:animEffect transition="in" filter="wheel(1)">
                                      <p:cBhvr>
                                        <p:cTn id="15" dur="2000"/>
                                        <p:tgtEl>
                                          <p:spTgt spid="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animBg="1"/>
      <p:bldP spid="8" grpId="0" animBg="1"/>
      <p:bldP spid="9" grpId="0" animBg="1"/>
    </p:bldLst>
  </p:timing>
</p:sld>
</file>

<file path=ppt/slides/slide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4578" name="Rectangle 2">
            <a:extLst>
              <a:ext uri="{FF2B5EF4-FFF2-40B4-BE49-F238E27FC236}">
                <a16:creationId xmlns:a16="http://schemas.microsoft.com/office/drawing/2014/main" id="{4A0376A2-8D21-4B54-9059-AF8C2333D284}"/>
              </a:ext>
            </a:extLst>
          </p:cNvPr>
          <p:cNvSpPr>
            <a:spLocks noGrp="1" noChangeArrowheads="1"/>
          </p:cNvSpPr>
          <p:nvPr>
            <p:ph type="title"/>
          </p:nvPr>
        </p:nvSpPr>
        <p:spPr/>
        <p:txBody>
          <a:bodyPr/>
          <a:lstStyle/>
          <a:p>
            <a:pPr eaLnBrk="1" hangingPunct="1"/>
            <a:r>
              <a:rPr lang="en-US" altLang="zh-CN"/>
              <a:t>3.3.4 </a:t>
            </a:r>
            <a:r>
              <a:rPr lang="zh-CN" altLang="en-US"/>
              <a:t>非递归的预测分析</a:t>
            </a:r>
          </a:p>
        </p:txBody>
      </p:sp>
      <p:sp>
        <p:nvSpPr>
          <p:cNvPr id="24579" name="Rectangle 3">
            <a:extLst>
              <a:ext uri="{FF2B5EF4-FFF2-40B4-BE49-F238E27FC236}">
                <a16:creationId xmlns:a16="http://schemas.microsoft.com/office/drawing/2014/main" id="{013B9F89-1217-4F4B-98A6-8171361C2EE0}"/>
              </a:ext>
            </a:extLst>
          </p:cNvPr>
          <p:cNvSpPr>
            <a:spLocks noGrp="1" noChangeArrowheads="1"/>
          </p:cNvSpPr>
          <p:nvPr>
            <p:ph idx="1"/>
          </p:nvPr>
        </p:nvSpPr>
        <p:spPr/>
        <p:txBody>
          <a:bodyPr/>
          <a:lstStyle/>
          <a:p>
            <a:pPr eaLnBrk="1" hangingPunct="1">
              <a:lnSpc>
                <a:spcPct val="90000"/>
              </a:lnSpc>
              <a:buFont typeface="Wingdings" panose="05000000000000000000" pitchFamily="2" charset="2"/>
              <a:buNone/>
            </a:pPr>
            <a:r>
              <a:rPr lang="zh-CN" altLang="en-US" sz="2800"/>
              <a:t>预测分析器接受输入</a:t>
            </a:r>
            <a:r>
              <a:rPr lang="en-US" altLang="zh-CN" sz="2800" b="1">
                <a:latin typeface="Times New Roman" panose="02020603050405020304" pitchFamily="18" charset="0"/>
              </a:rPr>
              <a:t>id</a:t>
            </a:r>
            <a:r>
              <a:rPr lang="en-US" altLang="zh-CN" sz="2800">
                <a:latin typeface="Times New Roman" panose="02020603050405020304" pitchFamily="18" charset="0"/>
              </a:rPr>
              <a:t> * </a:t>
            </a:r>
            <a:r>
              <a:rPr lang="en-US" altLang="zh-CN" sz="2800" b="1">
                <a:latin typeface="Times New Roman" panose="02020603050405020304" pitchFamily="18" charset="0"/>
              </a:rPr>
              <a:t>id</a:t>
            </a:r>
            <a:r>
              <a:rPr lang="en-US" altLang="zh-CN" sz="2800">
                <a:latin typeface="Times New Roman" panose="02020603050405020304" pitchFamily="18" charset="0"/>
              </a:rPr>
              <a:t> + </a:t>
            </a:r>
            <a:r>
              <a:rPr lang="en-US" altLang="zh-CN" sz="2800" b="1">
                <a:latin typeface="Times New Roman" panose="02020603050405020304" pitchFamily="18" charset="0"/>
              </a:rPr>
              <a:t>id</a:t>
            </a:r>
            <a:r>
              <a:rPr lang="zh-CN" altLang="en-US" sz="2800">
                <a:latin typeface="Times New Roman" panose="02020603050405020304" pitchFamily="18" charset="0"/>
              </a:rPr>
              <a:t>的</a:t>
            </a:r>
            <a:r>
              <a:rPr lang="zh-CN" altLang="en-US" sz="2800"/>
              <a:t>动作</a:t>
            </a:r>
          </a:p>
        </p:txBody>
      </p:sp>
      <p:graphicFrame>
        <p:nvGraphicFramePr>
          <p:cNvPr id="5" name="Group 46">
            <a:extLst>
              <a:ext uri="{FF2B5EF4-FFF2-40B4-BE49-F238E27FC236}">
                <a16:creationId xmlns:a16="http://schemas.microsoft.com/office/drawing/2014/main" id="{85B4512B-4B9A-4348-8E4B-3BFA219E4D53}"/>
              </a:ext>
            </a:extLst>
          </p:cNvPr>
          <p:cNvGraphicFramePr>
            <a:graphicFrameLocks/>
          </p:cNvGraphicFramePr>
          <p:nvPr/>
        </p:nvGraphicFramePr>
        <p:xfrm>
          <a:off x="609600" y="1981200"/>
          <a:ext cx="8305800" cy="4667252"/>
        </p:xfrm>
        <a:graphic>
          <a:graphicData uri="http://schemas.openxmlformats.org/drawingml/2006/table">
            <a:tbl>
              <a:tblPr/>
              <a:tblGrid>
                <a:gridCol w="2690813">
                  <a:extLst>
                    <a:ext uri="{9D8B030D-6E8A-4147-A177-3AD203B41FA5}">
                      <a16:colId xmlns:a16="http://schemas.microsoft.com/office/drawing/2014/main" val="20000"/>
                    </a:ext>
                  </a:extLst>
                </a:gridCol>
                <a:gridCol w="2808287">
                  <a:extLst>
                    <a:ext uri="{9D8B030D-6E8A-4147-A177-3AD203B41FA5}">
                      <a16:colId xmlns:a16="http://schemas.microsoft.com/office/drawing/2014/main" val="20001"/>
                    </a:ext>
                  </a:extLst>
                </a:gridCol>
                <a:gridCol w="2806700">
                  <a:extLst>
                    <a:ext uri="{9D8B030D-6E8A-4147-A177-3AD203B41FA5}">
                      <a16:colId xmlns:a16="http://schemas.microsoft.com/office/drawing/2014/main" val="20002"/>
                    </a:ext>
                  </a:extLst>
                </a:gridCol>
              </a:tblGrid>
              <a:tr h="518160">
                <a:tc>
                  <a:txBody>
                    <a:body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itchFamily="2" charset="2"/>
                        <a:buNone/>
                        <a:tabLst/>
                      </a:pPr>
                      <a:r>
                        <a:rPr kumimoji="0" lang="zh-CN" altLang="en-US" sz="2800" b="0" i="0" u="none" strike="noStrike" cap="none" normalizeH="0" baseline="0">
                          <a:ln>
                            <a:noFill/>
                          </a:ln>
                          <a:solidFill>
                            <a:schemeClr val="tx1"/>
                          </a:solidFill>
                          <a:effectLst/>
                          <a:latin typeface="Times New Roman" pitchFamily="18" charset="0"/>
                          <a:ea typeface="黑体" pitchFamily="2" charset="-122"/>
                        </a:rPr>
                        <a:t>栈 </a:t>
                      </a:r>
                    </a:p>
                  </a:txBody>
                  <a:tcPr horzOverflow="overflow">
                    <a:lnL w="28575"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28575"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a:txBody>
                    <a:body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itchFamily="2" charset="2"/>
                        <a:buNone/>
                        <a:tabLst/>
                      </a:pPr>
                      <a:r>
                        <a:rPr kumimoji="0" lang="zh-CN" altLang="en-US" sz="2800" b="0" i="0" u="none" strike="noStrike" cap="none" normalizeH="0" baseline="0">
                          <a:ln>
                            <a:noFill/>
                          </a:ln>
                          <a:solidFill>
                            <a:schemeClr val="tx1"/>
                          </a:solidFill>
                          <a:effectLst/>
                          <a:latin typeface="Times New Roman" pitchFamily="18" charset="0"/>
                          <a:ea typeface="黑体" pitchFamily="2" charset="-122"/>
                        </a:rPr>
                        <a:t>输    入 </a:t>
                      </a:r>
                    </a:p>
                  </a:txBody>
                  <a:tcPr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28575"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a:txBody>
                    <a:body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itchFamily="2" charset="2"/>
                        <a:buNone/>
                        <a:tabLst/>
                      </a:pPr>
                      <a:r>
                        <a:rPr kumimoji="0" lang="zh-CN" altLang="en-US" sz="2800" b="0" i="0" u="none" strike="noStrike" cap="none" normalizeH="0" baseline="0">
                          <a:ln>
                            <a:noFill/>
                          </a:ln>
                          <a:solidFill>
                            <a:schemeClr val="tx1"/>
                          </a:solidFill>
                          <a:effectLst/>
                          <a:latin typeface="Times New Roman" pitchFamily="18" charset="0"/>
                          <a:ea typeface="黑体" pitchFamily="2" charset="-122"/>
                        </a:rPr>
                        <a:t>输    出 </a:t>
                      </a:r>
                    </a:p>
                  </a:txBody>
                  <a:tcPr horzOverflow="overflow">
                    <a:lnL w="12700" cap="flat" cmpd="sng" algn="ctr">
                      <a:solidFill>
                        <a:schemeClr val="tx1"/>
                      </a:solidFill>
                      <a:prstDash val="solid"/>
                      <a:round/>
                      <a:headEnd type="none" w="sm" len="sm"/>
                      <a:tailEnd type="none" w="sm" len="sm"/>
                    </a:lnL>
                    <a:lnR w="28575" cap="flat" cmpd="sng" algn="ctr">
                      <a:solidFill>
                        <a:schemeClr val="tx1"/>
                      </a:solidFill>
                      <a:prstDash val="solid"/>
                      <a:round/>
                      <a:headEnd type="none" w="sm" len="sm"/>
                      <a:tailEnd type="none" w="sm" len="sm"/>
                    </a:lnR>
                    <a:lnT w="28575"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extLst>
                  <a:ext uri="{0D108BD9-81ED-4DB2-BD59-A6C34878D82A}">
                    <a16:rowId xmlns:a16="http://schemas.microsoft.com/office/drawing/2014/main" val="10000"/>
                  </a:ext>
                </a:extLst>
              </a:tr>
              <a:tr h="519113">
                <a:tc>
                  <a:txBody>
                    <a:bodyPr/>
                    <a:lstStyle/>
                    <a:p>
                      <a:pPr marL="0" marR="0" lvl="0" indent="0" algn="l" defTabSz="914400" rtl="0" eaLnBrk="1" fontAlgn="base" latinLnBrk="0" hangingPunct="1">
                        <a:lnSpc>
                          <a:spcPct val="100000"/>
                        </a:lnSpc>
                        <a:spcBef>
                          <a:spcPct val="20000"/>
                        </a:spcBef>
                        <a:spcAft>
                          <a:spcPct val="0"/>
                        </a:spcAft>
                        <a:buClr>
                          <a:schemeClr val="folHlink"/>
                        </a:buClr>
                        <a:buSzPct val="60000"/>
                        <a:buFont typeface="Wingdings" pitchFamily="2" charset="2"/>
                        <a:buNone/>
                        <a:tabLst/>
                      </a:pPr>
                      <a:r>
                        <a:rPr kumimoji="0" lang="en-US" altLang="zh-CN" sz="2800" b="1" i="0" u="none" strike="noStrike" cap="none" normalizeH="0" baseline="0">
                          <a:ln>
                            <a:noFill/>
                          </a:ln>
                          <a:solidFill>
                            <a:schemeClr val="tx1"/>
                          </a:solidFill>
                          <a:effectLst/>
                          <a:latin typeface="Times New Roman" pitchFamily="18" charset="0"/>
                          <a:ea typeface="黑体" pitchFamily="2" charset="-122"/>
                        </a:rPr>
                        <a:t>$</a:t>
                      </a:r>
                      <a:r>
                        <a:rPr kumimoji="0" lang="en-US" altLang="zh-CN" sz="2800" b="1" i="1" u="none" strike="noStrike" cap="none" normalizeH="0" baseline="0">
                          <a:ln>
                            <a:noFill/>
                          </a:ln>
                          <a:solidFill>
                            <a:schemeClr val="tx1"/>
                          </a:solidFill>
                          <a:effectLst/>
                          <a:latin typeface="Times New Roman" pitchFamily="18" charset="0"/>
                          <a:ea typeface="黑体" pitchFamily="2" charset="-122"/>
                        </a:rPr>
                        <a:t>E</a:t>
                      </a:r>
                      <a:r>
                        <a:rPr kumimoji="0" lang="en-US" altLang="zh-CN" sz="2800" b="0" i="0" u="none" strike="noStrike" cap="none" normalizeH="0" baseline="0">
                          <a:ln>
                            <a:noFill/>
                          </a:ln>
                          <a:solidFill>
                            <a:schemeClr val="tx1"/>
                          </a:solidFill>
                          <a:effectLst/>
                          <a:latin typeface="Times New Roman" pitchFamily="18" charset="0"/>
                          <a:ea typeface="黑体" pitchFamily="2" charset="-122"/>
                        </a:rPr>
                        <a:t> </a:t>
                      </a:r>
                    </a:p>
                  </a:txBody>
                  <a:tcPr horzOverflow="overflow">
                    <a:lnL w="28575"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
                          <a:schemeClr val="folHlink"/>
                        </a:buClr>
                        <a:buSzPct val="60000"/>
                        <a:buFont typeface="Wingdings" pitchFamily="2" charset="2"/>
                        <a:buNone/>
                        <a:tabLst/>
                      </a:pPr>
                      <a:r>
                        <a:rPr kumimoji="0" lang="en-US" altLang="zh-CN" sz="2800" b="1" i="0" u="none" strike="noStrike" cap="none" normalizeH="0" baseline="0">
                          <a:ln>
                            <a:noFill/>
                          </a:ln>
                          <a:solidFill>
                            <a:schemeClr val="tx1"/>
                          </a:solidFill>
                          <a:effectLst/>
                          <a:latin typeface="Times New Roman" pitchFamily="18" charset="0"/>
                          <a:ea typeface="黑体" pitchFamily="2" charset="-122"/>
                        </a:rPr>
                        <a:t>id </a:t>
                      </a:r>
                      <a:r>
                        <a:rPr kumimoji="0" lang="en-US" altLang="zh-CN" sz="2800" b="1" i="0" u="none" strike="noStrike" cap="none" normalizeH="0" baseline="0">
                          <a:ln>
                            <a:noFill/>
                          </a:ln>
                          <a:solidFill>
                            <a:schemeClr val="tx1"/>
                          </a:solidFill>
                          <a:effectLst/>
                          <a:latin typeface="Times New Roman" pitchFamily="18" charset="0"/>
                          <a:ea typeface="黑体" pitchFamily="2" charset="-122"/>
                          <a:cs typeface="Times New Roman" pitchFamily="18" charset="0"/>
                          <a:sym typeface="Symbol" pitchFamily="18" charset="2"/>
                        </a:rPr>
                        <a:t></a:t>
                      </a:r>
                      <a:r>
                        <a:rPr kumimoji="0" lang="en-US" altLang="zh-CN" sz="2800" b="1" i="0" u="none" strike="noStrike" cap="none" normalizeH="0" baseline="0">
                          <a:ln>
                            <a:noFill/>
                          </a:ln>
                          <a:solidFill>
                            <a:schemeClr val="tx1"/>
                          </a:solidFill>
                          <a:effectLst/>
                          <a:latin typeface="Times New Roman" pitchFamily="18" charset="0"/>
                          <a:ea typeface="黑体" pitchFamily="2" charset="-122"/>
                        </a:rPr>
                        <a:t> id + id$</a:t>
                      </a:r>
                      <a:r>
                        <a:rPr kumimoji="0" lang="en-US" altLang="zh-CN" sz="2800" b="0" i="0" u="none" strike="noStrike" cap="none" normalizeH="0" baseline="0">
                          <a:ln>
                            <a:noFill/>
                          </a:ln>
                          <a:solidFill>
                            <a:schemeClr val="tx1"/>
                          </a:solidFill>
                          <a:effectLst/>
                          <a:latin typeface="Times New Roman" pitchFamily="18" charset="0"/>
                          <a:ea typeface="黑体" pitchFamily="2" charset="-122"/>
                        </a:rPr>
                        <a:t> </a:t>
                      </a:r>
                    </a:p>
                  </a:txBody>
                  <a:tcPr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
                          <a:schemeClr val="folHlink"/>
                        </a:buClr>
                        <a:buSzPct val="60000"/>
                        <a:buFont typeface="Wingdings" pitchFamily="2" charset="2"/>
                        <a:buNone/>
                        <a:tabLst/>
                      </a:pPr>
                      <a:endParaRPr kumimoji="0" lang="zh-CN" altLang="zh-CN" sz="2800" b="0" i="0" u="none" strike="noStrike" cap="none" normalizeH="0" baseline="0">
                        <a:ln>
                          <a:noFill/>
                        </a:ln>
                        <a:solidFill>
                          <a:schemeClr val="tx1"/>
                        </a:solidFill>
                        <a:effectLst/>
                        <a:latin typeface="Times New Roman" pitchFamily="18" charset="0"/>
                        <a:ea typeface="黑体" pitchFamily="2" charset="-122"/>
                      </a:endParaRPr>
                    </a:p>
                  </a:txBody>
                  <a:tcPr horzOverflow="overflow">
                    <a:lnL w="12700" cap="flat" cmpd="sng" algn="ctr">
                      <a:solidFill>
                        <a:schemeClr val="tx1"/>
                      </a:solidFill>
                      <a:prstDash val="solid"/>
                      <a:round/>
                      <a:headEnd type="none" w="sm" len="sm"/>
                      <a:tailEnd type="none" w="sm" len="sm"/>
                    </a:lnL>
                    <a:lnR w="28575"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extLst>
                  <a:ext uri="{0D108BD9-81ED-4DB2-BD59-A6C34878D82A}">
                    <a16:rowId xmlns:a16="http://schemas.microsoft.com/office/drawing/2014/main" val="10001"/>
                  </a:ext>
                </a:extLst>
              </a:tr>
              <a:tr h="518160">
                <a:tc>
                  <a:txBody>
                    <a:bodyPr/>
                    <a:lstStyle/>
                    <a:p>
                      <a:pPr marL="0" marR="0" lvl="0" indent="0" algn="l" defTabSz="914400" rtl="0" eaLnBrk="1" fontAlgn="base" latinLnBrk="0" hangingPunct="1">
                        <a:lnSpc>
                          <a:spcPct val="100000"/>
                        </a:lnSpc>
                        <a:spcBef>
                          <a:spcPct val="20000"/>
                        </a:spcBef>
                        <a:spcAft>
                          <a:spcPct val="0"/>
                        </a:spcAft>
                        <a:buClr>
                          <a:schemeClr val="folHlink"/>
                        </a:buClr>
                        <a:buSzPct val="60000"/>
                        <a:buFont typeface="Wingdings" pitchFamily="2" charset="2"/>
                        <a:buNone/>
                        <a:tabLst/>
                      </a:pPr>
                      <a:r>
                        <a:rPr kumimoji="0" lang="en-US" altLang="zh-CN" sz="2800" b="1" i="0" u="none" strike="noStrike" cap="none" normalizeH="0" baseline="0">
                          <a:ln>
                            <a:noFill/>
                          </a:ln>
                          <a:solidFill>
                            <a:schemeClr val="tx1"/>
                          </a:solidFill>
                          <a:effectLst/>
                          <a:latin typeface="Times New Roman" pitchFamily="18" charset="0"/>
                          <a:ea typeface="黑体" pitchFamily="2" charset="-122"/>
                        </a:rPr>
                        <a:t>$</a:t>
                      </a:r>
                      <a:r>
                        <a:rPr kumimoji="0" lang="en-US" altLang="zh-CN" sz="2800" b="1" i="1" u="none" strike="noStrike" cap="none" normalizeH="0" baseline="0">
                          <a:ln>
                            <a:noFill/>
                          </a:ln>
                          <a:solidFill>
                            <a:schemeClr val="tx1"/>
                          </a:solidFill>
                          <a:effectLst/>
                          <a:latin typeface="Times New Roman" pitchFamily="18" charset="0"/>
                          <a:ea typeface="黑体" pitchFamily="2" charset="-122"/>
                        </a:rPr>
                        <a:t>E </a:t>
                      </a:r>
                      <a:r>
                        <a:rPr kumimoji="0" lang="en-US" altLang="zh-CN" sz="2800" b="1" i="0" u="none" strike="noStrike" cap="none" normalizeH="0" baseline="0">
                          <a:ln>
                            <a:noFill/>
                          </a:ln>
                          <a:solidFill>
                            <a:schemeClr val="tx1"/>
                          </a:solidFill>
                          <a:effectLst/>
                          <a:latin typeface="Times New Roman" pitchFamily="18" charset="0"/>
                          <a:ea typeface="黑体" pitchFamily="2" charset="-122"/>
                          <a:sym typeface="Symbol" pitchFamily="18" charset="2"/>
                        </a:rPr>
                        <a:t></a:t>
                      </a:r>
                      <a:r>
                        <a:rPr kumimoji="0" lang="en-US" altLang="zh-CN" sz="2800" b="1" i="1" u="none" strike="noStrike" cap="none" normalizeH="0" baseline="0">
                          <a:ln>
                            <a:noFill/>
                          </a:ln>
                          <a:solidFill>
                            <a:schemeClr val="tx1"/>
                          </a:solidFill>
                          <a:effectLst/>
                          <a:latin typeface="Times New Roman" pitchFamily="18" charset="0"/>
                          <a:ea typeface="黑体" pitchFamily="2" charset="-122"/>
                        </a:rPr>
                        <a:t>T</a:t>
                      </a:r>
                      <a:r>
                        <a:rPr kumimoji="0" lang="en-US" altLang="zh-CN" sz="2800" b="0" i="0" u="none" strike="noStrike" cap="none" normalizeH="0" baseline="0">
                          <a:ln>
                            <a:noFill/>
                          </a:ln>
                          <a:solidFill>
                            <a:schemeClr val="tx1"/>
                          </a:solidFill>
                          <a:effectLst/>
                          <a:latin typeface="Times New Roman" pitchFamily="18" charset="0"/>
                          <a:ea typeface="黑体" pitchFamily="2" charset="-122"/>
                        </a:rPr>
                        <a:t> </a:t>
                      </a:r>
                    </a:p>
                  </a:txBody>
                  <a:tcPr horzOverflow="overflow">
                    <a:lnL w="28575"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
                          <a:schemeClr val="folHlink"/>
                        </a:buClr>
                        <a:buSzPct val="60000"/>
                        <a:buFont typeface="Wingdings" pitchFamily="2" charset="2"/>
                        <a:buNone/>
                        <a:tabLst/>
                      </a:pPr>
                      <a:r>
                        <a:rPr kumimoji="0" lang="en-US" altLang="zh-CN" sz="2800" b="1" i="0" u="none" strike="noStrike" cap="none" normalizeH="0" baseline="0">
                          <a:ln>
                            <a:noFill/>
                          </a:ln>
                          <a:solidFill>
                            <a:schemeClr val="tx1"/>
                          </a:solidFill>
                          <a:effectLst/>
                          <a:latin typeface="Times New Roman" pitchFamily="18" charset="0"/>
                          <a:ea typeface="黑体" pitchFamily="2" charset="-122"/>
                        </a:rPr>
                        <a:t>id </a:t>
                      </a:r>
                      <a:r>
                        <a:rPr kumimoji="0" lang="en-US" altLang="zh-CN" sz="2800" b="1" i="0" u="none" strike="noStrike" cap="none" normalizeH="0" baseline="0">
                          <a:ln>
                            <a:noFill/>
                          </a:ln>
                          <a:solidFill>
                            <a:schemeClr val="tx1"/>
                          </a:solidFill>
                          <a:effectLst/>
                          <a:latin typeface="Times New Roman" pitchFamily="18" charset="0"/>
                          <a:ea typeface="黑体" pitchFamily="2" charset="-122"/>
                          <a:cs typeface="Times New Roman" pitchFamily="18" charset="0"/>
                          <a:sym typeface="Symbol" pitchFamily="18" charset="2"/>
                        </a:rPr>
                        <a:t></a:t>
                      </a:r>
                      <a:r>
                        <a:rPr kumimoji="0" lang="en-US" altLang="zh-CN" sz="2800" b="1" i="0" u="none" strike="noStrike" cap="none" normalizeH="0" baseline="0">
                          <a:ln>
                            <a:noFill/>
                          </a:ln>
                          <a:solidFill>
                            <a:schemeClr val="tx1"/>
                          </a:solidFill>
                          <a:effectLst/>
                          <a:latin typeface="Times New Roman" pitchFamily="18" charset="0"/>
                          <a:ea typeface="黑体" pitchFamily="2" charset="-122"/>
                        </a:rPr>
                        <a:t> id + id$</a:t>
                      </a:r>
                      <a:r>
                        <a:rPr kumimoji="0" lang="en-US" altLang="zh-CN" sz="2800" b="0" i="0" u="none" strike="noStrike" cap="none" normalizeH="0" baseline="0">
                          <a:ln>
                            <a:noFill/>
                          </a:ln>
                          <a:solidFill>
                            <a:schemeClr val="tx1"/>
                          </a:solidFill>
                          <a:effectLst/>
                          <a:latin typeface="Times New Roman" pitchFamily="18" charset="0"/>
                          <a:ea typeface="黑体" pitchFamily="2" charset="-122"/>
                        </a:rPr>
                        <a:t> </a:t>
                      </a:r>
                    </a:p>
                  </a:txBody>
                  <a:tcPr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
                          <a:schemeClr val="folHlink"/>
                        </a:buClr>
                        <a:buSzPct val="60000"/>
                        <a:buFont typeface="Wingdings" pitchFamily="2" charset="2"/>
                        <a:buNone/>
                        <a:tabLst/>
                      </a:pPr>
                      <a:r>
                        <a:rPr kumimoji="0" lang="en-US" altLang="zh-CN" sz="2800" b="1" i="1" u="none" strike="noStrike" cap="none" normalizeH="0" baseline="0">
                          <a:ln>
                            <a:noFill/>
                          </a:ln>
                          <a:solidFill>
                            <a:schemeClr val="tx1"/>
                          </a:solidFill>
                          <a:effectLst/>
                          <a:latin typeface="Times New Roman" pitchFamily="18" charset="0"/>
                          <a:ea typeface="黑体" pitchFamily="2" charset="-122"/>
                        </a:rPr>
                        <a:t>E</a:t>
                      </a:r>
                      <a:r>
                        <a:rPr kumimoji="0" lang="en-US" altLang="zh-CN" sz="2800" b="1" i="0" u="none" strike="noStrike" cap="none" normalizeH="0" baseline="0">
                          <a:ln>
                            <a:noFill/>
                          </a:ln>
                          <a:solidFill>
                            <a:schemeClr val="tx1"/>
                          </a:solidFill>
                          <a:effectLst/>
                          <a:latin typeface="Times New Roman" pitchFamily="18" charset="0"/>
                          <a:ea typeface="黑体" pitchFamily="2" charset="-122"/>
                        </a:rPr>
                        <a:t> </a:t>
                      </a:r>
                      <a:r>
                        <a:rPr kumimoji="0" lang="en-US" altLang="zh-CN" sz="2800" b="1" i="0" u="none" strike="noStrike" cap="none" normalizeH="0" baseline="0">
                          <a:ln>
                            <a:noFill/>
                          </a:ln>
                          <a:solidFill>
                            <a:schemeClr val="tx1"/>
                          </a:solidFill>
                          <a:effectLst/>
                          <a:latin typeface="Times New Roman" pitchFamily="18" charset="0"/>
                          <a:ea typeface="黑体" pitchFamily="2" charset="-122"/>
                          <a:sym typeface="Symbol" pitchFamily="18" charset="2"/>
                        </a:rPr>
                        <a:t></a:t>
                      </a:r>
                      <a:r>
                        <a:rPr kumimoji="0" lang="en-US" altLang="zh-CN" sz="2800" b="1" i="0" u="none" strike="noStrike" cap="none" normalizeH="0" baseline="0">
                          <a:ln>
                            <a:noFill/>
                          </a:ln>
                          <a:solidFill>
                            <a:schemeClr val="tx1"/>
                          </a:solidFill>
                          <a:effectLst/>
                          <a:latin typeface="Times New Roman" pitchFamily="18" charset="0"/>
                          <a:ea typeface="黑体" pitchFamily="2" charset="-122"/>
                        </a:rPr>
                        <a:t> </a:t>
                      </a:r>
                      <a:r>
                        <a:rPr kumimoji="0" lang="en-US" altLang="zh-CN" sz="2800" b="1" i="1" u="none" strike="noStrike" cap="none" normalizeH="0" baseline="0">
                          <a:ln>
                            <a:noFill/>
                          </a:ln>
                          <a:solidFill>
                            <a:schemeClr val="tx1"/>
                          </a:solidFill>
                          <a:effectLst/>
                          <a:latin typeface="Times New Roman" pitchFamily="18" charset="0"/>
                          <a:ea typeface="黑体" pitchFamily="2" charset="-122"/>
                        </a:rPr>
                        <a:t>TE </a:t>
                      </a:r>
                      <a:r>
                        <a:rPr kumimoji="0" lang="en-US" altLang="zh-CN" sz="2800" b="1" i="0" u="none" strike="noStrike" cap="none" normalizeH="0" baseline="0">
                          <a:ln>
                            <a:noFill/>
                          </a:ln>
                          <a:solidFill>
                            <a:schemeClr val="tx1"/>
                          </a:solidFill>
                          <a:effectLst/>
                          <a:latin typeface="Times New Roman" pitchFamily="18" charset="0"/>
                          <a:ea typeface="黑体" pitchFamily="2" charset="-122"/>
                          <a:sym typeface="Symbol" pitchFamily="18" charset="2"/>
                        </a:rPr>
                        <a:t></a:t>
                      </a:r>
                      <a:r>
                        <a:rPr kumimoji="0" lang="en-US" altLang="zh-CN" sz="2800" b="0" i="0" u="none" strike="noStrike" cap="none" normalizeH="0" baseline="0">
                          <a:ln>
                            <a:noFill/>
                          </a:ln>
                          <a:solidFill>
                            <a:schemeClr val="tx1"/>
                          </a:solidFill>
                          <a:effectLst/>
                          <a:latin typeface="Times New Roman" pitchFamily="18" charset="0"/>
                          <a:ea typeface="黑体" pitchFamily="2" charset="-122"/>
                        </a:rPr>
                        <a:t> </a:t>
                      </a:r>
                    </a:p>
                  </a:txBody>
                  <a:tcPr horzOverflow="overflow">
                    <a:lnL w="12700" cap="flat" cmpd="sng" algn="ctr">
                      <a:solidFill>
                        <a:schemeClr val="tx1"/>
                      </a:solidFill>
                      <a:prstDash val="solid"/>
                      <a:round/>
                      <a:headEnd type="none" w="sm" len="sm"/>
                      <a:tailEnd type="none" w="sm" len="sm"/>
                    </a:lnL>
                    <a:lnR w="28575"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extLst>
                  <a:ext uri="{0D108BD9-81ED-4DB2-BD59-A6C34878D82A}">
                    <a16:rowId xmlns:a16="http://schemas.microsoft.com/office/drawing/2014/main" val="10002"/>
                  </a:ext>
                </a:extLst>
              </a:tr>
              <a:tr h="519113">
                <a:tc>
                  <a:txBody>
                    <a:bodyPr/>
                    <a:lstStyle/>
                    <a:p>
                      <a:pPr marL="0" marR="0" lvl="0" indent="0" algn="l" defTabSz="914400" rtl="0" eaLnBrk="1" fontAlgn="base" latinLnBrk="0" hangingPunct="1">
                        <a:lnSpc>
                          <a:spcPct val="100000"/>
                        </a:lnSpc>
                        <a:spcBef>
                          <a:spcPct val="20000"/>
                        </a:spcBef>
                        <a:spcAft>
                          <a:spcPct val="0"/>
                        </a:spcAft>
                        <a:buClr>
                          <a:schemeClr val="folHlink"/>
                        </a:buClr>
                        <a:buSzPct val="60000"/>
                        <a:buFont typeface="Wingdings" pitchFamily="2" charset="2"/>
                        <a:buNone/>
                        <a:tabLst/>
                      </a:pPr>
                      <a:r>
                        <a:rPr kumimoji="0" lang="en-US" altLang="zh-CN" sz="2800" b="1" i="0" u="none" strike="noStrike" cap="none" normalizeH="0" baseline="0">
                          <a:ln>
                            <a:noFill/>
                          </a:ln>
                          <a:solidFill>
                            <a:schemeClr val="tx1"/>
                          </a:solidFill>
                          <a:effectLst/>
                          <a:latin typeface="Times New Roman" pitchFamily="18" charset="0"/>
                          <a:ea typeface="黑体" pitchFamily="2" charset="-122"/>
                        </a:rPr>
                        <a:t>$</a:t>
                      </a:r>
                      <a:r>
                        <a:rPr kumimoji="0" lang="en-US" altLang="zh-CN" sz="2800" b="1" i="1" u="none" strike="noStrike" cap="none" normalizeH="0" baseline="0">
                          <a:ln>
                            <a:noFill/>
                          </a:ln>
                          <a:solidFill>
                            <a:schemeClr val="tx1"/>
                          </a:solidFill>
                          <a:effectLst/>
                          <a:latin typeface="Times New Roman" pitchFamily="18" charset="0"/>
                          <a:ea typeface="黑体" pitchFamily="2" charset="-122"/>
                        </a:rPr>
                        <a:t>E </a:t>
                      </a:r>
                      <a:r>
                        <a:rPr kumimoji="0" lang="en-US" altLang="zh-CN" sz="2800" b="1" i="0" u="none" strike="noStrike" cap="none" normalizeH="0" baseline="0">
                          <a:ln>
                            <a:noFill/>
                          </a:ln>
                          <a:solidFill>
                            <a:schemeClr val="tx1"/>
                          </a:solidFill>
                          <a:effectLst/>
                          <a:latin typeface="Times New Roman" pitchFamily="18" charset="0"/>
                          <a:ea typeface="黑体" pitchFamily="2" charset="-122"/>
                          <a:sym typeface="Symbol" pitchFamily="18" charset="2"/>
                        </a:rPr>
                        <a:t></a:t>
                      </a:r>
                      <a:r>
                        <a:rPr kumimoji="0" lang="en-US" altLang="zh-CN" sz="2800" b="1" i="1" u="none" strike="noStrike" cap="none" normalizeH="0" baseline="0">
                          <a:ln>
                            <a:noFill/>
                          </a:ln>
                          <a:solidFill>
                            <a:schemeClr val="tx1"/>
                          </a:solidFill>
                          <a:effectLst/>
                          <a:latin typeface="Times New Roman" pitchFamily="18" charset="0"/>
                          <a:ea typeface="黑体" pitchFamily="2" charset="-122"/>
                        </a:rPr>
                        <a:t>T </a:t>
                      </a:r>
                      <a:r>
                        <a:rPr kumimoji="0" lang="en-US" altLang="zh-CN" sz="2800" b="1" i="0" u="none" strike="noStrike" cap="none" normalizeH="0" baseline="0">
                          <a:ln>
                            <a:noFill/>
                          </a:ln>
                          <a:solidFill>
                            <a:schemeClr val="tx1"/>
                          </a:solidFill>
                          <a:effectLst/>
                          <a:latin typeface="Times New Roman" pitchFamily="18" charset="0"/>
                          <a:ea typeface="黑体" pitchFamily="2" charset="-122"/>
                          <a:sym typeface="Symbol" pitchFamily="18" charset="2"/>
                        </a:rPr>
                        <a:t></a:t>
                      </a:r>
                      <a:r>
                        <a:rPr kumimoji="0" lang="en-US" altLang="zh-CN" sz="2800" b="1" i="1" u="none" strike="noStrike" cap="none" normalizeH="0" baseline="0">
                          <a:ln>
                            <a:noFill/>
                          </a:ln>
                          <a:solidFill>
                            <a:schemeClr val="tx1"/>
                          </a:solidFill>
                          <a:effectLst/>
                          <a:latin typeface="Times New Roman" pitchFamily="18" charset="0"/>
                          <a:ea typeface="黑体" pitchFamily="2" charset="-122"/>
                        </a:rPr>
                        <a:t>F</a:t>
                      </a:r>
                      <a:r>
                        <a:rPr kumimoji="0" lang="en-US" altLang="zh-CN" sz="2800" b="0" i="0" u="none" strike="noStrike" cap="none" normalizeH="0" baseline="0">
                          <a:ln>
                            <a:noFill/>
                          </a:ln>
                          <a:solidFill>
                            <a:schemeClr val="tx1"/>
                          </a:solidFill>
                          <a:effectLst/>
                          <a:latin typeface="Times New Roman" pitchFamily="18" charset="0"/>
                          <a:ea typeface="黑体" pitchFamily="2" charset="-122"/>
                        </a:rPr>
                        <a:t> </a:t>
                      </a:r>
                    </a:p>
                  </a:txBody>
                  <a:tcPr horzOverflow="overflow">
                    <a:lnL w="28575"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
                          <a:schemeClr val="folHlink"/>
                        </a:buClr>
                        <a:buSzPct val="60000"/>
                        <a:buFont typeface="Wingdings" pitchFamily="2" charset="2"/>
                        <a:buNone/>
                        <a:tabLst/>
                      </a:pPr>
                      <a:r>
                        <a:rPr kumimoji="0" lang="en-US" altLang="zh-CN" sz="2800" b="1" i="0" u="none" strike="noStrike" cap="none" normalizeH="0" baseline="0">
                          <a:ln>
                            <a:noFill/>
                          </a:ln>
                          <a:solidFill>
                            <a:schemeClr val="tx1"/>
                          </a:solidFill>
                          <a:effectLst/>
                          <a:latin typeface="Times New Roman" pitchFamily="18" charset="0"/>
                          <a:ea typeface="黑体" pitchFamily="2" charset="-122"/>
                        </a:rPr>
                        <a:t>id </a:t>
                      </a:r>
                      <a:r>
                        <a:rPr kumimoji="0" lang="en-US" altLang="zh-CN" sz="2800" b="1" i="0" u="none" strike="noStrike" cap="none" normalizeH="0" baseline="0">
                          <a:ln>
                            <a:noFill/>
                          </a:ln>
                          <a:solidFill>
                            <a:schemeClr val="tx1"/>
                          </a:solidFill>
                          <a:effectLst/>
                          <a:latin typeface="Times New Roman" pitchFamily="18" charset="0"/>
                          <a:ea typeface="黑体" pitchFamily="2" charset="-122"/>
                          <a:cs typeface="Times New Roman" pitchFamily="18" charset="0"/>
                          <a:sym typeface="Symbol" pitchFamily="18" charset="2"/>
                        </a:rPr>
                        <a:t></a:t>
                      </a:r>
                      <a:r>
                        <a:rPr kumimoji="0" lang="en-US" altLang="zh-CN" sz="2800" b="1" i="0" u="none" strike="noStrike" cap="none" normalizeH="0" baseline="0">
                          <a:ln>
                            <a:noFill/>
                          </a:ln>
                          <a:solidFill>
                            <a:schemeClr val="tx1"/>
                          </a:solidFill>
                          <a:effectLst/>
                          <a:latin typeface="Times New Roman" pitchFamily="18" charset="0"/>
                          <a:ea typeface="黑体" pitchFamily="2" charset="-122"/>
                        </a:rPr>
                        <a:t> id + id$</a:t>
                      </a:r>
                      <a:r>
                        <a:rPr kumimoji="0" lang="en-US" altLang="zh-CN" sz="2800" b="0" i="0" u="none" strike="noStrike" cap="none" normalizeH="0" baseline="0">
                          <a:ln>
                            <a:noFill/>
                          </a:ln>
                          <a:solidFill>
                            <a:schemeClr val="tx1"/>
                          </a:solidFill>
                          <a:effectLst/>
                          <a:latin typeface="Times New Roman" pitchFamily="18" charset="0"/>
                          <a:ea typeface="黑体" pitchFamily="2" charset="-122"/>
                        </a:rPr>
                        <a:t> </a:t>
                      </a:r>
                    </a:p>
                  </a:txBody>
                  <a:tcPr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
                          <a:schemeClr val="folHlink"/>
                        </a:buClr>
                        <a:buSzPct val="60000"/>
                        <a:buFont typeface="Wingdings" pitchFamily="2" charset="2"/>
                        <a:buNone/>
                        <a:tabLst/>
                      </a:pPr>
                      <a:r>
                        <a:rPr kumimoji="0" lang="en-US" altLang="zh-CN" sz="2800" b="1" i="1" u="none" strike="noStrike" cap="none" normalizeH="0" baseline="0">
                          <a:ln>
                            <a:noFill/>
                          </a:ln>
                          <a:solidFill>
                            <a:schemeClr val="tx1"/>
                          </a:solidFill>
                          <a:effectLst/>
                          <a:latin typeface="Times New Roman" pitchFamily="18" charset="0"/>
                          <a:ea typeface="黑体" pitchFamily="2" charset="-122"/>
                        </a:rPr>
                        <a:t>T</a:t>
                      </a:r>
                      <a:r>
                        <a:rPr kumimoji="0" lang="en-US" altLang="zh-CN" sz="2800" b="1" i="0" u="none" strike="noStrike" cap="none" normalizeH="0" baseline="0">
                          <a:ln>
                            <a:noFill/>
                          </a:ln>
                          <a:solidFill>
                            <a:schemeClr val="tx1"/>
                          </a:solidFill>
                          <a:effectLst/>
                          <a:latin typeface="Times New Roman" pitchFamily="18" charset="0"/>
                          <a:ea typeface="黑体" pitchFamily="2" charset="-122"/>
                        </a:rPr>
                        <a:t> </a:t>
                      </a:r>
                      <a:r>
                        <a:rPr kumimoji="0" lang="en-US" altLang="zh-CN" sz="2800" b="1" i="0" u="none" strike="noStrike" cap="none" normalizeH="0" baseline="0">
                          <a:ln>
                            <a:noFill/>
                          </a:ln>
                          <a:solidFill>
                            <a:schemeClr val="tx1"/>
                          </a:solidFill>
                          <a:effectLst/>
                          <a:latin typeface="Times New Roman" pitchFamily="18" charset="0"/>
                          <a:ea typeface="黑体" pitchFamily="2" charset="-122"/>
                          <a:sym typeface="Symbol" pitchFamily="18" charset="2"/>
                        </a:rPr>
                        <a:t></a:t>
                      </a:r>
                      <a:r>
                        <a:rPr kumimoji="0" lang="en-US" altLang="zh-CN" sz="2800" b="1" i="0" u="none" strike="noStrike" cap="none" normalizeH="0" baseline="0">
                          <a:ln>
                            <a:noFill/>
                          </a:ln>
                          <a:solidFill>
                            <a:schemeClr val="tx1"/>
                          </a:solidFill>
                          <a:effectLst/>
                          <a:latin typeface="Times New Roman" pitchFamily="18" charset="0"/>
                          <a:ea typeface="黑体" pitchFamily="2" charset="-122"/>
                        </a:rPr>
                        <a:t> </a:t>
                      </a:r>
                      <a:r>
                        <a:rPr kumimoji="0" lang="en-US" altLang="zh-CN" sz="2800" b="1" i="1" u="none" strike="noStrike" cap="none" normalizeH="0" baseline="0">
                          <a:ln>
                            <a:noFill/>
                          </a:ln>
                          <a:solidFill>
                            <a:schemeClr val="tx1"/>
                          </a:solidFill>
                          <a:effectLst/>
                          <a:latin typeface="Times New Roman" pitchFamily="18" charset="0"/>
                          <a:ea typeface="黑体" pitchFamily="2" charset="-122"/>
                        </a:rPr>
                        <a:t>FT </a:t>
                      </a:r>
                      <a:r>
                        <a:rPr kumimoji="0" lang="en-US" altLang="zh-CN" sz="2800" b="1" i="0" u="none" strike="noStrike" cap="none" normalizeH="0" baseline="0">
                          <a:ln>
                            <a:noFill/>
                          </a:ln>
                          <a:solidFill>
                            <a:schemeClr val="tx1"/>
                          </a:solidFill>
                          <a:effectLst/>
                          <a:latin typeface="Times New Roman" pitchFamily="18" charset="0"/>
                          <a:ea typeface="黑体" pitchFamily="2" charset="-122"/>
                          <a:sym typeface="Symbol" pitchFamily="18" charset="2"/>
                        </a:rPr>
                        <a:t></a:t>
                      </a:r>
                      <a:r>
                        <a:rPr kumimoji="0" lang="en-US" altLang="zh-CN" sz="2800" b="0" i="0" u="none" strike="noStrike" cap="none" normalizeH="0" baseline="0">
                          <a:ln>
                            <a:noFill/>
                          </a:ln>
                          <a:solidFill>
                            <a:schemeClr val="tx1"/>
                          </a:solidFill>
                          <a:effectLst/>
                          <a:latin typeface="Times New Roman" pitchFamily="18" charset="0"/>
                          <a:ea typeface="黑体" pitchFamily="2" charset="-122"/>
                        </a:rPr>
                        <a:t> </a:t>
                      </a:r>
                    </a:p>
                  </a:txBody>
                  <a:tcPr horzOverflow="overflow">
                    <a:lnL w="12700" cap="flat" cmpd="sng" algn="ctr">
                      <a:solidFill>
                        <a:schemeClr val="tx1"/>
                      </a:solidFill>
                      <a:prstDash val="solid"/>
                      <a:round/>
                      <a:headEnd type="none" w="sm" len="sm"/>
                      <a:tailEnd type="none" w="sm" len="sm"/>
                    </a:lnL>
                    <a:lnR w="28575"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extLst>
                  <a:ext uri="{0D108BD9-81ED-4DB2-BD59-A6C34878D82A}">
                    <a16:rowId xmlns:a16="http://schemas.microsoft.com/office/drawing/2014/main" val="10003"/>
                  </a:ext>
                </a:extLst>
              </a:tr>
              <a:tr h="518160">
                <a:tc>
                  <a:txBody>
                    <a:bodyPr/>
                    <a:lstStyle/>
                    <a:p>
                      <a:pPr marL="0" marR="0" lvl="0" indent="0" algn="l" defTabSz="914400" rtl="0" eaLnBrk="1" fontAlgn="base" latinLnBrk="0" hangingPunct="1">
                        <a:lnSpc>
                          <a:spcPct val="100000"/>
                        </a:lnSpc>
                        <a:spcBef>
                          <a:spcPct val="20000"/>
                        </a:spcBef>
                        <a:spcAft>
                          <a:spcPct val="0"/>
                        </a:spcAft>
                        <a:buClr>
                          <a:schemeClr val="folHlink"/>
                        </a:buClr>
                        <a:buSzPct val="60000"/>
                        <a:buFont typeface="Wingdings" pitchFamily="2" charset="2"/>
                        <a:buNone/>
                        <a:tabLst/>
                      </a:pPr>
                      <a:endParaRPr kumimoji="0" lang="zh-CN" altLang="zh-CN" sz="2800" b="0" i="0" u="none" strike="noStrike" cap="none" normalizeH="0" baseline="0">
                        <a:ln>
                          <a:noFill/>
                        </a:ln>
                        <a:solidFill>
                          <a:schemeClr val="tx1"/>
                        </a:solidFill>
                        <a:effectLst/>
                        <a:latin typeface="Times New Roman" pitchFamily="18" charset="0"/>
                        <a:ea typeface="黑体" pitchFamily="2" charset="-122"/>
                      </a:endParaRPr>
                    </a:p>
                  </a:txBody>
                  <a:tcPr horzOverflow="overflow">
                    <a:lnL w="28575"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
                          <a:schemeClr val="folHlink"/>
                        </a:buClr>
                        <a:buSzPct val="60000"/>
                        <a:buFont typeface="Wingdings" pitchFamily="2" charset="2"/>
                        <a:buNone/>
                        <a:tabLst/>
                      </a:pPr>
                      <a:endParaRPr kumimoji="0" lang="zh-CN" altLang="zh-CN" sz="2800" b="0" i="0" u="none" strike="noStrike" cap="none" normalizeH="0" baseline="0">
                        <a:ln>
                          <a:noFill/>
                        </a:ln>
                        <a:solidFill>
                          <a:schemeClr val="tx1"/>
                        </a:solidFill>
                        <a:effectLst/>
                        <a:latin typeface="Times New Roman" pitchFamily="18" charset="0"/>
                        <a:ea typeface="黑体" pitchFamily="2" charset="-122"/>
                      </a:endParaRPr>
                    </a:p>
                  </a:txBody>
                  <a:tcPr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
                          <a:schemeClr val="folHlink"/>
                        </a:buClr>
                        <a:buSzPct val="60000"/>
                        <a:buFont typeface="Wingdings" pitchFamily="2" charset="2"/>
                        <a:buNone/>
                        <a:tabLst/>
                      </a:pPr>
                      <a:endParaRPr kumimoji="0" lang="zh-CN" altLang="zh-CN" sz="2800" b="0" i="0" u="none" strike="noStrike" cap="none" normalizeH="0" baseline="0">
                        <a:ln>
                          <a:noFill/>
                        </a:ln>
                        <a:solidFill>
                          <a:schemeClr val="tx1"/>
                        </a:solidFill>
                        <a:effectLst/>
                        <a:latin typeface="Times New Roman" pitchFamily="18" charset="0"/>
                        <a:ea typeface="黑体" pitchFamily="2" charset="-122"/>
                      </a:endParaRPr>
                    </a:p>
                  </a:txBody>
                  <a:tcPr horzOverflow="overflow">
                    <a:lnL w="12700" cap="flat" cmpd="sng" algn="ctr">
                      <a:solidFill>
                        <a:schemeClr val="tx1"/>
                      </a:solidFill>
                      <a:prstDash val="solid"/>
                      <a:round/>
                      <a:headEnd type="none" w="sm" len="sm"/>
                      <a:tailEnd type="none" w="sm" len="sm"/>
                    </a:lnL>
                    <a:lnR w="28575"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extLst>
                  <a:ext uri="{0D108BD9-81ED-4DB2-BD59-A6C34878D82A}">
                    <a16:rowId xmlns:a16="http://schemas.microsoft.com/office/drawing/2014/main" val="10004"/>
                  </a:ext>
                </a:extLst>
              </a:tr>
              <a:tr h="518160">
                <a:tc>
                  <a:txBody>
                    <a:bodyPr/>
                    <a:lstStyle/>
                    <a:p>
                      <a:pPr marL="0" marR="0" lvl="0" indent="0" algn="l" defTabSz="914400" rtl="0" eaLnBrk="1" fontAlgn="base" latinLnBrk="0" hangingPunct="1">
                        <a:lnSpc>
                          <a:spcPct val="100000"/>
                        </a:lnSpc>
                        <a:spcBef>
                          <a:spcPct val="20000"/>
                        </a:spcBef>
                        <a:spcAft>
                          <a:spcPct val="0"/>
                        </a:spcAft>
                        <a:buClr>
                          <a:schemeClr val="folHlink"/>
                        </a:buClr>
                        <a:buSzPct val="60000"/>
                        <a:buFont typeface="Wingdings" pitchFamily="2" charset="2"/>
                        <a:buNone/>
                        <a:tabLst/>
                      </a:pPr>
                      <a:endParaRPr kumimoji="0" lang="zh-CN" altLang="zh-CN" sz="2800" b="0" i="0" u="none" strike="noStrike" cap="none" normalizeH="0" baseline="0">
                        <a:ln>
                          <a:noFill/>
                        </a:ln>
                        <a:solidFill>
                          <a:schemeClr val="tx1"/>
                        </a:solidFill>
                        <a:effectLst/>
                        <a:latin typeface="Tahoma" pitchFamily="34" charset="0"/>
                        <a:ea typeface="黑体" pitchFamily="2" charset="-122"/>
                      </a:endParaRPr>
                    </a:p>
                  </a:txBody>
                  <a:tcPr horzOverflow="overflow">
                    <a:lnL w="28575"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
                          <a:schemeClr val="folHlink"/>
                        </a:buClr>
                        <a:buSzPct val="60000"/>
                        <a:buFont typeface="Wingdings" pitchFamily="2" charset="2"/>
                        <a:buNone/>
                        <a:tabLst/>
                      </a:pPr>
                      <a:endParaRPr kumimoji="0" lang="zh-CN" altLang="zh-CN" sz="2800" b="0" i="0" u="none" strike="noStrike" cap="none" normalizeH="0" baseline="0">
                        <a:ln>
                          <a:noFill/>
                        </a:ln>
                        <a:solidFill>
                          <a:schemeClr val="tx1"/>
                        </a:solidFill>
                        <a:effectLst/>
                        <a:latin typeface="Tahoma" pitchFamily="34" charset="0"/>
                        <a:ea typeface="黑体" pitchFamily="2" charset="-122"/>
                      </a:endParaRPr>
                    </a:p>
                  </a:txBody>
                  <a:tcPr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
                          <a:schemeClr val="folHlink"/>
                        </a:buClr>
                        <a:buSzPct val="60000"/>
                        <a:buFont typeface="Wingdings" pitchFamily="2" charset="2"/>
                        <a:buNone/>
                        <a:tabLst/>
                      </a:pPr>
                      <a:endParaRPr kumimoji="0" lang="zh-CN" altLang="zh-CN" sz="2800" b="0" i="0" u="none" strike="noStrike" cap="none" normalizeH="0" baseline="0">
                        <a:ln>
                          <a:noFill/>
                        </a:ln>
                        <a:solidFill>
                          <a:schemeClr val="tx1"/>
                        </a:solidFill>
                        <a:effectLst/>
                        <a:latin typeface="Tahoma" pitchFamily="34" charset="0"/>
                        <a:ea typeface="黑体" pitchFamily="2" charset="-122"/>
                      </a:endParaRPr>
                    </a:p>
                  </a:txBody>
                  <a:tcPr horzOverflow="overflow">
                    <a:lnL w="12700" cap="flat" cmpd="sng" algn="ctr">
                      <a:solidFill>
                        <a:schemeClr val="tx1"/>
                      </a:solidFill>
                      <a:prstDash val="solid"/>
                      <a:round/>
                      <a:headEnd type="none" w="sm" len="sm"/>
                      <a:tailEnd type="none" w="sm" len="sm"/>
                    </a:lnL>
                    <a:lnR w="28575"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extLst>
                  <a:ext uri="{0D108BD9-81ED-4DB2-BD59-A6C34878D82A}">
                    <a16:rowId xmlns:a16="http://schemas.microsoft.com/office/drawing/2014/main" val="10005"/>
                  </a:ext>
                </a:extLst>
              </a:tr>
              <a:tr h="519113">
                <a:tc>
                  <a:txBody>
                    <a:bodyPr/>
                    <a:lstStyle/>
                    <a:p>
                      <a:pPr marL="0" marR="0" lvl="0" indent="0" algn="l" defTabSz="914400" rtl="0" eaLnBrk="1" fontAlgn="base" latinLnBrk="0" hangingPunct="1">
                        <a:lnSpc>
                          <a:spcPct val="100000"/>
                        </a:lnSpc>
                        <a:spcBef>
                          <a:spcPct val="20000"/>
                        </a:spcBef>
                        <a:spcAft>
                          <a:spcPct val="0"/>
                        </a:spcAft>
                        <a:buClr>
                          <a:schemeClr val="folHlink"/>
                        </a:buClr>
                        <a:buSzPct val="60000"/>
                        <a:buFont typeface="Wingdings" pitchFamily="2" charset="2"/>
                        <a:buNone/>
                        <a:tabLst/>
                      </a:pPr>
                      <a:endParaRPr kumimoji="0" lang="zh-CN" altLang="zh-CN" sz="2800" b="0" i="0" u="none" strike="noStrike" cap="none" normalizeH="0" baseline="0">
                        <a:ln>
                          <a:noFill/>
                        </a:ln>
                        <a:solidFill>
                          <a:schemeClr val="tx1"/>
                        </a:solidFill>
                        <a:effectLst/>
                        <a:latin typeface="Tahoma" pitchFamily="34" charset="0"/>
                        <a:ea typeface="黑体" pitchFamily="2" charset="-122"/>
                      </a:endParaRPr>
                    </a:p>
                  </a:txBody>
                  <a:tcPr horzOverflow="overflow">
                    <a:lnL w="28575"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
                          <a:schemeClr val="folHlink"/>
                        </a:buClr>
                        <a:buSzPct val="60000"/>
                        <a:buFont typeface="Wingdings" pitchFamily="2" charset="2"/>
                        <a:buNone/>
                        <a:tabLst/>
                      </a:pPr>
                      <a:endParaRPr kumimoji="0" lang="zh-CN" altLang="zh-CN" sz="2800" b="0" i="0" u="none" strike="noStrike" cap="none" normalizeH="0" baseline="0">
                        <a:ln>
                          <a:noFill/>
                        </a:ln>
                        <a:solidFill>
                          <a:schemeClr val="tx1"/>
                        </a:solidFill>
                        <a:effectLst/>
                        <a:latin typeface="Tahoma" pitchFamily="34" charset="0"/>
                        <a:ea typeface="黑体" pitchFamily="2" charset="-122"/>
                      </a:endParaRPr>
                    </a:p>
                  </a:txBody>
                  <a:tcPr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
                          <a:schemeClr val="folHlink"/>
                        </a:buClr>
                        <a:buSzPct val="60000"/>
                        <a:buFont typeface="Wingdings" pitchFamily="2" charset="2"/>
                        <a:buNone/>
                        <a:tabLst/>
                      </a:pPr>
                      <a:endParaRPr kumimoji="0" lang="zh-CN" altLang="zh-CN" sz="2800" b="0" i="0" u="none" strike="noStrike" cap="none" normalizeH="0" baseline="0">
                        <a:ln>
                          <a:noFill/>
                        </a:ln>
                        <a:solidFill>
                          <a:schemeClr val="tx1"/>
                        </a:solidFill>
                        <a:effectLst/>
                        <a:latin typeface="Tahoma" pitchFamily="34" charset="0"/>
                        <a:ea typeface="黑体" pitchFamily="2" charset="-122"/>
                      </a:endParaRPr>
                    </a:p>
                  </a:txBody>
                  <a:tcPr horzOverflow="overflow">
                    <a:lnL w="12700" cap="flat" cmpd="sng" algn="ctr">
                      <a:solidFill>
                        <a:schemeClr val="tx1"/>
                      </a:solidFill>
                      <a:prstDash val="solid"/>
                      <a:round/>
                      <a:headEnd type="none" w="sm" len="sm"/>
                      <a:tailEnd type="none" w="sm" len="sm"/>
                    </a:lnL>
                    <a:lnR w="28575"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extLst>
                  <a:ext uri="{0D108BD9-81ED-4DB2-BD59-A6C34878D82A}">
                    <a16:rowId xmlns:a16="http://schemas.microsoft.com/office/drawing/2014/main" val="10006"/>
                  </a:ext>
                </a:extLst>
              </a:tr>
              <a:tr h="518160">
                <a:tc>
                  <a:txBody>
                    <a:bodyPr/>
                    <a:lstStyle/>
                    <a:p>
                      <a:pPr marL="0" marR="0" lvl="0" indent="0" algn="l" defTabSz="914400" rtl="0" eaLnBrk="1" fontAlgn="base" latinLnBrk="0" hangingPunct="1">
                        <a:lnSpc>
                          <a:spcPct val="100000"/>
                        </a:lnSpc>
                        <a:spcBef>
                          <a:spcPct val="20000"/>
                        </a:spcBef>
                        <a:spcAft>
                          <a:spcPct val="0"/>
                        </a:spcAft>
                        <a:buClr>
                          <a:schemeClr val="folHlink"/>
                        </a:buClr>
                        <a:buSzPct val="60000"/>
                        <a:buFont typeface="Wingdings" pitchFamily="2" charset="2"/>
                        <a:buNone/>
                        <a:tabLst/>
                      </a:pPr>
                      <a:endParaRPr kumimoji="0" lang="zh-CN" altLang="zh-CN" sz="2800" b="0" i="0" u="none" strike="noStrike" cap="none" normalizeH="0" baseline="0">
                        <a:ln>
                          <a:noFill/>
                        </a:ln>
                        <a:solidFill>
                          <a:schemeClr val="tx1"/>
                        </a:solidFill>
                        <a:effectLst/>
                        <a:latin typeface="Tahoma" pitchFamily="34" charset="0"/>
                        <a:ea typeface="黑体" pitchFamily="2" charset="-122"/>
                      </a:endParaRPr>
                    </a:p>
                  </a:txBody>
                  <a:tcPr horzOverflow="overflow">
                    <a:lnL w="28575"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
                          <a:schemeClr val="folHlink"/>
                        </a:buClr>
                        <a:buSzPct val="60000"/>
                        <a:buFont typeface="Wingdings" pitchFamily="2" charset="2"/>
                        <a:buNone/>
                        <a:tabLst/>
                      </a:pPr>
                      <a:endParaRPr kumimoji="0" lang="zh-CN" altLang="zh-CN" sz="2800" b="0" i="0" u="none" strike="noStrike" cap="none" normalizeH="0" baseline="0">
                        <a:ln>
                          <a:noFill/>
                        </a:ln>
                        <a:solidFill>
                          <a:schemeClr val="tx1"/>
                        </a:solidFill>
                        <a:effectLst/>
                        <a:latin typeface="Tahoma" pitchFamily="34" charset="0"/>
                        <a:ea typeface="黑体" pitchFamily="2" charset="-122"/>
                      </a:endParaRPr>
                    </a:p>
                  </a:txBody>
                  <a:tcPr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
                          <a:schemeClr val="folHlink"/>
                        </a:buClr>
                        <a:buSzPct val="60000"/>
                        <a:buFont typeface="Wingdings" pitchFamily="2" charset="2"/>
                        <a:buNone/>
                        <a:tabLst/>
                      </a:pPr>
                      <a:endParaRPr kumimoji="0" lang="zh-CN" altLang="zh-CN" sz="2800" b="0" i="0" u="none" strike="noStrike" cap="none" normalizeH="0" baseline="0">
                        <a:ln>
                          <a:noFill/>
                        </a:ln>
                        <a:solidFill>
                          <a:schemeClr val="tx1"/>
                        </a:solidFill>
                        <a:effectLst/>
                        <a:latin typeface="Tahoma" pitchFamily="34" charset="0"/>
                        <a:ea typeface="黑体" pitchFamily="2" charset="-122"/>
                      </a:endParaRPr>
                    </a:p>
                  </a:txBody>
                  <a:tcPr horzOverflow="overflow">
                    <a:lnL w="12700" cap="flat" cmpd="sng" algn="ctr">
                      <a:solidFill>
                        <a:schemeClr val="tx1"/>
                      </a:solidFill>
                      <a:prstDash val="solid"/>
                      <a:round/>
                      <a:headEnd type="none" w="sm" len="sm"/>
                      <a:tailEnd type="none" w="sm" len="sm"/>
                    </a:lnL>
                    <a:lnR w="28575"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extLst>
                  <a:ext uri="{0D108BD9-81ED-4DB2-BD59-A6C34878D82A}">
                    <a16:rowId xmlns:a16="http://schemas.microsoft.com/office/drawing/2014/main" val="10007"/>
                  </a:ext>
                </a:extLst>
              </a:tr>
              <a:tr h="519113">
                <a:tc>
                  <a:txBody>
                    <a:bodyPr/>
                    <a:lstStyle/>
                    <a:p>
                      <a:pPr marL="0" marR="0" lvl="0" indent="0" algn="l" defTabSz="914400" rtl="0" eaLnBrk="1" fontAlgn="base" latinLnBrk="0" hangingPunct="1">
                        <a:lnSpc>
                          <a:spcPct val="100000"/>
                        </a:lnSpc>
                        <a:spcBef>
                          <a:spcPct val="20000"/>
                        </a:spcBef>
                        <a:spcAft>
                          <a:spcPct val="0"/>
                        </a:spcAft>
                        <a:buClr>
                          <a:schemeClr val="folHlink"/>
                        </a:buClr>
                        <a:buSzPct val="60000"/>
                        <a:buFont typeface="Wingdings" pitchFamily="2" charset="2"/>
                        <a:buNone/>
                        <a:tabLst/>
                      </a:pPr>
                      <a:endParaRPr kumimoji="0" lang="zh-CN" altLang="zh-CN" sz="2800" b="0" i="0" u="none" strike="noStrike" cap="none" normalizeH="0" baseline="0">
                        <a:ln>
                          <a:noFill/>
                        </a:ln>
                        <a:solidFill>
                          <a:schemeClr val="tx1"/>
                        </a:solidFill>
                        <a:effectLst/>
                        <a:latin typeface="Tahoma" pitchFamily="34" charset="0"/>
                        <a:ea typeface="黑体" pitchFamily="2" charset="-122"/>
                      </a:endParaRPr>
                    </a:p>
                  </a:txBody>
                  <a:tcPr horzOverflow="overflow">
                    <a:lnL w="28575"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28575" cap="flat" cmpd="sng" algn="ctr">
                      <a:solidFill>
                        <a:schemeClr val="tx1"/>
                      </a:solidFill>
                      <a:prstDash val="solid"/>
                      <a:round/>
                      <a:headEnd type="none" w="sm" len="sm"/>
                      <a:tailEnd type="none" w="sm" len="sm"/>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
                          <a:schemeClr val="folHlink"/>
                        </a:buClr>
                        <a:buSzPct val="60000"/>
                        <a:buFont typeface="Wingdings" pitchFamily="2" charset="2"/>
                        <a:buNone/>
                        <a:tabLst/>
                      </a:pPr>
                      <a:endParaRPr kumimoji="0" lang="zh-CN" altLang="zh-CN" sz="2800" b="0" i="0" u="none" strike="noStrike" cap="none" normalizeH="0" baseline="0">
                        <a:ln>
                          <a:noFill/>
                        </a:ln>
                        <a:solidFill>
                          <a:schemeClr val="tx1"/>
                        </a:solidFill>
                        <a:effectLst/>
                        <a:latin typeface="Tahoma" pitchFamily="34" charset="0"/>
                        <a:ea typeface="黑体" pitchFamily="2" charset="-122"/>
                      </a:endParaRPr>
                    </a:p>
                  </a:txBody>
                  <a:tcPr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28575" cap="flat" cmpd="sng" algn="ctr">
                      <a:solidFill>
                        <a:schemeClr val="tx1"/>
                      </a:solidFill>
                      <a:prstDash val="solid"/>
                      <a:round/>
                      <a:headEnd type="none" w="sm" len="sm"/>
                      <a:tailEnd type="none" w="sm" len="sm"/>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
                          <a:schemeClr val="folHlink"/>
                        </a:buClr>
                        <a:buSzPct val="60000"/>
                        <a:buFont typeface="Wingdings" pitchFamily="2" charset="2"/>
                        <a:buNone/>
                        <a:tabLst/>
                      </a:pPr>
                      <a:endParaRPr kumimoji="0" lang="zh-CN" altLang="zh-CN" sz="2800" b="0" i="0" u="none" strike="noStrike" cap="none" normalizeH="0" baseline="0" dirty="0">
                        <a:ln>
                          <a:noFill/>
                        </a:ln>
                        <a:solidFill>
                          <a:schemeClr val="tx1"/>
                        </a:solidFill>
                        <a:effectLst/>
                        <a:latin typeface="Tahoma" pitchFamily="34" charset="0"/>
                        <a:ea typeface="黑体" pitchFamily="2" charset="-122"/>
                      </a:endParaRPr>
                    </a:p>
                  </a:txBody>
                  <a:tcPr horzOverflow="overflow">
                    <a:lnL w="12700" cap="flat" cmpd="sng" algn="ctr">
                      <a:solidFill>
                        <a:schemeClr val="tx1"/>
                      </a:solidFill>
                      <a:prstDash val="solid"/>
                      <a:round/>
                      <a:headEnd type="none" w="sm" len="sm"/>
                      <a:tailEnd type="none" w="sm" len="sm"/>
                    </a:lnL>
                    <a:lnR w="28575"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28575" cap="flat" cmpd="sng" algn="ctr">
                      <a:solidFill>
                        <a:schemeClr val="tx1"/>
                      </a:solidFill>
                      <a:prstDash val="solid"/>
                      <a:round/>
                      <a:headEnd type="none" w="sm" len="sm"/>
                      <a:tailEnd type="none" w="sm" len="sm"/>
                    </a:lnB>
                    <a:lnTlToBr>
                      <a:noFill/>
                    </a:lnTlToBr>
                    <a:lnBlToTr>
                      <a:noFill/>
                    </a:lnBlToTr>
                    <a:noFill/>
                  </a:tcPr>
                </a:tc>
                <a:extLst>
                  <a:ext uri="{0D108BD9-81ED-4DB2-BD59-A6C34878D82A}">
                    <a16:rowId xmlns:a16="http://schemas.microsoft.com/office/drawing/2014/main" val="10008"/>
                  </a:ext>
                </a:extLst>
              </a:tr>
            </a:tbl>
          </a:graphicData>
        </a:graphic>
      </p:graphicFrame>
      <p:sp>
        <p:nvSpPr>
          <p:cNvPr id="2" name="日期占位符 1">
            <a:extLst>
              <a:ext uri="{FF2B5EF4-FFF2-40B4-BE49-F238E27FC236}">
                <a16:creationId xmlns:a16="http://schemas.microsoft.com/office/drawing/2014/main" id="{1F7D4510-FE81-D0CD-D6B7-61E224F16314}"/>
              </a:ext>
            </a:extLst>
          </p:cNvPr>
          <p:cNvSpPr>
            <a:spLocks noGrp="1"/>
          </p:cNvSpPr>
          <p:nvPr>
            <p:ph type="dt" sz="half" idx="10"/>
          </p:nvPr>
        </p:nvSpPr>
        <p:spPr/>
        <p:txBody>
          <a:bodyPr/>
          <a:lstStyle/>
          <a:p>
            <a:fld id="{79C0D587-9D3E-4C78-A86E-48888C28BE5A}" type="datetime2">
              <a:rPr lang="zh-CN" altLang="en-US" smtClean="0"/>
              <a:pPr/>
              <a:t>2025年11月26日</a:t>
            </a:fld>
            <a:endParaRPr lang="zh-CN" altLang="en-US"/>
          </a:p>
        </p:txBody>
      </p:sp>
      <p:sp>
        <p:nvSpPr>
          <p:cNvPr id="3" name="页脚占位符 2">
            <a:extLst>
              <a:ext uri="{FF2B5EF4-FFF2-40B4-BE49-F238E27FC236}">
                <a16:creationId xmlns:a16="http://schemas.microsoft.com/office/drawing/2014/main" id="{F30A9877-BA3C-526B-CB6C-923A7E155564}"/>
              </a:ext>
            </a:extLst>
          </p:cNvPr>
          <p:cNvSpPr>
            <a:spLocks noGrp="1"/>
          </p:cNvSpPr>
          <p:nvPr>
            <p:ph type="ftr" sz="quarter" idx="11"/>
          </p:nvPr>
        </p:nvSpPr>
        <p:spPr/>
        <p:txBody>
          <a:bodyPr/>
          <a:lstStyle/>
          <a:p>
            <a:r>
              <a:rPr lang="zh-CN" altLang="en-US"/>
              <a:t>编译原理</a:t>
            </a:r>
            <a:r>
              <a:rPr lang="en-US" altLang="zh-CN"/>
              <a:t>-</a:t>
            </a:r>
            <a:r>
              <a:rPr lang="zh-CN" altLang="en-US"/>
              <a:t>王欣捷</a:t>
            </a:r>
            <a:r>
              <a:rPr lang="en-US" altLang="zh-CN"/>
              <a:t>-</a:t>
            </a:r>
            <a:r>
              <a:rPr lang="zh-CN" altLang="en-US"/>
              <a:t>第三章 语法分析</a:t>
            </a:r>
            <a:r>
              <a:rPr lang="en-US" altLang="zh-CN"/>
              <a:t>(4)</a:t>
            </a:r>
            <a:endParaRPr lang="zh-CN" altLang="en-US"/>
          </a:p>
        </p:txBody>
      </p:sp>
      <p:sp>
        <p:nvSpPr>
          <p:cNvPr id="4" name="灯片编号占位符 3">
            <a:extLst>
              <a:ext uri="{FF2B5EF4-FFF2-40B4-BE49-F238E27FC236}">
                <a16:creationId xmlns:a16="http://schemas.microsoft.com/office/drawing/2014/main" id="{C93C8DB8-3747-0D94-5BDF-FDD274E97E15}"/>
              </a:ext>
            </a:extLst>
          </p:cNvPr>
          <p:cNvSpPr>
            <a:spLocks noGrp="1"/>
          </p:cNvSpPr>
          <p:nvPr>
            <p:ph type="sldNum" sz="quarter" idx="12"/>
          </p:nvPr>
        </p:nvSpPr>
        <p:spPr/>
        <p:txBody>
          <a:bodyPr/>
          <a:lstStyle/>
          <a:p>
            <a:fld id="{094DEB03-EFC6-4C20-8FC8-295189A5386F}" type="slidenum">
              <a:rPr lang="zh-CN" altLang="en-US" smtClean="0"/>
              <a:pPr/>
              <a:t>15</a:t>
            </a:fld>
            <a:endParaRPr lang="zh-CN" altLang="en-US"/>
          </a:p>
        </p:txBody>
      </p:sp>
      <p:graphicFrame>
        <p:nvGraphicFramePr>
          <p:cNvPr id="6" name="Group 3">
            <a:extLst>
              <a:ext uri="{FF2B5EF4-FFF2-40B4-BE49-F238E27FC236}">
                <a16:creationId xmlns:a16="http://schemas.microsoft.com/office/drawing/2014/main" id="{C92CFFA4-EED1-B9CB-D7E6-24437BD37411}"/>
              </a:ext>
            </a:extLst>
          </p:cNvPr>
          <p:cNvGraphicFramePr>
            <a:graphicFrameLocks/>
          </p:cNvGraphicFramePr>
          <p:nvPr>
            <p:extLst>
              <p:ext uri="{D42A27DB-BD31-4B8C-83A1-F6EECF244321}">
                <p14:modId xmlns:p14="http://schemas.microsoft.com/office/powerpoint/2010/main" val="2497727316"/>
              </p:ext>
            </p:extLst>
          </p:nvPr>
        </p:nvGraphicFramePr>
        <p:xfrm>
          <a:off x="1681224" y="4112988"/>
          <a:ext cx="6162551" cy="2535464"/>
        </p:xfrm>
        <a:graphic>
          <a:graphicData uri="http://schemas.openxmlformats.org/drawingml/2006/table">
            <a:tbl>
              <a:tblPr>
                <a:effectLst>
                  <a:outerShdw blurRad="63500" sx="102000" sy="102000" algn="ctr" rotWithShape="0">
                    <a:prstClr val="black">
                      <a:alpha val="40000"/>
                    </a:prstClr>
                  </a:outerShdw>
                </a:effectLst>
              </a:tblPr>
              <a:tblGrid>
                <a:gridCol w="753362">
                  <a:extLst>
                    <a:ext uri="{9D8B030D-6E8A-4147-A177-3AD203B41FA5}">
                      <a16:colId xmlns:a16="http://schemas.microsoft.com/office/drawing/2014/main" val="20000"/>
                    </a:ext>
                  </a:extLst>
                </a:gridCol>
                <a:gridCol w="914796">
                  <a:extLst>
                    <a:ext uri="{9D8B030D-6E8A-4147-A177-3AD203B41FA5}">
                      <a16:colId xmlns:a16="http://schemas.microsoft.com/office/drawing/2014/main" val="20001"/>
                    </a:ext>
                  </a:extLst>
                </a:gridCol>
                <a:gridCol w="974215">
                  <a:extLst>
                    <a:ext uri="{9D8B030D-6E8A-4147-A177-3AD203B41FA5}">
                      <a16:colId xmlns:a16="http://schemas.microsoft.com/office/drawing/2014/main" val="20002"/>
                    </a:ext>
                  </a:extLst>
                </a:gridCol>
                <a:gridCol w="1010203">
                  <a:extLst>
                    <a:ext uri="{9D8B030D-6E8A-4147-A177-3AD203B41FA5}">
                      <a16:colId xmlns:a16="http://schemas.microsoft.com/office/drawing/2014/main" val="20003"/>
                    </a:ext>
                  </a:extLst>
                </a:gridCol>
                <a:gridCol w="867599">
                  <a:extLst>
                    <a:ext uri="{9D8B030D-6E8A-4147-A177-3AD203B41FA5}">
                      <a16:colId xmlns:a16="http://schemas.microsoft.com/office/drawing/2014/main" val="20004"/>
                    </a:ext>
                  </a:extLst>
                </a:gridCol>
                <a:gridCol w="860986">
                  <a:extLst>
                    <a:ext uri="{9D8B030D-6E8A-4147-A177-3AD203B41FA5}">
                      <a16:colId xmlns:a16="http://schemas.microsoft.com/office/drawing/2014/main" val="20005"/>
                    </a:ext>
                  </a:extLst>
                </a:gridCol>
                <a:gridCol w="781390">
                  <a:extLst>
                    <a:ext uri="{9D8B030D-6E8A-4147-A177-3AD203B41FA5}">
                      <a16:colId xmlns:a16="http://schemas.microsoft.com/office/drawing/2014/main" val="20006"/>
                    </a:ext>
                  </a:extLst>
                </a:gridCol>
              </a:tblGrid>
              <a:tr h="361994">
                <a:tc rowSpan="2">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r>
                        <a:rPr kumimoji="0" lang="zh-CN" altLang="en-US" sz="1500" b="0" i="0" u="none" strike="noStrike" cap="none" normalizeH="0" baseline="0">
                          <a:ln>
                            <a:noFill/>
                          </a:ln>
                          <a:solidFill>
                            <a:schemeClr val="tx1"/>
                          </a:solidFill>
                          <a:effectLst/>
                          <a:latin typeface="Times New Roman" panose="02020603050405020304" pitchFamily="18" charset="0"/>
                          <a:ea typeface="黑体" panose="02010609060101010101" pitchFamily="49" charset="-122"/>
                        </a:rPr>
                        <a:t>非 终</a:t>
                      </a:r>
                      <a:endParaRPr kumimoji="0" lang="en-US" altLang="zh-CN" sz="1500" b="0" i="0" u="none" strike="noStrike" cap="none" normalizeH="0" baseline="0">
                        <a:ln>
                          <a:noFill/>
                        </a:ln>
                        <a:solidFill>
                          <a:schemeClr val="tx1"/>
                        </a:solidFill>
                        <a:effectLst/>
                        <a:latin typeface="Times New Roman" panose="02020603050405020304" pitchFamily="18" charset="0"/>
                        <a:ea typeface="黑体" panose="02010609060101010101" pitchFamily="49" charset="-122"/>
                      </a:endParaRPr>
                    </a:p>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r>
                        <a:rPr kumimoji="0" lang="zh-CN" altLang="en-US" sz="1500" b="0" i="0" u="none" strike="noStrike" cap="none" normalizeH="0" baseline="0">
                          <a:ln>
                            <a:noFill/>
                          </a:ln>
                          <a:solidFill>
                            <a:schemeClr val="tx1"/>
                          </a:solidFill>
                          <a:effectLst/>
                          <a:latin typeface="Times New Roman" panose="02020603050405020304" pitchFamily="18" charset="0"/>
                          <a:ea typeface="黑体" panose="02010609060101010101" pitchFamily="49" charset="-122"/>
                        </a:rPr>
                        <a:t>结 符</a:t>
                      </a:r>
                    </a:p>
                  </a:txBody>
                  <a:tcPr marL="139781" marR="139781" marT="69890" marB="69890" anchor="ct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accent4">
                        <a:lumMod val="20000"/>
                        <a:lumOff val="80000"/>
                      </a:schemeClr>
                    </a:solidFill>
                  </a:tcPr>
                </a:tc>
                <a:tc gridSpan="6">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r>
                        <a:rPr kumimoji="0" lang="zh-CN" altLang="en-US" sz="1500" b="0" i="0" u="none" strike="noStrike" cap="none" normalizeH="0" baseline="0">
                          <a:ln>
                            <a:noFill/>
                          </a:ln>
                          <a:solidFill>
                            <a:schemeClr val="tx1"/>
                          </a:solidFill>
                          <a:effectLst/>
                          <a:latin typeface="Times New Roman" panose="02020603050405020304" pitchFamily="18" charset="0"/>
                          <a:ea typeface="黑体" panose="02010609060101010101" pitchFamily="49" charset="-122"/>
                        </a:rPr>
                        <a:t>输 入 符 号</a:t>
                      </a:r>
                    </a:p>
                  </a:txBody>
                  <a:tcPr marL="139781" marR="139781" marT="69890" marB="69890" anchor="ct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accent4">
                        <a:lumMod val="20000"/>
                        <a:lumOff val="80000"/>
                      </a:schemeClr>
                    </a:solidFill>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extLst>
                  <a:ext uri="{0D108BD9-81ED-4DB2-BD59-A6C34878D82A}">
                    <a16:rowId xmlns:a16="http://schemas.microsoft.com/office/drawing/2014/main" val="10000"/>
                  </a:ext>
                </a:extLst>
              </a:tr>
              <a:tr h="360042">
                <a:tc vMerge="1">
                  <a:txBody>
                    <a:bodyPr/>
                    <a:lstStyle/>
                    <a:p>
                      <a:endParaRPr lang="zh-CN" altLang="en-US"/>
                    </a:p>
                  </a:txBody>
                  <a:tcPr/>
                </a:tc>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r>
                        <a:rPr kumimoji="0" lang="en-US" altLang="zh-CN" sz="1500" b="1" i="0" u="none" strike="noStrike" cap="none" normalizeH="0" baseline="0">
                          <a:ln>
                            <a:noFill/>
                          </a:ln>
                          <a:solidFill>
                            <a:schemeClr val="tx1"/>
                          </a:solidFill>
                          <a:effectLst/>
                          <a:latin typeface="Times New Roman" panose="02020603050405020304" pitchFamily="18" charset="0"/>
                          <a:ea typeface="黑体" panose="02010609060101010101" pitchFamily="49" charset="-122"/>
                        </a:rPr>
                        <a:t>id</a:t>
                      </a:r>
                    </a:p>
                  </a:txBody>
                  <a:tcPr marL="46132" marR="46132" marT="24604" marB="24604"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accent4">
                        <a:lumMod val="20000"/>
                        <a:lumOff val="80000"/>
                      </a:schemeClr>
                    </a:solidFill>
                  </a:tcPr>
                </a:tc>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r>
                        <a:rPr kumimoji="0" lang="en-US" altLang="zh-CN" sz="1500" b="1" i="0" u="none" strike="noStrike" cap="none" normalizeH="0" baseline="0">
                          <a:ln>
                            <a:noFill/>
                          </a:ln>
                          <a:solidFill>
                            <a:schemeClr val="tx1"/>
                          </a:solidFill>
                          <a:effectLst/>
                          <a:latin typeface="Times New Roman" panose="02020603050405020304" pitchFamily="18" charset="0"/>
                          <a:ea typeface="黑体" panose="02010609060101010101" pitchFamily="49" charset="-122"/>
                        </a:rPr>
                        <a:t>+</a:t>
                      </a:r>
                    </a:p>
                  </a:txBody>
                  <a:tcPr marL="46132" marR="46132" marT="24604" marB="24604"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accent4">
                        <a:lumMod val="20000"/>
                        <a:lumOff val="80000"/>
                      </a:schemeClr>
                    </a:solidFill>
                  </a:tcPr>
                </a:tc>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r>
                        <a:rPr kumimoji="0" lang="en-US" altLang="zh-CN" sz="1500" b="1" i="0" u="none" strike="noStrike" cap="none" normalizeH="0" baseline="0">
                          <a:ln>
                            <a:noFill/>
                          </a:ln>
                          <a:solidFill>
                            <a:schemeClr val="tx1"/>
                          </a:solidFill>
                          <a:effectLst/>
                          <a:latin typeface="Times New Roman" panose="02020603050405020304" pitchFamily="18" charset="0"/>
                          <a:ea typeface="黑体" panose="02010609060101010101" pitchFamily="49" charset="-122"/>
                        </a:rPr>
                        <a:t>*</a:t>
                      </a:r>
                    </a:p>
                  </a:txBody>
                  <a:tcPr marL="46132" marR="46132" marT="24604" marB="24604"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accent4">
                        <a:lumMod val="20000"/>
                        <a:lumOff val="80000"/>
                      </a:schemeClr>
                    </a:solidFill>
                  </a:tcPr>
                </a:tc>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r>
                        <a:rPr kumimoji="0" lang="en-US" altLang="zh-CN" sz="1500" b="1" i="0" u="none" strike="noStrike" cap="none" normalizeH="0" baseline="0">
                          <a:ln>
                            <a:noFill/>
                          </a:ln>
                          <a:solidFill>
                            <a:schemeClr val="tx1"/>
                          </a:solidFill>
                          <a:effectLst/>
                          <a:latin typeface="Times New Roman" panose="02020603050405020304" pitchFamily="18" charset="0"/>
                          <a:ea typeface="黑体" panose="02010609060101010101" pitchFamily="49" charset="-122"/>
                        </a:rPr>
                        <a:t>(</a:t>
                      </a:r>
                    </a:p>
                  </a:txBody>
                  <a:tcPr marL="46132" marR="46132" marT="24604" marB="24604"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accent4">
                        <a:lumMod val="20000"/>
                        <a:lumOff val="80000"/>
                      </a:schemeClr>
                    </a:solidFill>
                  </a:tcPr>
                </a:tc>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r>
                        <a:rPr kumimoji="0" lang="en-US" altLang="zh-CN" sz="1500" b="1" i="0" u="none" strike="noStrike" cap="none" normalizeH="0" baseline="0">
                          <a:ln>
                            <a:noFill/>
                          </a:ln>
                          <a:solidFill>
                            <a:schemeClr val="tx1"/>
                          </a:solidFill>
                          <a:effectLst/>
                          <a:latin typeface="Times New Roman" panose="02020603050405020304" pitchFamily="18" charset="0"/>
                          <a:ea typeface="黑体" panose="02010609060101010101" pitchFamily="49" charset="-122"/>
                        </a:rPr>
                        <a:t>)</a:t>
                      </a:r>
                    </a:p>
                  </a:txBody>
                  <a:tcPr marL="46132" marR="46132" marT="24604" marB="24604"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accent4">
                        <a:lumMod val="20000"/>
                        <a:lumOff val="80000"/>
                      </a:schemeClr>
                    </a:solidFill>
                  </a:tcPr>
                </a:tc>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r>
                        <a:rPr kumimoji="0" lang="en-US" altLang="zh-CN" sz="1500" b="1" i="0" u="none" strike="noStrike" cap="none" normalizeH="0" baseline="0">
                          <a:ln>
                            <a:noFill/>
                          </a:ln>
                          <a:solidFill>
                            <a:schemeClr val="tx1"/>
                          </a:solidFill>
                          <a:effectLst/>
                          <a:latin typeface="Times New Roman" panose="02020603050405020304" pitchFamily="18" charset="0"/>
                          <a:ea typeface="黑体" panose="02010609060101010101" pitchFamily="49" charset="-122"/>
                        </a:rPr>
                        <a:t>$</a:t>
                      </a:r>
                    </a:p>
                  </a:txBody>
                  <a:tcPr marL="46132" marR="46132" marT="24604" marB="24604" anchor="ct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accent4">
                        <a:lumMod val="20000"/>
                        <a:lumOff val="80000"/>
                      </a:schemeClr>
                    </a:solidFill>
                  </a:tcPr>
                </a:tc>
                <a:extLst>
                  <a:ext uri="{0D108BD9-81ED-4DB2-BD59-A6C34878D82A}">
                    <a16:rowId xmlns:a16="http://schemas.microsoft.com/office/drawing/2014/main" val="10001"/>
                  </a:ext>
                </a:extLst>
              </a:tr>
              <a:tr h="361994">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r>
                        <a:rPr kumimoji="0" lang="en-US" altLang="zh-CN" sz="1500" b="1" i="1" u="none" strike="noStrike" cap="none" normalizeH="0" baseline="0">
                          <a:ln>
                            <a:noFill/>
                          </a:ln>
                          <a:solidFill>
                            <a:schemeClr val="tx1"/>
                          </a:solidFill>
                          <a:effectLst/>
                          <a:latin typeface="Times New Roman" panose="02020603050405020304" pitchFamily="18" charset="0"/>
                          <a:ea typeface="黑体" panose="02010609060101010101" pitchFamily="49" charset="-122"/>
                        </a:rPr>
                        <a:t>E</a:t>
                      </a:r>
                    </a:p>
                  </a:txBody>
                  <a:tcPr marL="46132" marR="46132" marT="24604" marB="24604" anchor="ct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accent4">
                        <a:lumMod val="20000"/>
                        <a:lumOff val="80000"/>
                      </a:schemeClr>
                    </a:solidFill>
                  </a:tcPr>
                </a:tc>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r>
                        <a:rPr kumimoji="0" lang="en-US" altLang="zh-CN" sz="1500" b="1" i="1" u="none" strike="noStrike" cap="none" normalizeH="0" baseline="0">
                          <a:ln>
                            <a:noFill/>
                          </a:ln>
                          <a:solidFill>
                            <a:schemeClr val="tx1"/>
                          </a:solidFill>
                          <a:effectLst/>
                          <a:latin typeface="Times New Roman" panose="02020603050405020304" pitchFamily="18" charset="0"/>
                          <a:ea typeface="黑体" panose="02010609060101010101" pitchFamily="49" charset="-122"/>
                        </a:rPr>
                        <a:t>E</a:t>
                      </a:r>
                      <a:r>
                        <a:rPr kumimoji="0" lang="en-US" altLang="zh-CN" sz="1500" b="1" i="0" u="none" strike="noStrike" cap="none" normalizeH="0" baseline="0">
                          <a:ln>
                            <a:noFill/>
                          </a:ln>
                          <a:solidFill>
                            <a:schemeClr val="tx1"/>
                          </a:solidFill>
                          <a:effectLst/>
                          <a:latin typeface="Times New Roman" panose="02020603050405020304" pitchFamily="18" charset="0"/>
                          <a:ea typeface="黑体" panose="02010609060101010101" pitchFamily="49" charset="-122"/>
                          <a:sym typeface="Symbol" panose="05050102010706020507" pitchFamily="18" charset="2"/>
                        </a:rPr>
                        <a:t></a:t>
                      </a:r>
                      <a:r>
                        <a:rPr kumimoji="0" lang="en-US" altLang="zh-CN" sz="1500" b="1" i="1" u="none" strike="noStrike" cap="none" normalizeH="0" baseline="0">
                          <a:ln>
                            <a:noFill/>
                          </a:ln>
                          <a:solidFill>
                            <a:schemeClr val="tx1"/>
                          </a:solidFill>
                          <a:effectLst/>
                          <a:latin typeface="Times New Roman" panose="02020603050405020304" pitchFamily="18" charset="0"/>
                          <a:ea typeface="黑体" panose="02010609060101010101" pitchFamily="49" charset="-122"/>
                          <a:sym typeface="Symbol" panose="05050102010706020507" pitchFamily="18" charset="2"/>
                        </a:rPr>
                        <a:t>TE</a:t>
                      </a:r>
                      <a:r>
                        <a:rPr kumimoji="0" lang="en-US" altLang="zh-CN" sz="1500" b="1" i="0" u="none" strike="noStrike" cap="none" normalizeH="0" baseline="0">
                          <a:ln>
                            <a:noFill/>
                          </a:ln>
                          <a:solidFill>
                            <a:schemeClr val="tx1"/>
                          </a:solidFill>
                          <a:effectLst/>
                          <a:latin typeface="Times New Roman" panose="02020603050405020304" pitchFamily="18" charset="0"/>
                          <a:ea typeface="黑体" panose="02010609060101010101" pitchFamily="49" charset="-122"/>
                          <a:sym typeface="Symbol" panose="05050102010706020507" pitchFamily="18" charset="2"/>
                        </a:rPr>
                        <a:t></a:t>
                      </a:r>
                    </a:p>
                  </a:txBody>
                  <a:tcPr marL="46132" marR="46132" marT="24604" marB="24604"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accent4">
                        <a:lumMod val="20000"/>
                        <a:lumOff val="80000"/>
                      </a:schemeClr>
                    </a:solidFill>
                  </a:tcPr>
                </a:tc>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endParaRPr kumimoji="0" lang="zh-CN" altLang="zh-CN" sz="1500" b="0" i="0" u="none" strike="noStrike" cap="none" normalizeH="0" baseline="0">
                        <a:ln>
                          <a:noFill/>
                        </a:ln>
                        <a:solidFill>
                          <a:schemeClr val="tx1"/>
                        </a:solidFill>
                        <a:effectLst/>
                        <a:latin typeface="Times New Roman" panose="02020603050405020304" pitchFamily="18" charset="0"/>
                        <a:ea typeface="黑体" panose="02010609060101010101" pitchFamily="49" charset="-122"/>
                      </a:endParaRPr>
                    </a:p>
                  </a:txBody>
                  <a:tcPr marL="46132" marR="46132" marT="24604" marB="24604"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accent4">
                        <a:lumMod val="20000"/>
                        <a:lumOff val="80000"/>
                      </a:schemeClr>
                    </a:solidFill>
                  </a:tcPr>
                </a:tc>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endParaRPr kumimoji="0" lang="zh-CN" altLang="zh-CN" sz="1500" b="0" i="0" u="none" strike="noStrike" cap="none" normalizeH="0" baseline="0">
                        <a:ln>
                          <a:noFill/>
                        </a:ln>
                        <a:solidFill>
                          <a:schemeClr val="tx1"/>
                        </a:solidFill>
                        <a:effectLst/>
                        <a:latin typeface="Times New Roman" panose="02020603050405020304" pitchFamily="18" charset="0"/>
                        <a:ea typeface="黑体" panose="02010609060101010101" pitchFamily="49" charset="-122"/>
                      </a:endParaRPr>
                    </a:p>
                  </a:txBody>
                  <a:tcPr marL="46132" marR="46132" marT="24604" marB="24604"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accent4">
                        <a:lumMod val="20000"/>
                        <a:lumOff val="80000"/>
                      </a:schemeClr>
                    </a:solidFill>
                  </a:tcPr>
                </a:tc>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r>
                        <a:rPr kumimoji="0" lang="en-US" altLang="zh-CN" sz="1500" b="1" i="1" u="none" strike="noStrike" cap="none" normalizeH="0" baseline="0">
                          <a:ln>
                            <a:noFill/>
                          </a:ln>
                          <a:solidFill>
                            <a:schemeClr val="tx1"/>
                          </a:solidFill>
                          <a:effectLst/>
                          <a:latin typeface="Times New Roman" panose="02020603050405020304" pitchFamily="18" charset="0"/>
                          <a:ea typeface="黑体" panose="02010609060101010101" pitchFamily="49" charset="-122"/>
                        </a:rPr>
                        <a:t>E</a:t>
                      </a:r>
                      <a:r>
                        <a:rPr kumimoji="0" lang="en-US" altLang="zh-CN" sz="1500" b="1" i="1" u="none" strike="noStrike" cap="none" normalizeH="0" baseline="0">
                          <a:ln>
                            <a:noFill/>
                          </a:ln>
                          <a:solidFill>
                            <a:schemeClr val="tx1"/>
                          </a:solidFill>
                          <a:effectLst/>
                          <a:latin typeface="Times New Roman" panose="02020603050405020304" pitchFamily="18" charset="0"/>
                          <a:ea typeface="黑体" panose="02010609060101010101" pitchFamily="49" charset="-122"/>
                          <a:sym typeface="Symbol" panose="05050102010706020507" pitchFamily="18" charset="2"/>
                        </a:rPr>
                        <a:t>TE</a:t>
                      </a:r>
                      <a:r>
                        <a:rPr kumimoji="0" lang="en-US" altLang="zh-CN" sz="1500" b="1" i="0" u="none" strike="noStrike" cap="none" normalizeH="0" baseline="0">
                          <a:ln>
                            <a:noFill/>
                          </a:ln>
                          <a:solidFill>
                            <a:schemeClr val="tx1"/>
                          </a:solidFill>
                          <a:effectLst/>
                          <a:latin typeface="Times New Roman" panose="02020603050405020304" pitchFamily="18" charset="0"/>
                          <a:ea typeface="黑体" panose="02010609060101010101" pitchFamily="49" charset="-122"/>
                          <a:sym typeface="Symbol" panose="05050102010706020507" pitchFamily="18" charset="2"/>
                        </a:rPr>
                        <a:t></a:t>
                      </a:r>
                    </a:p>
                  </a:txBody>
                  <a:tcPr marL="46132" marR="46132" marT="24604" marB="24604"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accent4">
                        <a:lumMod val="20000"/>
                        <a:lumOff val="80000"/>
                      </a:schemeClr>
                    </a:solidFill>
                  </a:tcPr>
                </a:tc>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endParaRPr kumimoji="0" lang="zh-CN" altLang="zh-CN" sz="1500" b="0" i="0" u="none" strike="noStrike" cap="none" normalizeH="0" baseline="0">
                        <a:ln>
                          <a:noFill/>
                        </a:ln>
                        <a:solidFill>
                          <a:schemeClr val="tx1"/>
                        </a:solidFill>
                        <a:effectLst/>
                        <a:latin typeface="Times New Roman" panose="02020603050405020304" pitchFamily="18" charset="0"/>
                        <a:ea typeface="黑体" panose="02010609060101010101" pitchFamily="49" charset="-122"/>
                      </a:endParaRPr>
                    </a:p>
                  </a:txBody>
                  <a:tcPr marL="46132" marR="46132" marT="24604" marB="24604"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accent4">
                        <a:lumMod val="20000"/>
                        <a:lumOff val="80000"/>
                      </a:schemeClr>
                    </a:solidFill>
                  </a:tcPr>
                </a:tc>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endParaRPr kumimoji="0" lang="zh-CN" altLang="zh-CN" sz="1500" b="0" i="0" u="none" strike="noStrike" cap="none" normalizeH="0" baseline="0">
                        <a:ln>
                          <a:noFill/>
                        </a:ln>
                        <a:solidFill>
                          <a:schemeClr val="tx1"/>
                        </a:solidFill>
                        <a:effectLst/>
                        <a:latin typeface="Times New Roman" panose="02020603050405020304" pitchFamily="18" charset="0"/>
                        <a:ea typeface="黑体" panose="02010609060101010101" pitchFamily="49" charset="-122"/>
                      </a:endParaRPr>
                    </a:p>
                  </a:txBody>
                  <a:tcPr marL="46132" marR="46132" marT="24604" marB="24604" anchor="ct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accent4">
                        <a:lumMod val="20000"/>
                        <a:lumOff val="80000"/>
                      </a:schemeClr>
                    </a:solidFill>
                  </a:tcPr>
                </a:tc>
                <a:extLst>
                  <a:ext uri="{0D108BD9-81ED-4DB2-BD59-A6C34878D82A}">
                    <a16:rowId xmlns:a16="http://schemas.microsoft.com/office/drawing/2014/main" val="10002"/>
                  </a:ext>
                </a:extLst>
              </a:tr>
              <a:tr h="361018">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r>
                        <a:rPr kumimoji="0" lang="en-US" altLang="zh-CN" sz="1500" b="1" i="1" u="none" strike="noStrike" cap="none" normalizeH="0" baseline="0">
                          <a:ln>
                            <a:noFill/>
                          </a:ln>
                          <a:solidFill>
                            <a:schemeClr val="tx1"/>
                          </a:solidFill>
                          <a:effectLst/>
                          <a:latin typeface="Times New Roman" panose="02020603050405020304" pitchFamily="18" charset="0"/>
                          <a:ea typeface="黑体" panose="02010609060101010101" pitchFamily="49" charset="-122"/>
                        </a:rPr>
                        <a:t>E </a:t>
                      </a:r>
                      <a:r>
                        <a:rPr kumimoji="0" lang="en-US" altLang="zh-CN" sz="1500" b="1" i="0" u="none" strike="noStrike" cap="none" normalizeH="0" baseline="0">
                          <a:ln>
                            <a:noFill/>
                          </a:ln>
                          <a:solidFill>
                            <a:schemeClr val="tx1"/>
                          </a:solidFill>
                          <a:effectLst/>
                          <a:latin typeface="Times New Roman" panose="02020603050405020304" pitchFamily="18" charset="0"/>
                          <a:ea typeface="黑体" panose="02010609060101010101" pitchFamily="49" charset="-122"/>
                          <a:sym typeface="Symbol" panose="05050102010706020507" pitchFamily="18" charset="2"/>
                        </a:rPr>
                        <a:t></a:t>
                      </a:r>
                    </a:p>
                  </a:txBody>
                  <a:tcPr marL="46132" marR="46132" marT="24604" marB="24604" anchor="ct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accent4">
                        <a:lumMod val="20000"/>
                        <a:lumOff val="80000"/>
                      </a:schemeClr>
                    </a:solidFill>
                  </a:tcPr>
                </a:tc>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endParaRPr kumimoji="0" lang="zh-CN" altLang="zh-CN" sz="1500" b="0" i="0" u="none" strike="noStrike" cap="none" normalizeH="0" baseline="0">
                        <a:ln>
                          <a:noFill/>
                        </a:ln>
                        <a:solidFill>
                          <a:schemeClr val="tx1"/>
                        </a:solidFill>
                        <a:effectLst/>
                        <a:latin typeface="Times New Roman" panose="02020603050405020304" pitchFamily="18" charset="0"/>
                        <a:ea typeface="黑体" panose="02010609060101010101" pitchFamily="49" charset="-122"/>
                      </a:endParaRPr>
                    </a:p>
                  </a:txBody>
                  <a:tcPr marL="46132" marR="46132" marT="24604" marB="24604"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accent4">
                        <a:lumMod val="20000"/>
                        <a:lumOff val="80000"/>
                      </a:schemeClr>
                    </a:solidFill>
                  </a:tcPr>
                </a:tc>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r>
                        <a:rPr kumimoji="0" lang="en-US" altLang="zh-CN" sz="1500" b="1" i="1" u="none" strike="noStrike" cap="none" normalizeH="0" baseline="0">
                          <a:ln>
                            <a:noFill/>
                          </a:ln>
                          <a:solidFill>
                            <a:schemeClr val="tx1"/>
                          </a:solidFill>
                          <a:effectLst/>
                          <a:latin typeface="Times New Roman" panose="02020603050405020304" pitchFamily="18" charset="0"/>
                          <a:ea typeface="黑体" panose="02010609060101010101" pitchFamily="49" charset="-122"/>
                        </a:rPr>
                        <a:t>E</a:t>
                      </a:r>
                      <a:r>
                        <a:rPr kumimoji="0" lang="en-US" altLang="zh-CN" sz="1500" b="1" i="0" u="none" strike="noStrike" cap="none" normalizeH="0" baseline="0">
                          <a:ln>
                            <a:noFill/>
                          </a:ln>
                          <a:solidFill>
                            <a:schemeClr val="tx1"/>
                          </a:solidFill>
                          <a:effectLst/>
                          <a:latin typeface="Times New Roman" panose="02020603050405020304" pitchFamily="18" charset="0"/>
                          <a:ea typeface="黑体" panose="02010609060101010101" pitchFamily="49" charset="-122"/>
                          <a:sym typeface="Symbol" panose="05050102010706020507" pitchFamily="18" charset="2"/>
                        </a:rPr>
                        <a:t>+</a:t>
                      </a:r>
                      <a:r>
                        <a:rPr kumimoji="0" lang="en-US" altLang="zh-CN" sz="1500" b="1" i="1" u="none" strike="noStrike" cap="none" normalizeH="0" baseline="0">
                          <a:ln>
                            <a:noFill/>
                          </a:ln>
                          <a:solidFill>
                            <a:schemeClr val="tx1"/>
                          </a:solidFill>
                          <a:effectLst/>
                          <a:latin typeface="Times New Roman" panose="02020603050405020304" pitchFamily="18" charset="0"/>
                          <a:ea typeface="黑体" panose="02010609060101010101" pitchFamily="49" charset="-122"/>
                          <a:sym typeface="Symbol" panose="05050102010706020507" pitchFamily="18" charset="2"/>
                        </a:rPr>
                        <a:t>TE</a:t>
                      </a:r>
                      <a:r>
                        <a:rPr kumimoji="0" lang="en-US" altLang="zh-CN" sz="1500" b="1" i="0" u="none" strike="noStrike" cap="none" normalizeH="0" baseline="0">
                          <a:ln>
                            <a:noFill/>
                          </a:ln>
                          <a:solidFill>
                            <a:schemeClr val="tx1"/>
                          </a:solidFill>
                          <a:effectLst/>
                          <a:latin typeface="Times New Roman" panose="02020603050405020304" pitchFamily="18" charset="0"/>
                          <a:ea typeface="黑体" panose="02010609060101010101" pitchFamily="49" charset="-122"/>
                          <a:sym typeface="Symbol" panose="05050102010706020507" pitchFamily="18" charset="2"/>
                        </a:rPr>
                        <a:t></a:t>
                      </a:r>
                    </a:p>
                  </a:txBody>
                  <a:tcPr marL="46132" marR="46132" marT="24604" marB="24604"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accent4">
                        <a:lumMod val="20000"/>
                        <a:lumOff val="80000"/>
                      </a:schemeClr>
                    </a:solidFill>
                  </a:tcPr>
                </a:tc>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endParaRPr kumimoji="0" lang="zh-CN" altLang="zh-CN" sz="1500" b="0" i="0" u="none" strike="noStrike" cap="none" normalizeH="0" baseline="0">
                        <a:ln>
                          <a:noFill/>
                        </a:ln>
                        <a:solidFill>
                          <a:schemeClr val="tx1"/>
                        </a:solidFill>
                        <a:effectLst/>
                        <a:latin typeface="Times New Roman" panose="02020603050405020304" pitchFamily="18" charset="0"/>
                        <a:ea typeface="黑体" panose="02010609060101010101" pitchFamily="49" charset="-122"/>
                      </a:endParaRPr>
                    </a:p>
                  </a:txBody>
                  <a:tcPr marL="46132" marR="46132" marT="24604" marB="24604"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accent4">
                        <a:lumMod val="20000"/>
                        <a:lumOff val="80000"/>
                      </a:schemeClr>
                    </a:solidFill>
                  </a:tcPr>
                </a:tc>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endParaRPr kumimoji="0" lang="zh-CN" altLang="zh-CN" sz="1500" b="0" i="0" u="none" strike="noStrike" cap="none" normalizeH="0" baseline="0">
                        <a:ln>
                          <a:noFill/>
                        </a:ln>
                        <a:solidFill>
                          <a:schemeClr val="tx1"/>
                        </a:solidFill>
                        <a:effectLst/>
                        <a:latin typeface="Times New Roman" panose="02020603050405020304" pitchFamily="18" charset="0"/>
                        <a:ea typeface="黑体" panose="02010609060101010101" pitchFamily="49" charset="-122"/>
                      </a:endParaRPr>
                    </a:p>
                  </a:txBody>
                  <a:tcPr marL="46132" marR="46132" marT="24604" marB="24604"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accent4">
                        <a:lumMod val="20000"/>
                        <a:lumOff val="80000"/>
                      </a:schemeClr>
                    </a:solidFill>
                  </a:tcPr>
                </a:tc>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r>
                        <a:rPr kumimoji="0" lang="en-US" altLang="zh-CN" sz="1500" b="1" i="1" u="none" strike="noStrike" cap="none" normalizeH="0" baseline="0">
                          <a:ln>
                            <a:noFill/>
                          </a:ln>
                          <a:solidFill>
                            <a:schemeClr val="tx1"/>
                          </a:solidFill>
                          <a:effectLst/>
                          <a:latin typeface="Times New Roman" panose="02020603050405020304" pitchFamily="18" charset="0"/>
                          <a:ea typeface="黑体" panose="02010609060101010101" pitchFamily="49" charset="-122"/>
                        </a:rPr>
                        <a:t>E</a:t>
                      </a:r>
                      <a:r>
                        <a:rPr kumimoji="0" lang="en-US" altLang="zh-CN" sz="1700" b="1" i="0" u="none" strike="noStrike" cap="none" normalizeH="0" baseline="0">
                          <a:ln>
                            <a:noFill/>
                          </a:ln>
                          <a:solidFill>
                            <a:schemeClr val="tx1"/>
                          </a:solidFill>
                          <a:effectLst/>
                          <a:latin typeface="Times New Roman" panose="02020603050405020304" pitchFamily="18" charset="0"/>
                          <a:ea typeface="黑体" panose="02010609060101010101" pitchFamily="49" charset="-122"/>
                          <a:sym typeface="Symbol" panose="05050102010706020507" pitchFamily="18" charset="2"/>
                        </a:rPr>
                        <a:t></a:t>
                      </a:r>
                    </a:p>
                  </a:txBody>
                  <a:tcPr marL="46132" marR="46132" marT="24604" marB="24604"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accent4">
                        <a:lumMod val="20000"/>
                        <a:lumOff val="80000"/>
                      </a:schemeClr>
                    </a:solidFill>
                  </a:tcPr>
                </a:tc>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r>
                        <a:rPr kumimoji="0" lang="en-US" altLang="zh-CN" sz="1500" b="1" i="1" u="none" strike="noStrike" cap="none" normalizeH="0" baseline="0">
                          <a:ln>
                            <a:noFill/>
                          </a:ln>
                          <a:solidFill>
                            <a:schemeClr val="tx1"/>
                          </a:solidFill>
                          <a:effectLst/>
                          <a:latin typeface="Times New Roman" panose="02020603050405020304" pitchFamily="18" charset="0"/>
                          <a:ea typeface="黑体" panose="02010609060101010101" pitchFamily="49" charset="-122"/>
                        </a:rPr>
                        <a:t>E</a:t>
                      </a:r>
                      <a:r>
                        <a:rPr kumimoji="0" lang="en-US" altLang="zh-CN" sz="1700" b="1" i="0" u="none" strike="noStrike" cap="none" normalizeH="0" baseline="0">
                          <a:ln>
                            <a:noFill/>
                          </a:ln>
                          <a:solidFill>
                            <a:schemeClr val="tx1"/>
                          </a:solidFill>
                          <a:effectLst/>
                          <a:latin typeface="Times New Roman" panose="02020603050405020304" pitchFamily="18" charset="0"/>
                          <a:ea typeface="黑体" panose="02010609060101010101" pitchFamily="49" charset="-122"/>
                          <a:sym typeface="Symbol" panose="05050102010706020507" pitchFamily="18" charset="2"/>
                        </a:rPr>
                        <a:t></a:t>
                      </a:r>
                    </a:p>
                  </a:txBody>
                  <a:tcPr marL="46132" marR="46132" marT="24604" marB="24604" anchor="ct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accent4">
                        <a:lumMod val="20000"/>
                        <a:lumOff val="80000"/>
                      </a:schemeClr>
                    </a:solidFill>
                  </a:tcPr>
                </a:tc>
                <a:extLst>
                  <a:ext uri="{0D108BD9-81ED-4DB2-BD59-A6C34878D82A}">
                    <a16:rowId xmlns:a16="http://schemas.microsoft.com/office/drawing/2014/main" val="10003"/>
                  </a:ext>
                </a:extLst>
              </a:tr>
              <a:tr h="361994">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r>
                        <a:rPr kumimoji="0" lang="en-US" altLang="zh-CN" sz="1500" b="1" i="1" u="none" strike="noStrike" cap="none" normalizeH="0" baseline="0">
                          <a:ln>
                            <a:noFill/>
                          </a:ln>
                          <a:solidFill>
                            <a:schemeClr val="tx1"/>
                          </a:solidFill>
                          <a:effectLst/>
                          <a:latin typeface="Times New Roman" panose="02020603050405020304" pitchFamily="18" charset="0"/>
                          <a:ea typeface="黑体" panose="02010609060101010101" pitchFamily="49" charset="-122"/>
                        </a:rPr>
                        <a:t>T</a:t>
                      </a:r>
                    </a:p>
                  </a:txBody>
                  <a:tcPr marL="46132" marR="46132" marT="24604" marB="24604" anchor="ct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accent4">
                        <a:lumMod val="20000"/>
                        <a:lumOff val="80000"/>
                      </a:schemeClr>
                    </a:solidFill>
                  </a:tcPr>
                </a:tc>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r>
                        <a:rPr kumimoji="0" lang="en-US" altLang="zh-CN" sz="1500" b="1" i="1" u="none" strike="noStrike" cap="none" normalizeH="0" baseline="0">
                          <a:ln>
                            <a:noFill/>
                          </a:ln>
                          <a:solidFill>
                            <a:schemeClr val="tx1"/>
                          </a:solidFill>
                          <a:effectLst/>
                          <a:latin typeface="Times New Roman" panose="02020603050405020304" pitchFamily="18" charset="0"/>
                          <a:ea typeface="黑体" panose="02010609060101010101" pitchFamily="49" charset="-122"/>
                        </a:rPr>
                        <a:t>T</a:t>
                      </a:r>
                      <a:r>
                        <a:rPr kumimoji="0" lang="en-US" altLang="zh-CN" sz="1500" b="1" i="0" u="none" strike="noStrike" cap="none" normalizeH="0" baseline="0">
                          <a:ln>
                            <a:noFill/>
                          </a:ln>
                          <a:solidFill>
                            <a:schemeClr val="tx1"/>
                          </a:solidFill>
                          <a:effectLst/>
                          <a:latin typeface="Times New Roman" panose="02020603050405020304" pitchFamily="18" charset="0"/>
                          <a:ea typeface="黑体" panose="02010609060101010101" pitchFamily="49" charset="-122"/>
                          <a:sym typeface="Symbol" panose="05050102010706020507" pitchFamily="18" charset="2"/>
                        </a:rPr>
                        <a:t></a:t>
                      </a:r>
                      <a:r>
                        <a:rPr kumimoji="0" lang="en-US" altLang="zh-CN" sz="1500" b="1" i="1" u="none" strike="noStrike" cap="none" normalizeH="0" baseline="0">
                          <a:ln>
                            <a:noFill/>
                          </a:ln>
                          <a:solidFill>
                            <a:schemeClr val="tx1"/>
                          </a:solidFill>
                          <a:effectLst/>
                          <a:latin typeface="Times New Roman" panose="02020603050405020304" pitchFamily="18" charset="0"/>
                          <a:ea typeface="黑体" panose="02010609060101010101" pitchFamily="49" charset="-122"/>
                          <a:sym typeface="Symbol" panose="05050102010706020507" pitchFamily="18" charset="2"/>
                        </a:rPr>
                        <a:t>FT </a:t>
                      </a:r>
                      <a:r>
                        <a:rPr kumimoji="0" lang="en-US" altLang="zh-CN" sz="1700" b="1" i="0" u="none" strike="noStrike" cap="none" normalizeH="0" baseline="0">
                          <a:ln>
                            <a:noFill/>
                          </a:ln>
                          <a:solidFill>
                            <a:schemeClr val="tx1"/>
                          </a:solidFill>
                          <a:effectLst/>
                          <a:latin typeface="Times New Roman" panose="02020603050405020304" pitchFamily="18" charset="0"/>
                          <a:ea typeface="黑体" panose="02010609060101010101" pitchFamily="49" charset="-122"/>
                          <a:sym typeface="Symbol" panose="05050102010706020507" pitchFamily="18" charset="2"/>
                        </a:rPr>
                        <a:t></a:t>
                      </a:r>
                    </a:p>
                  </a:txBody>
                  <a:tcPr marL="46132" marR="46132" marT="24604" marB="24604"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accent4">
                        <a:lumMod val="20000"/>
                        <a:lumOff val="80000"/>
                      </a:schemeClr>
                    </a:solidFill>
                  </a:tcPr>
                </a:tc>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endParaRPr kumimoji="0" lang="zh-CN" altLang="zh-CN" sz="1500" b="0" i="0" u="none" strike="noStrike" cap="none" normalizeH="0" baseline="0">
                        <a:ln>
                          <a:noFill/>
                        </a:ln>
                        <a:solidFill>
                          <a:schemeClr val="tx1"/>
                        </a:solidFill>
                        <a:effectLst/>
                        <a:latin typeface="Times New Roman" panose="02020603050405020304" pitchFamily="18" charset="0"/>
                        <a:ea typeface="黑体" panose="02010609060101010101" pitchFamily="49" charset="-122"/>
                      </a:endParaRPr>
                    </a:p>
                  </a:txBody>
                  <a:tcPr marL="46132" marR="46132" marT="24604" marB="24604"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accent4">
                        <a:lumMod val="20000"/>
                        <a:lumOff val="80000"/>
                      </a:schemeClr>
                    </a:solidFill>
                  </a:tcPr>
                </a:tc>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endParaRPr kumimoji="0" lang="zh-CN" altLang="zh-CN" sz="1500" b="0" i="0" u="none" strike="noStrike" cap="none" normalizeH="0" baseline="0">
                        <a:ln>
                          <a:noFill/>
                        </a:ln>
                        <a:solidFill>
                          <a:schemeClr val="tx1"/>
                        </a:solidFill>
                        <a:effectLst/>
                        <a:latin typeface="Times New Roman" panose="02020603050405020304" pitchFamily="18" charset="0"/>
                        <a:ea typeface="黑体" panose="02010609060101010101" pitchFamily="49" charset="-122"/>
                      </a:endParaRPr>
                    </a:p>
                  </a:txBody>
                  <a:tcPr marL="46132" marR="46132" marT="24604" marB="24604"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accent4">
                        <a:lumMod val="20000"/>
                        <a:lumOff val="80000"/>
                      </a:schemeClr>
                    </a:solidFill>
                  </a:tcPr>
                </a:tc>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r>
                        <a:rPr kumimoji="0" lang="en-US" altLang="zh-CN" sz="1500" b="1" i="1" u="none" strike="noStrike" cap="none" normalizeH="0" baseline="0">
                          <a:ln>
                            <a:noFill/>
                          </a:ln>
                          <a:solidFill>
                            <a:schemeClr val="tx1"/>
                          </a:solidFill>
                          <a:effectLst/>
                          <a:latin typeface="Times New Roman" panose="02020603050405020304" pitchFamily="18" charset="0"/>
                          <a:ea typeface="黑体" panose="02010609060101010101" pitchFamily="49" charset="-122"/>
                        </a:rPr>
                        <a:t>T</a:t>
                      </a:r>
                      <a:r>
                        <a:rPr kumimoji="0" lang="en-US" altLang="zh-CN" sz="1500" b="1" i="0" u="none" strike="noStrike" cap="none" normalizeH="0" baseline="0">
                          <a:ln>
                            <a:noFill/>
                          </a:ln>
                          <a:solidFill>
                            <a:schemeClr val="tx1"/>
                          </a:solidFill>
                          <a:effectLst/>
                          <a:latin typeface="Times New Roman" panose="02020603050405020304" pitchFamily="18" charset="0"/>
                          <a:ea typeface="黑体" panose="02010609060101010101" pitchFamily="49" charset="-122"/>
                          <a:sym typeface="Symbol" panose="05050102010706020507" pitchFamily="18" charset="2"/>
                        </a:rPr>
                        <a:t></a:t>
                      </a:r>
                      <a:r>
                        <a:rPr kumimoji="0" lang="en-US" altLang="zh-CN" sz="1500" b="1" i="1" u="none" strike="noStrike" cap="none" normalizeH="0" baseline="0">
                          <a:ln>
                            <a:noFill/>
                          </a:ln>
                          <a:solidFill>
                            <a:schemeClr val="tx1"/>
                          </a:solidFill>
                          <a:effectLst/>
                          <a:latin typeface="Times New Roman" panose="02020603050405020304" pitchFamily="18" charset="0"/>
                          <a:ea typeface="黑体" panose="02010609060101010101" pitchFamily="49" charset="-122"/>
                          <a:sym typeface="Symbol" panose="05050102010706020507" pitchFamily="18" charset="2"/>
                        </a:rPr>
                        <a:t>FT </a:t>
                      </a:r>
                      <a:r>
                        <a:rPr kumimoji="0" lang="en-US" altLang="zh-CN" sz="1700" b="1" i="0" u="none" strike="noStrike" cap="none" normalizeH="0" baseline="0">
                          <a:ln>
                            <a:noFill/>
                          </a:ln>
                          <a:solidFill>
                            <a:schemeClr val="tx1"/>
                          </a:solidFill>
                          <a:effectLst/>
                          <a:latin typeface="Times New Roman" panose="02020603050405020304" pitchFamily="18" charset="0"/>
                          <a:ea typeface="黑体" panose="02010609060101010101" pitchFamily="49" charset="-122"/>
                          <a:sym typeface="Symbol" panose="05050102010706020507" pitchFamily="18" charset="2"/>
                        </a:rPr>
                        <a:t></a:t>
                      </a:r>
                    </a:p>
                  </a:txBody>
                  <a:tcPr marL="46132" marR="46132" marT="24604" marB="24604"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accent4">
                        <a:lumMod val="20000"/>
                        <a:lumOff val="80000"/>
                      </a:schemeClr>
                    </a:solidFill>
                  </a:tcPr>
                </a:tc>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endParaRPr kumimoji="0" lang="zh-CN" altLang="zh-CN" sz="1500" b="0" i="0" u="none" strike="noStrike" cap="none" normalizeH="0" baseline="0">
                        <a:ln>
                          <a:noFill/>
                        </a:ln>
                        <a:solidFill>
                          <a:schemeClr val="tx1"/>
                        </a:solidFill>
                        <a:effectLst/>
                        <a:latin typeface="Times New Roman" panose="02020603050405020304" pitchFamily="18" charset="0"/>
                        <a:ea typeface="黑体" panose="02010609060101010101" pitchFamily="49" charset="-122"/>
                      </a:endParaRPr>
                    </a:p>
                  </a:txBody>
                  <a:tcPr marL="46132" marR="46132" marT="24604" marB="24604"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accent4">
                        <a:lumMod val="20000"/>
                        <a:lumOff val="80000"/>
                      </a:schemeClr>
                    </a:solidFill>
                  </a:tcPr>
                </a:tc>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endParaRPr kumimoji="0" lang="zh-CN" altLang="zh-CN" sz="1500" b="0" i="0" u="none" strike="noStrike" cap="none" normalizeH="0" baseline="0">
                        <a:ln>
                          <a:noFill/>
                        </a:ln>
                        <a:solidFill>
                          <a:schemeClr val="tx1"/>
                        </a:solidFill>
                        <a:effectLst/>
                        <a:latin typeface="Times New Roman" panose="02020603050405020304" pitchFamily="18" charset="0"/>
                        <a:ea typeface="黑体" panose="02010609060101010101" pitchFamily="49" charset="-122"/>
                      </a:endParaRPr>
                    </a:p>
                  </a:txBody>
                  <a:tcPr marL="46132" marR="46132" marT="24604" marB="24604" anchor="ct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accent4">
                        <a:lumMod val="20000"/>
                        <a:lumOff val="80000"/>
                      </a:schemeClr>
                    </a:solidFill>
                  </a:tcPr>
                </a:tc>
                <a:extLst>
                  <a:ext uri="{0D108BD9-81ED-4DB2-BD59-A6C34878D82A}">
                    <a16:rowId xmlns:a16="http://schemas.microsoft.com/office/drawing/2014/main" val="10004"/>
                  </a:ext>
                </a:extLst>
              </a:tr>
              <a:tr h="360042">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r>
                        <a:rPr kumimoji="0" lang="en-US" altLang="zh-CN" sz="1500" b="1" i="1" u="none" strike="noStrike" cap="none" normalizeH="0" baseline="0">
                          <a:ln>
                            <a:noFill/>
                          </a:ln>
                          <a:solidFill>
                            <a:schemeClr val="tx1"/>
                          </a:solidFill>
                          <a:effectLst/>
                          <a:latin typeface="Times New Roman" panose="02020603050405020304" pitchFamily="18" charset="0"/>
                          <a:ea typeface="黑体" panose="02010609060101010101" pitchFamily="49" charset="-122"/>
                        </a:rPr>
                        <a:t>T </a:t>
                      </a:r>
                      <a:r>
                        <a:rPr kumimoji="0" lang="en-US" altLang="zh-CN" sz="1500" b="1" i="0" u="none" strike="noStrike" cap="none" normalizeH="0" baseline="0">
                          <a:ln>
                            <a:noFill/>
                          </a:ln>
                          <a:solidFill>
                            <a:schemeClr val="tx1"/>
                          </a:solidFill>
                          <a:effectLst/>
                          <a:latin typeface="Times New Roman" panose="02020603050405020304" pitchFamily="18" charset="0"/>
                          <a:ea typeface="黑体" panose="02010609060101010101" pitchFamily="49" charset="-122"/>
                          <a:sym typeface="Symbol" panose="05050102010706020507" pitchFamily="18" charset="2"/>
                        </a:rPr>
                        <a:t></a:t>
                      </a:r>
                    </a:p>
                  </a:txBody>
                  <a:tcPr marL="46132" marR="46132" marT="24604" marB="24604" anchor="ct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accent4">
                        <a:lumMod val="20000"/>
                        <a:lumOff val="80000"/>
                      </a:schemeClr>
                    </a:solidFill>
                  </a:tcPr>
                </a:tc>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endParaRPr kumimoji="0" lang="zh-CN" altLang="zh-CN" sz="1500" b="0" i="0" u="none" strike="noStrike" cap="none" normalizeH="0" baseline="0">
                        <a:ln>
                          <a:noFill/>
                        </a:ln>
                        <a:solidFill>
                          <a:schemeClr val="tx1"/>
                        </a:solidFill>
                        <a:effectLst/>
                        <a:latin typeface="Times New Roman" panose="02020603050405020304" pitchFamily="18" charset="0"/>
                        <a:ea typeface="黑体" panose="02010609060101010101" pitchFamily="49" charset="-122"/>
                      </a:endParaRPr>
                    </a:p>
                  </a:txBody>
                  <a:tcPr marL="46132" marR="46132" marT="24604" marB="24604"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accent4">
                        <a:lumMod val="20000"/>
                        <a:lumOff val="80000"/>
                      </a:schemeClr>
                    </a:solidFill>
                  </a:tcPr>
                </a:tc>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r>
                        <a:rPr kumimoji="0" lang="en-US" altLang="zh-CN" sz="1500" b="1" i="1" u="none" strike="noStrike" cap="none" normalizeH="0" baseline="0">
                          <a:ln>
                            <a:noFill/>
                          </a:ln>
                          <a:solidFill>
                            <a:schemeClr val="tx1"/>
                          </a:solidFill>
                          <a:effectLst/>
                          <a:latin typeface="Times New Roman" panose="02020603050405020304" pitchFamily="18" charset="0"/>
                          <a:ea typeface="黑体" panose="02010609060101010101" pitchFamily="49" charset="-122"/>
                        </a:rPr>
                        <a:t>T </a:t>
                      </a:r>
                      <a:r>
                        <a:rPr kumimoji="0" lang="en-US" altLang="zh-CN" sz="1500" b="1" i="0" u="none" strike="noStrike" cap="none" normalizeH="0" baseline="0">
                          <a:ln>
                            <a:noFill/>
                          </a:ln>
                          <a:solidFill>
                            <a:schemeClr val="tx1"/>
                          </a:solidFill>
                          <a:effectLst/>
                          <a:latin typeface="Times New Roman" panose="02020603050405020304" pitchFamily="18" charset="0"/>
                          <a:ea typeface="黑体" panose="02010609060101010101" pitchFamily="49" charset="-122"/>
                          <a:sym typeface="Symbol" panose="05050102010706020507" pitchFamily="18" charset="2"/>
                        </a:rPr>
                        <a:t></a:t>
                      </a:r>
                    </a:p>
                  </a:txBody>
                  <a:tcPr marL="46132" marR="46132" marT="24604" marB="24604"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accent4">
                        <a:lumMod val="20000"/>
                        <a:lumOff val="80000"/>
                      </a:schemeClr>
                    </a:solidFill>
                  </a:tcPr>
                </a:tc>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r>
                        <a:rPr kumimoji="0" lang="en-US" altLang="zh-CN" sz="1500" b="1" i="1" u="none" strike="noStrike" cap="none" normalizeH="0" baseline="0">
                          <a:ln>
                            <a:noFill/>
                          </a:ln>
                          <a:solidFill>
                            <a:schemeClr val="tx1"/>
                          </a:solidFill>
                          <a:effectLst/>
                          <a:latin typeface="Times New Roman" panose="02020603050405020304" pitchFamily="18" charset="0"/>
                          <a:ea typeface="黑体" panose="02010609060101010101" pitchFamily="49" charset="-122"/>
                        </a:rPr>
                        <a:t>T</a:t>
                      </a:r>
                      <a:r>
                        <a:rPr kumimoji="0" lang="en-US" altLang="zh-CN" sz="1500" b="1" i="0" u="none" strike="noStrike" cap="none" normalizeH="0" baseline="0">
                          <a:ln>
                            <a:noFill/>
                          </a:ln>
                          <a:solidFill>
                            <a:schemeClr val="tx1"/>
                          </a:solidFill>
                          <a:effectLst/>
                          <a:latin typeface="Times New Roman" panose="02020603050405020304" pitchFamily="18" charset="0"/>
                          <a:ea typeface="黑体" panose="02010609060101010101" pitchFamily="49" charset="-122"/>
                          <a:sym typeface="Symbol" panose="05050102010706020507" pitchFamily="18" charset="2"/>
                        </a:rPr>
                        <a:t>*</a:t>
                      </a:r>
                      <a:r>
                        <a:rPr kumimoji="0" lang="en-US" altLang="zh-CN" sz="1500" b="1" i="1" u="none" strike="noStrike" cap="none" normalizeH="0" baseline="0">
                          <a:ln>
                            <a:noFill/>
                          </a:ln>
                          <a:solidFill>
                            <a:schemeClr val="tx1"/>
                          </a:solidFill>
                          <a:effectLst/>
                          <a:latin typeface="Times New Roman" panose="02020603050405020304" pitchFamily="18" charset="0"/>
                          <a:ea typeface="黑体" panose="02010609060101010101" pitchFamily="49" charset="-122"/>
                          <a:sym typeface="Symbol" panose="05050102010706020507" pitchFamily="18" charset="2"/>
                        </a:rPr>
                        <a:t>FT </a:t>
                      </a:r>
                      <a:r>
                        <a:rPr kumimoji="0" lang="en-US" altLang="zh-CN" sz="1500" b="1" i="0" u="none" strike="noStrike" cap="none" normalizeH="0" baseline="0">
                          <a:ln>
                            <a:noFill/>
                          </a:ln>
                          <a:solidFill>
                            <a:schemeClr val="tx1"/>
                          </a:solidFill>
                          <a:effectLst/>
                          <a:latin typeface="Times New Roman" panose="02020603050405020304" pitchFamily="18" charset="0"/>
                          <a:ea typeface="黑体" panose="02010609060101010101" pitchFamily="49" charset="-122"/>
                          <a:sym typeface="Symbol" panose="05050102010706020507" pitchFamily="18" charset="2"/>
                        </a:rPr>
                        <a:t></a:t>
                      </a:r>
                    </a:p>
                  </a:txBody>
                  <a:tcPr marL="46132" marR="46132" marT="24604" marB="24604"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accent4">
                        <a:lumMod val="20000"/>
                        <a:lumOff val="80000"/>
                      </a:schemeClr>
                    </a:solidFill>
                  </a:tcPr>
                </a:tc>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endParaRPr kumimoji="0" lang="zh-CN" altLang="zh-CN" sz="1500" b="0" i="0" u="none" strike="noStrike" cap="none" normalizeH="0" baseline="0">
                        <a:ln>
                          <a:noFill/>
                        </a:ln>
                        <a:solidFill>
                          <a:schemeClr val="tx1"/>
                        </a:solidFill>
                        <a:effectLst/>
                        <a:latin typeface="Times New Roman" panose="02020603050405020304" pitchFamily="18" charset="0"/>
                        <a:ea typeface="黑体" panose="02010609060101010101" pitchFamily="49" charset="-122"/>
                      </a:endParaRPr>
                    </a:p>
                  </a:txBody>
                  <a:tcPr marL="46132" marR="46132" marT="24604" marB="24604"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accent4">
                        <a:lumMod val="20000"/>
                        <a:lumOff val="80000"/>
                      </a:schemeClr>
                    </a:solidFill>
                  </a:tcPr>
                </a:tc>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r>
                        <a:rPr kumimoji="0" lang="en-US" altLang="zh-CN" sz="1500" b="1" i="1" u="none" strike="noStrike" cap="none" normalizeH="0" baseline="0">
                          <a:ln>
                            <a:noFill/>
                          </a:ln>
                          <a:solidFill>
                            <a:schemeClr val="tx1"/>
                          </a:solidFill>
                          <a:effectLst/>
                          <a:latin typeface="Times New Roman" panose="02020603050405020304" pitchFamily="18" charset="0"/>
                          <a:ea typeface="黑体" panose="02010609060101010101" pitchFamily="49" charset="-122"/>
                        </a:rPr>
                        <a:t>T </a:t>
                      </a:r>
                      <a:r>
                        <a:rPr kumimoji="0" lang="en-US" altLang="zh-CN" sz="1500" b="1" i="0" u="none" strike="noStrike" cap="none" normalizeH="0" baseline="0">
                          <a:ln>
                            <a:noFill/>
                          </a:ln>
                          <a:solidFill>
                            <a:schemeClr val="tx1"/>
                          </a:solidFill>
                          <a:effectLst/>
                          <a:latin typeface="Times New Roman" panose="02020603050405020304" pitchFamily="18" charset="0"/>
                          <a:ea typeface="黑体" panose="02010609060101010101" pitchFamily="49" charset="-122"/>
                          <a:sym typeface="Symbol" panose="05050102010706020507" pitchFamily="18" charset="2"/>
                        </a:rPr>
                        <a:t></a:t>
                      </a:r>
                    </a:p>
                  </a:txBody>
                  <a:tcPr marL="46132" marR="46132" marT="24604" marB="24604"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accent4">
                        <a:lumMod val="20000"/>
                        <a:lumOff val="80000"/>
                      </a:schemeClr>
                    </a:solidFill>
                  </a:tcPr>
                </a:tc>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r>
                        <a:rPr kumimoji="0" lang="en-US" altLang="zh-CN" sz="1500" b="1" i="1" u="none" strike="noStrike" cap="none" normalizeH="0" baseline="0">
                          <a:ln>
                            <a:noFill/>
                          </a:ln>
                          <a:solidFill>
                            <a:schemeClr val="tx1"/>
                          </a:solidFill>
                          <a:effectLst/>
                          <a:latin typeface="Times New Roman" panose="02020603050405020304" pitchFamily="18" charset="0"/>
                          <a:ea typeface="黑体" panose="02010609060101010101" pitchFamily="49" charset="-122"/>
                        </a:rPr>
                        <a:t>T </a:t>
                      </a:r>
                      <a:r>
                        <a:rPr kumimoji="0" lang="en-US" altLang="zh-CN" sz="1500" b="1" i="0" u="none" strike="noStrike" cap="none" normalizeH="0" baseline="0">
                          <a:ln>
                            <a:noFill/>
                          </a:ln>
                          <a:solidFill>
                            <a:schemeClr val="tx1"/>
                          </a:solidFill>
                          <a:effectLst/>
                          <a:latin typeface="Times New Roman" panose="02020603050405020304" pitchFamily="18" charset="0"/>
                          <a:ea typeface="黑体" panose="02010609060101010101" pitchFamily="49" charset="-122"/>
                          <a:sym typeface="Symbol" panose="05050102010706020507" pitchFamily="18" charset="2"/>
                        </a:rPr>
                        <a:t></a:t>
                      </a:r>
                    </a:p>
                  </a:txBody>
                  <a:tcPr marL="46132" marR="46132" marT="24604" marB="24604" anchor="ct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accent4">
                        <a:lumMod val="20000"/>
                        <a:lumOff val="80000"/>
                      </a:schemeClr>
                    </a:solidFill>
                  </a:tcPr>
                </a:tc>
                <a:extLst>
                  <a:ext uri="{0D108BD9-81ED-4DB2-BD59-A6C34878D82A}">
                    <a16:rowId xmlns:a16="http://schemas.microsoft.com/office/drawing/2014/main" val="10005"/>
                  </a:ext>
                </a:extLst>
              </a:tr>
              <a:tr h="361994">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r>
                        <a:rPr kumimoji="0" lang="en-US" altLang="zh-CN" sz="1500" b="1" i="1" u="none" strike="noStrike" cap="none" normalizeH="0" baseline="0">
                          <a:ln>
                            <a:noFill/>
                          </a:ln>
                          <a:solidFill>
                            <a:schemeClr val="tx1"/>
                          </a:solidFill>
                          <a:effectLst/>
                          <a:latin typeface="Times New Roman" panose="02020603050405020304" pitchFamily="18" charset="0"/>
                          <a:ea typeface="黑体" panose="02010609060101010101" pitchFamily="49" charset="-122"/>
                        </a:rPr>
                        <a:t>F</a:t>
                      </a:r>
                    </a:p>
                  </a:txBody>
                  <a:tcPr marL="46132" marR="46132" marT="24604" marB="24604" anchor="ct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chemeClr val="accent4">
                        <a:lumMod val="20000"/>
                        <a:lumOff val="80000"/>
                      </a:schemeClr>
                    </a:solidFill>
                  </a:tcPr>
                </a:tc>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r>
                        <a:rPr kumimoji="0" lang="en-US" altLang="zh-CN" sz="1500" b="1" i="1" u="none" strike="noStrike" cap="none" normalizeH="0" baseline="0" err="1">
                          <a:ln>
                            <a:noFill/>
                          </a:ln>
                          <a:solidFill>
                            <a:schemeClr val="tx1"/>
                          </a:solidFill>
                          <a:effectLst/>
                          <a:latin typeface="Times New Roman" panose="02020603050405020304" pitchFamily="18" charset="0"/>
                          <a:ea typeface="黑体" panose="02010609060101010101" pitchFamily="49" charset="-122"/>
                        </a:rPr>
                        <a:t>F</a:t>
                      </a:r>
                      <a:r>
                        <a:rPr kumimoji="0" lang="en-US" altLang="zh-CN" sz="1500" b="1" i="0" u="none" strike="noStrike" cap="none" normalizeH="0" baseline="0" err="1">
                          <a:ln>
                            <a:noFill/>
                          </a:ln>
                          <a:solidFill>
                            <a:schemeClr val="tx1"/>
                          </a:solidFill>
                          <a:effectLst/>
                          <a:latin typeface="Times New Roman" panose="02020603050405020304" pitchFamily="18" charset="0"/>
                          <a:ea typeface="黑体" panose="02010609060101010101" pitchFamily="49" charset="-122"/>
                          <a:sym typeface="Symbol" panose="05050102010706020507" pitchFamily="18" charset="2"/>
                        </a:rPr>
                        <a:t>id</a:t>
                      </a:r>
                      <a:endParaRPr kumimoji="0" lang="en-US" altLang="zh-CN" sz="1500" b="1" i="0" u="none" strike="noStrike" cap="none" normalizeH="0" baseline="0">
                        <a:ln>
                          <a:noFill/>
                        </a:ln>
                        <a:solidFill>
                          <a:schemeClr val="tx1"/>
                        </a:solidFill>
                        <a:effectLst/>
                        <a:latin typeface="Times New Roman" panose="02020603050405020304" pitchFamily="18" charset="0"/>
                        <a:ea typeface="黑体" panose="02010609060101010101" pitchFamily="49" charset="-122"/>
                        <a:sym typeface="Symbol" panose="05050102010706020507" pitchFamily="18" charset="2"/>
                      </a:endParaRPr>
                    </a:p>
                  </a:txBody>
                  <a:tcPr marL="46132" marR="46132" marT="24604" marB="24604"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chemeClr val="accent4">
                        <a:lumMod val="20000"/>
                        <a:lumOff val="80000"/>
                      </a:schemeClr>
                    </a:solidFill>
                  </a:tcPr>
                </a:tc>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endParaRPr kumimoji="0" lang="zh-CN" altLang="zh-CN" sz="1500" b="0" i="0" u="none" strike="noStrike" cap="none" normalizeH="0" baseline="0">
                        <a:ln>
                          <a:noFill/>
                        </a:ln>
                        <a:solidFill>
                          <a:schemeClr val="tx1"/>
                        </a:solidFill>
                        <a:effectLst/>
                        <a:latin typeface="Times New Roman" panose="02020603050405020304" pitchFamily="18" charset="0"/>
                        <a:ea typeface="黑体" panose="02010609060101010101" pitchFamily="49" charset="-122"/>
                      </a:endParaRPr>
                    </a:p>
                  </a:txBody>
                  <a:tcPr marL="46132" marR="46132" marT="24604" marB="24604"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chemeClr val="accent4">
                        <a:lumMod val="20000"/>
                        <a:lumOff val="80000"/>
                      </a:schemeClr>
                    </a:solidFill>
                  </a:tcPr>
                </a:tc>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endParaRPr kumimoji="0" lang="zh-CN" altLang="zh-CN" sz="1500" b="0" i="0" u="none" strike="noStrike" cap="none" normalizeH="0" baseline="0">
                        <a:ln>
                          <a:noFill/>
                        </a:ln>
                        <a:solidFill>
                          <a:schemeClr val="tx1"/>
                        </a:solidFill>
                        <a:effectLst/>
                        <a:latin typeface="Times New Roman" panose="02020603050405020304" pitchFamily="18" charset="0"/>
                        <a:ea typeface="黑体" panose="02010609060101010101" pitchFamily="49" charset="-122"/>
                      </a:endParaRPr>
                    </a:p>
                  </a:txBody>
                  <a:tcPr marL="46132" marR="46132" marT="24604" marB="24604"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chemeClr val="accent4">
                        <a:lumMod val="20000"/>
                        <a:lumOff val="80000"/>
                      </a:schemeClr>
                    </a:solidFill>
                  </a:tcPr>
                </a:tc>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r>
                        <a:rPr kumimoji="0" lang="en-US" altLang="zh-CN" sz="1500" b="1" i="1" u="none" strike="noStrike" cap="none" normalizeH="0" baseline="0">
                          <a:ln>
                            <a:noFill/>
                          </a:ln>
                          <a:solidFill>
                            <a:schemeClr val="tx1"/>
                          </a:solidFill>
                          <a:effectLst/>
                          <a:latin typeface="Times New Roman" panose="02020603050405020304" pitchFamily="18" charset="0"/>
                          <a:ea typeface="黑体" panose="02010609060101010101" pitchFamily="49" charset="-122"/>
                        </a:rPr>
                        <a:t>F</a:t>
                      </a:r>
                      <a:r>
                        <a:rPr kumimoji="0" lang="en-US" altLang="zh-CN" sz="1500" b="1" i="0" u="none" strike="noStrike" cap="none" normalizeH="0" baseline="0">
                          <a:ln>
                            <a:noFill/>
                          </a:ln>
                          <a:solidFill>
                            <a:schemeClr val="tx1"/>
                          </a:solidFill>
                          <a:effectLst/>
                          <a:latin typeface="Times New Roman" panose="02020603050405020304" pitchFamily="18" charset="0"/>
                          <a:ea typeface="黑体" panose="02010609060101010101" pitchFamily="49" charset="-122"/>
                          <a:sym typeface="Symbol" panose="05050102010706020507" pitchFamily="18" charset="2"/>
                        </a:rPr>
                        <a:t>(</a:t>
                      </a:r>
                      <a:r>
                        <a:rPr kumimoji="0" lang="en-US" altLang="zh-CN" sz="1500" b="1" i="1" u="none" strike="noStrike" cap="none" normalizeH="0" baseline="0">
                          <a:ln>
                            <a:noFill/>
                          </a:ln>
                          <a:solidFill>
                            <a:schemeClr val="tx1"/>
                          </a:solidFill>
                          <a:effectLst/>
                          <a:latin typeface="Times New Roman" panose="02020603050405020304" pitchFamily="18" charset="0"/>
                          <a:ea typeface="黑体" panose="02010609060101010101" pitchFamily="49" charset="-122"/>
                          <a:sym typeface="Symbol" panose="05050102010706020507" pitchFamily="18" charset="2"/>
                        </a:rPr>
                        <a:t>E</a:t>
                      </a:r>
                      <a:r>
                        <a:rPr kumimoji="0" lang="en-US" altLang="zh-CN" sz="1500" b="1" i="0" u="none" strike="noStrike" cap="none" normalizeH="0" baseline="0">
                          <a:ln>
                            <a:noFill/>
                          </a:ln>
                          <a:solidFill>
                            <a:schemeClr val="tx1"/>
                          </a:solidFill>
                          <a:effectLst/>
                          <a:latin typeface="Times New Roman" panose="02020603050405020304" pitchFamily="18" charset="0"/>
                          <a:ea typeface="黑体" panose="02010609060101010101" pitchFamily="49" charset="-122"/>
                          <a:sym typeface="Symbol" panose="05050102010706020507" pitchFamily="18" charset="2"/>
                        </a:rPr>
                        <a:t>)</a:t>
                      </a:r>
                      <a:endParaRPr kumimoji="0" lang="en-US" altLang="zh-CN" sz="1500" b="0" i="0" u="none" strike="noStrike" cap="none" normalizeH="0" baseline="0">
                        <a:ln>
                          <a:noFill/>
                        </a:ln>
                        <a:solidFill>
                          <a:schemeClr val="tx1"/>
                        </a:solidFill>
                        <a:effectLst/>
                        <a:latin typeface="Times New Roman" panose="02020603050405020304" pitchFamily="18" charset="0"/>
                        <a:ea typeface="黑体" panose="02010609060101010101" pitchFamily="49" charset="-122"/>
                      </a:endParaRPr>
                    </a:p>
                  </a:txBody>
                  <a:tcPr marL="46132" marR="46132" marT="24604" marB="24604"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chemeClr val="accent4">
                        <a:lumMod val="20000"/>
                        <a:lumOff val="80000"/>
                      </a:schemeClr>
                    </a:solidFill>
                  </a:tcPr>
                </a:tc>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endParaRPr kumimoji="0" lang="zh-CN" altLang="zh-CN" sz="1500" b="0" i="0" u="none" strike="noStrike" cap="none" normalizeH="0" baseline="0">
                        <a:ln>
                          <a:noFill/>
                        </a:ln>
                        <a:solidFill>
                          <a:schemeClr val="tx1"/>
                        </a:solidFill>
                        <a:effectLst/>
                        <a:latin typeface="Times New Roman" panose="02020603050405020304" pitchFamily="18" charset="0"/>
                        <a:ea typeface="黑体" panose="02010609060101010101" pitchFamily="49" charset="-122"/>
                      </a:endParaRPr>
                    </a:p>
                  </a:txBody>
                  <a:tcPr marL="46132" marR="46132" marT="24604" marB="24604"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chemeClr val="accent4">
                        <a:lumMod val="20000"/>
                        <a:lumOff val="80000"/>
                      </a:schemeClr>
                    </a:solidFill>
                  </a:tcPr>
                </a:tc>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endParaRPr kumimoji="0" lang="zh-CN" altLang="zh-CN" sz="1500" b="0" i="0" u="none" strike="noStrike" cap="none" normalizeH="0" baseline="0" dirty="0">
                        <a:ln>
                          <a:noFill/>
                        </a:ln>
                        <a:solidFill>
                          <a:schemeClr val="tx1"/>
                        </a:solidFill>
                        <a:effectLst/>
                        <a:latin typeface="Times New Roman" panose="02020603050405020304" pitchFamily="18" charset="0"/>
                        <a:ea typeface="黑体" panose="02010609060101010101" pitchFamily="49" charset="-122"/>
                      </a:endParaRPr>
                    </a:p>
                  </a:txBody>
                  <a:tcPr marL="46132" marR="46132" marT="24604" marB="24604" anchor="ct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chemeClr val="accent4">
                        <a:lumMod val="20000"/>
                        <a:lumOff val="80000"/>
                      </a:schemeClr>
                    </a:solidFill>
                  </a:tcPr>
                </a:tc>
                <a:extLst>
                  <a:ext uri="{0D108BD9-81ED-4DB2-BD59-A6C34878D82A}">
                    <a16:rowId xmlns:a16="http://schemas.microsoft.com/office/drawing/2014/main" val="10006"/>
                  </a:ext>
                </a:extLst>
              </a:tr>
            </a:tbl>
          </a:graphicData>
        </a:graphic>
      </p:graphicFrame>
      <p:sp>
        <p:nvSpPr>
          <p:cNvPr id="7" name="箭头: 下 6">
            <a:extLst>
              <a:ext uri="{FF2B5EF4-FFF2-40B4-BE49-F238E27FC236}">
                <a16:creationId xmlns:a16="http://schemas.microsoft.com/office/drawing/2014/main" id="{6ABBC506-0BC9-EFBC-3C00-DCF2AFF6D468}"/>
              </a:ext>
            </a:extLst>
          </p:cNvPr>
          <p:cNvSpPr/>
          <p:nvPr/>
        </p:nvSpPr>
        <p:spPr>
          <a:xfrm>
            <a:off x="1681224" y="3321903"/>
            <a:ext cx="275207" cy="319596"/>
          </a:xfrm>
          <a:prstGeom prst="downArrow">
            <a:avLst/>
          </a:prstGeom>
          <a:solidFill>
            <a:srgbClr val="FF0000"/>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8" name="箭头: 下 7">
            <a:extLst>
              <a:ext uri="{FF2B5EF4-FFF2-40B4-BE49-F238E27FC236}">
                <a16:creationId xmlns:a16="http://schemas.microsoft.com/office/drawing/2014/main" id="{2AAFF203-B9D7-80C6-D5C7-F3544046D24A}"/>
              </a:ext>
            </a:extLst>
          </p:cNvPr>
          <p:cNvSpPr/>
          <p:nvPr/>
        </p:nvSpPr>
        <p:spPr>
          <a:xfrm>
            <a:off x="3404971" y="3321903"/>
            <a:ext cx="275207" cy="319596"/>
          </a:xfrm>
          <a:prstGeom prst="downArrow">
            <a:avLst/>
          </a:prstGeom>
          <a:solidFill>
            <a:srgbClr val="FF0000"/>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9" name="椭圆 8">
            <a:extLst>
              <a:ext uri="{FF2B5EF4-FFF2-40B4-BE49-F238E27FC236}">
                <a16:creationId xmlns:a16="http://schemas.microsoft.com/office/drawing/2014/main" id="{C69D4DD7-07EB-33B7-DC00-07C28FBC35DD}"/>
              </a:ext>
            </a:extLst>
          </p:cNvPr>
          <p:cNvSpPr/>
          <p:nvPr/>
        </p:nvSpPr>
        <p:spPr>
          <a:xfrm>
            <a:off x="2447934" y="6267634"/>
            <a:ext cx="889246" cy="390617"/>
          </a:xfrm>
          <a:prstGeom prst="ellipse">
            <a:avLst/>
          </a:prstGeom>
          <a:noFill/>
          <a:ln w="38100">
            <a:solidFill>
              <a:srgbClr val="FF0000"/>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zh-CN" altLang="en-US"/>
          </a:p>
        </p:txBody>
      </p:sp>
    </p:spTree>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7"/>
                                        </p:tgtEl>
                                        <p:attrNameLst>
                                          <p:attrName>style.visibility</p:attrName>
                                        </p:attrNameLst>
                                      </p:cBhvr>
                                      <p:to>
                                        <p:strVal val="visible"/>
                                      </p:to>
                                    </p:set>
                                    <p:animEffect transition="in" filter="fade">
                                      <p:cBhvr>
                                        <p:cTn id="7" dur="500"/>
                                        <p:tgtEl>
                                          <p:spTgt spid="7"/>
                                        </p:tgtEl>
                                      </p:cBhvr>
                                    </p:animEffect>
                                  </p:childTnLst>
                                </p:cTn>
                              </p:par>
                              <p:par>
                                <p:cTn id="8" presetID="10" presetClass="entr" presetSubtype="0" fill="hold" grpId="0" nodeType="withEffect">
                                  <p:stCondLst>
                                    <p:cond delay="0"/>
                                  </p:stCondLst>
                                  <p:childTnLst>
                                    <p:set>
                                      <p:cBhvr>
                                        <p:cTn id="9" dur="1" fill="hold">
                                          <p:stCondLst>
                                            <p:cond delay="0"/>
                                          </p:stCondLst>
                                        </p:cTn>
                                        <p:tgtEl>
                                          <p:spTgt spid="8"/>
                                        </p:tgtEl>
                                        <p:attrNameLst>
                                          <p:attrName>style.visibility</p:attrName>
                                        </p:attrNameLst>
                                      </p:cBhvr>
                                      <p:to>
                                        <p:strVal val="visible"/>
                                      </p:to>
                                    </p:set>
                                    <p:animEffect transition="in" filter="fade">
                                      <p:cBhvr>
                                        <p:cTn id="10" dur="500"/>
                                        <p:tgtEl>
                                          <p:spTgt spid="8"/>
                                        </p:tgtEl>
                                      </p:cBhvr>
                                    </p:animEffect>
                                  </p:childTnLst>
                                </p:cTn>
                              </p:par>
                            </p:childTnLst>
                          </p:cTn>
                        </p:par>
                      </p:childTnLst>
                    </p:cTn>
                  </p:par>
                  <p:par>
                    <p:cTn id="11" fill="hold">
                      <p:stCondLst>
                        <p:cond delay="indefinite"/>
                      </p:stCondLst>
                      <p:childTnLst>
                        <p:par>
                          <p:cTn id="12" fill="hold">
                            <p:stCondLst>
                              <p:cond delay="0"/>
                            </p:stCondLst>
                            <p:childTnLst>
                              <p:par>
                                <p:cTn id="13" presetID="21" presetClass="entr" presetSubtype="1" fill="hold" grpId="0" nodeType="clickEffect">
                                  <p:stCondLst>
                                    <p:cond delay="0"/>
                                  </p:stCondLst>
                                  <p:childTnLst>
                                    <p:set>
                                      <p:cBhvr>
                                        <p:cTn id="14" dur="1" fill="hold">
                                          <p:stCondLst>
                                            <p:cond delay="0"/>
                                          </p:stCondLst>
                                        </p:cTn>
                                        <p:tgtEl>
                                          <p:spTgt spid="9"/>
                                        </p:tgtEl>
                                        <p:attrNameLst>
                                          <p:attrName>style.visibility</p:attrName>
                                        </p:attrNameLst>
                                      </p:cBhvr>
                                      <p:to>
                                        <p:strVal val="visible"/>
                                      </p:to>
                                    </p:set>
                                    <p:animEffect transition="in" filter="wheel(1)">
                                      <p:cBhvr>
                                        <p:cTn id="15" dur="2000"/>
                                        <p:tgtEl>
                                          <p:spTgt spid="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animBg="1"/>
      <p:bldP spid="8" grpId="0" animBg="1"/>
      <p:bldP spid="9" grpId="0" animBg="1"/>
    </p:bldLst>
  </p:timing>
</p:sld>
</file>

<file path=ppt/slides/slide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5602" name="Rectangle 2">
            <a:extLst>
              <a:ext uri="{FF2B5EF4-FFF2-40B4-BE49-F238E27FC236}">
                <a16:creationId xmlns:a16="http://schemas.microsoft.com/office/drawing/2014/main" id="{15042A30-47D9-4D29-8569-FB7855186D8A}"/>
              </a:ext>
            </a:extLst>
          </p:cNvPr>
          <p:cNvSpPr>
            <a:spLocks noGrp="1" noChangeArrowheads="1"/>
          </p:cNvSpPr>
          <p:nvPr>
            <p:ph type="title"/>
          </p:nvPr>
        </p:nvSpPr>
        <p:spPr/>
        <p:txBody>
          <a:bodyPr/>
          <a:lstStyle/>
          <a:p>
            <a:pPr eaLnBrk="1" hangingPunct="1"/>
            <a:r>
              <a:rPr lang="en-US" altLang="zh-CN"/>
              <a:t>3.3.4 </a:t>
            </a:r>
            <a:r>
              <a:rPr lang="zh-CN" altLang="en-US"/>
              <a:t>非递归的预测分析</a:t>
            </a:r>
          </a:p>
        </p:txBody>
      </p:sp>
      <p:sp>
        <p:nvSpPr>
          <p:cNvPr id="25603" name="Rectangle 3">
            <a:extLst>
              <a:ext uri="{FF2B5EF4-FFF2-40B4-BE49-F238E27FC236}">
                <a16:creationId xmlns:a16="http://schemas.microsoft.com/office/drawing/2014/main" id="{799F93C6-022F-4FD3-A368-FE82EDFF9B41}"/>
              </a:ext>
            </a:extLst>
          </p:cNvPr>
          <p:cNvSpPr>
            <a:spLocks noGrp="1" noChangeArrowheads="1"/>
          </p:cNvSpPr>
          <p:nvPr>
            <p:ph idx="1"/>
          </p:nvPr>
        </p:nvSpPr>
        <p:spPr/>
        <p:txBody>
          <a:bodyPr/>
          <a:lstStyle/>
          <a:p>
            <a:pPr eaLnBrk="1" hangingPunct="1">
              <a:lnSpc>
                <a:spcPct val="90000"/>
              </a:lnSpc>
              <a:buFont typeface="Wingdings" panose="05000000000000000000" pitchFamily="2" charset="2"/>
              <a:buNone/>
            </a:pPr>
            <a:r>
              <a:rPr lang="zh-CN" altLang="en-US" sz="2800"/>
              <a:t>预测分析器接受输入</a:t>
            </a:r>
            <a:r>
              <a:rPr lang="en-US" altLang="zh-CN" sz="2800" b="1">
                <a:latin typeface="Times New Roman" panose="02020603050405020304" pitchFamily="18" charset="0"/>
              </a:rPr>
              <a:t>id</a:t>
            </a:r>
            <a:r>
              <a:rPr lang="en-US" altLang="zh-CN" sz="2800">
                <a:latin typeface="Times New Roman" panose="02020603050405020304" pitchFamily="18" charset="0"/>
              </a:rPr>
              <a:t> * </a:t>
            </a:r>
            <a:r>
              <a:rPr lang="en-US" altLang="zh-CN" sz="2800" b="1">
                <a:latin typeface="Times New Roman" panose="02020603050405020304" pitchFamily="18" charset="0"/>
              </a:rPr>
              <a:t>id</a:t>
            </a:r>
            <a:r>
              <a:rPr lang="en-US" altLang="zh-CN" sz="2800">
                <a:latin typeface="Times New Roman" panose="02020603050405020304" pitchFamily="18" charset="0"/>
              </a:rPr>
              <a:t> + </a:t>
            </a:r>
            <a:r>
              <a:rPr lang="en-US" altLang="zh-CN" sz="2800" b="1">
                <a:latin typeface="Times New Roman" panose="02020603050405020304" pitchFamily="18" charset="0"/>
              </a:rPr>
              <a:t>id</a:t>
            </a:r>
            <a:r>
              <a:rPr lang="zh-CN" altLang="en-US" sz="2800"/>
              <a:t>的动作</a:t>
            </a:r>
          </a:p>
        </p:txBody>
      </p:sp>
      <p:graphicFrame>
        <p:nvGraphicFramePr>
          <p:cNvPr id="5" name="Group 4">
            <a:extLst>
              <a:ext uri="{FF2B5EF4-FFF2-40B4-BE49-F238E27FC236}">
                <a16:creationId xmlns:a16="http://schemas.microsoft.com/office/drawing/2014/main" id="{6AAB7555-38BF-4427-9706-1E5C0A62865D}"/>
              </a:ext>
            </a:extLst>
          </p:cNvPr>
          <p:cNvGraphicFramePr>
            <a:graphicFrameLocks/>
          </p:cNvGraphicFramePr>
          <p:nvPr/>
        </p:nvGraphicFramePr>
        <p:xfrm>
          <a:off x="609600" y="1981200"/>
          <a:ext cx="8305800" cy="4667252"/>
        </p:xfrm>
        <a:graphic>
          <a:graphicData uri="http://schemas.openxmlformats.org/drawingml/2006/table">
            <a:tbl>
              <a:tblPr/>
              <a:tblGrid>
                <a:gridCol w="2690813">
                  <a:extLst>
                    <a:ext uri="{9D8B030D-6E8A-4147-A177-3AD203B41FA5}">
                      <a16:colId xmlns:a16="http://schemas.microsoft.com/office/drawing/2014/main" val="20000"/>
                    </a:ext>
                  </a:extLst>
                </a:gridCol>
                <a:gridCol w="2808287">
                  <a:extLst>
                    <a:ext uri="{9D8B030D-6E8A-4147-A177-3AD203B41FA5}">
                      <a16:colId xmlns:a16="http://schemas.microsoft.com/office/drawing/2014/main" val="20001"/>
                    </a:ext>
                  </a:extLst>
                </a:gridCol>
                <a:gridCol w="2806700">
                  <a:extLst>
                    <a:ext uri="{9D8B030D-6E8A-4147-A177-3AD203B41FA5}">
                      <a16:colId xmlns:a16="http://schemas.microsoft.com/office/drawing/2014/main" val="20002"/>
                    </a:ext>
                  </a:extLst>
                </a:gridCol>
              </a:tblGrid>
              <a:tr h="518160">
                <a:tc>
                  <a:txBody>
                    <a:body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itchFamily="2" charset="2"/>
                        <a:buNone/>
                        <a:tabLst/>
                      </a:pPr>
                      <a:r>
                        <a:rPr kumimoji="0" lang="zh-CN" altLang="en-US" sz="2800" b="0" i="0" u="none" strike="noStrike" cap="none" normalizeH="0" baseline="0">
                          <a:ln>
                            <a:noFill/>
                          </a:ln>
                          <a:solidFill>
                            <a:schemeClr val="tx1"/>
                          </a:solidFill>
                          <a:effectLst/>
                          <a:latin typeface="Times New Roman" pitchFamily="18" charset="0"/>
                          <a:ea typeface="黑体" pitchFamily="2" charset="-122"/>
                        </a:rPr>
                        <a:t>栈 </a:t>
                      </a:r>
                    </a:p>
                  </a:txBody>
                  <a:tcPr horzOverflow="overflow">
                    <a:lnL w="28575"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28575"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a:txBody>
                    <a:body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itchFamily="2" charset="2"/>
                        <a:buNone/>
                        <a:tabLst/>
                      </a:pPr>
                      <a:r>
                        <a:rPr kumimoji="0" lang="zh-CN" altLang="en-US" sz="2800" b="0" i="0" u="none" strike="noStrike" cap="none" normalizeH="0" baseline="0">
                          <a:ln>
                            <a:noFill/>
                          </a:ln>
                          <a:solidFill>
                            <a:schemeClr val="tx1"/>
                          </a:solidFill>
                          <a:effectLst/>
                          <a:latin typeface="Times New Roman" pitchFamily="18" charset="0"/>
                          <a:ea typeface="黑体" pitchFamily="2" charset="-122"/>
                        </a:rPr>
                        <a:t>输    入 </a:t>
                      </a:r>
                    </a:p>
                  </a:txBody>
                  <a:tcPr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28575"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a:txBody>
                    <a:body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itchFamily="2" charset="2"/>
                        <a:buNone/>
                        <a:tabLst/>
                      </a:pPr>
                      <a:r>
                        <a:rPr kumimoji="0" lang="zh-CN" altLang="en-US" sz="2800" b="0" i="0" u="none" strike="noStrike" cap="none" normalizeH="0" baseline="0">
                          <a:ln>
                            <a:noFill/>
                          </a:ln>
                          <a:solidFill>
                            <a:schemeClr val="tx1"/>
                          </a:solidFill>
                          <a:effectLst/>
                          <a:latin typeface="Times New Roman" pitchFamily="18" charset="0"/>
                          <a:ea typeface="黑体" pitchFamily="2" charset="-122"/>
                        </a:rPr>
                        <a:t>输    出 </a:t>
                      </a:r>
                    </a:p>
                  </a:txBody>
                  <a:tcPr horzOverflow="overflow">
                    <a:lnL w="12700" cap="flat" cmpd="sng" algn="ctr">
                      <a:solidFill>
                        <a:schemeClr val="tx1"/>
                      </a:solidFill>
                      <a:prstDash val="solid"/>
                      <a:round/>
                      <a:headEnd type="none" w="sm" len="sm"/>
                      <a:tailEnd type="none" w="sm" len="sm"/>
                    </a:lnL>
                    <a:lnR w="28575" cap="flat" cmpd="sng" algn="ctr">
                      <a:solidFill>
                        <a:schemeClr val="tx1"/>
                      </a:solidFill>
                      <a:prstDash val="solid"/>
                      <a:round/>
                      <a:headEnd type="none" w="sm" len="sm"/>
                      <a:tailEnd type="none" w="sm" len="sm"/>
                    </a:lnR>
                    <a:lnT w="28575"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extLst>
                  <a:ext uri="{0D108BD9-81ED-4DB2-BD59-A6C34878D82A}">
                    <a16:rowId xmlns:a16="http://schemas.microsoft.com/office/drawing/2014/main" val="10000"/>
                  </a:ext>
                </a:extLst>
              </a:tr>
              <a:tr h="519113">
                <a:tc>
                  <a:txBody>
                    <a:bodyPr/>
                    <a:lstStyle/>
                    <a:p>
                      <a:pPr marL="0" marR="0" lvl="0" indent="0" algn="l" defTabSz="914400" rtl="0" eaLnBrk="1" fontAlgn="base" latinLnBrk="0" hangingPunct="1">
                        <a:lnSpc>
                          <a:spcPct val="100000"/>
                        </a:lnSpc>
                        <a:spcBef>
                          <a:spcPct val="20000"/>
                        </a:spcBef>
                        <a:spcAft>
                          <a:spcPct val="0"/>
                        </a:spcAft>
                        <a:buClr>
                          <a:schemeClr val="folHlink"/>
                        </a:buClr>
                        <a:buSzPct val="60000"/>
                        <a:buFont typeface="Wingdings" pitchFamily="2" charset="2"/>
                        <a:buNone/>
                        <a:tabLst/>
                      </a:pPr>
                      <a:r>
                        <a:rPr kumimoji="0" lang="en-US" altLang="zh-CN" sz="2800" b="1" i="0" u="none" strike="noStrike" cap="none" normalizeH="0" baseline="0">
                          <a:ln>
                            <a:noFill/>
                          </a:ln>
                          <a:solidFill>
                            <a:schemeClr val="tx1"/>
                          </a:solidFill>
                          <a:effectLst/>
                          <a:latin typeface="Times New Roman" pitchFamily="18" charset="0"/>
                          <a:ea typeface="黑体" pitchFamily="2" charset="-122"/>
                        </a:rPr>
                        <a:t>$</a:t>
                      </a:r>
                      <a:r>
                        <a:rPr kumimoji="0" lang="en-US" altLang="zh-CN" sz="2800" b="1" i="1" u="none" strike="noStrike" cap="none" normalizeH="0" baseline="0">
                          <a:ln>
                            <a:noFill/>
                          </a:ln>
                          <a:solidFill>
                            <a:schemeClr val="tx1"/>
                          </a:solidFill>
                          <a:effectLst/>
                          <a:latin typeface="Times New Roman" pitchFamily="18" charset="0"/>
                          <a:ea typeface="黑体" pitchFamily="2" charset="-122"/>
                        </a:rPr>
                        <a:t>E</a:t>
                      </a:r>
                      <a:r>
                        <a:rPr kumimoji="0" lang="en-US" altLang="zh-CN" sz="2800" b="0" i="0" u="none" strike="noStrike" cap="none" normalizeH="0" baseline="0">
                          <a:ln>
                            <a:noFill/>
                          </a:ln>
                          <a:solidFill>
                            <a:schemeClr val="tx1"/>
                          </a:solidFill>
                          <a:effectLst/>
                          <a:latin typeface="Times New Roman" pitchFamily="18" charset="0"/>
                          <a:ea typeface="黑体" pitchFamily="2" charset="-122"/>
                        </a:rPr>
                        <a:t> </a:t>
                      </a:r>
                    </a:p>
                  </a:txBody>
                  <a:tcPr horzOverflow="overflow">
                    <a:lnL w="28575"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
                          <a:schemeClr val="folHlink"/>
                        </a:buClr>
                        <a:buSzPct val="60000"/>
                        <a:buFont typeface="Wingdings" pitchFamily="2" charset="2"/>
                        <a:buNone/>
                        <a:tabLst/>
                      </a:pPr>
                      <a:r>
                        <a:rPr kumimoji="0" lang="en-US" altLang="zh-CN" sz="2800" b="1" i="0" u="none" strike="noStrike" cap="none" normalizeH="0" baseline="0">
                          <a:ln>
                            <a:noFill/>
                          </a:ln>
                          <a:solidFill>
                            <a:schemeClr val="tx1"/>
                          </a:solidFill>
                          <a:effectLst/>
                          <a:latin typeface="Times New Roman" pitchFamily="18" charset="0"/>
                          <a:ea typeface="黑体" pitchFamily="2" charset="-122"/>
                        </a:rPr>
                        <a:t>id </a:t>
                      </a:r>
                      <a:r>
                        <a:rPr kumimoji="0" lang="en-US" altLang="zh-CN" sz="2800" b="1" i="0" u="none" strike="noStrike" cap="none" normalizeH="0" baseline="0">
                          <a:ln>
                            <a:noFill/>
                          </a:ln>
                          <a:solidFill>
                            <a:schemeClr val="tx1"/>
                          </a:solidFill>
                          <a:effectLst/>
                          <a:latin typeface="Times New Roman" pitchFamily="18" charset="0"/>
                          <a:ea typeface="黑体" pitchFamily="2" charset="-122"/>
                          <a:cs typeface="Times New Roman" pitchFamily="18" charset="0"/>
                          <a:sym typeface="Symbol" pitchFamily="18" charset="2"/>
                        </a:rPr>
                        <a:t></a:t>
                      </a:r>
                      <a:r>
                        <a:rPr kumimoji="0" lang="en-US" altLang="zh-CN" sz="2800" b="1" i="0" u="none" strike="noStrike" cap="none" normalizeH="0" baseline="0">
                          <a:ln>
                            <a:noFill/>
                          </a:ln>
                          <a:solidFill>
                            <a:schemeClr val="tx1"/>
                          </a:solidFill>
                          <a:effectLst/>
                          <a:latin typeface="Times New Roman" pitchFamily="18" charset="0"/>
                          <a:ea typeface="黑体" pitchFamily="2" charset="-122"/>
                        </a:rPr>
                        <a:t> id + id$</a:t>
                      </a:r>
                      <a:r>
                        <a:rPr kumimoji="0" lang="en-US" altLang="zh-CN" sz="2800" b="0" i="0" u="none" strike="noStrike" cap="none" normalizeH="0" baseline="0">
                          <a:ln>
                            <a:noFill/>
                          </a:ln>
                          <a:solidFill>
                            <a:schemeClr val="tx1"/>
                          </a:solidFill>
                          <a:effectLst/>
                          <a:latin typeface="Times New Roman" pitchFamily="18" charset="0"/>
                          <a:ea typeface="黑体" pitchFamily="2" charset="-122"/>
                        </a:rPr>
                        <a:t> </a:t>
                      </a:r>
                    </a:p>
                  </a:txBody>
                  <a:tcPr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
                          <a:schemeClr val="folHlink"/>
                        </a:buClr>
                        <a:buSzPct val="60000"/>
                        <a:buFont typeface="Wingdings" pitchFamily="2" charset="2"/>
                        <a:buNone/>
                        <a:tabLst/>
                      </a:pPr>
                      <a:endParaRPr kumimoji="0" lang="zh-CN" altLang="zh-CN" sz="2800" b="0" i="0" u="none" strike="noStrike" cap="none" normalizeH="0" baseline="0">
                        <a:ln>
                          <a:noFill/>
                        </a:ln>
                        <a:solidFill>
                          <a:schemeClr val="tx1"/>
                        </a:solidFill>
                        <a:effectLst/>
                        <a:latin typeface="Times New Roman" pitchFamily="18" charset="0"/>
                        <a:ea typeface="黑体" pitchFamily="2" charset="-122"/>
                      </a:endParaRPr>
                    </a:p>
                  </a:txBody>
                  <a:tcPr horzOverflow="overflow">
                    <a:lnL w="12700" cap="flat" cmpd="sng" algn="ctr">
                      <a:solidFill>
                        <a:schemeClr val="tx1"/>
                      </a:solidFill>
                      <a:prstDash val="solid"/>
                      <a:round/>
                      <a:headEnd type="none" w="sm" len="sm"/>
                      <a:tailEnd type="none" w="sm" len="sm"/>
                    </a:lnL>
                    <a:lnR w="28575"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extLst>
                  <a:ext uri="{0D108BD9-81ED-4DB2-BD59-A6C34878D82A}">
                    <a16:rowId xmlns:a16="http://schemas.microsoft.com/office/drawing/2014/main" val="10001"/>
                  </a:ext>
                </a:extLst>
              </a:tr>
              <a:tr h="518160">
                <a:tc>
                  <a:txBody>
                    <a:bodyPr/>
                    <a:lstStyle/>
                    <a:p>
                      <a:pPr marL="0" marR="0" lvl="0" indent="0" algn="l" defTabSz="914400" rtl="0" eaLnBrk="1" fontAlgn="base" latinLnBrk="0" hangingPunct="1">
                        <a:lnSpc>
                          <a:spcPct val="100000"/>
                        </a:lnSpc>
                        <a:spcBef>
                          <a:spcPct val="20000"/>
                        </a:spcBef>
                        <a:spcAft>
                          <a:spcPct val="0"/>
                        </a:spcAft>
                        <a:buClr>
                          <a:schemeClr val="folHlink"/>
                        </a:buClr>
                        <a:buSzPct val="60000"/>
                        <a:buFont typeface="Wingdings" pitchFamily="2" charset="2"/>
                        <a:buNone/>
                        <a:tabLst/>
                      </a:pPr>
                      <a:r>
                        <a:rPr kumimoji="0" lang="en-US" altLang="zh-CN" sz="2800" b="1" i="0" u="none" strike="noStrike" cap="none" normalizeH="0" baseline="0">
                          <a:ln>
                            <a:noFill/>
                          </a:ln>
                          <a:solidFill>
                            <a:schemeClr val="tx1"/>
                          </a:solidFill>
                          <a:effectLst/>
                          <a:latin typeface="Times New Roman" pitchFamily="18" charset="0"/>
                          <a:ea typeface="黑体" pitchFamily="2" charset="-122"/>
                        </a:rPr>
                        <a:t>$</a:t>
                      </a:r>
                      <a:r>
                        <a:rPr kumimoji="0" lang="en-US" altLang="zh-CN" sz="2800" b="1" i="1" u="none" strike="noStrike" cap="none" normalizeH="0" baseline="0">
                          <a:ln>
                            <a:noFill/>
                          </a:ln>
                          <a:solidFill>
                            <a:schemeClr val="tx1"/>
                          </a:solidFill>
                          <a:effectLst/>
                          <a:latin typeface="Times New Roman" pitchFamily="18" charset="0"/>
                          <a:ea typeface="黑体" pitchFamily="2" charset="-122"/>
                        </a:rPr>
                        <a:t>E </a:t>
                      </a:r>
                      <a:r>
                        <a:rPr kumimoji="0" lang="en-US" altLang="zh-CN" sz="2800" b="1" i="0" u="none" strike="noStrike" cap="none" normalizeH="0" baseline="0">
                          <a:ln>
                            <a:noFill/>
                          </a:ln>
                          <a:solidFill>
                            <a:schemeClr val="tx1"/>
                          </a:solidFill>
                          <a:effectLst/>
                          <a:latin typeface="Times New Roman" pitchFamily="18" charset="0"/>
                          <a:ea typeface="黑体" pitchFamily="2" charset="-122"/>
                          <a:sym typeface="Symbol" pitchFamily="18" charset="2"/>
                        </a:rPr>
                        <a:t></a:t>
                      </a:r>
                      <a:r>
                        <a:rPr kumimoji="0" lang="en-US" altLang="zh-CN" sz="2800" b="1" i="1" u="none" strike="noStrike" cap="none" normalizeH="0" baseline="0">
                          <a:ln>
                            <a:noFill/>
                          </a:ln>
                          <a:solidFill>
                            <a:schemeClr val="tx1"/>
                          </a:solidFill>
                          <a:effectLst/>
                          <a:latin typeface="Times New Roman" pitchFamily="18" charset="0"/>
                          <a:ea typeface="黑体" pitchFamily="2" charset="-122"/>
                        </a:rPr>
                        <a:t>T</a:t>
                      </a:r>
                      <a:r>
                        <a:rPr kumimoji="0" lang="en-US" altLang="zh-CN" sz="2800" b="0" i="0" u="none" strike="noStrike" cap="none" normalizeH="0" baseline="0">
                          <a:ln>
                            <a:noFill/>
                          </a:ln>
                          <a:solidFill>
                            <a:schemeClr val="tx1"/>
                          </a:solidFill>
                          <a:effectLst/>
                          <a:latin typeface="Times New Roman" pitchFamily="18" charset="0"/>
                          <a:ea typeface="黑体" pitchFamily="2" charset="-122"/>
                        </a:rPr>
                        <a:t> </a:t>
                      </a:r>
                    </a:p>
                  </a:txBody>
                  <a:tcPr horzOverflow="overflow">
                    <a:lnL w="28575"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
                          <a:schemeClr val="folHlink"/>
                        </a:buClr>
                        <a:buSzPct val="60000"/>
                        <a:buFont typeface="Wingdings" pitchFamily="2" charset="2"/>
                        <a:buNone/>
                        <a:tabLst/>
                      </a:pPr>
                      <a:r>
                        <a:rPr kumimoji="0" lang="en-US" altLang="zh-CN" sz="2800" b="1" i="0" u="none" strike="noStrike" cap="none" normalizeH="0" baseline="0">
                          <a:ln>
                            <a:noFill/>
                          </a:ln>
                          <a:solidFill>
                            <a:schemeClr val="tx1"/>
                          </a:solidFill>
                          <a:effectLst/>
                          <a:latin typeface="Times New Roman" pitchFamily="18" charset="0"/>
                          <a:ea typeface="黑体" pitchFamily="2" charset="-122"/>
                        </a:rPr>
                        <a:t>id </a:t>
                      </a:r>
                      <a:r>
                        <a:rPr kumimoji="0" lang="en-US" altLang="zh-CN" sz="2800" b="1" i="0" u="none" strike="noStrike" cap="none" normalizeH="0" baseline="0">
                          <a:ln>
                            <a:noFill/>
                          </a:ln>
                          <a:solidFill>
                            <a:schemeClr val="tx1"/>
                          </a:solidFill>
                          <a:effectLst/>
                          <a:latin typeface="Times New Roman" pitchFamily="18" charset="0"/>
                          <a:ea typeface="黑体" pitchFamily="2" charset="-122"/>
                          <a:cs typeface="Times New Roman" pitchFamily="18" charset="0"/>
                          <a:sym typeface="Symbol" pitchFamily="18" charset="2"/>
                        </a:rPr>
                        <a:t></a:t>
                      </a:r>
                      <a:r>
                        <a:rPr kumimoji="0" lang="en-US" altLang="zh-CN" sz="2800" b="1" i="0" u="none" strike="noStrike" cap="none" normalizeH="0" baseline="0">
                          <a:ln>
                            <a:noFill/>
                          </a:ln>
                          <a:solidFill>
                            <a:schemeClr val="tx1"/>
                          </a:solidFill>
                          <a:effectLst/>
                          <a:latin typeface="Times New Roman" pitchFamily="18" charset="0"/>
                          <a:ea typeface="黑体" pitchFamily="2" charset="-122"/>
                        </a:rPr>
                        <a:t> id + id$</a:t>
                      </a:r>
                      <a:r>
                        <a:rPr kumimoji="0" lang="en-US" altLang="zh-CN" sz="2800" b="0" i="0" u="none" strike="noStrike" cap="none" normalizeH="0" baseline="0">
                          <a:ln>
                            <a:noFill/>
                          </a:ln>
                          <a:solidFill>
                            <a:schemeClr val="tx1"/>
                          </a:solidFill>
                          <a:effectLst/>
                          <a:latin typeface="Times New Roman" pitchFamily="18" charset="0"/>
                          <a:ea typeface="黑体" pitchFamily="2" charset="-122"/>
                        </a:rPr>
                        <a:t> </a:t>
                      </a:r>
                    </a:p>
                  </a:txBody>
                  <a:tcPr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
                          <a:schemeClr val="folHlink"/>
                        </a:buClr>
                        <a:buSzPct val="60000"/>
                        <a:buFont typeface="Wingdings" pitchFamily="2" charset="2"/>
                        <a:buNone/>
                        <a:tabLst/>
                      </a:pPr>
                      <a:r>
                        <a:rPr kumimoji="0" lang="en-US" altLang="zh-CN" sz="2800" b="1" i="1" u="none" strike="noStrike" cap="none" normalizeH="0" baseline="0">
                          <a:ln>
                            <a:noFill/>
                          </a:ln>
                          <a:solidFill>
                            <a:schemeClr val="tx1"/>
                          </a:solidFill>
                          <a:effectLst/>
                          <a:latin typeface="Times New Roman" pitchFamily="18" charset="0"/>
                          <a:ea typeface="黑体" pitchFamily="2" charset="-122"/>
                        </a:rPr>
                        <a:t>E</a:t>
                      </a:r>
                      <a:r>
                        <a:rPr kumimoji="0" lang="en-US" altLang="zh-CN" sz="2800" b="1" i="0" u="none" strike="noStrike" cap="none" normalizeH="0" baseline="0">
                          <a:ln>
                            <a:noFill/>
                          </a:ln>
                          <a:solidFill>
                            <a:schemeClr val="tx1"/>
                          </a:solidFill>
                          <a:effectLst/>
                          <a:latin typeface="Times New Roman" pitchFamily="18" charset="0"/>
                          <a:ea typeface="黑体" pitchFamily="2" charset="-122"/>
                        </a:rPr>
                        <a:t> </a:t>
                      </a:r>
                      <a:r>
                        <a:rPr kumimoji="0" lang="en-US" altLang="zh-CN" sz="2800" b="1" i="0" u="none" strike="noStrike" cap="none" normalizeH="0" baseline="0">
                          <a:ln>
                            <a:noFill/>
                          </a:ln>
                          <a:solidFill>
                            <a:schemeClr val="tx1"/>
                          </a:solidFill>
                          <a:effectLst/>
                          <a:latin typeface="Times New Roman" pitchFamily="18" charset="0"/>
                          <a:ea typeface="黑体" pitchFamily="2" charset="-122"/>
                          <a:sym typeface="Symbol" pitchFamily="18" charset="2"/>
                        </a:rPr>
                        <a:t></a:t>
                      </a:r>
                      <a:r>
                        <a:rPr kumimoji="0" lang="en-US" altLang="zh-CN" sz="2800" b="1" i="0" u="none" strike="noStrike" cap="none" normalizeH="0" baseline="0">
                          <a:ln>
                            <a:noFill/>
                          </a:ln>
                          <a:solidFill>
                            <a:schemeClr val="tx1"/>
                          </a:solidFill>
                          <a:effectLst/>
                          <a:latin typeface="Times New Roman" pitchFamily="18" charset="0"/>
                          <a:ea typeface="黑体" pitchFamily="2" charset="-122"/>
                        </a:rPr>
                        <a:t> </a:t>
                      </a:r>
                      <a:r>
                        <a:rPr kumimoji="0" lang="en-US" altLang="zh-CN" sz="2800" b="1" i="1" u="none" strike="noStrike" cap="none" normalizeH="0" baseline="0">
                          <a:ln>
                            <a:noFill/>
                          </a:ln>
                          <a:solidFill>
                            <a:schemeClr val="tx1"/>
                          </a:solidFill>
                          <a:effectLst/>
                          <a:latin typeface="Times New Roman" pitchFamily="18" charset="0"/>
                          <a:ea typeface="黑体" pitchFamily="2" charset="-122"/>
                        </a:rPr>
                        <a:t>TE </a:t>
                      </a:r>
                      <a:r>
                        <a:rPr kumimoji="0" lang="en-US" altLang="zh-CN" sz="2800" b="1" i="0" u="none" strike="noStrike" cap="none" normalizeH="0" baseline="0">
                          <a:ln>
                            <a:noFill/>
                          </a:ln>
                          <a:solidFill>
                            <a:schemeClr val="tx1"/>
                          </a:solidFill>
                          <a:effectLst/>
                          <a:latin typeface="Times New Roman" pitchFamily="18" charset="0"/>
                          <a:ea typeface="黑体" pitchFamily="2" charset="-122"/>
                          <a:sym typeface="Symbol" pitchFamily="18" charset="2"/>
                        </a:rPr>
                        <a:t></a:t>
                      </a:r>
                      <a:r>
                        <a:rPr kumimoji="0" lang="en-US" altLang="zh-CN" sz="2800" b="0" i="0" u="none" strike="noStrike" cap="none" normalizeH="0" baseline="0">
                          <a:ln>
                            <a:noFill/>
                          </a:ln>
                          <a:solidFill>
                            <a:schemeClr val="tx1"/>
                          </a:solidFill>
                          <a:effectLst/>
                          <a:latin typeface="Times New Roman" pitchFamily="18" charset="0"/>
                          <a:ea typeface="黑体" pitchFamily="2" charset="-122"/>
                        </a:rPr>
                        <a:t> </a:t>
                      </a:r>
                    </a:p>
                  </a:txBody>
                  <a:tcPr horzOverflow="overflow">
                    <a:lnL w="12700" cap="flat" cmpd="sng" algn="ctr">
                      <a:solidFill>
                        <a:schemeClr val="tx1"/>
                      </a:solidFill>
                      <a:prstDash val="solid"/>
                      <a:round/>
                      <a:headEnd type="none" w="sm" len="sm"/>
                      <a:tailEnd type="none" w="sm" len="sm"/>
                    </a:lnL>
                    <a:lnR w="28575"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extLst>
                  <a:ext uri="{0D108BD9-81ED-4DB2-BD59-A6C34878D82A}">
                    <a16:rowId xmlns:a16="http://schemas.microsoft.com/office/drawing/2014/main" val="10002"/>
                  </a:ext>
                </a:extLst>
              </a:tr>
              <a:tr h="519113">
                <a:tc>
                  <a:txBody>
                    <a:bodyPr/>
                    <a:lstStyle/>
                    <a:p>
                      <a:pPr marL="0" marR="0" lvl="0" indent="0" algn="l" defTabSz="914400" rtl="0" eaLnBrk="1" fontAlgn="base" latinLnBrk="0" hangingPunct="1">
                        <a:lnSpc>
                          <a:spcPct val="100000"/>
                        </a:lnSpc>
                        <a:spcBef>
                          <a:spcPct val="20000"/>
                        </a:spcBef>
                        <a:spcAft>
                          <a:spcPct val="0"/>
                        </a:spcAft>
                        <a:buClr>
                          <a:schemeClr val="folHlink"/>
                        </a:buClr>
                        <a:buSzPct val="60000"/>
                        <a:buFont typeface="Wingdings" pitchFamily="2" charset="2"/>
                        <a:buNone/>
                        <a:tabLst/>
                      </a:pPr>
                      <a:r>
                        <a:rPr kumimoji="0" lang="en-US" altLang="zh-CN" sz="2800" b="1" i="0" u="none" strike="noStrike" cap="none" normalizeH="0" baseline="0">
                          <a:ln>
                            <a:noFill/>
                          </a:ln>
                          <a:solidFill>
                            <a:schemeClr val="tx1"/>
                          </a:solidFill>
                          <a:effectLst/>
                          <a:latin typeface="Times New Roman" pitchFamily="18" charset="0"/>
                          <a:ea typeface="黑体" pitchFamily="2" charset="-122"/>
                        </a:rPr>
                        <a:t>$</a:t>
                      </a:r>
                      <a:r>
                        <a:rPr kumimoji="0" lang="en-US" altLang="zh-CN" sz="2800" b="1" i="1" u="none" strike="noStrike" cap="none" normalizeH="0" baseline="0">
                          <a:ln>
                            <a:noFill/>
                          </a:ln>
                          <a:solidFill>
                            <a:schemeClr val="tx1"/>
                          </a:solidFill>
                          <a:effectLst/>
                          <a:latin typeface="Times New Roman" pitchFamily="18" charset="0"/>
                          <a:ea typeface="黑体" pitchFamily="2" charset="-122"/>
                        </a:rPr>
                        <a:t>E </a:t>
                      </a:r>
                      <a:r>
                        <a:rPr kumimoji="0" lang="en-US" altLang="zh-CN" sz="2800" b="1" i="0" u="none" strike="noStrike" cap="none" normalizeH="0" baseline="0">
                          <a:ln>
                            <a:noFill/>
                          </a:ln>
                          <a:solidFill>
                            <a:schemeClr val="tx1"/>
                          </a:solidFill>
                          <a:effectLst/>
                          <a:latin typeface="Times New Roman" pitchFamily="18" charset="0"/>
                          <a:ea typeface="黑体" pitchFamily="2" charset="-122"/>
                          <a:sym typeface="Symbol" pitchFamily="18" charset="2"/>
                        </a:rPr>
                        <a:t></a:t>
                      </a:r>
                      <a:r>
                        <a:rPr kumimoji="0" lang="en-US" altLang="zh-CN" sz="2800" b="1" i="1" u="none" strike="noStrike" cap="none" normalizeH="0" baseline="0">
                          <a:ln>
                            <a:noFill/>
                          </a:ln>
                          <a:solidFill>
                            <a:schemeClr val="tx1"/>
                          </a:solidFill>
                          <a:effectLst/>
                          <a:latin typeface="Times New Roman" pitchFamily="18" charset="0"/>
                          <a:ea typeface="黑体" pitchFamily="2" charset="-122"/>
                        </a:rPr>
                        <a:t>T </a:t>
                      </a:r>
                      <a:r>
                        <a:rPr kumimoji="0" lang="en-US" altLang="zh-CN" sz="2800" b="1" i="0" u="none" strike="noStrike" cap="none" normalizeH="0" baseline="0">
                          <a:ln>
                            <a:noFill/>
                          </a:ln>
                          <a:solidFill>
                            <a:schemeClr val="tx1"/>
                          </a:solidFill>
                          <a:effectLst/>
                          <a:latin typeface="Times New Roman" pitchFamily="18" charset="0"/>
                          <a:ea typeface="黑体" pitchFamily="2" charset="-122"/>
                          <a:sym typeface="Symbol" pitchFamily="18" charset="2"/>
                        </a:rPr>
                        <a:t></a:t>
                      </a:r>
                      <a:r>
                        <a:rPr kumimoji="0" lang="en-US" altLang="zh-CN" sz="2800" b="1" i="1" u="none" strike="noStrike" cap="none" normalizeH="0" baseline="0">
                          <a:ln>
                            <a:noFill/>
                          </a:ln>
                          <a:solidFill>
                            <a:schemeClr val="tx1"/>
                          </a:solidFill>
                          <a:effectLst/>
                          <a:latin typeface="Times New Roman" pitchFamily="18" charset="0"/>
                          <a:ea typeface="黑体" pitchFamily="2" charset="-122"/>
                        </a:rPr>
                        <a:t>F</a:t>
                      </a:r>
                      <a:r>
                        <a:rPr kumimoji="0" lang="en-US" altLang="zh-CN" sz="2800" b="0" i="0" u="none" strike="noStrike" cap="none" normalizeH="0" baseline="0">
                          <a:ln>
                            <a:noFill/>
                          </a:ln>
                          <a:solidFill>
                            <a:schemeClr val="tx1"/>
                          </a:solidFill>
                          <a:effectLst/>
                          <a:latin typeface="Times New Roman" pitchFamily="18" charset="0"/>
                          <a:ea typeface="黑体" pitchFamily="2" charset="-122"/>
                        </a:rPr>
                        <a:t> </a:t>
                      </a:r>
                    </a:p>
                  </a:txBody>
                  <a:tcPr horzOverflow="overflow">
                    <a:lnL w="28575"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
                          <a:schemeClr val="folHlink"/>
                        </a:buClr>
                        <a:buSzPct val="60000"/>
                        <a:buFont typeface="Wingdings" pitchFamily="2" charset="2"/>
                        <a:buNone/>
                        <a:tabLst/>
                      </a:pPr>
                      <a:r>
                        <a:rPr kumimoji="0" lang="en-US" altLang="zh-CN" sz="2800" b="1" i="0" u="none" strike="noStrike" cap="none" normalizeH="0" baseline="0">
                          <a:ln>
                            <a:noFill/>
                          </a:ln>
                          <a:solidFill>
                            <a:schemeClr val="tx1"/>
                          </a:solidFill>
                          <a:effectLst/>
                          <a:latin typeface="Times New Roman" pitchFamily="18" charset="0"/>
                          <a:ea typeface="黑体" pitchFamily="2" charset="-122"/>
                        </a:rPr>
                        <a:t>id </a:t>
                      </a:r>
                      <a:r>
                        <a:rPr kumimoji="0" lang="en-US" altLang="zh-CN" sz="2800" b="1" i="0" u="none" strike="noStrike" cap="none" normalizeH="0" baseline="0">
                          <a:ln>
                            <a:noFill/>
                          </a:ln>
                          <a:solidFill>
                            <a:schemeClr val="tx1"/>
                          </a:solidFill>
                          <a:effectLst/>
                          <a:latin typeface="Times New Roman" pitchFamily="18" charset="0"/>
                          <a:ea typeface="黑体" pitchFamily="2" charset="-122"/>
                          <a:cs typeface="Times New Roman" pitchFamily="18" charset="0"/>
                          <a:sym typeface="Symbol" pitchFamily="18" charset="2"/>
                        </a:rPr>
                        <a:t></a:t>
                      </a:r>
                      <a:r>
                        <a:rPr kumimoji="0" lang="en-US" altLang="zh-CN" sz="2800" b="1" i="0" u="none" strike="noStrike" cap="none" normalizeH="0" baseline="0">
                          <a:ln>
                            <a:noFill/>
                          </a:ln>
                          <a:solidFill>
                            <a:schemeClr val="tx1"/>
                          </a:solidFill>
                          <a:effectLst/>
                          <a:latin typeface="Times New Roman" pitchFamily="18" charset="0"/>
                          <a:ea typeface="黑体" pitchFamily="2" charset="-122"/>
                        </a:rPr>
                        <a:t> id + id$</a:t>
                      </a:r>
                      <a:r>
                        <a:rPr kumimoji="0" lang="en-US" altLang="zh-CN" sz="2800" b="0" i="0" u="none" strike="noStrike" cap="none" normalizeH="0" baseline="0">
                          <a:ln>
                            <a:noFill/>
                          </a:ln>
                          <a:solidFill>
                            <a:schemeClr val="tx1"/>
                          </a:solidFill>
                          <a:effectLst/>
                          <a:latin typeface="Times New Roman" pitchFamily="18" charset="0"/>
                          <a:ea typeface="黑体" pitchFamily="2" charset="-122"/>
                        </a:rPr>
                        <a:t> </a:t>
                      </a:r>
                    </a:p>
                  </a:txBody>
                  <a:tcPr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
                          <a:schemeClr val="folHlink"/>
                        </a:buClr>
                        <a:buSzPct val="60000"/>
                        <a:buFont typeface="Wingdings" pitchFamily="2" charset="2"/>
                        <a:buNone/>
                        <a:tabLst/>
                      </a:pPr>
                      <a:r>
                        <a:rPr kumimoji="0" lang="en-US" altLang="zh-CN" sz="2800" b="1" i="1" u="none" strike="noStrike" cap="none" normalizeH="0" baseline="0">
                          <a:ln>
                            <a:noFill/>
                          </a:ln>
                          <a:solidFill>
                            <a:schemeClr val="tx1"/>
                          </a:solidFill>
                          <a:effectLst/>
                          <a:latin typeface="Times New Roman" pitchFamily="18" charset="0"/>
                          <a:ea typeface="黑体" pitchFamily="2" charset="-122"/>
                        </a:rPr>
                        <a:t>T</a:t>
                      </a:r>
                      <a:r>
                        <a:rPr kumimoji="0" lang="en-US" altLang="zh-CN" sz="2800" b="1" i="0" u="none" strike="noStrike" cap="none" normalizeH="0" baseline="0">
                          <a:ln>
                            <a:noFill/>
                          </a:ln>
                          <a:solidFill>
                            <a:schemeClr val="tx1"/>
                          </a:solidFill>
                          <a:effectLst/>
                          <a:latin typeface="Times New Roman" pitchFamily="18" charset="0"/>
                          <a:ea typeface="黑体" pitchFamily="2" charset="-122"/>
                        </a:rPr>
                        <a:t> </a:t>
                      </a:r>
                      <a:r>
                        <a:rPr kumimoji="0" lang="en-US" altLang="zh-CN" sz="2800" b="1" i="0" u="none" strike="noStrike" cap="none" normalizeH="0" baseline="0">
                          <a:ln>
                            <a:noFill/>
                          </a:ln>
                          <a:solidFill>
                            <a:schemeClr val="tx1"/>
                          </a:solidFill>
                          <a:effectLst/>
                          <a:latin typeface="Times New Roman" pitchFamily="18" charset="0"/>
                          <a:ea typeface="黑体" pitchFamily="2" charset="-122"/>
                          <a:sym typeface="Symbol" pitchFamily="18" charset="2"/>
                        </a:rPr>
                        <a:t></a:t>
                      </a:r>
                      <a:r>
                        <a:rPr kumimoji="0" lang="en-US" altLang="zh-CN" sz="2800" b="1" i="0" u="none" strike="noStrike" cap="none" normalizeH="0" baseline="0">
                          <a:ln>
                            <a:noFill/>
                          </a:ln>
                          <a:solidFill>
                            <a:schemeClr val="tx1"/>
                          </a:solidFill>
                          <a:effectLst/>
                          <a:latin typeface="Times New Roman" pitchFamily="18" charset="0"/>
                          <a:ea typeface="黑体" pitchFamily="2" charset="-122"/>
                        </a:rPr>
                        <a:t> </a:t>
                      </a:r>
                      <a:r>
                        <a:rPr kumimoji="0" lang="en-US" altLang="zh-CN" sz="2800" b="1" i="1" u="none" strike="noStrike" cap="none" normalizeH="0" baseline="0">
                          <a:ln>
                            <a:noFill/>
                          </a:ln>
                          <a:solidFill>
                            <a:schemeClr val="tx1"/>
                          </a:solidFill>
                          <a:effectLst/>
                          <a:latin typeface="Times New Roman" pitchFamily="18" charset="0"/>
                          <a:ea typeface="黑体" pitchFamily="2" charset="-122"/>
                        </a:rPr>
                        <a:t>FT </a:t>
                      </a:r>
                      <a:r>
                        <a:rPr kumimoji="0" lang="en-US" altLang="zh-CN" sz="2800" b="1" i="0" u="none" strike="noStrike" cap="none" normalizeH="0" baseline="0">
                          <a:ln>
                            <a:noFill/>
                          </a:ln>
                          <a:solidFill>
                            <a:schemeClr val="tx1"/>
                          </a:solidFill>
                          <a:effectLst/>
                          <a:latin typeface="Times New Roman" pitchFamily="18" charset="0"/>
                          <a:ea typeface="黑体" pitchFamily="2" charset="-122"/>
                          <a:sym typeface="Symbol" pitchFamily="18" charset="2"/>
                        </a:rPr>
                        <a:t></a:t>
                      </a:r>
                      <a:r>
                        <a:rPr kumimoji="0" lang="en-US" altLang="zh-CN" sz="2800" b="0" i="0" u="none" strike="noStrike" cap="none" normalizeH="0" baseline="0">
                          <a:ln>
                            <a:noFill/>
                          </a:ln>
                          <a:solidFill>
                            <a:schemeClr val="tx1"/>
                          </a:solidFill>
                          <a:effectLst/>
                          <a:latin typeface="Times New Roman" pitchFamily="18" charset="0"/>
                          <a:ea typeface="黑体" pitchFamily="2" charset="-122"/>
                        </a:rPr>
                        <a:t> </a:t>
                      </a:r>
                    </a:p>
                  </a:txBody>
                  <a:tcPr horzOverflow="overflow">
                    <a:lnL w="12700" cap="flat" cmpd="sng" algn="ctr">
                      <a:solidFill>
                        <a:schemeClr val="tx1"/>
                      </a:solidFill>
                      <a:prstDash val="solid"/>
                      <a:round/>
                      <a:headEnd type="none" w="sm" len="sm"/>
                      <a:tailEnd type="none" w="sm" len="sm"/>
                    </a:lnL>
                    <a:lnR w="28575"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extLst>
                  <a:ext uri="{0D108BD9-81ED-4DB2-BD59-A6C34878D82A}">
                    <a16:rowId xmlns:a16="http://schemas.microsoft.com/office/drawing/2014/main" val="10003"/>
                  </a:ext>
                </a:extLst>
              </a:tr>
              <a:tr h="518160">
                <a:tc>
                  <a:txBody>
                    <a:bodyPr/>
                    <a:lstStyle/>
                    <a:p>
                      <a:pPr marL="0" marR="0" lvl="0" indent="0" algn="l" defTabSz="914400" rtl="0" eaLnBrk="1" fontAlgn="base" latinLnBrk="0" hangingPunct="1">
                        <a:lnSpc>
                          <a:spcPct val="100000"/>
                        </a:lnSpc>
                        <a:spcBef>
                          <a:spcPct val="20000"/>
                        </a:spcBef>
                        <a:spcAft>
                          <a:spcPct val="0"/>
                        </a:spcAft>
                        <a:buClr>
                          <a:schemeClr val="folHlink"/>
                        </a:buClr>
                        <a:buSzPct val="60000"/>
                        <a:buFont typeface="Wingdings" pitchFamily="2" charset="2"/>
                        <a:buNone/>
                        <a:tabLst/>
                      </a:pPr>
                      <a:r>
                        <a:rPr kumimoji="0" lang="en-US" altLang="zh-CN" sz="2800" b="1" i="0" u="none" strike="noStrike" cap="none" normalizeH="0" baseline="0">
                          <a:ln>
                            <a:noFill/>
                          </a:ln>
                          <a:solidFill>
                            <a:schemeClr val="tx1"/>
                          </a:solidFill>
                          <a:effectLst/>
                          <a:latin typeface="Times New Roman" pitchFamily="18" charset="0"/>
                          <a:ea typeface="黑体" pitchFamily="2" charset="-122"/>
                        </a:rPr>
                        <a:t>$</a:t>
                      </a:r>
                      <a:r>
                        <a:rPr kumimoji="0" lang="en-US" altLang="zh-CN" sz="2800" b="1" i="1" u="none" strike="noStrike" cap="none" normalizeH="0" baseline="0">
                          <a:ln>
                            <a:noFill/>
                          </a:ln>
                          <a:solidFill>
                            <a:schemeClr val="tx1"/>
                          </a:solidFill>
                          <a:effectLst/>
                          <a:latin typeface="Times New Roman" pitchFamily="18" charset="0"/>
                          <a:ea typeface="黑体" pitchFamily="2" charset="-122"/>
                        </a:rPr>
                        <a:t>E </a:t>
                      </a:r>
                      <a:r>
                        <a:rPr kumimoji="0" lang="en-US" altLang="zh-CN" sz="2800" b="1" i="0" u="none" strike="noStrike" cap="none" normalizeH="0" baseline="0">
                          <a:ln>
                            <a:noFill/>
                          </a:ln>
                          <a:solidFill>
                            <a:schemeClr val="tx1"/>
                          </a:solidFill>
                          <a:effectLst/>
                          <a:latin typeface="Times New Roman" pitchFamily="18" charset="0"/>
                          <a:ea typeface="黑体" pitchFamily="2" charset="-122"/>
                          <a:sym typeface="Symbol" pitchFamily="18" charset="2"/>
                        </a:rPr>
                        <a:t></a:t>
                      </a:r>
                      <a:r>
                        <a:rPr kumimoji="0" lang="en-US" altLang="zh-CN" sz="2800" b="1" i="1" u="none" strike="noStrike" cap="none" normalizeH="0" baseline="0">
                          <a:ln>
                            <a:noFill/>
                          </a:ln>
                          <a:solidFill>
                            <a:schemeClr val="tx1"/>
                          </a:solidFill>
                          <a:effectLst/>
                          <a:latin typeface="Times New Roman" pitchFamily="18" charset="0"/>
                          <a:ea typeface="黑体" pitchFamily="2" charset="-122"/>
                        </a:rPr>
                        <a:t>T </a:t>
                      </a:r>
                      <a:r>
                        <a:rPr kumimoji="0" lang="en-US" altLang="zh-CN" sz="2800" b="1" i="0" u="none" strike="noStrike" cap="none" normalizeH="0" baseline="0">
                          <a:ln>
                            <a:noFill/>
                          </a:ln>
                          <a:solidFill>
                            <a:schemeClr val="tx1"/>
                          </a:solidFill>
                          <a:effectLst/>
                          <a:latin typeface="Times New Roman" pitchFamily="18" charset="0"/>
                          <a:ea typeface="黑体" pitchFamily="2" charset="-122"/>
                          <a:sym typeface="Symbol" pitchFamily="18" charset="2"/>
                        </a:rPr>
                        <a:t></a:t>
                      </a:r>
                      <a:r>
                        <a:rPr kumimoji="0" lang="en-US" altLang="zh-CN" sz="2800" b="1" i="0" u="none" strike="noStrike" cap="none" normalizeH="0" baseline="0">
                          <a:ln>
                            <a:noFill/>
                          </a:ln>
                          <a:solidFill>
                            <a:schemeClr val="tx1"/>
                          </a:solidFill>
                          <a:effectLst/>
                          <a:latin typeface="Times New Roman" pitchFamily="18" charset="0"/>
                          <a:ea typeface="黑体" pitchFamily="2" charset="-122"/>
                        </a:rPr>
                        <a:t> id</a:t>
                      </a:r>
                      <a:r>
                        <a:rPr kumimoji="0" lang="en-US" altLang="zh-CN" sz="2800" b="0" i="0" u="none" strike="noStrike" cap="none" normalizeH="0" baseline="0">
                          <a:ln>
                            <a:noFill/>
                          </a:ln>
                          <a:solidFill>
                            <a:schemeClr val="tx1"/>
                          </a:solidFill>
                          <a:effectLst/>
                          <a:latin typeface="Times New Roman" pitchFamily="18" charset="0"/>
                          <a:ea typeface="黑体" pitchFamily="2" charset="-122"/>
                        </a:rPr>
                        <a:t> </a:t>
                      </a:r>
                    </a:p>
                  </a:txBody>
                  <a:tcPr horzOverflow="overflow">
                    <a:lnL w="28575"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
                          <a:schemeClr val="folHlink"/>
                        </a:buClr>
                        <a:buSzPct val="60000"/>
                        <a:buFont typeface="Wingdings" pitchFamily="2" charset="2"/>
                        <a:buNone/>
                        <a:tabLst/>
                      </a:pPr>
                      <a:r>
                        <a:rPr kumimoji="0" lang="en-US" altLang="zh-CN" sz="2800" b="1" i="0" u="none" strike="noStrike" cap="none" normalizeH="0" baseline="0">
                          <a:ln>
                            <a:noFill/>
                          </a:ln>
                          <a:solidFill>
                            <a:schemeClr val="tx1"/>
                          </a:solidFill>
                          <a:effectLst/>
                          <a:latin typeface="Times New Roman" pitchFamily="18" charset="0"/>
                          <a:ea typeface="黑体" pitchFamily="2" charset="-122"/>
                        </a:rPr>
                        <a:t>id </a:t>
                      </a:r>
                      <a:r>
                        <a:rPr kumimoji="0" lang="en-US" altLang="zh-CN" sz="2800" b="1" i="0" u="none" strike="noStrike" cap="none" normalizeH="0" baseline="0">
                          <a:ln>
                            <a:noFill/>
                          </a:ln>
                          <a:solidFill>
                            <a:schemeClr val="tx1"/>
                          </a:solidFill>
                          <a:effectLst/>
                          <a:latin typeface="Times New Roman" pitchFamily="18" charset="0"/>
                          <a:ea typeface="黑体" pitchFamily="2" charset="-122"/>
                          <a:cs typeface="Times New Roman" pitchFamily="18" charset="0"/>
                          <a:sym typeface="Symbol" pitchFamily="18" charset="2"/>
                        </a:rPr>
                        <a:t></a:t>
                      </a:r>
                      <a:r>
                        <a:rPr kumimoji="0" lang="en-US" altLang="zh-CN" sz="2800" b="1" i="0" u="none" strike="noStrike" cap="none" normalizeH="0" baseline="0">
                          <a:ln>
                            <a:noFill/>
                          </a:ln>
                          <a:solidFill>
                            <a:schemeClr val="tx1"/>
                          </a:solidFill>
                          <a:effectLst/>
                          <a:latin typeface="Times New Roman" pitchFamily="18" charset="0"/>
                          <a:ea typeface="黑体" pitchFamily="2" charset="-122"/>
                        </a:rPr>
                        <a:t> id + id$</a:t>
                      </a:r>
                      <a:r>
                        <a:rPr kumimoji="0" lang="en-US" altLang="zh-CN" sz="2800" b="0" i="0" u="none" strike="noStrike" cap="none" normalizeH="0" baseline="0">
                          <a:ln>
                            <a:noFill/>
                          </a:ln>
                          <a:solidFill>
                            <a:schemeClr val="tx1"/>
                          </a:solidFill>
                          <a:effectLst/>
                          <a:latin typeface="Times New Roman" pitchFamily="18" charset="0"/>
                          <a:ea typeface="黑体" pitchFamily="2" charset="-122"/>
                        </a:rPr>
                        <a:t> </a:t>
                      </a:r>
                    </a:p>
                  </a:txBody>
                  <a:tcPr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
                          <a:schemeClr val="folHlink"/>
                        </a:buClr>
                        <a:buSzPct val="60000"/>
                        <a:buFont typeface="Wingdings" pitchFamily="2" charset="2"/>
                        <a:buNone/>
                        <a:tabLst/>
                      </a:pPr>
                      <a:r>
                        <a:rPr kumimoji="0" lang="en-US" altLang="zh-CN" sz="2800" b="1" i="1" u="none" strike="noStrike" cap="none" normalizeH="0" baseline="0">
                          <a:ln>
                            <a:noFill/>
                          </a:ln>
                          <a:solidFill>
                            <a:schemeClr val="tx1"/>
                          </a:solidFill>
                          <a:effectLst/>
                          <a:latin typeface="Times New Roman" pitchFamily="18" charset="0"/>
                          <a:ea typeface="黑体" pitchFamily="2" charset="-122"/>
                        </a:rPr>
                        <a:t>F</a:t>
                      </a:r>
                      <a:r>
                        <a:rPr kumimoji="0" lang="en-US" altLang="zh-CN" sz="2800" b="1" i="0" u="none" strike="noStrike" cap="none" normalizeH="0" baseline="0">
                          <a:ln>
                            <a:noFill/>
                          </a:ln>
                          <a:solidFill>
                            <a:schemeClr val="tx1"/>
                          </a:solidFill>
                          <a:effectLst/>
                          <a:latin typeface="Times New Roman" pitchFamily="18" charset="0"/>
                          <a:ea typeface="黑体" pitchFamily="2" charset="-122"/>
                        </a:rPr>
                        <a:t> </a:t>
                      </a:r>
                      <a:r>
                        <a:rPr kumimoji="0" lang="en-US" altLang="zh-CN" sz="2800" b="1" i="0" u="none" strike="noStrike" cap="none" normalizeH="0" baseline="0">
                          <a:ln>
                            <a:noFill/>
                          </a:ln>
                          <a:solidFill>
                            <a:schemeClr val="tx1"/>
                          </a:solidFill>
                          <a:effectLst/>
                          <a:latin typeface="Times New Roman" pitchFamily="18" charset="0"/>
                          <a:ea typeface="黑体" pitchFamily="2" charset="-122"/>
                          <a:sym typeface="Symbol" pitchFamily="18" charset="2"/>
                        </a:rPr>
                        <a:t></a:t>
                      </a:r>
                      <a:r>
                        <a:rPr kumimoji="0" lang="en-US" altLang="zh-CN" sz="2800" b="1" i="0" u="none" strike="noStrike" cap="none" normalizeH="0" baseline="0">
                          <a:ln>
                            <a:noFill/>
                          </a:ln>
                          <a:solidFill>
                            <a:schemeClr val="tx1"/>
                          </a:solidFill>
                          <a:effectLst/>
                          <a:latin typeface="Times New Roman" pitchFamily="18" charset="0"/>
                          <a:ea typeface="黑体" pitchFamily="2" charset="-122"/>
                        </a:rPr>
                        <a:t> id</a:t>
                      </a:r>
                      <a:r>
                        <a:rPr kumimoji="0" lang="en-US" altLang="zh-CN" sz="2800" b="0" i="0" u="none" strike="noStrike" cap="none" normalizeH="0" baseline="0">
                          <a:ln>
                            <a:noFill/>
                          </a:ln>
                          <a:solidFill>
                            <a:schemeClr val="tx1"/>
                          </a:solidFill>
                          <a:effectLst/>
                          <a:latin typeface="Times New Roman" pitchFamily="18" charset="0"/>
                          <a:ea typeface="黑体" pitchFamily="2" charset="-122"/>
                        </a:rPr>
                        <a:t> </a:t>
                      </a:r>
                    </a:p>
                  </a:txBody>
                  <a:tcPr horzOverflow="overflow">
                    <a:lnL w="12700" cap="flat" cmpd="sng" algn="ctr">
                      <a:solidFill>
                        <a:schemeClr val="tx1"/>
                      </a:solidFill>
                      <a:prstDash val="solid"/>
                      <a:round/>
                      <a:headEnd type="none" w="sm" len="sm"/>
                      <a:tailEnd type="none" w="sm" len="sm"/>
                    </a:lnL>
                    <a:lnR w="28575"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extLst>
                  <a:ext uri="{0D108BD9-81ED-4DB2-BD59-A6C34878D82A}">
                    <a16:rowId xmlns:a16="http://schemas.microsoft.com/office/drawing/2014/main" val="10004"/>
                  </a:ext>
                </a:extLst>
              </a:tr>
              <a:tr h="518160">
                <a:tc>
                  <a:txBody>
                    <a:bodyPr/>
                    <a:lstStyle/>
                    <a:p>
                      <a:pPr marL="0" marR="0" lvl="0" indent="0" algn="l" defTabSz="914400" rtl="0" eaLnBrk="1" fontAlgn="base" latinLnBrk="0" hangingPunct="1">
                        <a:lnSpc>
                          <a:spcPct val="100000"/>
                        </a:lnSpc>
                        <a:spcBef>
                          <a:spcPct val="20000"/>
                        </a:spcBef>
                        <a:spcAft>
                          <a:spcPct val="0"/>
                        </a:spcAft>
                        <a:buClr>
                          <a:schemeClr val="folHlink"/>
                        </a:buClr>
                        <a:buSzPct val="60000"/>
                        <a:buFont typeface="Wingdings" pitchFamily="2" charset="2"/>
                        <a:buNone/>
                        <a:tabLst/>
                      </a:pPr>
                      <a:endParaRPr kumimoji="0" lang="zh-CN" altLang="zh-CN" sz="2800" b="0" i="0" u="none" strike="noStrike" cap="none" normalizeH="0" baseline="0">
                        <a:ln>
                          <a:noFill/>
                        </a:ln>
                        <a:solidFill>
                          <a:schemeClr val="tx1"/>
                        </a:solidFill>
                        <a:effectLst/>
                        <a:latin typeface="Tahoma" pitchFamily="34" charset="0"/>
                        <a:ea typeface="黑体" pitchFamily="2" charset="-122"/>
                      </a:endParaRPr>
                    </a:p>
                  </a:txBody>
                  <a:tcPr horzOverflow="overflow">
                    <a:lnL w="28575"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
                          <a:schemeClr val="folHlink"/>
                        </a:buClr>
                        <a:buSzPct val="60000"/>
                        <a:buFont typeface="Wingdings" pitchFamily="2" charset="2"/>
                        <a:buNone/>
                        <a:tabLst/>
                      </a:pPr>
                      <a:endParaRPr kumimoji="0" lang="zh-CN" altLang="zh-CN" sz="2800" b="0" i="0" u="none" strike="noStrike" cap="none" normalizeH="0" baseline="0">
                        <a:ln>
                          <a:noFill/>
                        </a:ln>
                        <a:solidFill>
                          <a:schemeClr val="tx1"/>
                        </a:solidFill>
                        <a:effectLst/>
                        <a:latin typeface="Tahoma" pitchFamily="34" charset="0"/>
                        <a:ea typeface="黑体" pitchFamily="2" charset="-122"/>
                      </a:endParaRPr>
                    </a:p>
                  </a:txBody>
                  <a:tcPr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
                          <a:schemeClr val="folHlink"/>
                        </a:buClr>
                        <a:buSzPct val="60000"/>
                        <a:buFont typeface="Wingdings" pitchFamily="2" charset="2"/>
                        <a:buNone/>
                        <a:tabLst/>
                      </a:pPr>
                      <a:endParaRPr kumimoji="0" lang="zh-CN" altLang="zh-CN" sz="2800" b="0" i="0" u="none" strike="noStrike" cap="none" normalizeH="0" baseline="0">
                        <a:ln>
                          <a:noFill/>
                        </a:ln>
                        <a:solidFill>
                          <a:schemeClr val="tx1"/>
                        </a:solidFill>
                        <a:effectLst/>
                        <a:latin typeface="Tahoma" pitchFamily="34" charset="0"/>
                        <a:ea typeface="黑体" pitchFamily="2" charset="-122"/>
                      </a:endParaRPr>
                    </a:p>
                  </a:txBody>
                  <a:tcPr horzOverflow="overflow">
                    <a:lnL w="12700" cap="flat" cmpd="sng" algn="ctr">
                      <a:solidFill>
                        <a:schemeClr val="tx1"/>
                      </a:solidFill>
                      <a:prstDash val="solid"/>
                      <a:round/>
                      <a:headEnd type="none" w="sm" len="sm"/>
                      <a:tailEnd type="none" w="sm" len="sm"/>
                    </a:lnL>
                    <a:lnR w="28575"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extLst>
                  <a:ext uri="{0D108BD9-81ED-4DB2-BD59-A6C34878D82A}">
                    <a16:rowId xmlns:a16="http://schemas.microsoft.com/office/drawing/2014/main" val="10005"/>
                  </a:ext>
                </a:extLst>
              </a:tr>
              <a:tr h="519113">
                <a:tc>
                  <a:txBody>
                    <a:bodyPr/>
                    <a:lstStyle/>
                    <a:p>
                      <a:pPr marL="0" marR="0" lvl="0" indent="0" algn="l" defTabSz="914400" rtl="0" eaLnBrk="1" fontAlgn="base" latinLnBrk="0" hangingPunct="1">
                        <a:lnSpc>
                          <a:spcPct val="100000"/>
                        </a:lnSpc>
                        <a:spcBef>
                          <a:spcPct val="20000"/>
                        </a:spcBef>
                        <a:spcAft>
                          <a:spcPct val="0"/>
                        </a:spcAft>
                        <a:buClr>
                          <a:schemeClr val="folHlink"/>
                        </a:buClr>
                        <a:buSzPct val="60000"/>
                        <a:buFont typeface="Wingdings" pitchFamily="2" charset="2"/>
                        <a:buNone/>
                        <a:tabLst/>
                      </a:pPr>
                      <a:endParaRPr kumimoji="0" lang="zh-CN" altLang="zh-CN" sz="2800" b="0" i="0" u="none" strike="noStrike" cap="none" normalizeH="0" baseline="0">
                        <a:ln>
                          <a:noFill/>
                        </a:ln>
                        <a:solidFill>
                          <a:schemeClr val="tx1"/>
                        </a:solidFill>
                        <a:effectLst/>
                        <a:latin typeface="Tahoma" pitchFamily="34" charset="0"/>
                        <a:ea typeface="黑体" pitchFamily="2" charset="-122"/>
                      </a:endParaRPr>
                    </a:p>
                  </a:txBody>
                  <a:tcPr horzOverflow="overflow">
                    <a:lnL w="28575"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
                          <a:schemeClr val="folHlink"/>
                        </a:buClr>
                        <a:buSzPct val="60000"/>
                        <a:buFont typeface="Wingdings" pitchFamily="2" charset="2"/>
                        <a:buNone/>
                        <a:tabLst/>
                      </a:pPr>
                      <a:endParaRPr kumimoji="0" lang="zh-CN" altLang="zh-CN" sz="2800" b="0" i="0" u="none" strike="noStrike" cap="none" normalizeH="0" baseline="0">
                        <a:ln>
                          <a:noFill/>
                        </a:ln>
                        <a:solidFill>
                          <a:schemeClr val="tx1"/>
                        </a:solidFill>
                        <a:effectLst/>
                        <a:latin typeface="Tahoma" pitchFamily="34" charset="0"/>
                        <a:ea typeface="黑体" pitchFamily="2" charset="-122"/>
                      </a:endParaRPr>
                    </a:p>
                  </a:txBody>
                  <a:tcPr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
                          <a:schemeClr val="folHlink"/>
                        </a:buClr>
                        <a:buSzPct val="60000"/>
                        <a:buFont typeface="Wingdings" pitchFamily="2" charset="2"/>
                        <a:buNone/>
                        <a:tabLst/>
                      </a:pPr>
                      <a:endParaRPr kumimoji="0" lang="zh-CN" altLang="zh-CN" sz="2800" b="0" i="0" u="none" strike="noStrike" cap="none" normalizeH="0" baseline="0">
                        <a:ln>
                          <a:noFill/>
                        </a:ln>
                        <a:solidFill>
                          <a:schemeClr val="tx1"/>
                        </a:solidFill>
                        <a:effectLst/>
                        <a:latin typeface="Tahoma" pitchFamily="34" charset="0"/>
                        <a:ea typeface="黑体" pitchFamily="2" charset="-122"/>
                      </a:endParaRPr>
                    </a:p>
                  </a:txBody>
                  <a:tcPr horzOverflow="overflow">
                    <a:lnL w="12700" cap="flat" cmpd="sng" algn="ctr">
                      <a:solidFill>
                        <a:schemeClr val="tx1"/>
                      </a:solidFill>
                      <a:prstDash val="solid"/>
                      <a:round/>
                      <a:headEnd type="none" w="sm" len="sm"/>
                      <a:tailEnd type="none" w="sm" len="sm"/>
                    </a:lnL>
                    <a:lnR w="28575"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extLst>
                  <a:ext uri="{0D108BD9-81ED-4DB2-BD59-A6C34878D82A}">
                    <a16:rowId xmlns:a16="http://schemas.microsoft.com/office/drawing/2014/main" val="10006"/>
                  </a:ext>
                </a:extLst>
              </a:tr>
              <a:tr h="518160">
                <a:tc>
                  <a:txBody>
                    <a:bodyPr/>
                    <a:lstStyle/>
                    <a:p>
                      <a:pPr marL="0" marR="0" lvl="0" indent="0" algn="l" defTabSz="914400" rtl="0" eaLnBrk="1" fontAlgn="base" latinLnBrk="0" hangingPunct="1">
                        <a:lnSpc>
                          <a:spcPct val="100000"/>
                        </a:lnSpc>
                        <a:spcBef>
                          <a:spcPct val="20000"/>
                        </a:spcBef>
                        <a:spcAft>
                          <a:spcPct val="0"/>
                        </a:spcAft>
                        <a:buClr>
                          <a:schemeClr val="folHlink"/>
                        </a:buClr>
                        <a:buSzPct val="60000"/>
                        <a:buFont typeface="Wingdings" pitchFamily="2" charset="2"/>
                        <a:buNone/>
                        <a:tabLst/>
                      </a:pPr>
                      <a:endParaRPr kumimoji="0" lang="zh-CN" altLang="zh-CN" sz="2800" b="0" i="0" u="none" strike="noStrike" cap="none" normalizeH="0" baseline="0">
                        <a:ln>
                          <a:noFill/>
                        </a:ln>
                        <a:solidFill>
                          <a:schemeClr val="tx1"/>
                        </a:solidFill>
                        <a:effectLst/>
                        <a:latin typeface="Tahoma" pitchFamily="34" charset="0"/>
                        <a:ea typeface="黑体" pitchFamily="2" charset="-122"/>
                      </a:endParaRPr>
                    </a:p>
                  </a:txBody>
                  <a:tcPr horzOverflow="overflow">
                    <a:lnL w="28575"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
                          <a:schemeClr val="folHlink"/>
                        </a:buClr>
                        <a:buSzPct val="60000"/>
                        <a:buFont typeface="Wingdings" pitchFamily="2" charset="2"/>
                        <a:buNone/>
                        <a:tabLst/>
                      </a:pPr>
                      <a:endParaRPr kumimoji="0" lang="zh-CN" altLang="zh-CN" sz="2800" b="0" i="0" u="none" strike="noStrike" cap="none" normalizeH="0" baseline="0">
                        <a:ln>
                          <a:noFill/>
                        </a:ln>
                        <a:solidFill>
                          <a:schemeClr val="tx1"/>
                        </a:solidFill>
                        <a:effectLst/>
                        <a:latin typeface="Tahoma" pitchFamily="34" charset="0"/>
                        <a:ea typeface="黑体" pitchFamily="2" charset="-122"/>
                      </a:endParaRPr>
                    </a:p>
                  </a:txBody>
                  <a:tcPr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
                          <a:schemeClr val="folHlink"/>
                        </a:buClr>
                        <a:buSzPct val="60000"/>
                        <a:buFont typeface="Wingdings" pitchFamily="2" charset="2"/>
                        <a:buNone/>
                        <a:tabLst/>
                      </a:pPr>
                      <a:endParaRPr kumimoji="0" lang="zh-CN" altLang="zh-CN" sz="2800" b="0" i="0" u="none" strike="noStrike" cap="none" normalizeH="0" baseline="0">
                        <a:ln>
                          <a:noFill/>
                        </a:ln>
                        <a:solidFill>
                          <a:schemeClr val="tx1"/>
                        </a:solidFill>
                        <a:effectLst/>
                        <a:latin typeface="Tahoma" pitchFamily="34" charset="0"/>
                        <a:ea typeface="黑体" pitchFamily="2" charset="-122"/>
                      </a:endParaRPr>
                    </a:p>
                  </a:txBody>
                  <a:tcPr horzOverflow="overflow">
                    <a:lnL w="12700" cap="flat" cmpd="sng" algn="ctr">
                      <a:solidFill>
                        <a:schemeClr val="tx1"/>
                      </a:solidFill>
                      <a:prstDash val="solid"/>
                      <a:round/>
                      <a:headEnd type="none" w="sm" len="sm"/>
                      <a:tailEnd type="none" w="sm" len="sm"/>
                    </a:lnL>
                    <a:lnR w="28575"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extLst>
                  <a:ext uri="{0D108BD9-81ED-4DB2-BD59-A6C34878D82A}">
                    <a16:rowId xmlns:a16="http://schemas.microsoft.com/office/drawing/2014/main" val="10007"/>
                  </a:ext>
                </a:extLst>
              </a:tr>
              <a:tr h="519113">
                <a:tc>
                  <a:txBody>
                    <a:bodyPr/>
                    <a:lstStyle/>
                    <a:p>
                      <a:pPr marL="0" marR="0" lvl="0" indent="0" algn="l" defTabSz="914400" rtl="0" eaLnBrk="1" fontAlgn="base" latinLnBrk="0" hangingPunct="1">
                        <a:lnSpc>
                          <a:spcPct val="100000"/>
                        </a:lnSpc>
                        <a:spcBef>
                          <a:spcPct val="20000"/>
                        </a:spcBef>
                        <a:spcAft>
                          <a:spcPct val="0"/>
                        </a:spcAft>
                        <a:buClr>
                          <a:schemeClr val="folHlink"/>
                        </a:buClr>
                        <a:buSzPct val="60000"/>
                        <a:buFont typeface="Wingdings" pitchFamily="2" charset="2"/>
                        <a:buNone/>
                        <a:tabLst/>
                      </a:pPr>
                      <a:endParaRPr kumimoji="0" lang="zh-CN" altLang="zh-CN" sz="2800" b="0" i="0" u="none" strike="noStrike" cap="none" normalizeH="0" baseline="0">
                        <a:ln>
                          <a:noFill/>
                        </a:ln>
                        <a:solidFill>
                          <a:schemeClr val="tx1"/>
                        </a:solidFill>
                        <a:effectLst/>
                        <a:latin typeface="Tahoma" pitchFamily="34" charset="0"/>
                        <a:ea typeface="黑体" pitchFamily="2" charset="-122"/>
                      </a:endParaRPr>
                    </a:p>
                  </a:txBody>
                  <a:tcPr horzOverflow="overflow">
                    <a:lnL w="28575"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28575" cap="flat" cmpd="sng" algn="ctr">
                      <a:solidFill>
                        <a:schemeClr val="tx1"/>
                      </a:solidFill>
                      <a:prstDash val="solid"/>
                      <a:round/>
                      <a:headEnd type="none" w="sm" len="sm"/>
                      <a:tailEnd type="none" w="sm" len="sm"/>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
                          <a:schemeClr val="folHlink"/>
                        </a:buClr>
                        <a:buSzPct val="60000"/>
                        <a:buFont typeface="Wingdings" pitchFamily="2" charset="2"/>
                        <a:buNone/>
                        <a:tabLst/>
                      </a:pPr>
                      <a:endParaRPr kumimoji="0" lang="zh-CN" altLang="zh-CN" sz="2800" b="0" i="0" u="none" strike="noStrike" cap="none" normalizeH="0" baseline="0">
                        <a:ln>
                          <a:noFill/>
                        </a:ln>
                        <a:solidFill>
                          <a:schemeClr val="tx1"/>
                        </a:solidFill>
                        <a:effectLst/>
                        <a:latin typeface="Tahoma" pitchFamily="34" charset="0"/>
                        <a:ea typeface="黑体" pitchFamily="2" charset="-122"/>
                      </a:endParaRPr>
                    </a:p>
                  </a:txBody>
                  <a:tcPr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28575" cap="flat" cmpd="sng" algn="ctr">
                      <a:solidFill>
                        <a:schemeClr val="tx1"/>
                      </a:solidFill>
                      <a:prstDash val="solid"/>
                      <a:round/>
                      <a:headEnd type="none" w="sm" len="sm"/>
                      <a:tailEnd type="none" w="sm" len="sm"/>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
                          <a:schemeClr val="folHlink"/>
                        </a:buClr>
                        <a:buSzPct val="60000"/>
                        <a:buFont typeface="Wingdings" pitchFamily="2" charset="2"/>
                        <a:buNone/>
                        <a:tabLst/>
                      </a:pPr>
                      <a:endParaRPr kumimoji="0" lang="zh-CN" altLang="zh-CN" sz="2800" b="0" i="0" u="none" strike="noStrike" cap="none" normalizeH="0" baseline="0" dirty="0">
                        <a:ln>
                          <a:noFill/>
                        </a:ln>
                        <a:solidFill>
                          <a:schemeClr val="tx1"/>
                        </a:solidFill>
                        <a:effectLst/>
                        <a:latin typeface="Tahoma" pitchFamily="34" charset="0"/>
                        <a:ea typeface="黑体" pitchFamily="2" charset="-122"/>
                      </a:endParaRPr>
                    </a:p>
                  </a:txBody>
                  <a:tcPr horzOverflow="overflow">
                    <a:lnL w="12700" cap="flat" cmpd="sng" algn="ctr">
                      <a:solidFill>
                        <a:schemeClr val="tx1"/>
                      </a:solidFill>
                      <a:prstDash val="solid"/>
                      <a:round/>
                      <a:headEnd type="none" w="sm" len="sm"/>
                      <a:tailEnd type="none" w="sm" len="sm"/>
                    </a:lnL>
                    <a:lnR w="28575"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28575" cap="flat" cmpd="sng" algn="ctr">
                      <a:solidFill>
                        <a:schemeClr val="tx1"/>
                      </a:solidFill>
                      <a:prstDash val="solid"/>
                      <a:round/>
                      <a:headEnd type="none" w="sm" len="sm"/>
                      <a:tailEnd type="none" w="sm" len="sm"/>
                    </a:lnB>
                    <a:lnTlToBr>
                      <a:noFill/>
                    </a:lnTlToBr>
                    <a:lnBlToTr>
                      <a:noFill/>
                    </a:lnBlToTr>
                    <a:noFill/>
                  </a:tcPr>
                </a:tc>
                <a:extLst>
                  <a:ext uri="{0D108BD9-81ED-4DB2-BD59-A6C34878D82A}">
                    <a16:rowId xmlns:a16="http://schemas.microsoft.com/office/drawing/2014/main" val="10008"/>
                  </a:ext>
                </a:extLst>
              </a:tr>
            </a:tbl>
          </a:graphicData>
        </a:graphic>
      </p:graphicFrame>
      <p:sp>
        <p:nvSpPr>
          <p:cNvPr id="2" name="日期占位符 1">
            <a:extLst>
              <a:ext uri="{FF2B5EF4-FFF2-40B4-BE49-F238E27FC236}">
                <a16:creationId xmlns:a16="http://schemas.microsoft.com/office/drawing/2014/main" id="{E96E4801-5C80-2F12-D004-5C561F925067}"/>
              </a:ext>
            </a:extLst>
          </p:cNvPr>
          <p:cNvSpPr>
            <a:spLocks noGrp="1"/>
          </p:cNvSpPr>
          <p:nvPr>
            <p:ph type="dt" sz="half" idx="10"/>
          </p:nvPr>
        </p:nvSpPr>
        <p:spPr/>
        <p:txBody>
          <a:bodyPr/>
          <a:lstStyle/>
          <a:p>
            <a:fld id="{ECC29461-E427-4D59-9BD4-9913F5D975AC}" type="datetime2">
              <a:rPr lang="zh-CN" altLang="en-US" smtClean="0"/>
              <a:pPr/>
              <a:t>2025年11月26日</a:t>
            </a:fld>
            <a:endParaRPr lang="zh-CN" altLang="en-US"/>
          </a:p>
        </p:txBody>
      </p:sp>
      <p:sp>
        <p:nvSpPr>
          <p:cNvPr id="3" name="页脚占位符 2">
            <a:extLst>
              <a:ext uri="{FF2B5EF4-FFF2-40B4-BE49-F238E27FC236}">
                <a16:creationId xmlns:a16="http://schemas.microsoft.com/office/drawing/2014/main" id="{8B9C1275-B8C1-BE8D-1F5A-631A157FACA1}"/>
              </a:ext>
            </a:extLst>
          </p:cNvPr>
          <p:cNvSpPr>
            <a:spLocks noGrp="1"/>
          </p:cNvSpPr>
          <p:nvPr>
            <p:ph type="ftr" sz="quarter" idx="11"/>
          </p:nvPr>
        </p:nvSpPr>
        <p:spPr/>
        <p:txBody>
          <a:bodyPr/>
          <a:lstStyle/>
          <a:p>
            <a:r>
              <a:rPr lang="zh-CN" altLang="en-US"/>
              <a:t>编译原理</a:t>
            </a:r>
            <a:r>
              <a:rPr lang="en-US" altLang="zh-CN"/>
              <a:t>-</a:t>
            </a:r>
            <a:r>
              <a:rPr lang="zh-CN" altLang="en-US"/>
              <a:t>王欣捷</a:t>
            </a:r>
            <a:r>
              <a:rPr lang="en-US" altLang="zh-CN"/>
              <a:t>-</a:t>
            </a:r>
            <a:r>
              <a:rPr lang="zh-CN" altLang="en-US"/>
              <a:t>第三章 语法分析</a:t>
            </a:r>
            <a:r>
              <a:rPr lang="en-US" altLang="zh-CN"/>
              <a:t>(4)</a:t>
            </a:r>
            <a:endParaRPr lang="zh-CN" altLang="en-US"/>
          </a:p>
        </p:txBody>
      </p:sp>
      <p:sp>
        <p:nvSpPr>
          <p:cNvPr id="4" name="灯片编号占位符 3">
            <a:extLst>
              <a:ext uri="{FF2B5EF4-FFF2-40B4-BE49-F238E27FC236}">
                <a16:creationId xmlns:a16="http://schemas.microsoft.com/office/drawing/2014/main" id="{9F5DFD91-CE8C-172C-A51B-836D20E4C07A}"/>
              </a:ext>
            </a:extLst>
          </p:cNvPr>
          <p:cNvSpPr>
            <a:spLocks noGrp="1"/>
          </p:cNvSpPr>
          <p:nvPr>
            <p:ph type="sldNum" sz="quarter" idx="12"/>
          </p:nvPr>
        </p:nvSpPr>
        <p:spPr/>
        <p:txBody>
          <a:bodyPr/>
          <a:lstStyle/>
          <a:p>
            <a:fld id="{094DEB03-EFC6-4C20-8FC8-295189A5386F}" type="slidenum">
              <a:rPr lang="zh-CN" altLang="en-US" smtClean="0"/>
              <a:pPr/>
              <a:t>16</a:t>
            </a:fld>
            <a:endParaRPr lang="zh-CN" altLang="en-US"/>
          </a:p>
        </p:txBody>
      </p:sp>
      <p:graphicFrame>
        <p:nvGraphicFramePr>
          <p:cNvPr id="6" name="Group 3">
            <a:extLst>
              <a:ext uri="{FF2B5EF4-FFF2-40B4-BE49-F238E27FC236}">
                <a16:creationId xmlns:a16="http://schemas.microsoft.com/office/drawing/2014/main" id="{83B31E22-6383-690D-5AA7-2A556FC44814}"/>
              </a:ext>
            </a:extLst>
          </p:cNvPr>
          <p:cNvGraphicFramePr>
            <a:graphicFrameLocks/>
          </p:cNvGraphicFramePr>
          <p:nvPr>
            <p:extLst>
              <p:ext uri="{D42A27DB-BD31-4B8C-83A1-F6EECF244321}">
                <p14:modId xmlns:p14="http://schemas.microsoft.com/office/powerpoint/2010/main" val="2445023554"/>
              </p:ext>
            </p:extLst>
          </p:nvPr>
        </p:nvGraphicFramePr>
        <p:xfrm>
          <a:off x="1681224" y="1333499"/>
          <a:ext cx="6162551" cy="2535464"/>
        </p:xfrm>
        <a:graphic>
          <a:graphicData uri="http://schemas.openxmlformats.org/drawingml/2006/table">
            <a:tbl>
              <a:tblPr>
                <a:effectLst>
                  <a:outerShdw blurRad="63500" sx="102000" sy="102000" algn="ctr" rotWithShape="0">
                    <a:prstClr val="black">
                      <a:alpha val="40000"/>
                    </a:prstClr>
                  </a:outerShdw>
                </a:effectLst>
              </a:tblPr>
              <a:tblGrid>
                <a:gridCol w="753362">
                  <a:extLst>
                    <a:ext uri="{9D8B030D-6E8A-4147-A177-3AD203B41FA5}">
                      <a16:colId xmlns:a16="http://schemas.microsoft.com/office/drawing/2014/main" val="20000"/>
                    </a:ext>
                  </a:extLst>
                </a:gridCol>
                <a:gridCol w="914796">
                  <a:extLst>
                    <a:ext uri="{9D8B030D-6E8A-4147-A177-3AD203B41FA5}">
                      <a16:colId xmlns:a16="http://schemas.microsoft.com/office/drawing/2014/main" val="20001"/>
                    </a:ext>
                  </a:extLst>
                </a:gridCol>
                <a:gridCol w="974215">
                  <a:extLst>
                    <a:ext uri="{9D8B030D-6E8A-4147-A177-3AD203B41FA5}">
                      <a16:colId xmlns:a16="http://schemas.microsoft.com/office/drawing/2014/main" val="20002"/>
                    </a:ext>
                  </a:extLst>
                </a:gridCol>
                <a:gridCol w="1010203">
                  <a:extLst>
                    <a:ext uri="{9D8B030D-6E8A-4147-A177-3AD203B41FA5}">
                      <a16:colId xmlns:a16="http://schemas.microsoft.com/office/drawing/2014/main" val="20003"/>
                    </a:ext>
                  </a:extLst>
                </a:gridCol>
                <a:gridCol w="867599">
                  <a:extLst>
                    <a:ext uri="{9D8B030D-6E8A-4147-A177-3AD203B41FA5}">
                      <a16:colId xmlns:a16="http://schemas.microsoft.com/office/drawing/2014/main" val="20004"/>
                    </a:ext>
                  </a:extLst>
                </a:gridCol>
                <a:gridCol w="860986">
                  <a:extLst>
                    <a:ext uri="{9D8B030D-6E8A-4147-A177-3AD203B41FA5}">
                      <a16:colId xmlns:a16="http://schemas.microsoft.com/office/drawing/2014/main" val="20005"/>
                    </a:ext>
                  </a:extLst>
                </a:gridCol>
                <a:gridCol w="781390">
                  <a:extLst>
                    <a:ext uri="{9D8B030D-6E8A-4147-A177-3AD203B41FA5}">
                      <a16:colId xmlns:a16="http://schemas.microsoft.com/office/drawing/2014/main" val="20006"/>
                    </a:ext>
                  </a:extLst>
                </a:gridCol>
              </a:tblGrid>
              <a:tr h="361994">
                <a:tc rowSpan="2">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r>
                        <a:rPr kumimoji="0" lang="zh-CN" altLang="en-US" sz="1500" b="0" i="0" u="none" strike="noStrike" cap="none" normalizeH="0" baseline="0">
                          <a:ln>
                            <a:noFill/>
                          </a:ln>
                          <a:solidFill>
                            <a:schemeClr val="tx1"/>
                          </a:solidFill>
                          <a:effectLst/>
                          <a:latin typeface="Times New Roman" panose="02020603050405020304" pitchFamily="18" charset="0"/>
                          <a:ea typeface="黑体" panose="02010609060101010101" pitchFamily="49" charset="-122"/>
                        </a:rPr>
                        <a:t>非 终</a:t>
                      </a:r>
                      <a:endParaRPr kumimoji="0" lang="en-US" altLang="zh-CN" sz="1500" b="0" i="0" u="none" strike="noStrike" cap="none" normalizeH="0" baseline="0">
                        <a:ln>
                          <a:noFill/>
                        </a:ln>
                        <a:solidFill>
                          <a:schemeClr val="tx1"/>
                        </a:solidFill>
                        <a:effectLst/>
                        <a:latin typeface="Times New Roman" panose="02020603050405020304" pitchFamily="18" charset="0"/>
                        <a:ea typeface="黑体" panose="02010609060101010101" pitchFamily="49" charset="-122"/>
                      </a:endParaRPr>
                    </a:p>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r>
                        <a:rPr kumimoji="0" lang="zh-CN" altLang="en-US" sz="1500" b="0" i="0" u="none" strike="noStrike" cap="none" normalizeH="0" baseline="0">
                          <a:ln>
                            <a:noFill/>
                          </a:ln>
                          <a:solidFill>
                            <a:schemeClr val="tx1"/>
                          </a:solidFill>
                          <a:effectLst/>
                          <a:latin typeface="Times New Roman" panose="02020603050405020304" pitchFamily="18" charset="0"/>
                          <a:ea typeface="黑体" panose="02010609060101010101" pitchFamily="49" charset="-122"/>
                        </a:rPr>
                        <a:t>结 符</a:t>
                      </a:r>
                    </a:p>
                  </a:txBody>
                  <a:tcPr marL="139781" marR="139781" marT="69890" marB="69890" anchor="ct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accent4">
                        <a:lumMod val="20000"/>
                        <a:lumOff val="80000"/>
                      </a:schemeClr>
                    </a:solidFill>
                  </a:tcPr>
                </a:tc>
                <a:tc gridSpan="6">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r>
                        <a:rPr kumimoji="0" lang="zh-CN" altLang="en-US" sz="1500" b="0" i="0" u="none" strike="noStrike" cap="none" normalizeH="0" baseline="0">
                          <a:ln>
                            <a:noFill/>
                          </a:ln>
                          <a:solidFill>
                            <a:schemeClr val="tx1"/>
                          </a:solidFill>
                          <a:effectLst/>
                          <a:latin typeface="Times New Roman" panose="02020603050405020304" pitchFamily="18" charset="0"/>
                          <a:ea typeface="黑体" panose="02010609060101010101" pitchFamily="49" charset="-122"/>
                        </a:rPr>
                        <a:t>输 入 符 号</a:t>
                      </a:r>
                    </a:p>
                  </a:txBody>
                  <a:tcPr marL="139781" marR="139781" marT="69890" marB="69890" anchor="ct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accent4">
                        <a:lumMod val="20000"/>
                        <a:lumOff val="80000"/>
                      </a:schemeClr>
                    </a:solidFill>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extLst>
                  <a:ext uri="{0D108BD9-81ED-4DB2-BD59-A6C34878D82A}">
                    <a16:rowId xmlns:a16="http://schemas.microsoft.com/office/drawing/2014/main" val="10000"/>
                  </a:ext>
                </a:extLst>
              </a:tr>
              <a:tr h="360042">
                <a:tc vMerge="1">
                  <a:txBody>
                    <a:bodyPr/>
                    <a:lstStyle/>
                    <a:p>
                      <a:endParaRPr lang="zh-CN" altLang="en-US"/>
                    </a:p>
                  </a:txBody>
                  <a:tcPr/>
                </a:tc>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r>
                        <a:rPr kumimoji="0" lang="en-US" altLang="zh-CN" sz="1500" b="1" i="0" u="none" strike="noStrike" cap="none" normalizeH="0" baseline="0">
                          <a:ln>
                            <a:noFill/>
                          </a:ln>
                          <a:solidFill>
                            <a:schemeClr val="tx1"/>
                          </a:solidFill>
                          <a:effectLst/>
                          <a:latin typeface="Times New Roman" panose="02020603050405020304" pitchFamily="18" charset="0"/>
                          <a:ea typeface="黑体" panose="02010609060101010101" pitchFamily="49" charset="-122"/>
                        </a:rPr>
                        <a:t>id</a:t>
                      </a:r>
                    </a:p>
                  </a:txBody>
                  <a:tcPr marL="46132" marR="46132" marT="24604" marB="24604"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accent4">
                        <a:lumMod val="20000"/>
                        <a:lumOff val="80000"/>
                      </a:schemeClr>
                    </a:solidFill>
                  </a:tcPr>
                </a:tc>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r>
                        <a:rPr kumimoji="0" lang="en-US" altLang="zh-CN" sz="1500" b="1" i="0" u="none" strike="noStrike" cap="none" normalizeH="0" baseline="0">
                          <a:ln>
                            <a:noFill/>
                          </a:ln>
                          <a:solidFill>
                            <a:schemeClr val="tx1"/>
                          </a:solidFill>
                          <a:effectLst/>
                          <a:latin typeface="Times New Roman" panose="02020603050405020304" pitchFamily="18" charset="0"/>
                          <a:ea typeface="黑体" panose="02010609060101010101" pitchFamily="49" charset="-122"/>
                        </a:rPr>
                        <a:t>+</a:t>
                      </a:r>
                    </a:p>
                  </a:txBody>
                  <a:tcPr marL="46132" marR="46132" marT="24604" marB="24604"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accent4">
                        <a:lumMod val="20000"/>
                        <a:lumOff val="80000"/>
                      </a:schemeClr>
                    </a:solidFill>
                  </a:tcPr>
                </a:tc>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r>
                        <a:rPr kumimoji="0" lang="en-US" altLang="zh-CN" sz="1500" b="1" i="0" u="none" strike="noStrike" cap="none" normalizeH="0" baseline="0">
                          <a:ln>
                            <a:noFill/>
                          </a:ln>
                          <a:solidFill>
                            <a:schemeClr val="tx1"/>
                          </a:solidFill>
                          <a:effectLst/>
                          <a:latin typeface="Times New Roman" panose="02020603050405020304" pitchFamily="18" charset="0"/>
                          <a:ea typeface="黑体" panose="02010609060101010101" pitchFamily="49" charset="-122"/>
                        </a:rPr>
                        <a:t>*</a:t>
                      </a:r>
                    </a:p>
                  </a:txBody>
                  <a:tcPr marL="46132" marR="46132" marT="24604" marB="24604"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accent4">
                        <a:lumMod val="20000"/>
                        <a:lumOff val="80000"/>
                      </a:schemeClr>
                    </a:solidFill>
                  </a:tcPr>
                </a:tc>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r>
                        <a:rPr kumimoji="0" lang="en-US" altLang="zh-CN" sz="1500" b="1" i="0" u="none" strike="noStrike" cap="none" normalizeH="0" baseline="0">
                          <a:ln>
                            <a:noFill/>
                          </a:ln>
                          <a:solidFill>
                            <a:schemeClr val="tx1"/>
                          </a:solidFill>
                          <a:effectLst/>
                          <a:latin typeface="Times New Roman" panose="02020603050405020304" pitchFamily="18" charset="0"/>
                          <a:ea typeface="黑体" panose="02010609060101010101" pitchFamily="49" charset="-122"/>
                        </a:rPr>
                        <a:t>(</a:t>
                      </a:r>
                    </a:p>
                  </a:txBody>
                  <a:tcPr marL="46132" marR="46132" marT="24604" marB="24604"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accent4">
                        <a:lumMod val="20000"/>
                        <a:lumOff val="80000"/>
                      </a:schemeClr>
                    </a:solidFill>
                  </a:tcPr>
                </a:tc>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r>
                        <a:rPr kumimoji="0" lang="en-US" altLang="zh-CN" sz="1500" b="1" i="0" u="none" strike="noStrike" cap="none" normalizeH="0" baseline="0">
                          <a:ln>
                            <a:noFill/>
                          </a:ln>
                          <a:solidFill>
                            <a:schemeClr val="tx1"/>
                          </a:solidFill>
                          <a:effectLst/>
                          <a:latin typeface="Times New Roman" panose="02020603050405020304" pitchFamily="18" charset="0"/>
                          <a:ea typeface="黑体" panose="02010609060101010101" pitchFamily="49" charset="-122"/>
                        </a:rPr>
                        <a:t>)</a:t>
                      </a:r>
                    </a:p>
                  </a:txBody>
                  <a:tcPr marL="46132" marR="46132" marT="24604" marB="24604"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accent4">
                        <a:lumMod val="20000"/>
                        <a:lumOff val="80000"/>
                      </a:schemeClr>
                    </a:solidFill>
                  </a:tcPr>
                </a:tc>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r>
                        <a:rPr kumimoji="0" lang="en-US" altLang="zh-CN" sz="1500" b="1" i="0" u="none" strike="noStrike" cap="none" normalizeH="0" baseline="0">
                          <a:ln>
                            <a:noFill/>
                          </a:ln>
                          <a:solidFill>
                            <a:schemeClr val="tx1"/>
                          </a:solidFill>
                          <a:effectLst/>
                          <a:latin typeface="Times New Roman" panose="02020603050405020304" pitchFamily="18" charset="0"/>
                          <a:ea typeface="黑体" panose="02010609060101010101" pitchFamily="49" charset="-122"/>
                        </a:rPr>
                        <a:t>$</a:t>
                      </a:r>
                    </a:p>
                  </a:txBody>
                  <a:tcPr marL="46132" marR="46132" marT="24604" marB="24604" anchor="ct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accent4">
                        <a:lumMod val="20000"/>
                        <a:lumOff val="80000"/>
                      </a:schemeClr>
                    </a:solidFill>
                  </a:tcPr>
                </a:tc>
                <a:extLst>
                  <a:ext uri="{0D108BD9-81ED-4DB2-BD59-A6C34878D82A}">
                    <a16:rowId xmlns:a16="http://schemas.microsoft.com/office/drawing/2014/main" val="10001"/>
                  </a:ext>
                </a:extLst>
              </a:tr>
              <a:tr h="361994">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r>
                        <a:rPr kumimoji="0" lang="en-US" altLang="zh-CN" sz="1500" b="1" i="1" u="none" strike="noStrike" cap="none" normalizeH="0" baseline="0">
                          <a:ln>
                            <a:noFill/>
                          </a:ln>
                          <a:solidFill>
                            <a:schemeClr val="tx1"/>
                          </a:solidFill>
                          <a:effectLst/>
                          <a:latin typeface="Times New Roman" panose="02020603050405020304" pitchFamily="18" charset="0"/>
                          <a:ea typeface="黑体" panose="02010609060101010101" pitchFamily="49" charset="-122"/>
                        </a:rPr>
                        <a:t>E</a:t>
                      </a:r>
                    </a:p>
                  </a:txBody>
                  <a:tcPr marL="46132" marR="46132" marT="24604" marB="24604" anchor="ct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accent4">
                        <a:lumMod val="20000"/>
                        <a:lumOff val="80000"/>
                      </a:schemeClr>
                    </a:solidFill>
                  </a:tcPr>
                </a:tc>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r>
                        <a:rPr kumimoji="0" lang="en-US" altLang="zh-CN" sz="1500" b="1" i="1" u="none" strike="noStrike" cap="none" normalizeH="0" baseline="0">
                          <a:ln>
                            <a:noFill/>
                          </a:ln>
                          <a:solidFill>
                            <a:schemeClr val="tx1"/>
                          </a:solidFill>
                          <a:effectLst/>
                          <a:latin typeface="Times New Roman" panose="02020603050405020304" pitchFamily="18" charset="0"/>
                          <a:ea typeface="黑体" panose="02010609060101010101" pitchFamily="49" charset="-122"/>
                        </a:rPr>
                        <a:t>E</a:t>
                      </a:r>
                      <a:r>
                        <a:rPr kumimoji="0" lang="en-US" altLang="zh-CN" sz="1500" b="1" i="0" u="none" strike="noStrike" cap="none" normalizeH="0" baseline="0">
                          <a:ln>
                            <a:noFill/>
                          </a:ln>
                          <a:solidFill>
                            <a:schemeClr val="tx1"/>
                          </a:solidFill>
                          <a:effectLst/>
                          <a:latin typeface="Times New Roman" panose="02020603050405020304" pitchFamily="18" charset="0"/>
                          <a:ea typeface="黑体" panose="02010609060101010101" pitchFamily="49" charset="-122"/>
                          <a:sym typeface="Symbol" panose="05050102010706020507" pitchFamily="18" charset="2"/>
                        </a:rPr>
                        <a:t></a:t>
                      </a:r>
                      <a:r>
                        <a:rPr kumimoji="0" lang="en-US" altLang="zh-CN" sz="1500" b="1" i="1" u="none" strike="noStrike" cap="none" normalizeH="0" baseline="0">
                          <a:ln>
                            <a:noFill/>
                          </a:ln>
                          <a:solidFill>
                            <a:schemeClr val="tx1"/>
                          </a:solidFill>
                          <a:effectLst/>
                          <a:latin typeface="Times New Roman" panose="02020603050405020304" pitchFamily="18" charset="0"/>
                          <a:ea typeface="黑体" panose="02010609060101010101" pitchFamily="49" charset="-122"/>
                          <a:sym typeface="Symbol" panose="05050102010706020507" pitchFamily="18" charset="2"/>
                        </a:rPr>
                        <a:t>TE</a:t>
                      </a:r>
                      <a:r>
                        <a:rPr kumimoji="0" lang="en-US" altLang="zh-CN" sz="1500" b="1" i="0" u="none" strike="noStrike" cap="none" normalizeH="0" baseline="0">
                          <a:ln>
                            <a:noFill/>
                          </a:ln>
                          <a:solidFill>
                            <a:schemeClr val="tx1"/>
                          </a:solidFill>
                          <a:effectLst/>
                          <a:latin typeface="Times New Roman" panose="02020603050405020304" pitchFamily="18" charset="0"/>
                          <a:ea typeface="黑体" panose="02010609060101010101" pitchFamily="49" charset="-122"/>
                          <a:sym typeface="Symbol" panose="05050102010706020507" pitchFamily="18" charset="2"/>
                        </a:rPr>
                        <a:t></a:t>
                      </a:r>
                    </a:p>
                  </a:txBody>
                  <a:tcPr marL="46132" marR="46132" marT="24604" marB="24604"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accent4">
                        <a:lumMod val="20000"/>
                        <a:lumOff val="80000"/>
                      </a:schemeClr>
                    </a:solidFill>
                  </a:tcPr>
                </a:tc>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endParaRPr kumimoji="0" lang="zh-CN" altLang="zh-CN" sz="1500" b="0" i="0" u="none" strike="noStrike" cap="none" normalizeH="0" baseline="0">
                        <a:ln>
                          <a:noFill/>
                        </a:ln>
                        <a:solidFill>
                          <a:schemeClr val="tx1"/>
                        </a:solidFill>
                        <a:effectLst/>
                        <a:latin typeface="Times New Roman" panose="02020603050405020304" pitchFamily="18" charset="0"/>
                        <a:ea typeface="黑体" panose="02010609060101010101" pitchFamily="49" charset="-122"/>
                      </a:endParaRPr>
                    </a:p>
                  </a:txBody>
                  <a:tcPr marL="46132" marR="46132" marT="24604" marB="24604"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accent4">
                        <a:lumMod val="20000"/>
                        <a:lumOff val="80000"/>
                      </a:schemeClr>
                    </a:solidFill>
                  </a:tcPr>
                </a:tc>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endParaRPr kumimoji="0" lang="zh-CN" altLang="zh-CN" sz="1500" b="0" i="0" u="none" strike="noStrike" cap="none" normalizeH="0" baseline="0">
                        <a:ln>
                          <a:noFill/>
                        </a:ln>
                        <a:solidFill>
                          <a:schemeClr val="tx1"/>
                        </a:solidFill>
                        <a:effectLst/>
                        <a:latin typeface="Times New Roman" panose="02020603050405020304" pitchFamily="18" charset="0"/>
                        <a:ea typeface="黑体" panose="02010609060101010101" pitchFamily="49" charset="-122"/>
                      </a:endParaRPr>
                    </a:p>
                  </a:txBody>
                  <a:tcPr marL="46132" marR="46132" marT="24604" marB="24604"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accent4">
                        <a:lumMod val="20000"/>
                        <a:lumOff val="80000"/>
                      </a:schemeClr>
                    </a:solidFill>
                  </a:tcPr>
                </a:tc>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r>
                        <a:rPr kumimoji="0" lang="en-US" altLang="zh-CN" sz="1500" b="1" i="1" u="none" strike="noStrike" cap="none" normalizeH="0" baseline="0">
                          <a:ln>
                            <a:noFill/>
                          </a:ln>
                          <a:solidFill>
                            <a:schemeClr val="tx1"/>
                          </a:solidFill>
                          <a:effectLst/>
                          <a:latin typeface="Times New Roman" panose="02020603050405020304" pitchFamily="18" charset="0"/>
                          <a:ea typeface="黑体" panose="02010609060101010101" pitchFamily="49" charset="-122"/>
                        </a:rPr>
                        <a:t>E</a:t>
                      </a:r>
                      <a:r>
                        <a:rPr kumimoji="0" lang="en-US" altLang="zh-CN" sz="1500" b="1" i="1" u="none" strike="noStrike" cap="none" normalizeH="0" baseline="0">
                          <a:ln>
                            <a:noFill/>
                          </a:ln>
                          <a:solidFill>
                            <a:schemeClr val="tx1"/>
                          </a:solidFill>
                          <a:effectLst/>
                          <a:latin typeface="Times New Roman" panose="02020603050405020304" pitchFamily="18" charset="0"/>
                          <a:ea typeface="黑体" panose="02010609060101010101" pitchFamily="49" charset="-122"/>
                          <a:sym typeface="Symbol" panose="05050102010706020507" pitchFamily="18" charset="2"/>
                        </a:rPr>
                        <a:t>TE</a:t>
                      </a:r>
                      <a:r>
                        <a:rPr kumimoji="0" lang="en-US" altLang="zh-CN" sz="1500" b="1" i="0" u="none" strike="noStrike" cap="none" normalizeH="0" baseline="0">
                          <a:ln>
                            <a:noFill/>
                          </a:ln>
                          <a:solidFill>
                            <a:schemeClr val="tx1"/>
                          </a:solidFill>
                          <a:effectLst/>
                          <a:latin typeface="Times New Roman" panose="02020603050405020304" pitchFamily="18" charset="0"/>
                          <a:ea typeface="黑体" panose="02010609060101010101" pitchFamily="49" charset="-122"/>
                          <a:sym typeface="Symbol" panose="05050102010706020507" pitchFamily="18" charset="2"/>
                        </a:rPr>
                        <a:t></a:t>
                      </a:r>
                    </a:p>
                  </a:txBody>
                  <a:tcPr marL="46132" marR="46132" marT="24604" marB="24604"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accent4">
                        <a:lumMod val="20000"/>
                        <a:lumOff val="80000"/>
                      </a:schemeClr>
                    </a:solidFill>
                  </a:tcPr>
                </a:tc>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endParaRPr kumimoji="0" lang="zh-CN" altLang="zh-CN" sz="1500" b="0" i="0" u="none" strike="noStrike" cap="none" normalizeH="0" baseline="0">
                        <a:ln>
                          <a:noFill/>
                        </a:ln>
                        <a:solidFill>
                          <a:schemeClr val="tx1"/>
                        </a:solidFill>
                        <a:effectLst/>
                        <a:latin typeface="Times New Roman" panose="02020603050405020304" pitchFamily="18" charset="0"/>
                        <a:ea typeface="黑体" panose="02010609060101010101" pitchFamily="49" charset="-122"/>
                      </a:endParaRPr>
                    </a:p>
                  </a:txBody>
                  <a:tcPr marL="46132" marR="46132" marT="24604" marB="24604"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accent4">
                        <a:lumMod val="20000"/>
                        <a:lumOff val="80000"/>
                      </a:schemeClr>
                    </a:solidFill>
                  </a:tcPr>
                </a:tc>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endParaRPr kumimoji="0" lang="zh-CN" altLang="zh-CN" sz="1500" b="0" i="0" u="none" strike="noStrike" cap="none" normalizeH="0" baseline="0">
                        <a:ln>
                          <a:noFill/>
                        </a:ln>
                        <a:solidFill>
                          <a:schemeClr val="tx1"/>
                        </a:solidFill>
                        <a:effectLst/>
                        <a:latin typeface="Times New Roman" panose="02020603050405020304" pitchFamily="18" charset="0"/>
                        <a:ea typeface="黑体" panose="02010609060101010101" pitchFamily="49" charset="-122"/>
                      </a:endParaRPr>
                    </a:p>
                  </a:txBody>
                  <a:tcPr marL="46132" marR="46132" marT="24604" marB="24604" anchor="ct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accent4">
                        <a:lumMod val="20000"/>
                        <a:lumOff val="80000"/>
                      </a:schemeClr>
                    </a:solidFill>
                  </a:tcPr>
                </a:tc>
                <a:extLst>
                  <a:ext uri="{0D108BD9-81ED-4DB2-BD59-A6C34878D82A}">
                    <a16:rowId xmlns:a16="http://schemas.microsoft.com/office/drawing/2014/main" val="10002"/>
                  </a:ext>
                </a:extLst>
              </a:tr>
              <a:tr h="361018">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r>
                        <a:rPr kumimoji="0" lang="en-US" altLang="zh-CN" sz="1500" b="1" i="1" u="none" strike="noStrike" cap="none" normalizeH="0" baseline="0">
                          <a:ln>
                            <a:noFill/>
                          </a:ln>
                          <a:solidFill>
                            <a:schemeClr val="tx1"/>
                          </a:solidFill>
                          <a:effectLst/>
                          <a:latin typeface="Times New Roman" panose="02020603050405020304" pitchFamily="18" charset="0"/>
                          <a:ea typeface="黑体" panose="02010609060101010101" pitchFamily="49" charset="-122"/>
                        </a:rPr>
                        <a:t>E </a:t>
                      </a:r>
                      <a:r>
                        <a:rPr kumimoji="0" lang="en-US" altLang="zh-CN" sz="1500" b="1" i="0" u="none" strike="noStrike" cap="none" normalizeH="0" baseline="0">
                          <a:ln>
                            <a:noFill/>
                          </a:ln>
                          <a:solidFill>
                            <a:schemeClr val="tx1"/>
                          </a:solidFill>
                          <a:effectLst/>
                          <a:latin typeface="Times New Roman" panose="02020603050405020304" pitchFamily="18" charset="0"/>
                          <a:ea typeface="黑体" panose="02010609060101010101" pitchFamily="49" charset="-122"/>
                          <a:sym typeface="Symbol" panose="05050102010706020507" pitchFamily="18" charset="2"/>
                        </a:rPr>
                        <a:t></a:t>
                      </a:r>
                    </a:p>
                  </a:txBody>
                  <a:tcPr marL="46132" marR="46132" marT="24604" marB="24604" anchor="ct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accent4">
                        <a:lumMod val="20000"/>
                        <a:lumOff val="80000"/>
                      </a:schemeClr>
                    </a:solidFill>
                  </a:tcPr>
                </a:tc>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endParaRPr kumimoji="0" lang="zh-CN" altLang="zh-CN" sz="1500" b="0" i="0" u="none" strike="noStrike" cap="none" normalizeH="0" baseline="0">
                        <a:ln>
                          <a:noFill/>
                        </a:ln>
                        <a:solidFill>
                          <a:schemeClr val="tx1"/>
                        </a:solidFill>
                        <a:effectLst/>
                        <a:latin typeface="Times New Roman" panose="02020603050405020304" pitchFamily="18" charset="0"/>
                        <a:ea typeface="黑体" panose="02010609060101010101" pitchFamily="49" charset="-122"/>
                      </a:endParaRPr>
                    </a:p>
                  </a:txBody>
                  <a:tcPr marL="46132" marR="46132" marT="24604" marB="24604"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accent4">
                        <a:lumMod val="20000"/>
                        <a:lumOff val="80000"/>
                      </a:schemeClr>
                    </a:solidFill>
                  </a:tcPr>
                </a:tc>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r>
                        <a:rPr kumimoji="0" lang="en-US" altLang="zh-CN" sz="1500" b="1" i="1" u="none" strike="noStrike" cap="none" normalizeH="0" baseline="0">
                          <a:ln>
                            <a:noFill/>
                          </a:ln>
                          <a:solidFill>
                            <a:schemeClr val="tx1"/>
                          </a:solidFill>
                          <a:effectLst/>
                          <a:latin typeface="Times New Roman" panose="02020603050405020304" pitchFamily="18" charset="0"/>
                          <a:ea typeface="黑体" panose="02010609060101010101" pitchFamily="49" charset="-122"/>
                        </a:rPr>
                        <a:t>E</a:t>
                      </a:r>
                      <a:r>
                        <a:rPr kumimoji="0" lang="en-US" altLang="zh-CN" sz="1500" b="1" i="0" u="none" strike="noStrike" cap="none" normalizeH="0" baseline="0">
                          <a:ln>
                            <a:noFill/>
                          </a:ln>
                          <a:solidFill>
                            <a:schemeClr val="tx1"/>
                          </a:solidFill>
                          <a:effectLst/>
                          <a:latin typeface="Times New Roman" panose="02020603050405020304" pitchFamily="18" charset="0"/>
                          <a:ea typeface="黑体" panose="02010609060101010101" pitchFamily="49" charset="-122"/>
                          <a:sym typeface="Symbol" panose="05050102010706020507" pitchFamily="18" charset="2"/>
                        </a:rPr>
                        <a:t>+</a:t>
                      </a:r>
                      <a:r>
                        <a:rPr kumimoji="0" lang="en-US" altLang="zh-CN" sz="1500" b="1" i="1" u="none" strike="noStrike" cap="none" normalizeH="0" baseline="0">
                          <a:ln>
                            <a:noFill/>
                          </a:ln>
                          <a:solidFill>
                            <a:schemeClr val="tx1"/>
                          </a:solidFill>
                          <a:effectLst/>
                          <a:latin typeface="Times New Roman" panose="02020603050405020304" pitchFamily="18" charset="0"/>
                          <a:ea typeface="黑体" panose="02010609060101010101" pitchFamily="49" charset="-122"/>
                          <a:sym typeface="Symbol" panose="05050102010706020507" pitchFamily="18" charset="2"/>
                        </a:rPr>
                        <a:t>TE</a:t>
                      </a:r>
                      <a:r>
                        <a:rPr kumimoji="0" lang="en-US" altLang="zh-CN" sz="1500" b="1" i="0" u="none" strike="noStrike" cap="none" normalizeH="0" baseline="0">
                          <a:ln>
                            <a:noFill/>
                          </a:ln>
                          <a:solidFill>
                            <a:schemeClr val="tx1"/>
                          </a:solidFill>
                          <a:effectLst/>
                          <a:latin typeface="Times New Roman" panose="02020603050405020304" pitchFamily="18" charset="0"/>
                          <a:ea typeface="黑体" panose="02010609060101010101" pitchFamily="49" charset="-122"/>
                          <a:sym typeface="Symbol" panose="05050102010706020507" pitchFamily="18" charset="2"/>
                        </a:rPr>
                        <a:t></a:t>
                      </a:r>
                    </a:p>
                  </a:txBody>
                  <a:tcPr marL="46132" marR="46132" marT="24604" marB="24604"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accent4">
                        <a:lumMod val="20000"/>
                        <a:lumOff val="80000"/>
                      </a:schemeClr>
                    </a:solidFill>
                  </a:tcPr>
                </a:tc>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endParaRPr kumimoji="0" lang="zh-CN" altLang="zh-CN" sz="1500" b="0" i="0" u="none" strike="noStrike" cap="none" normalizeH="0" baseline="0">
                        <a:ln>
                          <a:noFill/>
                        </a:ln>
                        <a:solidFill>
                          <a:schemeClr val="tx1"/>
                        </a:solidFill>
                        <a:effectLst/>
                        <a:latin typeface="Times New Roman" panose="02020603050405020304" pitchFamily="18" charset="0"/>
                        <a:ea typeface="黑体" panose="02010609060101010101" pitchFamily="49" charset="-122"/>
                      </a:endParaRPr>
                    </a:p>
                  </a:txBody>
                  <a:tcPr marL="46132" marR="46132" marT="24604" marB="24604"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accent4">
                        <a:lumMod val="20000"/>
                        <a:lumOff val="80000"/>
                      </a:schemeClr>
                    </a:solidFill>
                  </a:tcPr>
                </a:tc>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endParaRPr kumimoji="0" lang="zh-CN" altLang="zh-CN" sz="1500" b="0" i="0" u="none" strike="noStrike" cap="none" normalizeH="0" baseline="0">
                        <a:ln>
                          <a:noFill/>
                        </a:ln>
                        <a:solidFill>
                          <a:schemeClr val="tx1"/>
                        </a:solidFill>
                        <a:effectLst/>
                        <a:latin typeface="Times New Roman" panose="02020603050405020304" pitchFamily="18" charset="0"/>
                        <a:ea typeface="黑体" panose="02010609060101010101" pitchFamily="49" charset="-122"/>
                      </a:endParaRPr>
                    </a:p>
                  </a:txBody>
                  <a:tcPr marL="46132" marR="46132" marT="24604" marB="24604"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accent4">
                        <a:lumMod val="20000"/>
                        <a:lumOff val="80000"/>
                      </a:schemeClr>
                    </a:solidFill>
                  </a:tcPr>
                </a:tc>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r>
                        <a:rPr kumimoji="0" lang="en-US" altLang="zh-CN" sz="1500" b="1" i="1" u="none" strike="noStrike" cap="none" normalizeH="0" baseline="0">
                          <a:ln>
                            <a:noFill/>
                          </a:ln>
                          <a:solidFill>
                            <a:schemeClr val="tx1"/>
                          </a:solidFill>
                          <a:effectLst/>
                          <a:latin typeface="Times New Roman" panose="02020603050405020304" pitchFamily="18" charset="0"/>
                          <a:ea typeface="黑体" panose="02010609060101010101" pitchFamily="49" charset="-122"/>
                        </a:rPr>
                        <a:t>E</a:t>
                      </a:r>
                      <a:r>
                        <a:rPr kumimoji="0" lang="en-US" altLang="zh-CN" sz="1700" b="1" i="0" u="none" strike="noStrike" cap="none" normalizeH="0" baseline="0">
                          <a:ln>
                            <a:noFill/>
                          </a:ln>
                          <a:solidFill>
                            <a:schemeClr val="tx1"/>
                          </a:solidFill>
                          <a:effectLst/>
                          <a:latin typeface="Times New Roman" panose="02020603050405020304" pitchFamily="18" charset="0"/>
                          <a:ea typeface="黑体" panose="02010609060101010101" pitchFamily="49" charset="-122"/>
                          <a:sym typeface="Symbol" panose="05050102010706020507" pitchFamily="18" charset="2"/>
                        </a:rPr>
                        <a:t></a:t>
                      </a:r>
                    </a:p>
                  </a:txBody>
                  <a:tcPr marL="46132" marR="46132" marT="24604" marB="24604"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accent4">
                        <a:lumMod val="20000"/>
                        <a:lumOff val="80000"/>
                      </a:schemeClr>
                    </a:solidFill>
                  </a:tcPr>
                </a:tc>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r>
                        <a:rPr kumimoji="0" lang="en-US" altLang="zh-CN" sz="1500" b="1" i="1" u="none" strike="noStrike" cap="none" normalizeH="0" baseline="0">
                          <a:ln>
                            <a:noFill/>
                          </a:ln>
                          <a:solidFill>
                            <a:schemeClr val="tx1"/>
                          </a:solidFill>
                          <a:effectLst/>
                          <a:latin typeface="Times New Roman" panose="02020603050405020304" pitchFamily="18" charset="0"/>
                          <a:ea typeface="黑体" panose="02010609060101010101" pitchFamily="49" charset="-122"/>
                        </a:rPr>
                        <a:t>E</a:t>
                      </a:r>
                      <a:r>
                        <a:rPr kumimoji="0" lang="en-US" altLang="zh-CN" sz="1700" b="1" i="0" u="none" strike="noStrike" cap="none" normalizeH="0" baseline="0">
                          <a:ln>
                            <a:noFill/>
                          </a:ln>
                          <a:solidFill>
                            <a:schemeClr val="tx1"/>
                          </a:solidFill>
                          <a:effectLst/>
                          <a:latin typeface="Times New Roman" panose="02020603050405020304" pitchFamily="18" charset="0"/>
                          <a:ea typeface="黑体" panose="02010609060101010101" pitchFamily="49" charset="-122"/>
                          <a:sym typeface="Symbol" panose="05050102010706020507" pitchFamily="18" charset="2"/>
                        </a:rPr>
                        <a:t></a:t>
                      </a:r>
                    </a:p>
                  </a:txBody>
                  <a:tcPr marL="46132" marR="46132" marT="24604" marB="24604" anchor="ct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accent4">
                        <a:lumMod val="20000"/>
                        <a:lumOff val="80000"/>
                      </a:schemeClr>
                    </a:solidFill>
                  </a:tcPr>
                </a:tc>
                <a:extLst>
                  <a:ext uri="{0D108BD9-81ED-4DB2-BD59-A6C34878D82A}">
                    <a16:rowId xmlns:a16="http://schemas.microsoft.com/office/drawing/2014/main" val="10003"/>
                  </a:ext>
                </a:extLst>
              </a:tr>
              <a:tr h="361994">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r>
                        <a:rPr kumimoji="0" lang="en-US" altLang="zh-CN" sz="1500" b="1" i="1" u="none" strike="noStrike" cap="none" normalizeH="0" baseline="0">
                          <a:ln>
                            <a:noFill/>
                          </a:ln>
                          <a:solidFill>
                            <a:schemeClr val="tx1"/>
                          </a:solidFill>
                          <a:effectLst/>
                          <a:latin typeface="Times New Roman" panose="02020603050405020304" pitchFamily="18" charset="0"/>
                          <a:ea typeface="黑体" panose="02010609060101010101" pitchFamily="49" charset="-122"/>
                        </a:rPr>
                        <a:t>T</a:t>
                      </a:r>
                    </a:p>
                  </a:txBody>
                  <a:tcPr marL="46132" marR="46132" marT="24604" marB="24604" anchor="ct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accent4">
                        <a:lumMod val="20000"/>
                        <a:lumOff val="80000"/>
                      </a:schemeClr>
                    </a:solidFill>
                  </a:tcPr>
                </a:tc>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r>
                        <a:rPr kumimoji="0" lang="en-US" altLang="zh-CN" sz="1500" b="1" i="1" u="none" strike="noStrike" cap="none" normalizeH="0" baseline="0">
                          <a:ln>
                            <a:noFill/>
                          </a:ln>
                          <a:solidFill>
                            <a:schemeClr val="tx1"/>
                          </a:solidFill>
                          <a:effectLst/>
                          <a:latin typeface="Times New Roman" panose="02020603050405020304" pitchFamily="18" charset="0"/>
                          <a:ea typeface="黑体" panose="02010609060101010101" pitchFamily="49" charset="-122"/>
                        </a:rPr>
                        <a:t>T</a:t>
                      </a:r>
                      <a:r>
                        <a:rPr kumimoji="0" lang="en-US" altLang="zh-CN" sz="1500" b="1" i="0" u="none" strike="noStrike" cap="none" normalizeH="0" baseline="0">
                          <a:ln>
                            <a:noFill/>
                          </a:ln>
                          <a:solidFill>
                            <a:schemeClr val="tx1"/>
                          </a:solidFill>
                          <a:effectLst/>
                          <a:latin typeface="Times New Roman" panose="02020603050405020304" pitchFamily="18" charset="0"/>
                          <a:ea typeface="黑体" panose="02010609060101010101" pitchFamily="49" charset="-122"/>
                          <a:sym typeface="Symbol" panose="05050102010706020507" pitchFamily="18" charset="2"/>
                        </a:rPr>
                        <a:t></a:t>
                      </a:r>
                      <a:r>
                        <a:rPr kumimoji="0" lang="en-US" altLang="zh-CN" sz="1500" b="1" i="1" u="none" strike="noStrike" cap="none" normalizeH="0" baseline="0">
                          <a:ln>
                            <a:noFill/>
                          </a:ln>
                          <a:solidFill>
                            <a:schemeClr val="tx1"/>
                          </a:solidFill>
                          <a:effectLst/>
                          <a:latin typeface="Times New Roman" panose="02020603050405020304" pitchFamily="18" charset="0"/>
                          <a:ea typeface="黑体" panose="02010609060101010101" pitchFamily="49" charset="-122"/>
                          <a:sym typeface="Symbol" panose="05050102010706020507" pitchFamily="18" charset="2"/>
                        </a:rPr>
                        <a:t>FT </a:t>
                      </a:r>
                      <a:r>
                        <a:rPr kumimoji="0" lang="en-US" altLang="zh-CN" sz="1700" b="1" i="0" u="none" strike="noStrike" cap="none" normalizeH="0" baseline="0">
                          <a:ln>
                            <a:noFill/>
                          </a:ln>
                          <a:solidFill>
                            <a:schemeClr val="tx1"/>
                          </a:solidFill>
                          <a:effectLst/>
                          <a:latin typeface="Times New Roman" panose="02020603050405020304" pitchFamily="18" charset="0"/>
                          <a:ea typeface="黑体" panose="02010609060101010101" pitchFamily="49" charset="-122"/>
                          <a:sym typeface="Symbol" panose="05050102010706020507" pitchFamily="18" charset="2"/>
                        </a:rPr>
                        <a:t></a:t>
                      </a:r>
                    </a:p>
                  </a:txBody>
                  <a:tcPr marL="46132" marR="46132" marT="24604" marB="24604"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accent4">
                        <a:lumMod val="20000"/>
                        <a:lumOff val="80000"/>
                      </a:schemeClr>
                    </a:solidFill>
                  </a:tcPr>
                </a:tc>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endParaRPr kumimoji="0" lang="zh-CN" altLang="zh-CN" sz="1500" b="0" i="0" u="none" strike="noStrike" cap="none" normalizeH="0" baseline="0">
                        <a:ln>
                          <a:noFill/>
                        </a:ln>
                        <a:solidFill>
                          <a:schemeClr val="tx1"/>
                        </a:solidFill>
                        <a:effectLst/>
                        <a:latin typeface="Times New Roman" panose="02020603050405020304" pitchFamily="18" charset="0"/>
                        <a:ea typeface="黑体" panose="02010609060101010101" pitchFamily="49" charset="-122"/>
                      </a:endParaRPr>
                    </a:p>
                  </a:txBody>
                  <a:tcPr marL="46132" marR="46132" marT="24604" marB="24604"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accent4">
                        <a:lumMod val="20000"/>
                        <a:lumOff val="80000"/>
                      </a:schemeClr>
                    </a:solidFill>
                  </a:tcPr>
                </a:tc>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endParaRPr kumimoji="0" lang="zh-CN" altLang="zh-CN" sz="1500" b="0" i="0" u="none" strike="noStrike" cap="none" normalizeH="0" baseline="0">
                        <a:ln>
                          <a:noFill/>
                        </a:ln>
                        <a:solidFill>
                          <a:schemeClr val="tx1"/>
                        </a:solidFill>
                        <a:effectLst/>
                        <a:latin typeface="Times New Roman" panose="02020603050405020304" pitchFamily="18" charset="0"/>
                        <a:ea typeface="黑体" panose="02010609060101010101" pitchFamily="49" charset="-122"/>
                      </a:endParaRPr>
                    </a:p>
                  </a:txBody>
                  <a:tcPr marL="46132" marR="46132" marT="24604" marB="24604"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accent4">
                        <a:lumMod val="20000"/>
                        <a:lumOff val="80000"/>
                      </a:schemeClr>
                    </a:solidFill>
                  </a:tcPr>
                </a:tc>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r>
                        <a:rPr kumimoji="0" lang="en-US" altLang="zh-CN" sz="1500" b="1" i="1" u="none" strike="noStrike" cap="none" normalizeH="0" baseline="0">
                          <a:ln>
                            <a:noFill/>
                          </a:ln>
                          <a:solidFill>
                            <a:schemeClr val="tx1"/>
                          </a:solidFill>
                          <a:effectLst/>
                          <a:latin typeface="Times New Roman" panose="02020603050405020304" pitchFamily="18" charset="0"/>
                          <a:ea typeface="黑体" panose="02010609060101010101" pitchFamily="49" charset="-122"/>
                        </a:rPr>
                        <a:t>T</a:t>
                      </a:r>
                      <a:r>
                        <a:rPr kumimoji="0" lang="en-US" altLang="zh-CN" sz="1500" b="1" i="0" u="none" strike="noStrike" cap="none" normalizeH="0" baseline="0">
                          <a:ln>
                            <a:noFill/>
                          </a:ln>
                          <a:solidFill>
                            <a:schemeClr val="tx1"/>
                          </a:solidFill>
                          <a:effectLst/>
                          <a:latin typeface="Times New Roman" panose="02020603050405020304" pitchFamily="18" charset="0"/>
                          <a:ea typeface="黑体" panose="02010609060101010101" pitchFamily="49" charset="-122"/>
                          <a:sym typeface="Symbol" panose="05050102010706020507" pitchFamily="18" charset="2"/>
                        </a:rPr>
                        <a:t></a:t>
                      </a:r>
                      <a:r>
                        <a:rPr kumimoji="0" lang="en-US" altLang="zh-CN" sz="1500" b="1" i="1" u="none" strike="noStrike" cap="none" normalizeH="0" baseline="0">
                          <a:ln>
                            <a:noFill/>
                          </a:ln>
                          <a:solidFill>
                            <a:schemeClr val="tx1"/>
                          </a:solidFill>
                          <a:effectLst/>
                          <a:latin typeface="Times New Roman" panose="02020603050405020304" pitchFamily="18" charset="0"/>
                          <a:ea typeface="黑体" panose="02010609060101010101" pitchFamily="49" charset="-122"/>
                          <a:sym typeface="Symbol" panose="05050102010706020507" pitchFamily="18" charset="2"/>
                        </a:rPr>
                        <a:t>FT </a:t>
                      </a:r>
                      <a:r>
                        <a:rPr kumimoji="0" lang="en-US" altLang="zh-CN" sz="1700" b="1" i="0" u="none" strike="noStrike" cap="none" normalizeH="0" baseline="0">
                          <a:ln>
                            <a:noFill/>
                          </a:ln>
                          <a:solidFill>
                            <a:schemeClr val="tx1"/>
                          </a:solidFill>
                          <a:effectLst/>
                          <a:latin typeface="Times New Roman" panose="02020603050405020304" pitchFamily="18" charset="0"/>
                          <a:ea typeface="黑体" panose="02010609060101010101" pitchFamily="49" charset="-122"/>
                          <a:sym typeface="Symbol" panose="05050102010706020507" pitchFamily="18" charset="2"/>
                        </a:rPr>
                        <a:t></a:t>
                      </a:r>
                    </a:p>
                  </a:txBody>
                  <a:tcPr marL="46132" marR="46132" marT="24604" marB="24604"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accent4">
                        <a:lumMod val="20000"/>
                        <a:lumOff val="80000"/>
                      </a:schemeClr>
                    </a:solidFill>
                  </a:tcPr>
                </a:tc>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endParaRPr kumimoji="0" lang="zh-CN" altLang="zh-CN" sz="1500" b="0" i="0" u="none" strike="noStrike" cap="none" normalizeH="0" baseline="0">
                        <a:ln>
                          <a:noFill/>
                        </a:ln>
                        <a:solidFill>
                          <a:schemeClr val="tx1"/>
                        </a:solidFill>
                        <a:effectLst/>
                        <a:latin typeface="Times New Roman" panose="02020603050405020304" pitchFamily="18" charset="0"/>
                        <a:ea typeface="黑体" panose="02010609060101010101" pitchFamily="49" charset="-122"/>
                      </a:endParaRPr>
                    </a:p>
                  </a:txBody>
                  <a:tcPr marL="46132" marR="46132" marT="24604" marB="24604"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accent4">
                        <a:lumMod val="20000"/>
                        <a:lumOff val="80000"/>
                      </a:schemeClr>
                    </a:solidFill>
                  </a:tcPr>
                </a:tc>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endParaRPr kumimoji="0" lang="zh-CN" altLang="zh-CN" sz="1500" b="0" i="0" u="none" strike="noStrike" cap="none" normalizeH="0" baseline="0">
                        <a:ln>
                          <a:noFill/>
                        </a:ln>
                        <a:solidFill>
                          <a:schemeClr val="tx1"/>
                        </a:solidFill>
                        <a:effectLst/>
                        <a:latin typeface="Times New Roman" panose="02020603050405020304" pitchFamily="18" charset="0"/>
                        <a:ea typeface="黑体" panose="02010609060101010101" pitchFamily="49" charset="-122"/>
                      </a:endParaRPr>
                    </a:p>
                  </a:txBody>
                  <a:tcPr marL="46132" marR="46132" marT="24604" marB="24604" anchor="ct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accent4">
                        <a:lumMod val="20000"/>
                        <a:lumOff val="80000"/>
                      </a:schemeClr>
                    </a:solidFill>
                  </a:tcPr>
                </a:tc>
                <a:extLst>
                  <a:ext uri="{0D108BD9-81ED-4DB2-BD59-A6C34878D82A}">
                    <a16:rowId xmlns:a16="http://schemas.microsoft.com/office/drawing/2014/main" val="10004"/>
                  </a:ext>
                </a:extLst>
              </a:tr>
              <a:tr h="360042">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r>
                        <a:rPr kumimoji="0" lang="en-US" altLang="zh-CN" sz="1500" b="1" i="1" u="none" strike="noStrike" cap="none" normalizeH="0" baseline="0">
                          <a:ln>
                            <a:noFill/>
                          </a:ln>
                          <a:solidFill>
                            <a:schemeClr val="tx1"/>
                          </a:solidFill>
                          <a:effectLst/>
                          <a:latin typeface="Times New Roman" panose="02020603050405020304" pitchFamily="18" charset="0"/>
                          <a:ea typeface="黑体" panose="02010609060101010101" pitchFamily="49" charset="-122"/>
                        </a:rPr>
                        <a:t>T </a:t>
                      </a:r>
                      <a:r>
                        <a:rPr kumimoji="0" lang="en-US" altLang="zh-CN" sz="1500" b="1" i="0" u="none" strike="noStrike" cap="none" normalizeH="0" baseline="0">
                          <a:ln>
                            <a:noFill/>
                          </a:ln>
                          <a:solidFill>
                            <a:schemeClr val="tx1"/>
                          </a:solidFill>
                          <a:effectLst/>
                          <a:latin typeface="Times New Roman" panose="02020603050405020304" pitchFamily="18" charset="0"/>
                          <a:ea typeface="黑体" panose="02010609060101010101" pitchFamily="49" charset="-122"/>
                          <a:sym typeface="Symbol" panose="05050102010706020507" pitchFamily="18" charset="2"/>
                        </a:rPr>
                        <a:t></a:t>
                      </a:r>
                    </a:p>
                  </a:txBody>
                  <a:tcPr marL="46132" marR="46132" marT="24604" marB="24604" anchor="ct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accent4">
                        <a:lumMod val="20000"/>
                        <a:lumOff val="80000"/>
                      </a:schemeClr>
                    </a:solidFill>
                  </a:tcPr>
                </a:tc>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endParaRPr kumimoji="0" lang="zh-CN" altLang="zh-CN" sz="1500" b="0" i="0" u="none" strike="noStrike" cap="none" normalizeH="0" baseline="0">
                        <a:ln>
                          <a:noFill/>
                        </a:ln>
                        <a:solidFill>
                          <a:schemeClr val="tx1"/>
                        </a:solidFill>
                        <a:effectLst/>
                        <a:latin typeface="Times New Roman" panose="02020603050405020304" pitchFamily="18" charset="0"/>
                        <a:ea typeface="黑体" panose="02010609060101010101" pitchFamily="49" charset="-122"/>
                      </a:endParaRPr>
                    </a:p>
                  </a:txBody>
                  <a:tcPr marL="46132" marR="46132" marT="24604" marB="24604"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accent4">
                        <a:lumMod val="20000"/>
                        <a:lumOff val="80000"/>
                      </a:schemeClr>
                    </a:solidFill>
                  </a:tcPr>
                </a:tc>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r>
                        <a:rPr kumimoji="0" lang="en-US" altLang="zh-CN" sz="1500" b="1" i="1" u="none" strike="noStrike" cap="none" normalizeH="0" baseline="0">
                          <a:ln>
                            <a:noFill/>
                          </a:ln>
                          <a:solidFill>
                            <a:schemeClr val="tx1"/>
                          </a:solidFill>
                          <a:effectLst/>
                          <a:latin typeface="Times New Roman" panose="02020603050405020304" pitchFamily="18" charset="0"/>
                          <a:ea typeface="黑体" panose="02010609060101010101" pitchFamily="49" charset="-122"/>
                        </a:rPr>
                        <a:t>T </a:t>
                      </a:r>
                      <a:r>
                        <a:rPr kumimoji="0" lang="en-US" altLang="zh-CN" sz="1500" b="1" i="0" u="none" strike="noStrike" cap="none" normalizeH="0" baseline="0">
                          <a:ln>
                            <a:noFill/>
                          </a:ln>
                          <a:solidFill>
                            <a:schemeClr val="tx1"/>
                          </a:solidFill>
                          <a:effectLst/>
                          <a:latin typeface="Times New Roman" panose="02020603050405020304" pitchFamily="18" charset="0"/>
                          <a:ea typeface="黑体" panose="02010609060101010101" pitchFamily="49" charset="-122"/>
                          <a:sym typeface="Symbol" panose="05050102010706020507" pitchFamily="18" charset="2"/>
                        </a:rPr>
                        <a:t></a:t>
                      </a:r>
                    </a:p>
                  </a:txBody>
                  <a:tcPr marL="46132" marR="46132" marT="24604" marB="24604"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accent4">
                        <a:lumMod val="20000"/>
                        <a:lumOff val="80000"/>
                      </a:schemeClr>
                    </a:solidFill>
                  </a:tcPr>
                </a:tc>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r>
                        <a:rPr kumimoji="0" lang="en-US" altLang="zh-CN" sz="1500" b="1" i="1" u="none" strike="noStrike" cap="none" normalizeH="0" baseline="0">
                          <a:ln>
                            <a:noFill/>
                          </a:ln>
                          <a:solidFill>
                            <a:schemeClr val="tx1"/>
                          </a:solidFill>
                          <a:effectLst/>
                          <a:latin typeface="Times New Roman" panose="02020603050405020304" pitchFamily="18" charset="0"/>
                          <a:ea typeface="黑体" panose="02010609060101010101" pitchFamily="49" charset="-122"/>
                        </a:rPr>
                        <a:t>T</a:t>
                      </a:r>
                      <a:r>
                        <a:rPr kumimoji="0" lang="en-US" altLang="zh-CN" sz="1500" b="1" i="0" u="none" strike="noStrike" cap="none" normalizeH="0" baseline="0">
                          <a:ln>
                            <a:noFill/>
                          </a:ln>
                          <a:solidFill>
                            <a:schemeClr val="tx1"/>
                          </a:solidFill>
                          <a:effectLst/>
                          <a:latin typeface="Times New Roman" panose="02020603050405020304" pitchFamily="18" charset="0"/>
                          <a:ea typeface="黑体" panose="02010609060101010101" pitchFamily="49" charset="-122"/>
                          <a:sym typeface="Symbol" panose="05050102010706020507" pitchFamily="18" charset="2"/>
                        </a:rPr>
                        <a:t>*</a:t>
                      </a:r>
                      <a:r>
                        <a:rPr kumimoji="0" lang="en-US" altLang="zh-CN" sz="1500" b="1" i="1" u="none" strike="noStrike" cap="none" normalizeH="0" baseline="0">
                          <a:ln>
                            <a:noFill/>
                          </a:ln>
                          <a:solidFill>
                            <a:schemeClr val="tx1"/>
                          </a:solidFill>
                          <a:effectLst/>
                          <a:latin typeface="Times New Roman" panose="02020603050405020304" pitchFamily="18" charset="0"/>
                          <a:ea typeface="黑体" panose="02010609060101010101" pitchFamily="49" charset="-122"/>
                          <a:sym typeface="Symbol" panose="05050102010706020507" pitchFamily="18" charset="2"/>
                        </a:rPr>
                        <a:t>FT </a:t>
                      </a:r>
                      <a:r>
                        <a:rPr kumimoji="0" lang="en-US" altLang="zh-CN" sz="1500" b="1" i="0" u="none" strike="noStrike" cap="none" normalizeH="0" baseline="0">
                          <a:ln>
                            <a:noFill/>
                          </a:ln>
                          <a:solidFill>
                            <a:schemeClr val="tx1"/>
                          </a:solidFill>
                          <a:effectLst/>
                          <a:latin typeface="Times New Roman" panose="02020603050405020304" pitchFamily="18" charset="0"/>
                          <a:ea typeface="黑体" panose="02010609060101010101" pitchFamily="49" charset="-122"/>
                          <a:sym typeface="Symbol" panose="05050102010706020507" pitchFamily="18" charset="2"/>
                        </a:rPr>
                        <a:t></a:t>
                      </a:r>
                    </a:p>
                  </a:txBody>
                  <a:tcPr marL="46132" marR="46132" marT="24604" marB="24604"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accent4">
                        <a:lumMod val="20000"/>
                        <a:lumOff val="80000"/>
                      </a:schemeClr>
                    </a:solidFill>
                  </a:tcPr>
                </a:tc>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endParaRPr kumimoji="0" lang="zh-CN" altLang="zh-CN" sz="1500" b="0" i="0" u="none" strike="noStrike" cap="none" normalizeH="0" baseline="0">
                        <a:ln>
                          <a:noFill/>
                        </a:ln>
                        <a:solidFill>
                          <a:schemeClr val="tx1"/>
                        </a:solidFill>
                        <a:effectLst/>
                        <a:latin typeface="Times New Roman" panose="02020603050405020304" pitchFamily="18" charset="0"/>
                        <a:ea typeface="黑体" panose="02010609060101010101" pitchFamily="49" charset="-122"/>
                      </a:endParaRPr>
                    </a:p>
                  </a:txBody>
                  <a:tcPr marL="46132" marR="46132" marT="24604" marB="24604"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accent4">
                        <a:lumMod val="20000"/>
                        <a:lumOff val="80000"/>
                      </a:schemeClr>
                    </a:solidFill>
                  </a:tcPr>
                </a:tc>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r>
                        <a:rPr kumimoji="0" lang="en-US" altLang="zh-CN" sz="1500" b="1" i="1" u="none" strike="noStrike" cap="none" normalizeH="0" baseline="0">
                          <a:ln>
                            <a:noFill/>
                          </a:ln>
                          <a:solidFill>
                            <a:schemeClr val="tx1"/>
                          </a:solidFill>
                          <a:effectLst/>
                          <a:latin typeface="Times New Roman" panose="02020603050405020304" pitchFamily="18" charset="0"/>
                          <a:ea typeface="黑体" panose="02010609060101010101" pitchFamily="49" charset="-122"/>
                        </a:rPr>
                        <a:t>T </a:t>
                      </a:r>
                      <a:r>
                        <a:rPr kumimoji="0" lang="en-US" altLang="zh-CN" sz="1500" b="1" i="0" u="none" strike="noStrike" cap="none" normalizeH="0" baseline="0">
                          <a:ln>
                            <a:noFill/>
                          </a:ln>
                          <a:solidFill>
                            <a:schemeClr val="tx1"/>
                          </a:solidFill>
                          <a:effectLst/>
                          <a:latin typeface="Times New Roman" panose="02020603050405020304" pitchFamily="18" charset="0"/>
                          <a:ea typeface="黑体" panose="02010609060101010101" pitchFamily="49" charset="-122"/>
                          <a:sym typeface="Symbol" panose="05050102010706020507" pitchFamily="18" charset="2"/>
                        </a:rPr>
                        <a:t></a:t>
                      </a:r>
                    </a:p>
                  </a:txBody>
                  <a:tcPr marL="46132" marR="46132" marT="24604" marB="24604"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accent4">
                        <a:lumMod val="20000"/>
                        <a:lumOff val="80000"/>
                      </a:schemeClr>
                    </a:solidFill>
                  </a:tcPr>
                </a:tc>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r>
                        <a:rPr kumimoji="0" lang="en-US" altLang="zh-CN" sz="1500" b="1" i="1" u="none" strike="noStrike" cap="none" normalizeH="0" baseline="0">
                          <a:ln>
                            <a:noFill/>
                          </a:ln>
                          <a:solidFill>
                            <a:schemeClr val="tx1"/>
                          </a:solidFill>
                          <a:effectLst/>
                          <a:latin typeface="Times New Roman" panose="02020603050405020304" pitchFamily="18" charset="0"/>
                          <a:ea typeface="黑体" panose="02010609060101010101" pitchFamily="49" charset="-122"/>
                        </a:rPr>
                        <a:t>T </a:t>
                      </a:r>
                      <a:r>
                        <a:rPr kumimoji="0" lang="en-US" altLang="zh-CN" sz="1500" b="1" i="0" u="none" strike="noStrike" cap="none" normalizeH="0" baseline="0">
                          <a:ln>
                            <a:noFill/>
                          </a:ln>
                          <a:solidFill>
                            <a:schemeClr val="tx1"/>
                          </a:solidFill>
                          <a:effectLst/>
                          <a:latin typeface="Times New Roman" panose="02020603050405020304" pitchFamily="18" charset="0"/>
                          <a:ea typeface="黑体" panose="02010609060101010101" pitchFamily="49" charset="-122"/>
                          <a:sym typeface="Symbol" panose="05050102010706020507" pitchFamily="18" charset="2"/>
                        </a:rPr>
                        <a:t></a:t>
                      </a:r>
                    </a:p>
                  </a:txBody>
                  <a:tcPr marL="46132" marR="46132" marT="24604" marB="24604" anchor="ct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accent4">
                        <a:lumMod val="20000"/>
                        <a:lumOff val="80000"/>
                      </a:schemeClr>
                    </a:solidFill>
                  </a:tcPr>
                </a:tc>
                <a:extLst>
                  <a:ext uri="{0D108BD9-81ED-4DB2-BD59-A6C34878D82A}">
                    <a16:rowId xmlns:a16="http://schemas.microsoft.com/office/drawing/2014/main" val="10005"/>
                  </a:ext>
                </a:extLst>
              </a:tr>
              <a:tr h="361994">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r>
                        <a:rPr kumimoji="0" lang="en-US" altLang="zh-CN" sz="1500" b="1" i="1" u="none" strike="noStrike" cap="none" normalizeH="0" baseline="0">
                          <a:ln>
                            <a:noFill/>
                          </a:ln>
                          <a:solidFill>
                            <a:schemeClr val="tx1"/>
                          </a:solidFill>
                          <a:effectLst/>
                          <a:latin typeface="Times New Roman" panose="02020603050405020304" pitchFamily="18" charset="0"/>
                          <a:ea typeface="黑体" panose="02010609060101010101" pitchFamily="49" charset="-122"/>
                        </a:rPr>
                        <a:t>F</a:t>
                      </a:r>
                    </a:p>
                  </a:txBody>
                  <a:tcPr marL="46132" marR="46132" marT="24604" marB="24604" anchor="ct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chemeClr val="accent4">
                        <a:lumMod val="20000"/>
                        <a:lumOff val="80000"/>
                      </a:schemeClr>
                    </a:solidFill>
                  </a:tcPr>
                </a:tc>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r>
                        <a:rPr kumimoji="0" lang="en-US" altLang="zh-CN" sz="1500" b="1" i="1" u="none" strike="noStrike" cap="none" normalizeH="0" baseline="0" err="1">
                          <a:ln>
                            <a:noFill/>
                          </a:ln>
                          <a:solidFill>
                            <a:schemeClr val="tx1"/>
                          </a:solidFill>
                          <a:effectLst/>
                          <a:latin typeface="Times New Roman" panose="02020603050405020304" pitchFamily="18" charset="0"/>
                          <a:ea typeface="黑体" panose="02010609060101010101" pitchFamily="49" charset="-122"/>
                        </a:rPr>
                        <a:t>F</a:t>
                      </a:r>
                      <a:r>
                        <a:rPr kumimoji="0" lang="en-US" altLang="zh-CN" sz="1500" b="1" i="0" u="none" strike="noStrike" cap="none" normalizeH="0" baseline="0" err="1">
                          <a:ln>
                            <a:noFill/>
                          </a:ln>
                          <a:solidFill>
                            <a:schemeClr val="tx1"/>
                          </a:solidFill>
                          <a:effectLst/>
                          <a:latin typeface="Times New Roman" panose="02020603050405020304" pitchFamily="18" charset="0"/>
                          <a:ea typeface="黑体" panose="02010609060101010101" pitchFamily="49" charset="-122"/>
                          <a:sym typeface="Symbol" panose="05050102010706020507" pitchFamily="18" charset="2"/>
                        </a:rPr>
                        <a:t>id</a:t>
                      </a:r>
                      <a:endParaRPr kumimoji="0" lang="en-US" altLang="zh-CN" sz="1500" b="1" i="0" u="none" strike="noStrike" cap="none" normalizeH="0" baseline="0">
                        <a:ln>
                          <a:noFill/>
                        </a:ln>
                        <a:solidFill>
                          <a:schemeClr val="tx1"/>
                        </a:solidFill>
                        <a:effectLst/>
                        <a:latin typeface="Times New Roman" panose="02020603050405020304" pitchFamily="18" charset="0"/>
                        <a:ea typeface="黑体" panose="02010609060101010101" pitchFamily="49" charset="-122"/>
                        <a:sym typeface="Symbol" panose="05050102010706020507" pitchFamily="18" charset="2"/>
                      </a:endParaRPr>
                    </a:p>
                  </a:txBody>
                  <a:tcPr marL="46132" marR="46132" marT="24604" marB="24604"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chemeClr val="accent4">
                        <a:lumMod val="20000"/>
                        <a:lumOff val="80000"/>
                      </a:schemeClr>
                    </a:solidFill>
                  </a:tcPr>
                </a:tc>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endParaRPr kumimoji="0" lang="zh-CN" altLang="zh-CN" sz="1500" b="0" i="0" u="none" strike="noStrike" cap="none" normalizeH="0" baseline="0">
                        <a:ln>
                          <a:noFill/>
                        </a:ln>
                        <a:solidFill>
                          <a:schemeClr val="tx1"/>
                        </a:solidFill>
                        <a:effectLst/>
                        <a:latin typeface="Times New Roman" panose="02020603050405020304" pitchFamily="18" charset="0"/>
                        <a:ea typeface="黑体" panose="02010609060101010101" pitchFamily="49" charset="-122"/>
                      </a:endParaRPr>
                    </a:p>
                  </a:txBody>
                  <a:tcPr marL="46132" marR="46132" marT="24604" marB="24604"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chemeClr val="accent4">
                        <a:lumMod val="20000"/>
                        <a:lumOff val="80000"/>
                      </a:schemeClr>
                    </a:solidFill>
                  </a:tcPr>
                </a:tc>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endParaRPr kumimoji="0" lang="zh-CN" altLang="zh-CN" sz="1500" b="0" i="0" u="none" strike="noStrike" cap="none" normalizeH="0" baseline="0">
                        <a:ln>
                          <a:noFill/>
                        </a:ln>
                        <a:solidFill>
                          <a:schemeClr val="tx1"/>
                        </a:solidFill>
                        <a:effectLst/>
                        <a:latin typeface="Times New Roman" panose="02020603050405020304" pitchFamily="18" charset="0"/>
                        <a:ea typeface="黑体" panose="02010609060101010101" pitchFamily="49" charset="-122"/>
                      </a:endParaRPr>
                    </a:p>
                  </a:txBody>
                  <a:tcPr marL="46132" marR="46132" marT="24604" marB="24604"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chemeClr val="accent4">
                        <a:lumMod val="20000"/>
                        <a:lumOff val="80000"/>
                      </a:schemeClr>
                    </a:solidFill>
                  </a:tcPr>
                </a:tc>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r>
                        <a:rPr kumimoji="0" lang="en-US" altLang="zh-CN" sz="1500" b="1" i="1" u="none" strike="noStrike" cap="none" normalizeH="0" baseline="0">
                          <a:ln>
                            <a:noFill/>
                          </a:ln>
                          <a:solidFill>
                            <a:schemeClr val="tx1"/>
                          </a:solidFill>
                          <a:effectLst/>
                          <a:latin typeface="Times New Roman" panose="02020603050405020304" pitchFamily="18" charset="0"/>
                          <a:ea typeface="黑体" panose="02010609060101010101" pitchFamily="49" charset="-122"/>
                        </a:rPr>
                        <a:t>F</a:t>
                      </a:r>
                      <a:r>
                        <a:rPr kumimoji="0" lang="en-US" altLang="zh-CN" sz="1500" b="1" i="0" u="none" strike="noStrike" cap="none" normalizeH="0" baseline="0">
                          <a:ln>
                            <a:noFill/>
                          </a:ln>
                          <a:solidFill>
                            <a:schemeClr val="tx1"/>
                          </a:solidFill>
                          <a:effectLst/>
                          <a:latin typeface="Times New Roman" panose="02020603050405020304" pitchFamily="18" charset="0"/>
                          <a:ea typeface="黑体" panose="02010609060101010101" pitchFamily="49" charset="-122"/>
                          <a:sym typeface="Symbol" panose="05050102010706020507" pitchFamily="18" charset="2"/>
                        </a:rPr>
                        <a:t>(</a:t>
                      </a:r>
                      <a:r>
                        <a:rPr kumimoji="0" lang="en-US" altLang="zh-CN" sz="1500" b="1" i="1" u="none" strike="noStrike" cap="none" normalizeH="0" baseline="0">
                          <a:ln>
                            <a:noFill/>
                          </a:ln>
                          <a:solidFill>
                            <a:schemeClr val="tx1"/>
                          </a:solidFill>
                          <a:effectLst/>
                          <a:latin typeface="Times New Roman" panose="02020603050405020304" pitchFamily="18" charset="0"/>
                          <a:ea typeface="黑体" panose="02010609060101010101" pitchFamily="49" charset="-122"/>
                          <a:sym typeface="Symbol" panose="05050102010706020507" pitchFamily="18" charset="2"/>
                        </a:rPr>
                        <a:t>E</a:t>
                      </a:r>
                      <a:r>
                        <a:rPr kumimoji="0" lang="en-US" altLang="zh-CN" sz="1500" b="1" i="0" u="none" strike="noStrike" cap="none" normalizeH="0" baseline="0">
                          <a:ln>
                            <a:noFill/>
                          </a:ln>
                          <a:solidFill>
                            <a:schemeClr val="tx1"/>
                          </a:solidFill>
                          <a:effectLst/>
                          <a:latin typeface="Times New Roman" panose="02020603050405020304" pitchFamily="18" charset="0"/>
                          <a:ea typeface="黑体" panose="02010609060101010101" pitchFamily="49" charset="-122"/>
                          <a:sym typeface="Symbol" panose="05050102010706020507" pitchFamily="18" charset="2"/>
                        </a:rPr>
                        <a:t>)</a:t>
                      </a:r>
                      <a:endParaRPr kumimoji="0" lang="en-US" altLang="zh-CN" sz="1500" b="0" i="0" u="none" strike="noStrike" cap="none" normalizeH="0" baseline="0">
                        <a:ln>
                          <a:noFill/>
                        </a:ln>
                        <a:solidFill>
                          <a:schemeClr val="tx1"/>
                        </a:solidFill>
                        <a:effectLst/>
                        <a:latin typeface="Times New Roman" panose="02020603050405020304" pitchFamily="18" charset="0"/>
                        <a:ea typeface="黑体" panose="02010609060101010101" pitchFamily="49" charset="-122"/>
                      </a:endParaRPr>
                    </a:p>
                  </a:txBody>
                  <a:tcPr marL="46132" marR="46132" marT="24604" marB="24604"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chemeClr val="accent4">
                        <a:lumMod val="20000"/>
                        <a:lumOff val="80000"/>
                      </a:schemeClr>
                    </a:solidFill>
                  </a:tcPr>
                </a:tc>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endParaRPr kumimoji="0" lang="zh-CN" altLang="zh-CN" sz="1500" b="0" i="0" u="none" strike="noStrike" cap="none" normalizeH="0" baseline="0">
                        <a:ln>
                          <a:noFill/>
                        </a:ln>
                        <a:solidFill>
                          <a:schemeClr val="tx1"/>
                        </a:solidFill>
                        <a:effectLst/>
                        <a:latin typeface="Times New Roman" panose="02020603050405020304" pitchFamily="18" charset="0"/>
                        <a:ea typeface="黑体" panose="02010609060101010101" pitchFamily="49" charset="-122"/>
                      </a:endParaRPr>
                    </a:p>
                  </a:txBody>
                  <a:tcPr marL="46132" marR="46132" marT="24604" marB="24604"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chemeClr val="accent4">
                        <a:lumMod val="20000"/>
                        <a:lumOff val="80000"/>
                      </a:schemeClr>
                    </a:solidFill>
                  </a:tcPr>
                </a:tc>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endParaRPr kumimoji="0" lang="zh-CN" altLang="zh-CN" sz="1500" b="0" i="0" u="none" strike="noStrike" cap="none" normalizeH="0" baseline="0" dirty="0">
                        <a:ln>
                          <a:noFill/>
                        </a:ln>
                        <a:solidFill>
                          <a:schemeClr val="tx1"/>
                        </a:solidFill>
                        <a:effectLst/>
                        <a:latin typeface="Times New Roman" panose="02020603050405020304" pitchFamily="18" charset="0"/>
                        <a:ea typeface="黑体" panose="02010609060101010101" pitchFamily="49" charset="-122"/>
                      </a:endParaRPr>
                    </a:p>
                  </a:txBody>
                  <a:tcPr marL="46132" marR="46132" marT="24604" marB="24604" anchor="ct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chemeClr val="accent4">
                        <a:lumMod val="20000"/>
                        <a:lumOff val="80000"/>
                      </a:schemeClr>
                    </a:solidFill>
                  </a:tcPr>
                </a:tc>
                <a:extLst>
                  <a:ext uri="{0D108BD9-81ED-4DB2-BD59-A6C34878D82A}">
                    <a16:rowId xmlns:a16="http://schemas.microsoft.com/office/drawing/2014/main" val="10006"/>
                  </a:ext>
                </a:extLst>
              </a:tr>
            </a:tbl>
          </a:graphicData>
        </a:graphic>
      </p:graphicFrame>
      <p:sp>
        <p:nvSpPr>
          <p:cNvPr id="7" name="箭头: 下 6">
            <a:extLst>
              <a:ext uri="{FF2B5EF4-FFF2-40B4-BE49-F238E27FC236}">
                <a16:creationId xmlns:a16="http://schemas.microsoft.com/office/drawing/2014/main" id="{878363AA-18FA-92CE-3027-1D3107D31244}"/>
              </a:ext>
            </a:extLst>
          </p:cNvPr>
          <p:cNvSpPr/>
          <p:nvPr/>
        </p:nvSpPr>
        <p:spPr>
          <a:xfrm>
            <a:off x="1784412" y="3818613"/>
            <a:ext cx="275207" cy="319596"/>
          </a:xfrm>
          <a:prstGeom prst="downArrow">
            <a:avLst/>
          </a:prstGeom>
          <a:solidFill>
            <a:srgbClr val="FF0000"/>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8" name="箭头: 下 7">
            <a:extLst>
              <a:ext uri="{FF2B5EF4-FFF2-40B4-BE49-F238E27FC236}">
                <a16:creationId xmlns:a16="http://schemas.microsoft.com/office/drawing/2014/main" id="{ED3F9D87-15C6-DD7B-D29C-9DEBBF9A6D44}"/>
              </a:ext>
            </a:extLst>
          </p:cNvPr>
          <p:cNvSpPr/>
          <p:nvPr/>
        </p:nvSpPr>
        <p:spPr>
          <a:xfrm>
            <a:off x="3392750" y="3818613"/>
            <a:ext cx="275207" cy="319596"/>
          </a:xfrm>
          <a:prstGeom prst="downArrow">
            <a:avLst/>
          </a:prstGeom>
          <a:solidFill>
            <a:srgbClr val="FF0000"/>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zh-CN" altLang="en-US"/>
          </a:p>
        </p:txBody>
      </p:sp>
    </p:spTree>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7"/>
                                        </p:tgtEl>
                                        <p:attrNameLst>
                                          <p:attrName>style.visibility</p:attrName>
                                        </p:attrNameLst>
                                      </p:cBhvr>
                                      <p:to>
                                        <p:strVal val="visible"/>
                                      </p:to>
                                    </p:set>
                                    <p:animEffect transition="in" filter="fade">
                                      <p:cBhvr>
                                        <p:cTn id="7" dur="500"/>
                                        <p:tgtEl>
                                          <p:spTgt spid="7"/>
                                        </p:tgtEl>
                                      </p:cBhvr>
                                    </p:animEffect>
                                  </p:childTnLst>
                                </p:cTn>
                              </p:par>
                              <p:par>
                                <p:cTn id="8" presetID="10" presetClass="entr" presetSubtype="0" fill="hold" grpId="0" nodeType="withEffect">
                                  <p:stCondLst>
                                    <p:cond delay="0"/>
                                  </p:stCondLst>
                                  <p:childTnLst>
                                    <p:set>
                                      <p:cBhvr>
                                        <p:cTn id="9" dur="1" fill="hold">
                                          <p:stCondLst>
                                            <p:cond delay="0"/>
                                          </p:stCondLst>
                                        </p:cTn>
                                        <p:tgtEl>
                                          <p:spTgt spid="8"/>
                                        </p:tgtEl>
                                        <p:attrNameLst>
                                          <p:attrName>style.visibility</p:attrName>
                                        </p:attrNameLst>
                                      </p:cBhvr>
                                      <p:to>
                                        <p:strVal val="visible"/>
                                      </p:to>
                                    </p:set>
                                    <p:animEffect transition="in" filter="fade">
                                      <p:cBhvr>
                                        <p:cTn id="10" dur="500"/>
                                        <p:tgtEl>
                                          <p:spTgt spid="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animBg="1"/>
      <p:bldP spid="8" grpId="0" animBg="1"/>
    </p:bldLst>
  </p:timing>
</p:sld>
</file>

<file path=ppt/slides/slide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6626" name="Rectangle 2">
            <a:extLst>
              <a:ext uri="{FF2B5EF4-FFF2-40B4-BE49-F238E27FC236}">
                <a16:creationId xmlns:a16="http://schemas.microsoft.com/office/drawing/2014/main" id="{FD556951-5A28-46E2-8C82-906DEEABB533}"/>
              </a:ext>
            </a:extLst>
          </p:cNvPr>
          <p:cNvSpPr>
            <a:spLocks noGrp="1" noChangeArrowheads="1"/>
          </p:cNvSpPr>
          <p:nvPr>
            <p:ph type="title"/>
          </p:nvPr>
        </p:nvSpPr>
        <p:spPr/>
        <p:txBody>
          <a:bodyPr/>
          <a:lstStyle/>
          <a:p>
            <a:pPr eaLnBrk="1" hangingPunct="1"/>
            <a:r>
              <a:rPr lang="en-US" altLang="zh-CN"/>
              <a:t>3.3.4 </a:t>
            </a:r>
            <a:r>
              <a:rPr lang="zh-CN" altLang="en-US"/>
              <a:t>非递归的预测分析</a:t>
            </a:r>
          </a:p>
        </p:txBody>
      </p:sp>
      <p:sp>
        <p:nvSpPr>
          <p:cNvPr id="26627" name="Rectangle 3">
            <a:extLst>
              <a:ext uri="{FF2B5EF4-FFF2-40B4-BE49-F238E27FC236}">
                <a16:creationId xmlns:a16="http://schemas.microsoft.com/office/drawing/2014/main" id="{A9CC722E-70EB-4FB5-87C5-6B147995BDF1}"/>
              </a:ext>
            </a:extLst>
          </p:cNvPr>
          <p:cNvSpPr>
            <a:spLocks noGrp="1" noChangeArrowheads="1"/>
          </p:cNvSpPr>
          <p:nvPr>
            <p:ph idx="1"/>
          </p:nvPr>
        </p:nvSpPr>
        <p:spPr/>
        <p:txBody>
          <a:bodyPr/>
          <a:lstStyle/>
          <a:p>
            <a:pPr eaLnBrk="1" hangingPunct="1">
              <a:lnSpc>
                <a:spcPct val="90000"/>
              </a:lnSpc>
              <a:buFont typeface="Wingdings" panose="05000000000000000000" pitchFamily="2" charset="2"/>
              <a:buNone/>
            </a:pPr>
            <a:r>
              <a:rPr lang="zh-CN" altLang="en-US" sz="2800"/>
              <a:t>预测分析器接受输入</a:t>
            </a:r>
            <a:r>
              <a:rPr lang="en-US" altLang="zh-CN" sz="2800" b="1">
                <a:latin typeface="Times New Roman" panose="02020603050405020304" pitchFamily="18" charset="0"/>
              </a:rPr>
              <a:t>id</a:t>
            </a:r>
            <a:r>
              <a:rPr lang="en-US" altLang="zh-CN" sz="2800">
                <a:latin typeface="Times New Roman" panose="02020603050405020304" pitchFamily="18" charset="0"/>
              </a:rPr>
              <a:t> * </a:t>
            </a:r>
            <a:r>
              <a:rPr lang="en-US" altLang="zh-CN" sz="2800" b="1">
                <a:latin typeface="Times New Roman" panose="02020603050405020304" pitchFamily="18" charset="0"/>
              </a:rPr>
              <a:t>id</a:t>
            </a:r>
            <a:r>
              <a:rPr lang="en-US" altLang="zh-CN" sz="2800">
                <a:latin typeface="Times New Roman" panose="02020603050405020304" pitchFamily="18" charset="0"/>
              </a:rPr>
              <a:t> + </a:t>
            </a:r>
            <a:r>
              <a:rPr lang="en-US" altLang="zh-CN" sz="2800" b="1">
                <a:latin typeface="Times New Roman" panose="02020603050405020304" pitchFamily="18" charset="0"/>
              </a:rPr>
              <a:t>id</a:t>
            </a:r>
            <a:r>
              <a:rPr lang="zh-CN" altLang="en-US" sz="2800">
                <a:latin typeface="Times New Roman" panose="02020603050405020304" pitchFamily="18" charset="0"/>
              </a:rPr>
              <a:t>的</a:t>
            </a:r>
            <a:r>
              <a:rPr lang="zh-CN" altLang="en-US" sz="2800"/>
              <a:t>动作</a:t>
            </a:r>
          </a:p>
        </p:txBody>
      </p:sp>
      <p:graphicFrame>
        <p:nvGraphicFramePr>
          <p:cNvPr id="5" name="Group 4">
            <a:extLst>
              <a:ext uri="{FF2B5EF4-FFF2-40B4-BE49-F238E27FC236}">
                <a16:creationId xmlns:a16="http://schemas.microsoft.com/office/drawing/2014/main" id="{22EAE3E0-ED39-4D9A-942B-A9E22FCFB924}"/>
              </a:ext>
            </a:extLst>
          </p:cNvPr>
          <p:cNvGraphicFramePr>
            <a:graphicFrameLocks/>
          </p:cNvGraphicFramePr>
          <p:nvPr/>
        </p:nvGraphicFramePr>
        <p:xfrm>
          <a:off x="609600" y="1981200"/>
          <a:ext cx="8305800" cy="4667252"/>
        </p:xfrm>
        <a:graphic>
          <a:graphicData uri="http://schemas.openxmlformats.org/drawingml/2006/table">
            <a:tbl>
              <a:tblPr/>
              <a:tblGrid>
                <a:gridCol w="2690813">
                  <a:extLst>
                    <a:ext uri="{9D8B030D-6E8A-4147-A177-3AD203B41FA5}">
                      <a16:colId xmlns:a16="http://schemas.microsoft.com/office/drawing/2014/main" val="20000"/>
                    </a:ext>
                  </a:extLst>
                </a:gridCol>
                <a:gridCol w="2808287">
                  <a:extLst>
                    <a:ext uri="{9D8B030D-6E8A-4147-A177-3AD203B41FA5}">
                      <a16:colId xmlns:a16="http://schemas.microsoft.com/office/drawing/2014/main" val="20001"/>
                    </a:ext>
                  </a:extLst>
                </a:gridCol>
                <a:gridCol w="2806700">
                  <a:extLst>
                    <a:ext uri="{9D8B030D-6E8A-4147-A177-3AD203B41FA5}">
                      <a16:colId xmlns:a16="http://schemas.microsoft.com/office/drawing/2014/main" val="20002"/>
                    </a:ext>
                  </a:extLst>
                </a:gridCol>
              </a:tblGrid>
              <a:tr h="518160">
                <a:tc>
                  <a:txBody>
                    <a:body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itchFamily="2" charset="2"/>
                        <a:buNone/>
                        <a:tabLst/>
                      </a:pPr>
                      <a:r>
                        <a:rPr kumimoji="0" lang="zh-CN" altLang="en-US" sz="2800" b="0" i="0" u="none" strike="noStrike" cap="none" normalizeH="0" baseline="0">
                          <a:ln>
                            <a:noFill/>
                          </a:ln>
                          <a:solidFill>
                            <a:schemeClr val="tx1"/>
                          </a:solidFill>
                          <a:effectLst/>
                          <a:latin typeface="Times New Roman" pitchFamily="18" charset="0"/>
                          <a:ea typeface="黑体" pitchFamily="2" charset="-122"/>
                        </a:rPr>
                        <a:t>栈 </a:t>
                      </a:r>
                    </a:p>
                  </a:txBody>
                  <a:tcPr horzOverflow="overflow">
                    <a:lnL w="28575"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28575"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a:txBody>
                    <a:body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itchFamily="2" charset="2"/>
                        <a:buNone/>
                        <a:tabLst/>
                      </a:pPr>
                      <a:r>
                        <a:rPr kumimoji="0" lang="zh-CN" altLang="en-US" sz="2800" b="0" i="0" u="none" strike="noStrike" cap="none" normalizeH="0" baseline="0">
                          <a:ln>
                            <a:noFill/>
                          </a:ln>
                          <a:solidFill>
                            <a:schemeClr val="tx1"/>
                          </a:solidFill>
                          <a:effectLst/>
                          <a:latin typeface="Times New Roman" pitchFamily="18" charset="0"/>
                          <a:ea typeface="黑体" pitchFamily="2" charset="-122"/>
                        </a:rPr>
                        <a:t>输    入 </a:t>
                      </a:r>
                    </a:p>
                  </a:txBody>
                  <a:tcPr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28575"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a:txBody>
                    <a:body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itchFamily="2" charset="2"/>
                        <a:buNone/>
                        <a:tabLst/>
                      </a:pPr>
                      <a:r>
                        <a:rPr kumimoji="0" lang="zh-CN" altLang="en-US" sz="2800" b="0" i="0" u="none" strike="noStrike" cap="none" normalizeH="0" baseline="0">
                          <a:ln>
                            <a:noFill/>
                          </a:ln>
                          <a:solidFill>
                            <a:schemeClr val="tx1"/>
                          </a:solidFill>
                          <a:effectLst/>
                          <a:latin typeface="Times New Roman" pitchFamily="18" charset="0"/>
                          <a:ea typeface="黑体" pitchFamily="2" charset="-122"/>
                        </a:rPr>
                        <a:t>输    出 </a:t>
                      </a:r>
                    </a:p>
                  </a:txBody>
                  <a:tcPr horzOverflow="overflow">
                    <a:lnL w="12700" cap="flat" cmpd="sng" algn="ctr">
                      <a:solidFill>
                        <a:schemeClr val="tx1"/>
                      </a:solidFill>
                      <a:prstDash val="solid"/>
                      <a:round/>
                      <a:headEnd type="none" w="sm" len="sm"/>
                      <a:tailEnd type="none" w="sm" len="sm"/>
                    </a:lnL>
                    <a:lnR w="28575" cap="flat" cmpd="sng" algn="ctr">
                      <a:solidFill>
                        <a:schemeClr val="tx1"/>
                      </a:solidFill>
                      <a:prstDash val="solid"/>
                      <a:round/>
                      <a:headEnd type="none" w="sm" len="sm"/>
                      <a:tailEnd type="none" w="sm" len="sm"/>
                    </a:lnR>
                    <a:lnT w="28575"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extLst>
                  <a:ext uri="{0D108BD9-81ED-4DB2-BD59-A6C34878D82A}">
                    <a16:rowId xmlns:a16="http://schemas.microsoft.com/office/drawing/2014/main" val="10000"/>
                  </a:ext>
                </a:extLst>
              </a:tr>
              <a:tr h="519113">
                <a:tc>
                  <a:txBody>
                    <a:bodyPr/>
                    <a:lstStyle/>
                    <a:p>
                      <a:pPr marL="0" marR="0" lvl="0" indent="0" algn="l" defTabSz="914400" rtl="0" eaLnBrk="1" fontAlgn="base" latinLnBrk="0" hangingPunct="1">
                        <a:lnSpc>
                          <a:spcPct val="100000"/>
                        </a:lnSpc>
                        <a:spcBef>
                          <a:spcPct val="20000"/>
                        </a:spcBef>
                        <a:spcAft>
                          <a:spcPct val="0"/>
                        </a:spcAft>
                        <a:buClr>
                          <a:schemeClr val="folHlink"/>
                        </a:buClr>
                        <a:buSzPct val="60000"/>
                        <a:buFont typeface="Wingdings" pitchFamily="2" charset="2"/>
                        <a:buNone/>
                        <a:tabLst/>
                      </a:pPr>
                      <a:r>
                        <a:rPr kumimoji="0" lang="en-US" altLang="zh-CN" sz="2800" b="1" i="0" u="none" strike="noStrike" cap="none" normalizeH="0" baseline="0">
                          <a:ln>
                            <a:noFill/>
                          </a:ln>
                          <a:solidFill>
                            <a:schemeClr val="tx1"/>
                          </a:solidFill>
                          <a:effectLst/>
                          <a:latin typeface="Times New Roman" pitchFamily="18" charset="0"/>
                          <a:ea typeface="黑体" pitchFamily="2" charset="-122"/>
                        </a:rPr>
                        <a:t>$</a:t>
                      </a:r>
                      <a:r>
                        <a:rPr kumimoji="0" lang="en-US" altLang="zh-CN" sz="2800" b="1" i="1" u="none" strike="noStrike" cap="none" normalizeH="0" baseline="0">
                          <a:ln>
                            <a:noFill/>
                          </a:ln>
                          <a:solidFill>
                            <a:schemeClr val="tx1"/>
                          </a:solidFill>
                          <a:effectLst/>
                          <a:latin typeface="Times New Roman" pitchFamily="18" charset="0"/>
                          <a:ea typeface="黑体" pitchFamily="2" charset="-122"/>
                        </a:rPr>
                        <a:t>E</a:t>
                      </a:r>
                      <a:r>
                        <a:rPr kumimoji="0" lang="en-US" altLang="zh-CN" sz="2800" b="0" i="0" u="none" strike="noStrike" cap="none" normalizeH="0" baseline="0">
                          <a:ln>
                            <a:noFill/>
                          </a:ln>
                          <a:solidFill>
                            <a:schemeClr val="tx1"/>
                          </a:solidFill>
                          <a:effectLst/>
                          <a:latin typeface="Times New Roman" pitchFamily="18" charset="0"/>
                          <a:ea typeface="黑体" pitchFamily="2" charset="-122"/>
                        </a:rPr>
                        <a:t> </a:t>
                      </a:r>
                    </a:p>
                  </a:txBody>
                  <a:tcPr horzOverflow="overflow">
                    <a:lnL w="28575"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
                          <a:schemeClr val="folHlink"/>
                        </a:buClr>
                        <a:buSzPct val="60000"/>
                        <a:buFont typeface="Wingdings" pitchFamily="2" charset="2"/>
                        <a:buNone/>
                        <a:tabLst/>
                      </a:pPr>
                      <a:r>
                        <a:rPr kumimoji="0" lang="en-US" altLang="zh-CN" sz="2800" b="1" i="0" u="none" strike="noStrike" cap="none" normalizeH="0" baseline="0">
                          <a:ln>
                            <a:noFill/>
                          </a:ln>
                          <a:solidFill>
                            <a:schemeClr val="tx1"/>
                          </a:solidFill>
                          <a:effectLst/>
                          <a:latin typeface="Times New Roman" pitchFamily="18" charset="0"/>
                          <a:ea typeface="黑体" pitchFamily="2" charset="-122"/>
                        </a:rPr>
                        <a:t>id </a:t>
                      </a:r>
                      <a:r>
                        <a:rPr kumimoji="0" lang="en-US" altLang="zh-CN" sz="2800" b="1" i="0" u="none" strike="noStrike" cap="none" normalizeH="0" baseline="0">
                          <a:ln>
                            <a:noFill/>
                          </a:ln>
                          <a:solidFill>
                            <a:schemeClr val="tx1"/>
                          </a:solidFill>
                          <a:effectLst/>
                          <a:latin typeface="Times New Roman" pitchFamily="18" charset="0"/>
                          <a:ea typeface="黑体" pitchFamily="2" charset="-122"/>
                          <a:cs typeface="Times New Roman" pitchFamily="18" charset="0"/>
                          <a:sym typeface="Symbol" pitchFamily="18" charset="2"/>
                        </a:rPr>
                        <a:t></a:t>
                      </a:r>
                      <a:r>
                        <a:rPr kumimoji="0" lang="en-US" altLang="zh-CN" sz="2800" b="1" i="0" u="none" strike="noStrike" cap="none" normalizeH="0" baseline="0">
                          <a:ln>
                            <a:noFill/>
                          </a:ln>
                          <a:solidFill>
                            <a:schemeClr val="tx1"/>
                          </a:solidFill>
                          <a:effectLst/>
                          <a:latin typeface="Times New Roman" pitchFamily="18" charset="0"/>
                          <a:ea typeface="黑体" pitchFamily="2" charset="-122"/>
                        </a:rPr>
                        <a:t> id + id$</a:t>
                      </a:r>
                      <a:r>
                        <a:rPr kumimoji="0" lang="en-US" altLang="zh-CN" sz="2800" b="0" i="0" u="none" strike="noStrike" cap="none" normalizeH="0" baseline="0">
                          <a:ln>
                            <a:noFill/>
                          </a:ln>
                          <a:solidFill>
                            <a:schemeClr val="tx1"/>
                          </a:solidFill>
                          <a:effectLst/>
                          <a:latin typeface="Times New Roman" pitchFamily="18" charset="0"/>
                          <a:ea typeface="黑体" pitchFamily="2" charset="-122"/>
                        </a:rPr>
                        <a:t> </a:t>
                      </a:r>
                    </a:p>
                  </a:txBody>
                  <a:tcPr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
                          <a:schemeClr val="folHlink"/>
                        </a:buClr>
                        <a:buSzPct val="60000"/>
                        <a:buFont typeface="Wingdings" pitchFamily="2" charset="2"/>
                        <a:buNone/>
                        <a:tabLst/>
                      </a:pPr>
                      <a:endParaRPr kumimoji="0" lang="zh-CN" altLang="zh-CN" sz="2800" b="0" i="0" u="none" strike="noStrike" cap="none" normalizeH="0" baseline="0">
                        <a:ln>
                          <a:noFill/>
                        </a:ln>
                        <a:solidFill>
                          <a:schemeClr val="tx1"/>
                        </a:solidFill>
                        <a:effectLst/>
                        <a:latin typeface="Times New Roman" pitchFamily="18" charset="0"/>
                        <a:ea typeface="黑体" pitchFamily="2" charset="-122"/>
                      </a:endParaRPr>
                    </a:p>
                  </a:txBody>
                  <a:tcPr horzOverflow="overflow">
                    <a:lnL w="12700" cap="flat" cmpd="sng" algn="ctr">
                      <a:solidFill>
                        <a:schemeClr val="tx1"/>
                      </a:solidFill>
                      <a:prstDash val="solid"/>
                      <a:round/>
                      <a:headEnd type="none" w="sm" len="sm"/>
                      <a:tailEnd type="none" w="sm" len="sm"/>
                    </a:lnL>
                    <a:lnR w="28575"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extLst>
                  <a:ext uri="{0D108BD9-81ED-4DB2-BD59-A6C34878D82A}">
                    <a16:rowId xmlns:a16="http://schemas.microsoft.com/office/drawing/2014/main" val="10001"/>
                  </a:ext>
                </a:extLst>
              </a:tr>
              <a:tr h="518160">
                <a:tc>
                  <a:txBody>
                    <a:bodyPr/>
                    <a:lstStyle/>
                    <a:p>
                      <a:pPr marL="0" marR="0" lvl="0" indent="0" algn="l" defTabSz="914400" rtl="0" eaLnBrk="1" fontAlgn="base" latinLnBrk="0" hangingPunct="1">
                        <a:lnSpc>
                          <a:spcPct val="100000"/>
                        </a:lnSpc>
                        <a:spcBef>
                          <a:spcPct val="20000"/>
                        </a:spcBef>
                        <a:spcAft>
                          <a:spcPct val="0"/>
                        </a:spcAft>
                        <a:buClr>
                          <a:schemeClr val="folHlink"/>
                        </a:buClr>
                        <a:buSzPct val="60000"/>
                        <a:buFont typeface="Wingdings" pitchFamily="2" charset="2"/>
                        <a:buNone/>
                        <a:tabLst/>
                      </a:pPr>
                      <a:r>
                        <a:rPr kumimoji="0" lang="en-US" altLang="zh-CN" sz="2800" b="1" i="0" u="none" strike="noStrike" cap="none" normalizeH="0" baseline="0">
                          <a:ln>
                            <a:noFill/>
                          </a:ln>
                          <a:solidFill>
                            <a:schemeClr val="tx1"/>
                          </a:solidFill>
                          <a:effectLst/>
                          <a:latin typeface="Times New Roman" pitchFamily="18" charset="0"/>
                          <a:ea typeface="黑体" pitchFamily="2" charset="-122"/>
                        </a:rPr>
                        <a:t>$</a:t>
                      </a:r>
                      <a:r>
                        <a:rPr kumimoji="0" lang="en-US" altLang="zh-CN" sz="2800" b="1" i="1" u="none" strike="noStrike" cap="none" normalizeH="0" baseline="0">
                          <a:ln>
                            <a:noFill/>
                          </a:ln>
                          <a:solidFill>
                            <a:schemeClr val="tx1"/>
                          </a:solidFill>
                          <a:effectLst/>
                          <a:latin typeface="Times New Roman" pitchFamily="18" charset="0"/>
                          <a:ea typeface="黑体" pitchFamily="2" charset="-122"/>
                        </a:rPr>
                        <a:t>E </a:t>
                      </a:r>
                      <a:r>
                        <a:rPr kumimoji="0" lang="en-US" altLang="zh-CN" sz="2800" b="1" i="0" u="none" strike="noStrike" cap="none" normalizeH="0" baseline="0">
                          <a:ln>
                            <a:noFill/>
                          </a:ln>
                          <a:solidFill>
                            <a:schemeClr val="tx1"/>
                          </a:solidFill>
                          <a:effectLst/>
                          <a:latin typeface="Times New Roman" pitchFamily="18" charset="0"/>
                          <a:ea typeface="黑体" pitchFamily="2" charset="-122"/>
                          <a:sym typeface="Symbol" pitchFamily="18" charset="2"/>
                        </a:rPr>
                        <a:t></a:t>
                      </a:r>
                      <a:r>
                        <a:rPr kumimoji="0" lang="en-US" altLang="zh-CN" sz="2800" b="1" i="1" u="none" strike="noStrike" cap="none" normalizeH="0" baseline="0">
                          <a:ln>
                            <a:noFill/>
                          </a:ln>
                          <a:solidFill>
                            <a:schemeClr val="tx1"/>
                          </a:solidFill>
                          <a:effectLst/>
                          <a:latin typeface="Times New Roman" pitchFamily="18" charset="0"/>
                          <a:ea typeface="黑体" pitchFamily="2" charset="-122"/>
                        </a:rPr>
                        <a:t>T</a:t>
                      </a:r>
                      <a:r>
                        <a:rPr kumimoji="0" lang="en-US" altLang="zh-CN" sz="2800" b="0" i="0" u="none" strike="noStrike" cap="none" normalizeH="0" baseline="0">
                          <a:ln>
                            <a:noFill/>
                          </a:ln>
                          <a:solidFill>
                            <a:schemeClr val="tx1"/>
                          </a:solidFill>
                          <a:effectLst/>
                          <a:latin typeface="Times New Roman" pitchFamily="18" charset="0"/>
                          <a:ea typeface="黑体" pitchFamily="2" charset="-122"/>
                        </a:rPr>
                        <a:t> </a:t>
                      </a:r>
                    </a:p>
                  </a:txBody>
                  <a:tcPr horzOverflow="overflow">
                    <a:lnL w="28575"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
                          <a:schemeClr val="folHlink"/>
                        </a:buClr>
                        <a:buSzPct val="60000"/>
                        <a:buFont typeface="Wingdings" pitchFamily="2" charset="2"/>
                        <a:buNone/>
                        <a:tabLst/>
                      </a:pPr>
                      <a:r>
                        <a:rPr kumimoji="0" lang="en-US" altLang="zh-CN" sz="2800" b="1" i="0" u="none" strike="noStrike" cap="none" normalizeH="0" baseline="0">
                          <a:ln>
                            <a:noFill/>
                          </a:ln>
                          <a:solidFill>
                            <a:schemeClr val="tx1"/>
                          </a:solidFill>
                          <a:effectLst/>
                          <a:latin typeface="Times New Roman" pitchFamily="18" charset="0"/>
                          <a:ea typeface="黑体" pitchFamily="2" charset="-122"/>
                        </a:rPr>
                        <a:t>id </a:t>
                      </a:r>
                      <a:r>
                        <a:rPr kumimoji="0" lang="en-US" altLang="zh-CN" sz="2800" b="1" i="0" u="none" strike="noStrike" cap="none" normalizeH="0" baseline="0">
                          <a:ln>
                            <a:noFill/>
                          </a:ln>
                          <a:solidFill>
                            <a:schemeClr val="tx1"/>
                          </a:solidFill>
                          <a:effectLst/>
                          <a:latin typeface="Times New Roman" pitchFamily="18" charset="0"/>
                          <a:ea typeface="黑体" pitchFamily="2" charset="-122"/>
                          <a:cs typeface="Times New Roman" pitchFamily="18" charset="0"/>
                          <a:sym typeface="Symbol" pitchFamily="18" charset="2"/>
                        </a:rPr>
                        <a:t></a:t>
                      </a:r>
                      <a:r>
                        <a:rPr kumimoji="0" lang="en-US" altLang="zh-CN" sz="2800" b="1" i="0" u="none" strike="noStrike" cap="none" normalizeH="0" baseline="0">
                          <a:ln>
                            <a:noFill/>
                          </a:ln>
                          <a:solidFill>
                            <a:schemeClr val="tx1"/>
                          </a:solidFill>
                          <a:effectLst/>
                          <a:latin typeface="Times New Roman" pitchFamily="18" charset="0"/>
                          <a:ea typeface="黑体" pitchFamily="2" charset="-122"/>
                        </a:rPr>
                        <a:t> id + id$</a:t>
                      </a:r>
                      <a:r>
                        <a:rPr kumimoji="0" lang="en-US" altLang="zh-CN" sz="2800" b="0" i="0" u="none" strike="noStrike" cap="none" normalizeH="0" baseline="0">
                          <a:ln>
                            <a:noFill/>
                          </a:ln>
                          <a:solidFill>
                            <a:schemeClr val="tx1"/>
                          </a:solidFill>
                          <a:effectLst/>
                          <a:latin typeface="Times New Roman" pitchFamily="18" charset="0"/>
                          <a:ea typeface="黑体" pitchFamily="2" charset="-122"/>
                        </a:rPr>
                        <a:t> </a:t>
                      </a:r>
                    </a:p>
                  </a:txBody>
                  <a:tcPr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
                          <a:schemeClr val="folHlink"/>
                        </a:buClr>
                        <a:buSzPct val="60000"/>
                        <a:buFont typeface="Wingdings" pitchFamily="2" charset="2"/>
                        <a:buNone/>
                        <a:tabLst/>
                      </a:pPr>
                      <a:r>
                        <a:rPr kumimoji="0" lang="en-US" altLang="zh-CN" sz="2800" b="1" i="1" u="none" strike="noStrike" cap="none" normalizeH="0" baseline="0">
                          <a:ln>
                            <a:noFill/>
                          </a:ln>
                          <a:solidFill>
                            <a:schemeClr val="tx1"/>
                          </a:solidFill>
                          <a:effectLst/>
                          <a:latin typeface="Times New Roman" pitchFamily="18" charset="0"/>
                          <a:ea typeface="黑体" pitchFamily="2" charset="-122"/>
                        </a:rPr>
                        <a:t>E</a:t>
                      </a:r>
                      <a:r>
                        <a:rPr kumimoji="0" lang="en-US" altLang="zh-CN" sz="2800" b="1" i="0" u="none" strike="noStrike" cap="none" normalizeH="0" baseline="0">
                          <a:ln>
                            <a:noFill/>
                          </a:ln>
                          <a:solidFill>
                            <a:schemeClr val="tx1"/>
                          </a:solidFill>
                          <a:effectLst/>
                          <a:latin typeface="Times New Roman" pitchFamily="18" charset="0"/>
                          <a:ea typeface="黑体" pitchFamily="2" charset="-122"/>
                        </a:rPr>
                        <a:t> </a:t>
                      </a:r>
                      <a:r>
                        <a:rPr kumimoji="0" lang="en-US" altLang="zh-CN" sz="2800" b="1" i="0" u="none" strike="noStrike" cap="none" normalizeH="0" baseline="0">
                          <a:ln>
                            <a:noFill/>
                          </a:ln>
                          <a:solidFill>
                            <a:schemeClr val="tx1"/>
                          </a:solidFill>
                          <a:effectLst/>
                          <a:latin typeface="Times New Roman" pitchFamily="18" charset="0"/>
                          <a:ea typeface="黑体" pitchFamily="2" charset="-122"/>
                          <a:sym typeface="Symbol" pitchFamily="18" charset="2"/>
                        </a:rPr>
                        <a:t></a:t>
                      </a:r>
                      <a:r>
                        <a:rPr kumimoji="0" lang="en-US" altLang="zh-CN" sz="2800" b="1" i="0" u="none" strike="noStrike" cap="none" normalizeH="0" baseline="0">
                          <a:ln>
                            <a:noFill/>
                          </a:ln>
                          <a:solidFill>
                            <a:schemeClr val="tx1"/>
                          </a:solidFill>
                          <a:effectLst/>
                          <a:latin typeface="Times New Roman" pitchFamily="18" charset="0"/>
                          <a:ea typeface="黑体" pitchFamily="2" charset="-122"/>
                        </a:rPr>
                        <a:t> </a:t>
                      </a:r>
                      <a:r>
                        <a:rPr kumimoji="0" lang="en-US" altLang="zh-CN" sz="2800" b="1" i="1" u="none" strike="noStrike" cap="none" normalizeH="0" baseline="0">
                          <a:ln>
                            <a:noFill/>
                          </a:ln>
                          <a:solidFill>
                            <a:schemeClr val="tx1"/>
                          </a:solidFill>
                          <a:effectLst/>
                          <a:latin typeface="Times New Roman" pitchFamily="18" charset="0"/>
                          <a:ea typeface="黑体" pitchFamily="2" charset="-122"/>
                        </a:rPr>
                        <a:t>TE </a:t>
                      </a:r>
                      <a:r>
                        <a:rPr kumimoji="0" lang="en-US" altLang="zh-CN" sz="2800" b="1" i="0" u="none" strike="noStrike" cap="none" normalizeH="0" baseline="0">
                          <a:ln>
                            <a:noFill/>
                          </a:ln>
                          <a:solidFill>
                            <a:schemeClr val="tx1"/>
                          </a:solidFill>
                          <a:effectLst/>
                          <a:latin typeface="Times New Roman" pitchFamily="18" charset="0"/>
                          <a:ea typeface="黑体" pitchFamily="2" charset="-122"/>
                          <a:sym typeface="Symbol" pitchFamily="18" charset="2"/>
                        </a:rPr>
                        <a:t></a:t>
                      </a:r>
                      <a:r>
                        <a:rPr kumimoji="0" lang="en-US" altLang="zh-CN" sz="2800" b="0" i="0" u="none" strike="noStrike" cap="none" normalizeH="0" baseline="0">
                          <a:ln>
                            <a:noFill/>
                          </a:ln>
                          <a:solidFill>
                            <a:schemeClr val="tx1"/>
                          </a:solidFill>
                          <a:effectLst/>
                          <a:latin typeface="Times New Roman" pitchFamily="18" charset="0"/>
                          <a:ea typeface="黑体" pitchFamily="2" charset="-122"/>
                        </a:rPr>
                        <a:t> </a:t>
                      </a:r>
                    </a:p>
                  </a:txBody>
                  <a:tcPr horzOverflow="overflow">
                    <a:lnL w="12700" cap="flat" cmpd="sng" algn="ctr">
                      <a:solidFill>
                        <a:schemeClr val="tx1"/>
                      </a:solidFill>
                      <a:prstDash val="solid"/>
                      <a:round/>
                      <a:headEnd type="none" w="sm" len="sm"/>
                      <a:tailEnd type="none" w="sm" len="sm"/>
                    </a:lnL>
                    <a:lnR w="28575"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extLst>
                  <a:ext uri="{0D108BD9-81ED-4DB2-BD59-A6C34878D82A}">
                    <a16:rowId xmlns:a16="http://schemas.microsoft.com/office/drawing/2014/main" val="10002"/>
                  </a:ext>
                </a:extLst>
              </a:tr>
              <a:tr h="519113">
                <a:tc>
                  <a:txBody>
                    <a:bodyPr/>
                    <a:lstStyle/>
                    <a:p>
                      <a:pPr marL="0" marR="0" lvl="0" indent="0" algn="l" defTabSz="914400" rtl="0" eaLnBrk="1" fontAlgn="base" latinLnBrk="0" hangingPunct="1">
                        <a:lnSpc>
                          <a:spcPct val="100000"/>
                        </a:lnSpc>
                        <a:spcBef>
                          <a:spcPct val="20000"/>
                        </a:spcBef>
                        <a:spcAft>
                          <a:spcPct val="0"/>
                        </a:spcAft>
                        <a:buClr>
                          <a:schemeClr val="folHlink"/>
                        </a:buClr>
                        <a:buSzPct val="60000"/>
                        <a:buFont typeface="Wingdings" pitchFamily="2" charset="2"/>
                        <a:buNone/>
                        <a:tabLst/>
                      </a:pPr>
                      <a:r>
                        <a:rPr kumimoji="0" lang="en-US" altLang="zh-CN" sz="2800" b="1" i="0" u="none" strike="noStrike" cap="none" normalizeH="0" baseline="0">
                          <a:ln>
                            <a:noFill/>
                          </a:ln>
                          <a:solidFill>
                            <a:schemeClr val="tx1"/>
                          </a:solidFill>
                          <a:effectLst/>
                          <a:latin typeface="Times New Roman" pitchFamily="18" charset="0"/>
                          <a:ea typeface="黑体" pitchFamily="2" charset="-122"/>
                        </a:rPr>
                        <a:t>$</a:t>
                      </a:r>
                      <a:r>
                        <a:rPr kumimoji="0" lang="en-US" altLang="zh-CN" sz="2800" b="1" i="1" u="none" strike="noStrike" cap="none" normalizeH="0" baseline="0">
                          <a:ln>
                            <a:noFill/>
                          </a:ln>
                          <a:solidFill>
                            <a:schemeClr val="tx1"/>
                          </a:solidFill>
                          <a:effectLst/>
                          <a:latin typeface="Times New Roman" pitchFamily="18" charset="0"/>
                          <a:ea typeface="黑体" pitchFamily="2" charset="-122"/>
                        </a:rPr>
                        <a:t>E </a:t>
                      </a:r>
                      <a:r>
                        <a:rPr kumimoji="0" lang="en-US" altLang="zh-CN" sz="2800" b="1" i="0" u="none" strike="noStrike" cap="none" normalizeH="0" baseline="0">
                          <a:ln>
                            <a:noFill/>
                          </a:ln>
                          <a:solidFill>
                            <a:schemeClr val="tx1"/>
                          </a:solidFill>
                          <a:effectLst/>
                          <a:latin typeface="Times New Roman" pitchFamily="18" charset="0"/>
                          <a:ea typeface="黑体" pitchFamily="2" charset="-122"/>
                          <a:sym typeface="Symbol" pitchFamily="18" charset="2"/>
                        </a:rPr>
                        <a:t></a:t>
                      </a:r>
                      <a:r>
                        <a:rPr kumimoji="0" lang="en-US" altLang="zh-CN" sz="2800" b="1" i="1" u="none" strike="noStrike" cap="none" normalizeH="0" baseline="0">
                          <a:ln>
                            <a:noFill/>
                          </a:ln>
                          <a:solidFill>
                            <a:schemeClr val="tx1"/>
                          </a:solidFill>
                          <a:effectLst/>
                          <a:latin typeface="Times New Roman" pitchFamily="18" charset="0"/>
                          <a:ea typeface="黑体" pitchFamily="2" charset="-122"/>
                        </a:rPr>
                        <a:t>T </a:t>
                      </a:r>
                      <a:r>
                        <a:rPr kumimoji="0" lang="en-US" altLang="zh-CN" sz="2800" b="1" i="0" u="none" strike="noStrike" cap="none" normalizeH="0" baseline="0">
                          <a:ln>
                            <a:noFill/>
                          </a:ln>
                          <a:solidFill>
                            <a:schemeClr val="tx1"/>
                          </a:solidFill>
                          <a:effectLst/>
                          <a:latin typeface="Times New Roman" pitchFamily="18" charset="0"/>
                          <a:ea typeface="黑体" pitchFamily="2" charset="-122"/>
                          <a:sym typeface="Symbol" pitchFamily="18" charset="2"/>
                        </a:rPr>
                        <a:t></a:t>
                      </a:r>
                      <a:r>
                        <a:rPr kumimoji="0" lang="en-US" altLang="zh-CN" sz="2800" b="1" i="1" u="none" strike="noStrike" cap="none" normalizeH="0" baseline="0">
                          <a:ln>
                            <a:noFill/>
                          </a:ln>
                          <a:solidFill>
                            <a:schemeClr val="tx1"/>
                          </a:solidFill>
                          <a:effectLst/>
                          <a:latin typeface="Times New Roman" pitchFamily="18" charset="0"/>
                          <a:ea typeface="黑体" pitchFamily="2" charset="-122"/>
                        </a:rPr>
                        <a:t>F</a:t>
                      </a:r>
                      <a:r>
                        <a:rPr kumimoji="0" lang="en-US" altLang="zh-CN" sz="2800" b="0" i="0" u="none" strike="noStrike" cap="none" normalizeH="0" baseline="0">
                          <a:ln>
                            <a:noFill/>
                          </a:ln>
                          <a:solidFill>
                            <a:schemeClr val="tx1"/>
                          </a:solidFill>
                          <a:effectLst/>
                          <a:latin typeface="Times New Roman" pitchFamily="18" charset="0"/>
                          <a:ea typeface="黑体" pitchFamily="2" charset="-122"/>
                        </a:rPr>
                        <a:t> </a:t>
                      </a:r>
                    </a:p>
                  </a:txBody>
                  <a:tcPr horzOverflow="overflow">
                    <a:lnL w="28575"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
                          <a:schemeClr val="folHlink"/>
                        </a:buClr>
                        <a:buSzPct val="60000"/>
                        <a:buFont typeface="Wingdings" pitchFamily="2" charset="2"/>
                        <a:buNone/>
                        <a:tabLst/>
                      </a:pPr>
                      <a:r>
                        <a:rPr kumimoji="0" lang="en-US" altLang="zh-CN" sz="2800" b="1" i="0" u="none" strike="noStrike" cap="none" normalizeH="0" baseline="0">
                          <a:ln>
                            <a:noFill/>
                          </a:ln>
                          <a:solidFill>
                            <a:schemeClr val="tx1"/>
                          </a:solidFill>
                          <a:effectLst/>
                          <a:latin typeface="Times New Roman" pitchFamily="18" charset="0"/>
                          <a:ea typeface="黑体" pitchFamily="2" charset="-122"/>
                        </a:rPr>
                        <a:t>id </a:t>
                      </a:r>
                      <a:r>
                        <a:rPr kumimoji="0" lang="en-US" altLang="zh-CN" sz="2800" b="1" i="0" u="none" strike="noStrike" cap="none" normalizeH="0" baseline="0">
                          <a:ln>
                            <a:noFill/>
                          </a:ln>
                          <a:solidFill>
                            <a:schemeClr val="tx1"/>
                          </a:solidFill>
                          <a:effectLst/>
                          <a:latin typeface="Times New Roman" pitchFamily="18" charset="0"/>
                          <a:ea typeface="黑体" pitchFamily="2" charset="-122"/>
                          <a:cs typeface="Times New Roman" pitchFamily="18" charset="0"/>
                          <a:sym typeface="Symbol" pitchFamily="18" charset="2"/>
                        </a:rPr>
                        <a:t></a:t>
                      </a:r>
                      <a:r>
                        <a:rPr kumimoji="0" lang="en-US" altLang="zh-CN" sz="2800" b="1" i="0" u="none" strike="noStrike" cap="none" normalizeH="0" baseline="0">
                          <a:ln>
                            <a:noFill/>
                          </a:ln>
                          <a:solidFill>
                            <a:schemeClr val="tx1"/>
                          </a:solidFill>
                          <a:effectLst/>
                          <a:latin typeface="Times New Roman" pitchFamily="18" charset="0"/>
                          <a:ea typeface="黑体" pitchFamily="2" charset="-122"/>
                        </a:rPr>
                        <a:t> id + id$</a:t>
                      </a:r>
                      <a:r>
                        <a:rPr kumimoji="0" lang="en-US" altLang="zh-CN" sz="2800" b="0" i="0" u="none" strike="noStrike" cap="none" normalizeH="0" baseline="0">
                          <a:ln>
                            <a:noFill/>
                          </a:ln>
                          <a:solidFill>
                            <a:schemeClr val="tx1"/>
                          </a:solidFill>
                          <a:effectLst/>
                          <a:latin typeface="Times New Roman" pitchFamily="18" charset="0"/>
                          <a:ea typeface="黑体" pitchFamily="2" charset="-122"/>
                        </a:rPr>
                        <a:t> </a:t>
                      </a:r>
                    </a:p>
                  </a:txBody>
                  <a:tcPr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
                          <a:schemeClr val="folHlink"/>
                        </a:buClr>
                        <a:buSzPct val="60000"/>
                        <a:buFont typeface="Wingdings" pitchFamily="2" charset="2"/>
                        <a:buNone/>
                        <a:tabLst/>
                      </a:pPr>
                      <a:r>
                        <a:rPr kumimoji="0" lang="en-US" altLang="zh-CN" sz="2800" b="1" i="1" u="none" strike="noStrike" cap="none" normalizeH="0" baseline="0">
                          <a:ln>
                            <a:noFill/>
                          </a:ln>
                          <a:solidFill>
                            <a:schemeClr val="tx1"/>
                          </a:solidFill>
                          <a:effectLst/>
                          <a:latin typeface="Times New Roman" pitchFamily="18" charset="0"/>
                          <a:ea typeface="黑体" pitchFamily="2" charset="-122"/>
                        </a:rPr>
                        <a:t>T</a:t>
                      </a:r>
                      <a:r>
                        <a:rPr kumimoji="0" lang="en-US" altLang="zh-CN" sz="2800" b="1" i="0" u="none" strike="noStrike" cap="none" normalizeH="0" baseline="0">
                          <a:ln>
                            <a:noFill/>
                          </a:ln>
                          <a:solidFill>
                            <a:schemeClr val="tx1"/>
                          </a:solidFill>
                          <a:effectLst/>
                          <a:latin typeface="Times New Roman" pitchFamily="18" charset="0"/>
                          <a:ea typeface="黑体" pitchFamily="2" charset="-122"/>
                        </a:rPr>
                        <a:t> </a:t>
                      </a:r>
                      <a:r>
                        <a:rPr kumimoji="0" lang="en-US" altLang="zh-CN" sz="2800" b="1" i="0" u="none" strike="noStrike" cap="none" normalizeH="0" baseline="0">
                          <a:ln>
                            <a:noFill/>
                          </a:ln>
                          <a:solidFill>
                            <a:schemeClr val="tx1"/>
                          </a:solidFill>
                          <a:effectLst/>
                          <a:latin typeface="Times New Roman" pitchFamily="18" charset="0"/>
                          <a:ea typeface="黑体" pitchFamily="2" charset="-122"/>
                          <a:sym typeface="Symbol" pitchFamily="18" charset="2"/>
                        </a:rPr>
                        <a:t></a:t>
                      </a:r>
                      <a:r>
                        <a:rPr kumimoji="0" lang="en-US" altLang="zh-CN" sz="2800" b="1" i="0" u="none" strike="noStrike" cap="none" normalizeH="0" baseline="0">
                          <a:ln>
                            <a:noFill/>
                          </a:ln>
                          <a:solidFill>
                            <a:schemeClr val="tx1"/>
                          </a:solidFill>
                          <a:effectLst/>
                          <a:latin typeface="Times New Roman" pitchFamily="18" charset="0"/>
                          <a:ea typeface="黑体" pitchFamily="2" charset="-122"/>
                        </a:rPr>
                        <a:t> </a:t>
                      </a:r>
                      <a:r>
                        <a:rPr kumimoji="0" lang="en-US" altLang="zh-CN" sz="2800" b="1" i="1" u="none" strike="noStrike" cap="none" normalizeH="0" baseline="0">
                          <a:ln>
                            <a:noFill/>
                          </a:ln>
                          <a:solidFill>
                            <a:schemeClr val="tx1"/>
                          </a:solidFill>
                          <a:effectLst/>
                          <a:latin typeface="Times New Roman" pitchFamily="18" charset="0"/>
                          <a:ea typeface="黑体" pitchFamily="2" charset="-122"/>
                        </a:rPr>
                        <a:t>FT </a:t>
                      </a:r>
                      <a:r>
                        <a:rPr kumimoji="0" lang="en-US" altLang="zh-CN" sz="2800" b="1" i="0" u="none" strike="noStrike" cap="none" normalizeH="0" baseline="0">
                          <a:ln>
                            <a:noFill/>
                          </a:ln>
                          <a:solidFill>
                            <a:schemeClr val="tx1"/>
                          </a:solidFill>
                          <a:effectLst/>
                          <a:latin typeface="Times New Roman" pitchFamily="18" charset="0"/>
                          <a:ea typeface="黑体" pitchFamily="2" charset="-122"/>
                          <a:sym typeface="Symbol" pitchFamily="18" charset="2"/>
                        </a:rPr>
                        <a:t></a:t>
                      </a:r>
                      <a:r>
                        <a:rPr kumimoji="0" lang="en-US" altLang="zh-CN" sz="2800" b="0" i="0" u="none" strike="noStrike" cap="none" normalizeH="0" baseline="0">
                          <a:ln>
                            <a:noFill/>
                          </a:ln>
                          <a:solidFill>
                            <a:schemeClr val="tx1"/>
                          </a:solidFill>
                          <a:effectLst/>
                          <a:latin typeface="Times New Roman" pitchFamily="18" charset="0"/>
                          <a:ea typeface="黑体" pitchFamily="2" charset="-122"/>
                        </a:rPr>
                        <a:t> </a:t>
                      </a:r>
                    </a:p>
                  </a:txBody>
                  <a:tcPr horzOverflow="overflow">
                    <a:lnL w="12700" cap="flat" cmpd="sng" algn="ctr">
                      <a:solidFill>
                        <a:schemeClr val="tx1"/>
                      </a:solidFill>
                      <a:prstDash val="solid"/>
                      <a:round/>
                      <a:headEnd type="none" w="sm" len="sm"/>
                      <a:tailEnd type="none" w="sm" len="sm"/>
                    </a:lnL>
                    <a:lnR w="28575"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extLst>
                  <a:ext uri="{0D108BD9-81ED-4DB2-BD59-A6C34878D82A}">
                    <a16:rowId xmlns:a16="http://schemas.microsoft.com/office/drawing/2014/main" val="10003"/>
                  </a:ext>
                </a:extLst>
              </a:tr>
              <a:tr h="518160">
                <a:tc>
                  <a:txBody>
                    <a:bodyPr/>
                    <a:lstStyle/>
                    <a:p>
                      <a:pPr marL="0" marR="0" lvl="0" indent="0" algn="l" defTabSz="914400" rtl="0" eaLnBrk="1" fontAlgn="base" latinLnBrk="0" hangingPunct="1">
                        <a:lnSpc>
                          <a:spcPct val="100000"/>
                        </a:lnSpc>
                        <a:spcBef>
                          <a:spcPct val="20000"/>
                        </a:spcBef>
                        <a:spcAft>
                          <a:spcPct val="0"/>
                        </a:spcAft>
                        <a:buClr>
                          <a:schemeClr val="folHlink"/>
                        </a:buClr>
                        <a:buSzPct val="60000"/>
                        <a:buFont typeface="Wingdings" pitchFamily="2" charset="2"/>
                        <a:buNone/>
                        <a:tabLst/>
                      </a:pPr>
                      <a:r>
                        <a:rPr kumimoji="0" lang="en-US" altLang="zh-CN" sz="2800" b="1" i="0" u="none" strike="noStrike" cap="none" normalizeH="0" baseline="0">
                          <a:ln>
                            <a:noFill/>
                          </a:ln>
                          <a:solidFill>
                            <a:schemeClr val="tx1"/>
                          </a:solidFill>
                          <a:effectLst/>
                          <a:latin typeface="Times New Roman" pitchFamily="18" charset="0"/>
                          <a:ea typeface="黑体" pitchFamily="2" charset="-122"/>
                        </a:rPr>
                        <a:t>$</a:t>
                      </a:r>
                      <a:r>
                        <a:rPr kumimoji="0" lang="en-US" altLang="zh-CN" sz="2800" b="1" i="1" u="none" strike="noStrike" cap="none" normalizeH="0" baseline="0">
                          <a:ln>
                            <a:noFill/>
                          </a:ln>
                          <a:solidFill>
                            <a:schemeClr val="tx1"/>
                          </a:solidFill>
                          <a:effectLst/>
                          <a:latin typeface="Times New Roman" pitchFamily="18" charset="0"/>
                          <a:ea typeface="黑体" pitchFamily="2" charset="-122"/>
                        </a:rPr>
                        <a:t>E </a:t>
                      </a:r>
                      <a:r>
                        <a:rPr kumimoji="0" lang="en-US" altLang="zh-CN" sz="2800" b="1" i="0" u="none" strike="noStrike" cap="none" normalizeH="0" baseline="0">
                          <a:ln>
                            <a:noFill/>
                          </a:ln>
                          <a:solidFill>
                            <a:schemeClr val="tx1"/>
                          </a:solidFill>
                          <a:effectLst/>
                          <a:latin typeface="Times New Roman" pitchFamily="18" charset="0"/>
                          <a:ea typeface="黑体" pitchFamily="2" charset="-122"/>
                          <a:sym typeface="Symbol" pitchFamily="18" charset="2"/>
                        </a:rPr>
                        <a:t></a:t>
                      </a:r>
                      <a:r>
                        <a:rPr kumimoji="0" lang="en-US" altLang="zh-CN" sz="2800" b="1" i="1" u="none" strike="noStrike" cap="none" normalizeH="0" baseline="0">
                          <a:ln>
                            <a:noFill/>
                          </a:ln>
                          <a:solidFill>
                            <a:schemeClr val="tx1"/>
                          </a:solidFill>
                          <a:effectLst/>
                          <a:latin typeface="Times New Roman" pitchFamily="18" charset="0"/>
                          <a:ea typeface="黑体" pitchFamily="2" charset="-122"/>
                        </a:rPr>
                        <a:t>T </a:t>
                      </a:r>
                      <a:r>
                        <a:rPr kumimoji="0" lang="en-US" altLang="zh-CN" sz="2800" b="1" i="0" u="none" strike="noStrike" cap="none" normalizeH="0" baseline="0">
                          <a:ln>
                            <a:noFill/>
                          </a:ln>
                          <a:solidFill>
                            <a:schemeClr val="tx1"/>
                          </a:solidFill>
                          <a:effectLst/>
                          <a:latin typeface="Times New Roman" pitchFamily="18" charset="0"/>
                          <a:ea typeface="黑体" pitchFamily="2" charset="-122"/>
                          <a:sym typeface="Symbol" pitchFamily="18" charset="2"/>
                        </a:rPr>
                        <a:t></a:t>
                      </a:r>
                      <a:r>
                        <a:rPr kumimoji="0" lang="en-US" altLang="zh-CN" sz="2800" b="1" i="0" u="none" strike="noStrike" cap="none" normalizeH="0" baseline="0">
                          <a:ln>
                            <a:noFill/>
                          </a:ln>
                          <a:solidFill>
                            <a:schemeClr val="tx1"/>
                          </a:solidFill>
                          <a:effectLst/>
                          <a:latin typeface="Times New Roman" pitchFamily="18" charset="0"/>
                          <a:ea typeface="黑体" pitchFamily="2" charset="-122"/>
                        </a:rPr>
                        <a:t> id</a:t>
                      </a:r>
                      <a:r>
                        <a:rPr kumimoji="0" lang="en-US" altLang="zh-CN" sz="2800" b="0" i="0" u="none" strike="noStrike" cap="none" normalizeH="0" baseline="0">
                          <a:ln>
                            <a:noFill/>
                          </a:ln>
                          <a:solidFill>
                            <a:schemeClr val="tx1"/>
                          </a:solidFill>
                          <a:effectLst/>
                          <a:latin typeface="Times New Roman" pitchFamily="18" charset="0"/>
                          <a:ea typeface="黑体" pitchFamily="2" charset="-122"/>
                        </a:rPr>
                        <a:t> </a:t>
                      </a:r>
                    </a:p>
                  </a:txBody>
                  <a:tcPr horzOverflow="overflow">
                    <a:lnL w="28575"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
                          <a:schemeClr val="folHlink"/>
                        </a:buClr>
                        <a:buSzPct val="60000"/>
                        <a:buFont typeface="Wingdings" pitchFamily="2" charset="2"/>
                        <a:buNone/>
                        <a:tabLst/>
                      </a:pPr>
                      <a:r>
                        <a:rPr kumimoji="0" lang="en-US" altLang="zh-CN" sz="2800" b="1" i="0" u="none" strike="noStrike" cap="none" normalizeH="0" baseline="0">
                          <a:ln>
                            <a:noFill/>
                          </a:ln>
                          <a:solidFill>
                            <a:schemeClr val="tx1"/>
                          </a:solidFill>
                          <a:effectLst/>
                          <a:latin typeface="Times New Roman" pitchFamily="18" charset="0"/>
                          <a:ea typeface="黑体" pitchFamily="2" charset="-122"/>
                        </a:rPr>
                        <a:t>id </a:t>
                      </a:r>
                      <a:r>
                        <a:rPr kumimoji="0" lang="en-US" altLang="zh-CN" sz="2800" b="1" i="0" u="none" strike="noStrike" cap="none" normalizeH="0" baseline="0">
                          <a:ln>
                            <a:noFill/>
                          </a:ln>
                          <a:solidFill>
                            <a:schemeClr val="tx1"/>
                          </a:solidFill>
                          <a:effectLst/>
                          <a:latin typeface="Times New Roman" pitchFamily="18" charset="0"/>
                          <a:ea typeface="黑体" pitchFamily="2" charset="-122"/>
                          <a:cs typeface="Times New Roman" pitchFamily="18" charset="0"/>
                          <a:sym typeface="Symbol" pitchFamily="18" charset="2"/>
                        </a:rPr>
                        <a:t></a:t>
                      </a:r>
                      <a:r>
                        <a:rPr kumimoji="0" lang="en-US" altLang="zh-CN" sz="2800" b="1" i="0" u="none" strike="noStrike" cap="none" normalizeH="0" baseline="0">
                          <a:ln>
                            <a:noFill/>
                          </a:ln>
                          <a:solidFill>
                            <a:schemeClr val="tx1"/>
                          </a:solidFill>
                          <a:effectLst/>
                          <a:latin typeface="Times New Roman" pitchFamily="18" charset="0"/>
                          <a:ea typeface="黑体" pitchFamily="2" charset="-122"/>
                        </a:rPr>
                        <a:t> id + id$</a:t>
                      </a:r>
                      <a:r>
                        <a:rPr kumimoji="0" lang="en-US" altLang="zh-CN" sz="2800" b="0" i="0" u="none" strike="noStrike" cap="none" normalizeH="0" baseline="0">
                          <a:ln>
                            <a:noFill/>
                          </a:ln>
                          <a:solidFill>
                            <a:schemeClr val="tx1"/>
                          </a:solidFill>
                          <a:effectLst/>
                          <a:latin typeface="Times New Roman" pitchFamily="18" charset="0"/>
                          <a:ea typeface="黑体" pitchFamily="2" charset="-122"/>
                        </a:rPr>
                        <a:t> </a:t>
                      </a:r>
                    </a:p>
                  </a:txBody>
                  <a:tcPr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
                          <a:schemeClr val="folHlink"/>
                        </a:buClr>
                        <a:buSzPct val="60000"/>
                        <a:buFont typeface="Wingdings" pitchFamily="2" charset="2"/>
                        <a:buNone/>
                        <a:tabLst/>
                      </a:pPr>
                      <a:r>
                        <a:rPr kumimoji="0" lang="en-US" altLang="zh-CN" sz="2800" b="1" i="1" u="none" strike="noStrike" cap="none" normalizeH="0" baseline="0">
                          <a:ln>
                            <a:noFill/>
                          </a:ln>
                          <a:solidFill>
                            <a:schemeClr val="tx1"/>
                          </a:solidFill>
                          <a:effectLst/>
                          <a:latin typeface="Times New Roman" pitchFamily="18" charset="0"/>
                          <a:ea typeface="黑体" pitchFamily="2" charset="-122"/>
                        </a:rPr>
                        <a:t>F</a:t>
                      </a:r>
                      <a:r>
                        <a:rPr kumimoji="0" lang="en-US" altLang="zh-CN" sz="2800" b="1" i="0" u="none" strike="noStrike" cap="none" normalizeH="0" baseline="0">
                          <a:ln>
                            <a:noFill/>
                          </a:ln>
                          <a:solidFill>
                            <a:schemeClr val="tx1"/>
                          </a:solidFill>
                          <a:effectLst/>
                          <a:latin typeface="Times New Roman" pitchFamily="18" charset="0"/>
                          <a:ea typeface="黑体" pitchFamily="2" charset="-122"/>
                        </a:rPr>
                        <a:t> </a:t>
                      </a:r>
                      <a:r>
                        <a:rPr kumimoji="0" lang="en-US" altLang="zh-CN" sz="2800" b="1" i="0" u="none" strike="noStrike" cap="none" normalizeH="0" baseline="0">
                          <a:ln>
                            <a:noFill/>
                          </a:ln>
                          <a:solidFill>
                            <a:schemeClr val="tx1"/>
                          </a:solidFill>
                          <a:effectLst/>
                          <a:latin typeface="Times New Roman" pitchFamily="18" charset="0"/>
                          <a:ea typeface="黑体" pitchFamily="2" charset="-122"/>
                          <a:sym typeface="Symbol" pitchFamily="18" charset="2"/>
                        </a:rPr>
                        <a:t></a:t>
                      </a:r>
                      <a:r>
                        <a:rPr kumimoji="0" lang="en-US" altLang="zh-CN" sz="2800" b="1" i="0" u="none" strike="noStrike" cap="none" normalizeH="0" baseline="0">
                          <a:ln>
                            <a:noFill/>
                          </a:ln>
                          <a:solidFill>
                            <a:schemeClr val="tx1"/>
                          </a:solidFill>
                          <a:effectLst/>
                          <a:latin typeface="Times New Roman" pitchFamily="18" charset="0"/>
                          <a:ea typeface="黑体" pitchFamily="2" charset="-122"/>
                        </a:rPr>
                        <a:t> id</a:t>
                      </a:r>
                      <a:r>
                        <a:rPr kumimoji="0" lang="en-US" altLang="zh-CN" sz="2800" b="0" i="0" u="none" strike="noStrike" cap="none" normalizeH="0" baseline="0">
                          <a:ln>
                            <a:noFill/>
                          </a:ln>
                          <a:solidFill>
                            <a:schemeClr val="tx1"/>
                          </a:solidFill>
                          <a:effectLst/>
                          <a:latin typeface="Times New Roman" pitchFamily="18" charset="0"/>
                          <a:ea typeface="黑体" pitchFamily="2" charset="-122"/>
                        </a:rPr>
                        <a:t> </a:t>
                      </a:r>
                    </a:p>
                  </a:txBody>
                  <a:tcPr horzOverflow="overflow">
                    <a:lnL w="12700" cap="flat" cmpd="sng" algn="ctr">
                      <a:solidFill>
                        <a:schemeClr val="tx1"/>
                      </a:solidFill>
                      <a:prstDash val="solid"/>
                      <a:round/>
                      <a:headEnd type="none" w="sm" len="sm"/>
                      <a:tailEnd type="none" w="sm" len="sm"/>
                    </a:lnL>
                    <a:lnR w="28575"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extLst>
                  <a:ext uri="{0D108BD9-81ED-4DB2-BD59-A6C34878D82A}">
                    <a16:rowId xmlns:a16="http://schemas.microsoft.com/office/drawing/2014/main" val="10004"/>
                  </a:ext>
                </a:extLst>
              </a:tr>
              <a:tr h="518160">
                <a:tc>
                  <a:txBody>
                    <a:bodyPr/>
                    <a:lstStyle/>
                    <a:p>
                      <a:pPr marL="0" marR="0" lvl="0" indent="0" algn="l" defTabSz="914400" rtl="0" eaLnBrk="1" fontAlgn="base" latinLnBrk="0" hangingPunct="1">
                        <a:lnSpc>
                          <a:spcPct val="100000"/>
                        </a:lnSpc>
                        <a:spcBef>
                          <a:spcPct val="20000"/>
                        </a:spcBef>
                        <a:spcAft>
                          <a:spcPct val="0"/>
                        </a:spcAft>
                        <a:buClr>
                          <a:schemeClr val="folHlink"/>
                        </a:buClr>
                        <a:buSzPct val="60000"/>
                        <a:buFont typeface="Wingdings" pitchFamily="2" charset="2"/>
                        <a:buNone/>
                        <a:tabLst/>
                      </a:pPr>
                      <a:r>
                        <a:rPr kumimoji="0" lang="en-US" altLang="zh-CN" sz="2800" b="1" i="0" u="none" strike="noStrike" cap="none" normalizeH="0" baseline="0" dirty="0">
                          <a:ln>
                            <a:noFill/>
                          </a:ln>
                          <a:solidFill>
                            <a:schemeClr val="tx1"/>
                          </a:solidFill>
                          <a:effectLst/>
                          <a:latin typeface="Times New Roman" pitchFamily="18" charset="0"/>
                          <a:ea typeface="黑体" pitchFamily="2" charset="-122"/>
                        </a:rPr>
                        <a:t>$</a:t>
                      </a:r>
                      <a:r>
                        <a:rPr kumimoji="0" lang="en-US" altLang="zh-CN" sz="2800" b="1" i="1" u="none" strike="noStrike" cap="none" normalizeH="0" baseline="0" dirty="0">
                          <a:ln>
                            <a:noFill/>
                          </a:ln>
                          <a:solidFill>
                            <a:schemeClr val="tx1"/>
                          </a:solidFill>
                          <a:effectLst/>
                          <a:latin typeface="Times New Roman" pitchFamily="18" charset="0"/>
                          <a:ea typeface="黑体" pitchFamily="2" charset="-122"/>
                        </a:rPr>
                        <a:t>E </a:t>
                      </a:r>
                      <a:r>
                        <a:rPr kumimoji="0" lang="en-US" altLang="zh-CN" sz="2800" b="1" i="0" u="none" strike="noStrike" cap="none" normalizeH="0" baseline="0" dirty="0">
                          <a:ln>
                            <a:noFill/>
                          </a:ln>
                          <a:solidFill>
                            <a:schemeClr val="tx1"/>
                          </a:solidFill>
                          <a:effectLst/>
                          <a:latin typeface="Times New Roman" pitchFamily="18" charset="0"/>
                          <a:ea typeface="黑体" pitchFamily="2" charset="-122"/>
                          <a:sym typeface="Symbol" pitchFamily="18" charset="2"/>
                        </a:rPr>
                        <a:t></a:t>
                      </a:r>
                      <a:r>
                        <a:rPr kumimoji="0" lang="en-US" altLang="zh-CN" sz="2800" b="1" i="1" u="none" strike="noStrike" cap="none" normalizeH="0" baseline="0" dirty="0">
                          <a:ln>
                            <a:noFill/>
                          </a:ln>
                          <a:solidFill>
                            <a:schemeClr val="tx1"/>
                          </a:solidFill>
                          <a:effectLst/>
                          <a:latin typeface="Times New Roman" pitchFamily="18" charset="0"/>
                          <a:ea typeface="黑体" pitchFamily="2" charset="-122"/>
                        </a:rPr>
                        <a:t>T </a:t>
                      </a:r>
                      <a:r>
                        <a:rPr kumimoji="0" lang="en-US" altLang="zh-CN" sz="2800" b="1" i="0" u="none" strike="noStrike" cap="none" normalizeH="0" baseline="0" dirty="0">
                          <a:ln>
                            <a:noFill/>
                          </a:ln>
                          <a:solidFill>
                            <a:schemeClr val="tx1"/>
                          </a:solidFill>
                          <a:effectLst/>
                          <a:latin typeface="Times New Roman" pitchFamily="18" charset="0"/>
                          <a:ea typeface="黑体" pitchFamily="2" charset="-122"/>
                          <a:sym typeface="Symbol" pitchFamily="18" charset="2"/>
                        </a:rPr>
                        <a:t></a:t>
                      </a:r>
                      <a:r>
                        <a:rPr kumimoji="0" lang="en-US" altLang="zh-CN" sz="2800" b="0" i="0" u="none" strike="noStrike" cap="none" normalizeH="0" baseline="0" dirty="0">
                          <a:ln>
                            <a:noFill/>
                          </a:ln>
                          <a:solidFill>
                            <a:schemeClr val="tx1"/>
                          </a:solidFill>
                          <a:effectLst/>
                          <a:latin typeface="Times New Roman" pitchFamily="18" charset="0"/>
                          <a:ea typeface="黑体" pitchFamily="2" charset="-122"/>
                        </a:rPr>
                        <a:t> </a:t>
                      </a:r>
                    </a:p>
                  </a:txBody>
                  <a:tcPr horzOverflow="overflow">
                    <a:lnL w="28575"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
                          <a:schemeClr val="folHlink"/>
                        </a:buClr>
                        <a:buSzPct val="60000"/>
                        <a:buFont typeface="Wingdings" pitchFamily="2" charset="2"/>
                        <a:buNone/>
                        <a:tabLst/>
                      </a:pPr>
                      <a:r>
                        <a:rPr kumimoji="0" lang="en-US" altLang="zh-CN" sz="2800" b="0" i="0" u="none" strike="noStrike" cap="none" normalizeH="0" baseline="0">
                          <a:ln>
                            <a:noFill/>
                          </a:ln>
                          <a:solidFill>
                            <a:schemeClr val="tx1"/>
                          </a:solidFill>
                          <a:effectLst/>
                          <a:latin typeface="Times New Roman" pitchFamily="18" charset="0"/>
                          <a:ea typeface="黑体" pitchFamily="2" charset="-122"/>
                        </a:rPr>
                        <a:t>  </a:t>
                      </a:r>
                      <a:r>
                        <a:rPr kumimoji="0" lang="en-US" altLang="zh-CN" sz="2800" b="1" i="0" u="none" strike="noStrike" cap="none" normalizeH="0" baseline="0">
                          <a:ln>
                            <a:noFill/>
                          </a:ln>
                          <a:solidFill>
                            <a:schemeClr val="tx1"/>
                          </a:solidFill>
                          <a:effectLst/>
                          <a:latin typeface="Times New Roman" pitchFamily="18" charset="0"/>
                          <a:ea typeface="黑体" pitchFamily="2" charset="-122"/>
                          <a:cs typeface="Times New Roman" pitchFamily="18" charset="0"/>
                          <a:sym typeface="Symbol" pitchFamily="18" charset="2"/>
                        </a:rPr>
                        <a:t></a:t>
                      </a:r>
                      <a:r>
                        <a:rPr kumimoji="0" lang="en-US" altLang="zh-CN" sz="2800" b="1" i="0" u="none" strike="noStrike" cap="none" normalizeH="0" baseline="0">
                          <a:ln>
                            <a:noFill/>
                          </a:ln>
                          <a:solidFill>
                            <a:schemeClr val="tx1"/>
                          </a:solidFill>
                          <a:effectLst/>
                          <a:latin typeface="Times New Roman" pitchFamily="18" charset="0"/>
                          <a:ea typeface="黑体" pitchFamily="2" charset="-122"/>
                        </a:rPr>
                        <a:t> id + id$</a:t>
                      </a:r>
                      <a:r>
                        <a:rPr kumimoji="0" lang="en-US" altLang="zh-CN" sz="2800" b="0" i="0" u="none" strike="noStrike" cap="none" normalizeH="0" baseline="0">
                          <a:ln>
                            <a:noFill/>
                          </a:ln>
                          <a:solidFill>
                            <a:schemeClr val="tx1"/>
                          </a:solidFill>
                          <a:effectLst/>
                          <a:latin typeface="Times New Roman" pitchFamily="18" charset="0"/>
                          <a:ea typeface="黑体" pitchFamily="2" charset="-122"/>
                        </a:rPr>
                        <a:t> </a:t>
                      </a:r>
                    </a:p>
                  </a:txBody>
                  <a:tcPr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
                          <a:schemeClr val="folHlink"/>
                        </a:buClr>
                        <a:buSzPct val="60000"/>
                        <a:buFont typeface="Wingdings" pitchFamily="2" charset="2"/>
                        <a:buNone/>
                        <a:tabLst/>
                      </a:pPr>
                      <a:endParaRPr kumimoji="0" lang="zh-CN" altLang="zh-CN" sz="2800" b="0" i="0" u="none" strike="noStrike" cap="none" normalizeH="0" baseline="0">
                        <a:ln>
                          <a:noFill/>
                        </a:ln>
                        <a:solidFill>
                          <a:schemeClr val="tx1"/>
                        </a:solidFill>
                        <a:effectLst/>
                        <a:latin typeface="Times New Roman" pitchFamily="18" charset="0"/>
                        <a:ea typeface="黑体" pitchFamily="2" charset="-122"/>
                      </a:endParaRPr>
                    </a:p>
                  </a:txBody>
                  <a:tcPr horzOverflow="overflow">
                    <a:lnL w="12700" cap="flat" cmpd="sng" algn="ctr">
                      <a:solidFill>
                        <a:schemeClr val="tx1"/>
                      </a:solidFill>
                      <a:prstDash val="solid"/>
                      <a:round/>
                      <a:headEnd type="none" w="sm" len="sm"/>
                      <a:tailEnd type="none" w="sm" len="sm"/>
                    </a:lnL>
                    <a:lnR w="28575"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extLst>
                  <a:ext uri="{0D108BD9-81ED-4DB2-BD59-A6C34878D82A}">
                    <a16:rowId xmlns:a16="http://schemas.microsoft.com/office/drawing/2014/main" val="10005"/>
                  </a:ext>
                </a:extLst>
              </a:tr>
              <a:tr h="519113">
                <a:tc>
                  <a:txBody>
                    <a:bodyPr/>
                    <a:lstStyle/>
                    <a:p>
                      <a:pPr marL="0" marR="0" lvl="0" indent="0" algn="l" defTabSz="914400" rtl="0" eaLnBrk="1" fontAlgn="base" latinLnBrk="0" hangingPunct="1">
                        <a:lnSpc>
                          <a:spcPct val="100000"/>
                        </a:lnSpc>
                        <a:spcBef>
                          <a:spcPct val="20000"/>
                        </a:spcBef>
                        <a:spcAft>
                          <a:spcPct val="0"/>
                        </a:spcAft>
                        <a:buClr>
                          <a:schemeClr val="folHlink"/>
                        </a:buClr>
                        <a:buSzPct val="60000"/>
                        <a:buFont typeface="Wingdings" pitchFamily="2" charset="2"/>
                        <a:buNone/>
                        <a:tabLst/>
                      </a:pPr>
                      <a:endParaRPr kumimoji="0" lang="zh-CN" altLang="zh-CN" sz="2800" b="0" i="0" u="none" strike="noStrike" cap="none" normalizeH="0" baseline="0">
                        <a:ln>
                          <a:noFill/>
                        </a:ln>
                        <a:solidFill>
                          <a:schemeClr val="tx1"/>
                        </a:solidFill>
                        <a:effectLst/>
                        <a:latin typeface="Tahoma" pitchFamily="34" charset="0"/>
                        <a:ea typeface="黑体" pitchFamily="2" charset="-122"/>
                      </a:endParaRPr>
                    </a:p>
                  </a:txBody>
                  <a:tcPr horzOverflow="overflow">
                    <a:lnL w="28575"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
                          <a:schemeClr val="folHlink"/>
                        </a:buClr>
                        <a:buSzPct val="60000"/>
                        <a:buFont typeface="Wingdings" pitchFamily="2" charset="2"/>
                        <a:buNone/>
                        <a:tabLst/>
                      </a:pPr>
                      <a:endParaRPr kumimoji="0" lang="zh-CN" altLang="zh-CN" sz="2800" b="0" i="0" u="none" strike="noStrike" cap="none" normalizeH="0" baseline="0">
                        <a:ln>
                          <a:noFill/>
                        </a:ln>
                        <a:solidFill>
                          <a:schemeClr val="tx1"/>
                        </a:solidFill>
                        <a:effectLst/>
                        <a:latin typeface="Tahoma" pitchFamily="34" charset="0"/>
                        <a:ea typeface="黑体" pitchFamily="2" charset="-122"/>
                      </a:endParaRPr>
                    </a:p>
                  </a:txBody>
                  <a:tcPr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
                          <a:schemeClr val="folHlink"/>
                        </a:buClr>
                        <a:buSzPct val="60000"/>
                        <a:buFont typeface="Wingdings" pitchFamily="2" charset="2"/>
                        <a:buNone/>
                        <a:tabLst/>
                      </a:pPr>
                      <a:endParaRPr kumimoji="0" lang="zh-CN" altLang="zh-CN" sz="2800" b="0" i="0" u="none" strike="noStrike" cap="none" normalizeH="0" baseline="0">
                        <a:ln>
                          <a:noFill/>
                        </a:ln>
                        <a:solidFill>
                          <a:schemeClr val="tx1"/>
                        </a:solidFill>
                        <a:effectLst/>
                        <a:latin typeface="Tahoma" pitchFamily="34" charset="0"/>
                        <a:ea typeface="黑体" pitchFamily="2" charset="-122"/>
                      </a:endParaRPr>
                    </a:p>
                  </a:txBody>
                  <a:tcPr horzOverflow="overflow">
                    <a:lnL w="12700" cap="flat" cmpd="sng" algn="ctr">
                      <a:solidFill>
                        <a:schemeClr val="tx1"/>
                      </a:solidFill>
                      <a:prstDash val="solid"/>
                      <a:round/>
                      <a:headEnd type="none" w="sm" len="sm"/>
                      <a:tailEnd type="none" w="sm" len="sm"/>
                    </a:lnL>
                    <a:lnR w="28575"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extLst>
                  <a:ext uri="{0D108BD9-81ED-4DB2-BD59-A6C34878D82A}">
                    <a16:rowId xmlns:a16="http://schemas.microsoft.com/office/drawing/2014/main" val="10006"/>
                  </a:ext>
                </a:extLst>
              </a:tr>
              <a:tr h="518160">
                <a:tc>
                  <a:txBody>
                    <a:bodyPr/>
                    <a:lstStyle/>
                    <a:p>
                      <a:pPr marL="0" marR="0" lvl="0" indent="0" algn="l" defTabSz="914400" rtl="0" eaLnBrk="1" fontAlgn="base" latinLnBrk="0" hangingPunct="1">
                        <a:lnSpc>
                          <a:spcPct val="100000"/>
                        </a:lnSpc>
                        <a:spcBef>
                          <a:spcPct val="20000"/>
                        </a:spcBef>
                        <a:spcAft>
                          <a:spcPct val="0"/>
                        </a:spcAft>
                        <a:buClr>
                          <a:schemeClr val="folHlink"/>
                        </a:buClr>
                        <a:buSzPct val="60000"/>
                        <a:buFont typeface="Wingdings" pitchFamily="2" charset="2"/>
                        <a:buNone/>
                        <a:tabLst/>
                      </a:pPr>
                      <a:endParaRPr kumimoji="0" lang="zh-CN" altLang="zh-CN" sz="2800" b="0" i="0" u="none" strike="noStrike" cap="none" normalizeH="0" baseline="0">
                        <a:ln>
                          <a:noFill/>
                        </a:ln>
                        <a:solidFill>
                          <a:schemeClr val="tx1"/>
                        </a:solidFill>
                        <a:effectLst/>
                        <a:latin typeface="Tahoma" pitchFamily="34" charset="0"/>
                        <a:ea typeface="黑体" pitchFamily="2" charset="-122"/>
                      </a:endParaRPr>
                    </a:p>
                  </a:txBody>
                  <a:tcPr horzOverflow="overflow">
                    <a:lnL w="28575"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
                          <a:schemeClr val="folHlink"/>
                        </a:buClr>
                        <a:buSzPct val="60000"/>
                        <a:buFont typeface="Wingdings" pitchFamily="2" charset="2"/>
                        <a:buNone/>
                        <a:tabLst/>
                      </a:pPr>
                      <a:endParaRPr kumimoji="0" lang="zh-CN" altLang="zh-CN" sz="2800" b="0" i="0" u="none" strike="noStrike" cap="none" normalizeH="0" baseline="0">
                        <a:ln>
                          <a:noFill/>
                        </a:ln>
                        <a:solidFill>
                          <a:schemeClr val="tx1"/>
                        </a:solidFill>
                        <a:effectLst/>
                        <a:latin typeface="Tahoma" pitchFamily="34" charset="0"/>
                        <a:ea typeface="黑体" pitchFamily="2" charset="-122"/>
                      </a:endParaRPr>
                    </a:p>
                  </a:txBody>
                  <a:tcPr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
                          <a:schemeClr val="folHlink"/>
                        </a:buClr>
                        <a:buSzPct val="60000"/>
                        <a:buFont typeface="Wingdings" pitchFamily="2" charset="2"/>
                        <a:buNone/>
                        <a:tabLst/>
                      </a:pPr>
                      <a:endParaRPr kumimoji="0" lang="zh-CN" altLang="zh-CN" sz="2800" b="0" i="0" u="none" strike="noStrike" cap="none" normalizeH="0" baseline="0">
                        <a:ln>
                          <a:noFill/>
                        </a:ln>
                        <a:solidFill>
                          <a:schemeClr val="tx1"/>
                        </a:solidFill>
                        <a:effectLst/>
                        <a:latin typeface="Tahoma" pitchFamily="34" charset="0"/>
                        <a:ea typeface="黑体" pitchFamily="2" charset="-122"/>
                      </a:endParaRPr>
                    </a:p>
                  </a:txBody>
                  <a:tcPr horzOverflow="overflow">
                    <a:lnL w="12700" cap="flat" cmpd="sng" algn="ctr">
                      <a:solidFill>
                        <a:schemeClr val="tx1"/>
                      </a:solidFill>
                      <a:prstDash val="solid"/>
                      <a:round/>
                      <a:headEnd type="none" w="sm" len="sm"/>
                      <a:tailEnd type="none" w="sm" len="sm"/>
                    </a:lnL>
                    <a:lnR w="28575"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extLst>
                  <a:ext uri="{0D108BD9-81ED-4DB2-BD59-A6C34878D82A}">
                    <a16:rowId xmlns:a16="http://schemas.microsoft.com/office/drawing/2014/main" val="10007"/>
                  </a:ext>
                </a:extLst>
              </a:tr>
              <a:tr h="519113">
                <a:tc>
                  <a:txBody>
                    <a:bodyPr/>
                    <a:lstStyle/>
                    <a:p>
                      <a:pPr marL="0" marR="0" lvl="0" indent="0" algn="l" defTabSz="914400" rtl="0" eaLnBrk="1" fontAlgn="base" latinLnBrk="0" hangingPunct="1">
                        <a:lnSpc>
                          <a:spcPct val="100000"/>
                        </a:lnSpc>
                        <a:spcBef>
                          <a:spcPct val="20000"/>
                        </a:spcBef>
                        <a:spcAft>
                          <a:spcPct val="0"/>
                        </a:spcAft>
                        <a:buClr>
                          <a:schemeClr val="folHlink"/>
                        </a:buClr>
                        <a:buSzPct val="60000"/>
                        <a:buFont typeface="Wingdings" pitchFamily="2" charset="2"/>
                        <a:buNone/>
                        <a:tabLst/>
                      </a:pPr>
                      <a:endParaRPr kumimoji="0" lang="zh-CN" altLang="zh-CN" sz="2800" b="0" i="0" u="none" strike="noStrike" cap="none" normalizeH="0" baseline="0">
                        <a:ln>
                          <a:noFill/>
                        </a:ln>
                        <a:solidFill>
                          <a:schemeClr val="tx1"/>
                        </a:solidFill>
                        <a:effectLst/>
                        <a:latin typeface="Tahoma" pitchFamily="34" charset="0"/>
                        <a:ea typeface="黑体" pitchFamily="2" charset="-122"/>
                      </a:endParaRPr>
                    </a:p>
                  </a:txBody>
                  <a:tcPr horzOverflow="overflow">
                    <a:lnL w="28575"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28575" cap="flat" cmpd="sng" algn="ctr">
                      <a:solidFill>
                        <a:schemeClr val="tx1"/>
                      </a:solidFill>
                      <a:prstDash val="solid"/>
                      <a:round/>
                      <a:headEnd type="none" w="sm" len="sm"/>
                      <a:tailEnd type="none" w="sm" len="sm"/>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
                          <a:schemeClr val="folHlink"/>
                        </a:buClr>
                        <a:buSzPct val="60000"/>
                        <a:buFont typeface="Wingdings" pitchFamily="2" charset="2"/>
                        <a:buNone/>
                        <a:tabLst/>
                      </a:pPr>
                      <a:endParaRPr kumimoji="0" lang="zh-CN" altLang="zh-CN" sz="2800" b="0" i="0" u="none" strike="noStrike" cap="none" normalizeH="0" baseline="0">
                        <a:ln>
                          <a:noFill/>
                        </a:ln>
                        <a:solidFill>
                          <a:schemeClr val="tx1"/>
                        </a:solidFill>
                        <a:effectLst/>
                        <a:latin typeface="Tahoma" pitchFamily="34" charset="0"/>
                        <a:ea typeface="黑体" pitchFamily="2" charset="-122"/>
                      </a:endParaRPr>
                    </a:p>
                  </a:txBody>
                  <a:tcPr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28575" cap="flat" cmpd="sng" algn="ctr">
                      <a:solidFill>
                        <a:schemeClr val="tx1"/>
                      </a:solidFill>
                      <a:prstDash val="solid"/>
                      <a:round/>
                      <a:headEnd type="none" w="sm" len="sm"/>
                      <a:tailEnd type="none" w="sm" len="sm"/>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
                          <a:schemeClr val="folHlink"/>
                        </a:buClr>
                        <a:buSzPct val="60000"/>
                        <a:buFont typeface="Wingdings" pitchFamily="2" charset="2"/>
                        <a:buNone/>
                        <a:tabLst/>
                      </a:pPr>
                      <a:endParaRPr kumimoji="0" lang="zh-CN" altLang="zh-CN" sz="2800" b="0" i="0" u="none" strike="noStrike" cap="none" normalizeH="0" baseline="0" dirty="0">
                        <a:ln>
                          <a:noFill/>
                        </a:ln>
                        <a:solidFill>
                          <a:schemeClr val="tx1"/>
                        </a:solidFill>
                        <a:effectLst/>
                        <a:latin typeface="Tahoma" pitchFamily="34" charset="0"/>
                        <a:ea typeface="黑体" pitchFamily="2" charset="-122"/>
                      </a:endParaRPr>
                    </a:p>
                  </a:txBody>
                  <a:tcPr horzOverflow="overflow">
                    <a:lnL w="12700" cap="flat" cmpd="sng" algn="ctr">
                      <a:solidFill>
                        <a:schemeClr val="tx1"/>
                      </a:solidFill>
                      <a:prstDash val="solid"/>
                      <a:round/>
                      <a:headEnd type="none" w="sm" len="sm"/>
                      <a:tailEnd type="none" w="sm" len="sm"/>
                    </a:lnL>
                    <a:lnR w="28575"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28575" cap="flat" cmpd="sng" algn="ctr">
                      <a:solidFill>
                        <a:schemeClr val="tx1"/>
                      </a:solidFill>
                      <a:prstDash val="solid"/>
                      <a:round/>
                      <a:headEnd type="none" w="sm" len="sm"/>
                      <a:tailEnd type="none" w="sm" len="sm"/>
                    </a:lnB>
                    <a:lnTlToBr>
                      <a:noFill/>
                    </a:lnTlToBr>
                    <a:lnBlToTr>
                      <a:noFill/>
                    </a:lnBlToTr>
                    <a:noFill/>
                  </a:tcPr>
                </a:tc>
                <a:extLst>
                  <a:ext uri="{0D108BD9-81ED-4DB2-BD59-A6C34878D82A}">
                    <a16:rowId xmlns:a16="http://schemas.microsoft.com/office/drawing/2014/main" val="10008"/>
                  </a:ext>
                </a:extLst>
              </a:tr>
            </a:tbl>
          </a:graphicData>
        </a:graphic>
      </p:graphicFrame>
      <p:sp>
        <p:nvSpPr>
          <p:cNvPr id="2" name="日期占位符 1">
            <a:extLst>
              <a:ext uri="{FF2B5EF4-FFF2-40B4-BE49-F238E27FC236}">
                <a16:creationId xmlns:a16="http://schemas.microsoft.com/office/drawing/2014/main" id="{5ADDEBF0-B57F-0F9B-662D-714301E38014}"/>
              </a:ext>
            </a:extLst>
          </p:cNvPr>
          <p:cNvSpPr>
            <a:spLocks noGrp="1"/>
          </p:cNvSpPr>
          <p:nvPr>
            <p:ph type="dt" sz="half" idx="10"/>
          </p:nvPr>
        </p:nvSpPr>
        <p:spPr/>
        <p:txBody>
          <a:bodyPr/>
          <a:lstStyle/>
          <a:p>
            <a:fld id="{EEF820B7-EF61-44CB-BCA8-991E942656E0}" type="datetime2">
              <a:rPr lang="zh-CN" altLang="en-US" smtClean="0"/>
              <a:pPr/>
              <a:t>2025年11月26日</a:t>
            </a:fld>
            <a:endParaRPr lang="zh-CN" altLang="en-US"/>
          </a:p>
        </p:txBody>
      </p:sp>
      <p:sp>
        <p:nvSpPr>
          <p:cNvPr id="3" name="页脚占位符 2">
            <a:extLst>
              <a:ext uri="{FF2B5EF4-FFF2-40B4-BE49-F238E27FC236}">
                <a16:creationId xmlns:a16="http://schemas.microsoft.com/office/drawing/2014/main" id="{2CA1F672-C7CD-E69E-C793-687F6A082A9C}"/>
              </a:ext>
            </a:extLst>
          </p:cNvPr>
          <p:cNvSpPr>
            <a:spLocks noGrp="1"/>
          </p:cNvSpPr>
          <p:nvPr>
            <p:ph type="ftr" sz="quarter" idx="11"/>
          </p:nvPr>
        </p:nvSpPr>
        <p:spPr/>
        <p:txBody>
          <a:bodyPr/>
          <a:lstStyle/>
          <a:p>
            <a:r>
              <a:rPr lang="zh-CN" altLang="en-US"/>
              <a:t>编译原理</a:t>
            </a:r>
            <a:r>
              <a:rPr lang="en-US" altLang="zh-CN"/>
              <a:t>-</a:t>
            </a:r>
            <a:r>
              <a:rPr lang="zh-CN" altLang="en-US"/>
              <a:t>王欣捷</a:t>
            </a:r>
            <a:r>
              <a:rPr lang="en-US" altLang="zh-CN"/>
              <a:t>-</a:t>
            </a:r>
            <a:r>
              <a:rPr lang="zh-CN" altLang="en-US"/>
              <a:t>第三章 语法分析</a:t>
            </a:r>
            <a:r>
              <a:rPr lang="en-US" altLang="zh-CN"/>
              <a:t>(4)</a:t>
            </a:r>
            <a:endParaRPr lang="zh-CN" altLang="en-US"/>
          </a:p>
        </p:txBody>
      </p:sp>
      <p:sp>
        <p:nvSpPr>
          <p:cNvPr id="4" name="灯片编号占位符 3">
            <a:extLst>
              <a:ext uri="{FF2B5EF4-FFF2-40B4-BE49-F238E27FC236}">
                <a16:creationId xmlns:a16="http://schemas.microsoft.com/office/drawing/2014/main" id="{A5C03014-1183-934E-84E1-A07013E3781F}"/>
              </a:ext>
            </a:extLst>
          </p:cNvPr>
          <p:cNvSpPr>
            <a:spLocks noGrp="1"/>
          </p:cNvSpPr>
          <p:nvPr>
            <p:ph type="sldNum" sz="quarter" idx="12"/>
          </p:nvPr>
        </p:nvSpPr>
        <p:spPr/>
        <p:txBody>
          <a:bodyPr/>
          <a:lstStyle/>
          <a:p>
            <a:fld id="{094DEB03-EFC6-4C20-8FC8-295189A5386F}" type="slidenum">
              <a:rPr lang="zh-CN" altLang="en-US" smtClean="0"/>
              <a:pPr/>
              <a:t>17</a:t>
            </a:fld>
            <a:endParaRPr lang="zh-CN" altLang="en-US"/>
          </a:p>
        </p:txBody>
      </p:sp>
      <p:graphicFrame>
        <p:nvGraphicFramePr>
          <p:cNvPr id="6" name="Group 3">
            <a:extLst>
              <a:ext uri="{FF2B5EF4-FFF2-40B4-BE49-F238E27FC236}">
                <a16:creationId xmlns:a16="http://schemas.microsoft.com/office/drawing/2014/main" id="{4749B713-8F4E-DD34-F792-08A6BEBE49EC}"/>
              </a:ext>
            </a:extLst>
          </p:cNvPr>
          <p:cNvGraphicFramePr>
            <a:graphicFrameLocks/>
          </p:cNvGraphicFramePr>
          <p:nvPr>
            <p:extLst>
              <p:ext uri="{D42A27DB-BD31-4B8C-83A1-F6EECF244321}">
                <p14:modId xmlns:p14="http://schemas.microsoft.com/office/powerpoint/2010/main" val="1212291611"/>
              </p:ext>
            </p:extLst>
          </p:nvPr>
        </p:nvGraphicFramePr>
        <p:xfrm>
          <a:off x="1681224" y="1333499"/>
          <a:ext cx="6162551" cy="2535464"/>
        </p:xfrm>
        <a:graphic>
          <a:graphicData uri="http://schemas.openxmlformats.org/drawingml/2006/table">
            <a:tbl>
              <a:tblPr>
                <a:effectLst>
                  <a:outerShdw blurRad="63500" sx="102000" sy="102000" algn="ctr" rotWithShape="0">
                    <a:prstClr val="black">
                      <a:alpha val="40000"/>
                    </a:prstClr>
                  </a:outerShdw>
                </a:effectLst>
              </a:tblPr>
              <a:tblGrid>
                <a:gridCol w="753362">
                  <a:extLst>
                    <a:ext uri="{9D8B030D-6E8A-4147-A177-3AD203B41FA5}">
                      <a16:colId xmlns:a16="http://schemas.microsoft.com/office/drawing/2014/main" val="20000"/>
                    </a:ext>
                  </a:extLst>
                </a:gridCol>
                <a:gridCol w="914796">
                  <a:extLst>
                    <a:ext uri="{9D8B030D-6E8A-4147-A177-3AD203B41FA5}">
                      <a16:colId xmlns:a16="http://schemas.microsoft.com/office/drawing/2014/main" val="20001"/>
                    </a:ext>
                  </a:extLst>
                </a:gridCol>
                <a:gridCol w="974215">
                  <a:extLst>
                    <a:ext uri="{9D8B030D-6E8A-4147-A177-3AD203B41FA5}">
                      <a16:colId xmlns:a16="http://schemas.microsoft.com/office/drawing/2014/main" val="20002"/>
                    </a:ext>
                  </a:extLst>
                </a:gridCol>
                <a:gridCol w="1010203">
                  <a:extLst>
                    <a:ext uri="{9D8B030D-6E8A-4147-A177-3AD203B41FA5}">
                      <a16:colId xmlns:a16="http://schemas.microsoft.com/office/drawing/2014/main" val="20003"/>
                    </a:ext>
                  </a:extLst>
                </a:gridCol>
                <a:gridCol w="867599">
                  <a:extLst>
                    <a:ext uri="{9D8B030D-6E8A-4147-A177-3AD203B41FA5}">
                      <a16:colId xmlns:a16="http://schemas.microsoft.com/office/drawing/2014/main" val="20004"/>
                    </a:ext>
                  </a:extLst>
                </a:gridCol>
                <a:gridCol w="860986">
                  <a:extLst>
                    <a:ext uri="{9D8B030D-6E8A-4147-A177-3AD203B41FA5}">
                      <a16:colId xmlns:a16="http://schemas.microsoft.com/office/drawing/2014/main" val="20005"/>
                    </a:ext>
                  </a:extLst>
                </a:gridCol>
                <a:gridCol w="781390">
                  <a:extLst>
                    <a:ext uri="{9D8B030D-6E8A-4147-A177-3AD203B41FA5}">
                      <a16:colId xmlns:a16="http://schemas.microsoft.com/office/drawing/2014/main" val="20006"/>
                    </a:ext>
                  </a:extLst>
                </a:gridCol>
              </a:tblGrid>
              <a:tr h="361994">
                <a:tc rowSpan="2">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r>
                        <a:rPr kumimoji="0" lang="zh-CN" altLang="en-US" sz="1500" b="0" i="0" u="none" strike="noStrike" cap="none" normalizeH="0" baseline="0">
                          <a:ln>
                            <a:noFill/>
                          </a:ln>
                          <a:solidFill>
                            <a:schemeClr val="tx1"/>
                          </a:solidFill>
                          <a:effectLst/>
                          <a:latin typeface="Times New Roman" panose="02020603050405020304" pitchFamily="18" charset="0"/>
                          <a:ea typeface="黑体" panose="02010609060101010101" pitchFamily="49" charset="-122"/>
                        </a:rPr>
                        <a:t>非 终</a:t>
                      </a:r>
                      <a:endParaRPr kumimoji="0" lang="en-US" altLang="zh-CN" sz="1500" b="0" i="0" u="none" strike="noStrike" cap="none" normalizeH="0" baseline="0">
                        <a:ln>
                          <a:noFill/>
                        </a:ln>
                        <a:solidFill>
                          <a:schemeClr val="tx1"/>
                        </a:solidFill>
                        <a:effectLst/>
                        <a:latin typeface="Times New Roman" panose="02020603050405020304" pitchFamily="18" charset="0"/>
                        <a:ea typeface="黑体" panose="02010609060101010101" pitchFamily="49" charset="-122"/>
                      </a:endParaRPr>
                    </a:p>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r>
                        <a:rPr kumimoji="0" lang="zh-CN" altLang="en-US" sz="1500" b="0" i="0" u="none" strike="noStrike" cap="none" normalizeH="0" baseline="0">
                          <a:ln>
                            <a:noFill/>
                          </a:ln>
                          <a:solidFill>
                            <a:schemeClr val="tx1"/>
                          </a:solidFill>
                          <a:effectLst/>
                          <a:latin typeface="Times New Roman" panose="02020603050405020304" pitchFamily="18" charset="0"/>
                          <a:ea typeface="黑体" panose="02010609060101010101" pitchFamily="49" charset="-122"/>
                        </a:rPr>
                        <a:t>结 符</a:t>
                      </a:r>
                    </a:p>
                  </a:txBody>
                  <a:tcPr marL="139781" marR="139781" marT="69890" marB="69890" anchor="ct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accent4">
                        <a:lumMod val="20000"/>
                        <a:lumOff val="80000"/>
                      </a:schemeClr>
                    </a:solidFill>
                  </a:tcPr>
                </a:tc>
                <a:tc gridSpan="6">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r>
                        <a:rPr kumimoji="0" lang="zh-CN" altLang="en-US" sz="1500" b="0" i="0" u="none" strike="noStrike" cap="none" normalizeH="0" baseline="0">
                          <a:ln>
                            <a:noFill/>
                          </a:ln>
                          <a:solidFill>
                            <a:schemeClr val="tx1"/>
                          </a:solidFill>
                          <a:effectLst/>
                          <a:latin typeface="Times New Roman" panose="02020603050405020304" pitchFamily="18" charset="0"/>
                          <a:ea typeface="黑体" panose="02010609060101010101" pitchFamily="49" charset="-122"/>
                        </a:rPr>
                        <a:t>输 入 符 号</a:t>
                      </a:r>
                    </a:p>
                  </a:txBody>
                  <a:tcPr marL="139781" marR="139781" marT="69890" marB="69890" anchor="ct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accent4">
                        <a:lumMod val="20000"/>
                        <a:lumOff val="80000"/>
                      </a:schemeClr>
                    </a:solidFill>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extLst>
                  <a:ext uri="{0D108BD9-81ED-4DB2-BD59-A6C34878D82A}">
                    <a16:rowId xmlns:a16="http://schemas.microsoft.com/office/drawing/2014/main" val="10000"/>
                  </a:ext>
                </a:extLst>
              </a:tr>
              <a:tr h="360042">
                <a:tc vMerge="1">
                  <a:txBody>
                    <a:bodyPr/>
                    <a:lstStyle/>
                    <a:p>
                      <a:endParaRPr lang="zh-CN" altLang="en-US"/>
                    </a:p>
                  </a:txBody>
                  <a:tcPr/>
                </a:tc>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r>
                        <a:rPr kumimoji="0" lang="en-US" altLang="zh-CN" sz="1500" b="1" i="0" u="none" strike="noStrike" cap="none" normalizeH="0" baseline="0">
                          <a:ln>
                            <a:noFill/>
                          </a:ln>
                          <a:solidFill>
                            <a:schemeClr val="tx1"/>
                          </a:solidFill>
                          <a:effectLst/>
                          <a:latin typeface="Times New Roman" panose="02020603050405020304" pitchFamily="18" charset="0"/>
                          <a:ea typeface="黑体" panose="02010609060101010101" pitchFamily="49" charset="-122"/>
                        </a:rPr>
                        <a:t>id</a:t>
                      </a:r>
                    </a:p>
                  </a:txBody>
                  <a:tcPr marL="46132" marR="46132" marT="24604" marB="24604"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accent4">
                        <a:lumMod val="20000"/>
                        <a:lumOff val="80000"/>
                      </a:schemeClr>
                    </a:solidFill>
                  </a:tcPr>
                </a:tc>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r>
                        <a:rPr kumimoji="0" lang="en-US" altLang="zh-CN" sz="1500" b="1" i="0" u="none" strike="noStrike" cap="none" normalizeH="0" baseline="0">
                          <a:ln>
                            <a:noFill/>
                          </a:ln>
                          <a:solidFill>
                            <a:schemeClr val="tx1"/>
                          </a:solidFill>
                          <a:effectLst/>
                          <a:latin typeface="Times New Roman" panose="02020603050405020304" pitchFamily="18" charset="0"/>
                          <a:ea typeface="黑体" panose="02010609060101010101" pitchFamily="49" charset="-122"/>
                        </a:rPr>
                        <a:t>+</a:t>
                      </a:r>
                    </a:p>
                  </a:txBody>
                  <a:tcPr marL="46132" marR="46132" marT="24604" marB="24604"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accent4">
                        <a:lumMod val="20000"/>
                        <a:lumOff val="80000"/>
                      </a:schemeClr>
                    </a:solidFill>
                  </a:tcPr>
                </a:tc>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r>
                        <a:rPr kumimoji="0" lang="en-US" altLang="zh-CN" sz="1500" b="1" i="0" u="none" strike="noStrike" cap="none" normalizeH="0" baseline="0">
                          <a:ln>
                            <a:noFill/>
                          </a:ln>
                          <a:solidFill>
                            <a:schemeClr val="tx1"/>
                          </a:solidFill>
                          <a:effectLst/>
                          <a:latin typeface="Times New Roman" panose="02020603050405020304" pitchFamily="18" charset="0"/>
                          <a:ea typeface="黑体" panose="02010609060101010101" pitchFamily="49" charset="-122"/>
                        </a:rPr>
                        <a:t>*</a:t>
                      </a:r>
                    </a:p>
                  </a:txBody>
                  <a:tcPr marL="46132" marR="46132" marT="24604" marB="24604"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accent4">
                        <a:lumMod val="20000"/>
                        <a:lumOff val="80000"/>
                      </a:schemeClr>
                    </a:solidFill>
                  </a:tcPr>
                </a:tc>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r>
                        <a:rPr kumimoji="0" lang="en-US" altLang="zh-CN" sz="1500" b="1" i="0" u="none" strike="noStrike" cap="none" normalizeH="0" baseline="0">
                          <a:ln>
                            <a:noFill/>
                          </a:ln>
                          <a:solidFill>
                            <a:schemeClr val="tx1"/>
                          </a:solidFill>
                          <a:effectLst/>
                          <a:latin typeface="Times New Roman" panose="02020603050405020304" pitchFamily="18" charset="0"/>
                          <a:ea typeface="黑体" panose="02010609060101010101" pitchFamily="49" charset="-122"/>
                        </a:rPr>
                        <a:t>(</a:t>
                      </a:r>
                    </a:p>
                  </a:txBody>
                  <a:tcPr marL="46132" marR="46132" marT="24604" marB="24604"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accent4">
                        <a:lumMod val="20000"/>
                        <a:lumOff val="80000"/>
                      </a:schemeClr>
                    </a:solidFill>
                  </a:tcPr>
                </a:tc>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r>
                        <a:rPr kumimoji="0" lang="en-US" altLang="zh-CN" sz="1500" b="1" i="0" u="none" strike="noStrike" cap="none" normalizeH="0" baseline="0">
                          <a:ln>
                            <a:noFill/>
                          </a:ln>
                          <a:solidFill>
                            <a:schemeClr val="tx1"/>
                          </a:solidFill>
                          <a:effectLst/>
                          <a:latin typeface="Times New Roman" panose="02020603050405020304" pitchFamily="18" charset="0"/>
                          <a:ea typeface="黑体" panose="02010609060101010101" pitchFamily="49" charset="-122"/>
                        </a:rPr>
                        <a:t>)</a:t>
                      </a:r>
                    </a:p>
                  </a:txBody>
                  <a:tcPr marL="46132" marR="46132" marT="24604" marB="24604"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accent4">
                        <a:lumMod val="20000"/>
                        <a:lumOff val="80000"/>
                      </a:schemeClr>
                    </a:solidFill>
                  </a:tcPr>
                </a:tc>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r>
                        <a:rPr kumimoji="0" lang="en-US" altLang="zh-CN" sz="1500" b="1" i="0" u="none" strike="noStrike" cap="none" normalizeH="0" baseline="0">
                          <a:ln>
                            <a:noFill/>
                          </a:ln>
                          <a:solidFill>
                            <a:schemeClr val="tx1"/>
                          </a:solidFill>
                          <a:effectLst/>
                          <a:latin typeface="Times New Roman" panose="02020603050405020304" pitchFamily="18" charset="0"/>
                          <a:ea typeface="黑体" panose="02010609060101010101" pitchFamily="49" charset="-122"/>
                        </a:rPr>
                        <a:t>$</a:t>
                      </a:r>
                    </a:p>
                  </a:txBody>
                  <a:tcPr marL="46132" marR="46132" marT="24604" marB="24604" anchor="ct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accent4">
                        <a:lumMod val="20000"/>
                        <a:lumOff val="80000"/>
                      </a:schemeClr>
                    </a:solidFill>
                  </a:tcPr>
                </a:tc>
                <a:extLst>
                  <a:ext uri="{0D108BD9-81ED-4DB2-BD59-A6C34878D82A}">
                    <a16:rowId xmlns:a16="http://schemas.microsoft.com/office/drawing/2014/main" val="10001"/>
                  </a:ext>
                </a:extLst>
              </a:tr>
              <a:tr h="361994">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r>
                        <a:rPr kumimoji="0" lang="en-US" altLang="zh-CN" sz="1500" b="1" i="1" u="none" strike="noStrike" cap="none" normalizeH="0" baseline="0">
                          <a:ln>
                            <a:noFill/>
                          </a:ln>
                          <a:solidFill>
                            <a:schemeClr val="tx1"/>
                          </a:solidFill>
                          <a:effectLst/>
                          <a:latin typeface="Times New Roman" panose="02020603050405020304" pitchFamily="18" charset="0"/>
                          <a:ea typeface="黑体" panose="02010609060101010101" pitchFamily="49" charset="-122"/>
                        </a:rPr>
                        <a:t>E</a:t>
                      </a:r>
                    </a:p>
                  </a:txBody>
                  <a:tcPr marL="46132" marR="46132" marT="24604" marB="24604" anchor="ct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accent4">
                        <a:lumMod val="20000"/>
                        <a:lumOff val="80000"/>
                      </a:schemeClr>
                    </a:solidFill>
                  </a:tcPr>
                </a:tc>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r>
                        <a:rPr kumimoji="0" lang="en-US" altLang="zh-CN" sz="1500" b="1" i="1" u="none" strike="noStrike" cap="none" normalizeH="0" baseline="0">
                          <a:ln>
                            <a:noFill/>
                          </a:ln>
                          <a:solidFill>
                            <a:schemeClr val="tx1"/>
                          </a:solidFill>
                          <a:effectLst/>
                          <a:latin typeface="Times New Roman" panose="02020603050405020304" pitchFamily="18" charset="0"/>
                          <a:ea typeface="黑体" panose="02010609060101010101" pitchFamily="49" charset="-122"/>
                        </a:rPr>
                        <a:t>E</a:t>
                      </a:r>
                      <a:r>
                        <a:rPr kumimoji="0" lang="en-US" altLang="zh-CN" sz="1500" b="1" i="0" u="none" strike="noStrike" cap="none" normalizeH="0" baseline="0">
                          <a:ln>
                            <a:noFill/>
                          </a:ln>
                          <a:solidFill>
                            <a:schemeClr val="tx1"/>
                          </a:solidFill>
                          <a:effectLst/>
                          <a:latin typeface="Times New Roman" panose="02020603050405020304" pitchFamily="18" charset="0"/>
                          <a:ea typeface="黑体" panose="02010609060101010101" pitchFamily="49" charset="-122"/>
                          <a:sym typeface="Symbol" panose="05050102010706020507" pitchFamily="18" charset="2"/>
                        </a:rPr>
                        <a:t></a:t>
                      </a:r>
                      <a:r>
                        <a:rPr kumimoji="0" lang="en-US" altLang="zh-CN" sz="1500" b="1" i="1" u="none" strike="noStrike" cap="none" normalizeH="0" baseline="0">
                          <a:ln>
                            <a:noFill/>
                          </a:ln>
                          <a:solidFill>
                            <a:schemeClr val="tx1"/>
                          </a:solidFill>
                          <a:effectLst/>
                          <a:latin typeface="Times New Roman" panose="02020603050405020304" pitchFamily="18" charset="0"/>
                          <a:ea typeface="黑体" panose="02010609060101010101" pitchFamily="49" charset="-122"/>
                          <a:sym typeface="Symbol" panose="05050102010706020507" pitchFamily="18" charset="2"/>
                        </a:rPr>
                        <a:t>TE</a:t>
                      </a:r>
                      <a:r>
                        <a:rPr kumimoji="0" lang="en-US" altLang="zh-CN" sz="1500" b="1" i="0" u="none" strike="noStrike" cap="none" normalizeH="0" baseline="0">
                          <a:ln>
                            <a:noFill/>
                          </a:ln>
                          <a:solidFill>
                            <a:schemeClr val="tx1"/>
                          </a:solidFill>
                          <a:effectLst/>
                          <a:latin typeface="Times New Roman" panose="02020603050405020304" pitchFamily="18" charset="0"/>
                          <a:ea typeface="黑体" panose="02010609060101010101" pitchFamily="49" charset="-122"/>
                          <a:sym typeface="Symbol" panose="05050102010706020507" pitchFamily="18" charset="2"/>
                        </a:rPr>
                        <a:t></a:t>
                      </a:r>
                    </a:p>
                  </a:txBody>
                  <a:tcPr marL="46132" marR="46132" marT="24604" marB="24604"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accent4">
                        <a:lumMod val="20000"/>
                        <a:lumOff val="80000"/>
                      </a:schemeClr>
                    </a:solidFill>
                  </a:tcPr>
                </a:tc>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endParaRPr kumimoji="0" lang="zh-CN" altLang="zh-CN" sz="1500" b="0" i="0" u="none" strike="noStrike" cap="none" normalizeH="0" baseline="0">
                        <a:ln>
                          <a:noFill/>
                        </a:ln>
                        <a:solidFill>
                          <a:schemeClr val="tx1"/>
                        </a:solidFill>
                        <a:effectLst/>
                        <a:latin typeface="Times New Roman" panose="02020603050405020304" pitchFamily="18" charset="0"/>
                        <a:ea typeface="黑体" panose="02010609060101010101" pitchFamily="49" charset="-122"/>
                      </a:endParaRPr>
                    </a:p>
                  </a:txBody>
                  <a:tcPr marL="46132" marR="46132" marT="24604" marB="24604"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accent4">
                        <a:lumMod val="20000"/>
                        <a:lumOff val="80000"/>
                      </a:schemeClr>
                    </a:solidFill>
                  </a:tcPr>
                </a:tc>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endParaRPr kumimoji="0" lang="zh-CN" altLang="zh-CN" sz="1500" b="0" i="0" u="none" strike="noStrike" cap="none" normalizeH="0" baseline="0">
                        <a:ln>
                          <a:noFill/>
                        </a:ln>
                        <a:solidFill>
                          <a:schemeClr val="tx1"/>
                        </a:solidFill>
                        <a:effectLst/>
                        <a:latin typeface="Times New Roman" panose="02020603050405020304" pitchFamily="18" charset="0"/>
                        <a:ea typeface="黑体" panose="02010609060101010101" pitchFamily="49" charset="-122"/>
                      </a:endParaRPr>
                    </a:p>
                  </a:txBody>
                  <a:tcPr marL="46132" marR="46132" marT="24604" marB="24604"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accent4">
                        <a:lumMod val="20000"/>
                        <a:lumOff val="80000"/>
                      </a:schemeClr>
                    </a:solidFill>
                  </a:tcPr>
                </a:tc>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r>
                        <a:rPr kumimoji="0" lang="en-US" altLang="zh-CN" sz="1500" b="1" i="1" u="none" strike="noStrike" cap="none" normalizeH="0" baseline="0">
                          <a:ln>
                            <a:noFill/>
                          </a:ln>
                          <a:solidFill>
                            <a:schemeClr val="tx1"/>
                          </a:solidFill>
                          <a:effectLst/>
                          <a:latin typeface="Times New Roman" panose="02020603050405020304" pitchFamily="18" charset="0"/>
                          <a:ea typeface="黑体" panose="02010609060101010101" pitchFamily="49" charset="-122"/>
                        </a:rPr>
                        <a:t>E</a:t>
                      </a:r>
                      <a:r>
                        <a:rPr kumimoji="0" lang="en-US" altLang="zh-CN" sz="1500" b="1" i="1" u="none" strike="noStrike" cap="none" normalizeH="0" baseline="0">
                          <a:ln>
                            <a:noFill/>
                          </a:ln>
                          <a:solidFill>
                            <a:schemeClr val="tx1"/>
                          </a:solidFill>
                          <a:effectLst/>
                          <a:latin typeface="Times New Roman" panose="02020603050405020304" pitchFamily="18" charset="0"/>
                          <a:ea typeface="黑体" panose="02010609060101010101" pitchFamily="49" charset="-122"/>
                          <a:sym typeface="Symbol" panose="05050102010706020507" pitchFamily="18" charset="2"/>
                        </a:rPr>
                        <a:t>TE</a:t>
                      </a:r>
                      <a:r>
                        <a:rPr kumimoji="0" lang="en-US" altLang="zh-CN" sz="1500" b="1" i="0" u="none" strike="noStrike" cap="none" normalizeH="0" baseline="0">
                          <a:ln>
                            <a:noFill/>
                          </a:ln>
                          <a:solidFill>
                            <a:schemeClr val="tx1"/>
                          </a:solidFill>
                          <a:effectLst/>
                          <a:latin typeface="Times New Roman" panose="02020603050405020304" pitchFamily="18" charset="0"/>
                          <a:ea typeface="黑体" panose="02010609060101010101" pitchFamily="49" charset="-122"/>
                          <a:sym typeface="Symbol" panose="05050102010706020507" pitchFamily="18" charset="2"/>
                        </a:rPr>
                        <a:t></a:t>
                      </a:r>
                    </a:p>
                  </a:txBody>
                  <a:tcPr marL="46132" marR="46132" marT="24604" marB="24604"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accent4">
                        <a:lumMod val="20000"/>
                        <a:lumOff val="80000"/>
                      </a:schemeClr>
                    </a:solidFill>
                  </a:tcPr>
                </a:tc>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endParaRPr kumimoji="0" lang="zh-CN" altLang="zh-CN" sz="1500" b="0" i="0" u="none" strike="noStrike" cap="none" normalizeH="0" baseline="0">
                        <a:ln>
                          <a:noFill/>
                        </a:ln>
                        <a:solidFill>
                          <a:schemeClr val="tx1"/>
                        </a:solidFill>
                        <a:effectLst/>
                        <a:latin typeface="Times New Roman" panose="02020603050405020304" pitchFamily="18" charset="0"/>
                        <a:ea typeface="黑体" panose="02010609060101010101" pitchFamily="49" charset="-122"/>
                      </a:endParaRPr>
                    </a:p>
                  </a:txBody>
                  <a:tcPr marL="46132" marR="46132" marT="24604" marB="24604"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accent4">
                        <a:lumMod val="20000"/>
                        <a:lumOff val="80000"/>
                      </a:schemeClr>
                    </a:solidFill>
                  </a:tcPr>
                </a:tc>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endParaRPr kumimoji="0" lang="zh-CN" altLang="zh-CN" sz="1500" b="0" i="0" u="none" strike="noStrike" cap="none" normalizeH="0" baseline="0">
                        <a:ln>
                          <a:noFill/>
                        </a:ln>
                        <a:solidFill>
                          <a:schemeClr val="tx1"/>
                        </a:solidFill>
                        <a:effectLst/>
                        <a:latin typeface="Times New Roman" panose="02020603050405020304" pitchFamily="18" charset="0"/>
                        <a:ea typeface="黑体" panose="02010609060101010101" pitchFamily="49" charset="-122"/>
                      </a:endParaRPr>
                    </a:p>
                  </a:txBody>
                  <a:tcPr marL="46132" marR="46132" marT="24604" marB="24604" anchor="ct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accent4">
                        <a:lumMod val="20000"/>
                        <a:lumOff val="80000"/>
                      </a:schemeClr>
                    </a:solidFill>
                  </a:tcPr>
                </a:tc>
                <a:extLst>
                  <a:ext uri="{0D108BD9-81ED-4DB2-BD59-A6C34878D82A}">
                    <a16:rowId xmlns:a16="http://schemas.microsoft.com/office/drawing/2014/main" val="10002"/>
                  </a:ext>
                </a:extLst>
              </a:tr>
              <a:tr h="361018">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r>
                        <a:rPr kumimoji="0" lang="en-US" altLang="zh-CN" sz="1500" b="1" i="1" u="none" strike="noStrike" cap="none" normalizeH="0" baseline="0">
                          <a:ln>
                            <a:noFill/>
                          </a:ln>
                          <a:solidFill>
                            <a:schemeClr val="tx1"/>
                          </a:solidFill>
                          <a:effectLst/>
                          <a:latin typeface="Times New Roman" panose="02020603050405020304" pitchFamily="18" charset="0"/>
                          <a:ea typeface="黑体" panose="02010609060101010101" pitchFamily="49" charset="-122"/>
                        </a:rPr>
                        <a:t>E </a:t>
                      </a:r>
                      <a:r>
                        <a:rPr kumimoji="0" lang="en-US" altLang="zh-CN" sz="1500" b="1" i="0" u="none" strike="noStrike" cap="none" normalizeH="0" baseline="0">
                          <a:ln>
                            <a:noFill/>
                          </a:ln>
                          <a:solidFill>
                            <a:schemeClr val="tx1"/>
                          </a:solidFill>
                          <a:effectLst/>
                          <a:latin typeface="Times New Roman" panose="02020603050405020304" pitchFamily="18" charset="0"/>
                          <a:ea typeface="黑体" panose="02010609060101010101" pitchFamily="49" charset="-122"/>
                          <a:sym typeface="Symbol" panose="05050102010706020507" pitchFamily="18" charset="2"/>
                        </a:rPr>
                        <a:t></a:t>
                      </a:r>
                    </a:p>
                  </a:txBody>
                  <a:tcPr marL="46132" marR="46132" marT="24604" marB="24604" anchor="ct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accent4">
                        <a:lumMod val="20000"/>
                        <a:lumOff val="80000"/>
                      </a:schemeClr>
                    </a:solidFill>
                  </a:tcPr>
                </a:tc>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endParaRPr kumimoji="0" lang="zh-CN" altLang="zh-CN" sz="1500" b="0" i="0" u="none" strike="noStrike" cap="none" normalizeH="0" baseline="0">
                        <a:ln>
                          <a:noFill/>
                        </a:ln>
                        <a:solidFill>
                          <a:schemeClr val="tx1"/>
                        </a:solidFill>
                        <a:effectLst/>
                        <a:latin typeface="Times New Roman" panose="02020603050405020304" pitchFamily="18" charset="0"/>
                        <a:ea typeface="黑体" panose="02010609060101010101" pitchFamily="49" charset="-122"/>
                      </a:endParaRPr>
                    </a:p>
                  </a:txBody>
                  <a:tcPr marL="46132" marR="46132" marT="24604" marB="24604"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accent4">
                        <a:lumMod val="20000"/>
                        <a:lumOff val="80000"/>
                      </a:schemeClr>
                    </a:solidFill>
                  </a:tcPr>
                </a:tc>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r>
                        <a:rPr kumimoji="0" lang="en-US" altLang="zh-CN" sz="1500" b="1" i="1" u="none" strike="noStrike" cap="none" normalizeH="0" baseline="0">
                          <a:ln>
                            <a:noFill/>
                          </a:ln>
                          <a:solidFill>
                            <a:schemeClr val="tx1"/>
                          </a:solidFill>
                          <a:effectLst/>
                          <a:latin typeface="Times New Roman" panose="02020603050405020304" pitchFamily="18" charset="0"/>
                          <a:ea typeface="黑体" panose="02010609060101010101" pitchFamily="49" charset="-122"/>
                        </a:rPr>
                        <a:t>E</a:t>
                      </a:r>
                      <a:r>
                        <a:rPr kumimoji="0" lang="en-US" altLang="zh-CN" sz="1500" b="1" i="0" u="none" strike="noStrike" cap="none" normalizeH="0" baseline="0">
                          <a:ln>
                            <a:noFill/>
                          </a:ln>
                          <a:solidFill>
                            <a:schemeClr val="tx1"/>
                          </a:solidFill>
                          <a:effectLst/>
                          <a:latin typeface="Times New Roman" panose="02020603050405020304" pitchFamily="18" charset="0"/>
                          <a:ea typeface="黑体" panose="02010609060101010101" pitchFamily="49" charset="-122"/>
                          <a:sym typeface="Symbol" panose="05050102010706020507" pitchFamily="18" charset="2"/>
                        </a:rPr>
                        <a:t>+</a:t>
                      </a:r>
                      <a:r>
                        <a:rPr kumimoji="0" lang="en-US" altLang="zh-CN" sz="1500" b="1" i="1" u="none" strike="noStrike" cap="none" normalizeH="0" baseline="0">
                          <a:ln>
                            <a:noFill/>
                          </a:ln>
                          <a:solidFill>
                            <a:schemeClr val="tx1"/>
                          </a:solidFill>
                          <a:effectLst/>
                          <a:latin typeface="Times New Roman" panose="02020603050405020304" pitchFamily="18" charset="0"/>
                          <a:ea typeface="黑体" panose="02010609060101010101" pitchFamily="49" charset="-122"/>
                          <a:sym typeface="Symbol" panose="05050102010706020507" pitchFamily="18" charset="2"/>
                        </a:rPr>
                        <a:t>TE</a:t>
                      </a:r>
                      <a:r>
                        <a:rPr kumimoji="0" lang="en-US" altLang="zh-CN" sz="1500" b="1" i="0" u="none" strike="noStrike" cap="none" normalizeH="0" baseline="0">
                          <a:ln>
                            <a:noFill/>
                          </a:ln>
                          <a:solidFill>
                            <a:schemeClr val="tx1"/>
                          </a:solidFill>
                          <a:effectLst/>
                          <a:latin typeface="Times New Roman" panose="02020603050405020304" pitchFamily="18" charset="0"/>
                          <a:ea typeface="黑体" panose="02010609060101010101" pitchFamily="49" charset="-122"/>
                          <a:sym typeface="Symbol" panose="05050102010706020507" pitchFamily="18" charset="2"/>
                        </a:rPr>
                        <a:t></a:t>
                      </a:r>
                    </a:p>
                  </a:txBody>
                  <a:tcPr marL="46132" marR="46132" marT="24604" marB="24604"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accent4">
                        <a:lumMod val="20000"/>
                        <a:lumOff val="80000"/>
                      </a:schemeClr>
                    </a:solidFill>
                  </a:tcPr>
                </a:tc>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endParaRPr kumimoji="0" lang="zh-CN" altLang="zh-CN" sz="1500" b="0" i="0" u="none" strike="noStrike" cap="none" normalizeH="0" baseline="0">
                        <a:ln>
                          <a:noFill/>
                        </a:ln>
                        <a:solidFill>
                          <a:schemeClr val="tx1"/>
                        </a:solidFill>
                        <a:effectLst/>
                        <a:latin typeface="Times New Roman" panose="02020603050405020304" pitchFamily="18" charset="0"/>
                        <a:ea typeface="黑体" panose="02010609060101010101" pitchFamily="49" charset="-122"/>
                      </a:endParaRPr>
                    </a:p>
                  </a:txBody>
                  <a:tcPr marL="46132" marR="46132" marT="24604" marB="24604"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accent4">
                        <a:lumMod val="20000"/>
                        <a:lumOff val="80000"/>
                      </a:schemeClr>
                    </a:solidFill>
                  </a:tcPr>
                </a:tc>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endParaRPr kumimoji="0" lang="zh-CN" altLang="zh-CN" sz="1500" b="0" i="0" u="none" strike="noStrike" cap="none" normalizeH="0" baseline="0">
                        <a:ln>
                          <a:noFill/>
                        </a:ln>
                        <a:solidFill>
                          <a:schemeClr val="tx1"/>
                        </a:solidFill>
                        <a:effectLst/>
                        <a:latin typeface="Times New Roman" panose="02020603050405020304" pitchFamily="18" charset="0"/>
                        <a:ea typeface="黑体" panose="02010609060101010101" pitchFamily="49" charset="-122"/>
                      </a:endParaRPr>
                    </a:p>
                  </a:txBody>
                  <a:tcPr marL="46132" marR="46132" marT="24604" marB="24604"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accent4">
                        <a:lumMod val="20000"/>
                        <a:lumOff val="80000"/>
                      </a:schemeClr>
                    </a:solidFill>
                  </a:tcPr>
                </a:tc>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r>
                        <a:rPr kumimoji="0" lang="en-US" altLang="zh-CN" sz="1500" b="1" i="1" u="none" strike="noStrike" cap="none" normalizeH="0" baseline="0">
                          <a:ln>
                            <a:noFill/>
                          </a:ln>
                          <a:solidFill>
                            <a:schemeClr val="tx1"/>
                          </a:solidFill>
                          <a:effectLst/>
                          <a:latin typeface="Times New Roman" panose="02020603050405020304" pitchFamily="18" charset="0"/>
                          <a:ea typeface="黑体" panose="02010609060101010101" pitchFamily="49" charset="-122"/>
                        </a:rPr>
                        <a:t>E</a:t>
                      </a:r>
                      <a:r>
                        <a:rPr kumimoji="0" lang="en-US" altLang="zh-CN" sz="1700" b="1" i="0" u="none" strike="noStrike" cap="none" normalizeH="0" baseline="0">
                          <a:ln>
                            <a:noFill/>
                          </a:ln>
                          <a:solidFill>
                            <a:schemeClr val="tx1"/>
                          </a:solidFill>
                          <a:effectLst/>
                          <a:latin typeface="Times New Roman" panose="02020603050405020304" pitchFamily="18" charset="0"/>
                          <a:ea typeface="黑体" panose="02010609060101010101" pitchFamily="49" charset="-122"/>
                          <a:sym typeface="Symbol" panose="05050102010706020507" pitchFamily="18" charset="2"/>
                        </a:rPr>
                        <a:t></a:t>
                      </a:r>
                    </a:p>
                  </a:txBody>
                  <a:tcPr marL="46132" marR="46132" marT="24604" marB="24604"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accent4">
                        <a:lumMod val="20000"/>
                        <a:lumOff val="80000"/>
                      </a:schemeClr>
                    </a:solidFill>
                  </a:tcPr>
                </a:tc>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r>
                        <a:rPr kumimoji="0" lang="en-US" altLang="zh-CN" sz="1500" b="1" i="1" u="none" strike="noStrike" cap="none" normalizeH="0" baseline="0">
                          <a:ln>
                            <a:noFill/>
                          </a:ln>
                          <a:solidFill>
                            <a:schemeClr val="tx1"/>
                          </a:solidFill>
                          <a:effectLst/>
                          <a:latin typeface="Times New Roman" panose="02020603050405020304" pitchFamily="18" charset="0"/>
                          <a:ea typeface="黑体" panose="02010609060101010101" pitchFamily="49" charset="-122"/>
                        </a:rPr>
                        <a:t>E</a:t>
                      </a:r>
                      <a:r>
                        <a:rPr kumimoji="0" lang="en-US" altLang="zh-CN" sz="1700" b="1" i="0" u="none" strike="noStrike" cap="none" normalizeH="0" baseline="0">
                          <a:ln>
                            <a:noFill/>
                          </a:ln>
                          <a:solidFill>
                            <a:schemeClr val="tx1"/>
                          </a:solidFill>
                          <a:effectLst/>
                          <a:latin typeface="Times New Roman" panose="02020603050405020304" pitchFamily="18" charset="0"/>
                          <a:ea typeface="黑体" panose="02010609060101010101" pitchFamily="49" charset="-122"/>
                          <a:sym typeface="Symbol" panose="05050102010706020507" pitchFamily="18" charset="2"/>
                        </a:rPr>
                        <a:t></a:t>
                      </a:r>
                    </a:p>
                  </a:txBody>
                  <a:tcPr marL="46132" marR="46132" marT="24604" marB="24604" anchor="ct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accent4">
                        <a:lumMod val="20000"/>
                        <a:lumOff val="80000"/>
                      </a:schemeClr>
                    </a:solidFill>
                  </a:tcPr>
                </a:tc>
                <a:extLst>
                  <a:ext uri="{0D108BD9-81ED-4DB2-BD59-A6C34878D82A}">
                    <a16:rowId xmlns:a16="http://schemas.microsoft.com/office/drawing/2014/main" val="10003"/>
                  </a:ext>
                </a:extLst>
              </a:tr>
              <a:tr h="361994">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r>
                        <a:rPr kumimoji="0" lang="en-US" altLang="zh-CN" sz="1500" b="1" i="1" u="none" strike="noStrike" cap="none" normalizeH="0" baseline="0">
                          <a:ln>
                            <a:noFill/>
                          </a:ln>
                          <a:solidFill>
                            <a:schemeClr val="tx1"/>
                          </a:solidFill>
                          <a:effectLst/>
                          <a:latin typeface="Times New Roman" panose="02020603050405020304" pitchFamily="18" charset="0"/>
                          <a:ea typeface="黑体" panose="02010609060101010101" pitchFamily="49" charset="-122"/>
                        </a:rPr>
                        <a:t>T</a:t>
                      </a:r>
                    </a:p>
                  </a:txBody>
                  <a:tcPr marL="46132" marR="46132" marT="24604" marB="24604" anchor="ct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accent4">
                        <a:lumMod val="20000"/>
                        <a:lumOff val="80000"/>
                      </a:schemeClr>
                    </a:solidFill>
                  </a:tcPr>
                </a:tc>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r>
                        <a:rPr kumimoji="0" lang="en-US" altLang="zh-CN" sz="1500" b="1" i="1" u="none" strike="noStrike" cap="none" normalizeH="0" baseline="0">
                          <a:ln>
                            <a:noFill/>
                          </a:ln>
                          <a:solidFill>
                            <a:schemeClr val="tx1"/>
                          </a:solidFill>
                          <a:effectLst/>
                          <a:latin typeface="Times New Roman" panose="02020603050405020304" pitchFamily="18" charset="0"/>
                          <a:ea typeface="黑体" panose="02010609060101010101" pitchFamily="49" charset="-122"/>
                        </a:rPr>
                        <a:t>T</a:t>
                      </a:r>
                      <a:r>
                        <a:rPr kumimoji="0" lang="en-US" altLang="zh-CN" sz="1500" b="1" i="0" u="none" strike="noStrike" cap="none" normalizeH="0" baseline="0">
                          <a:ln>
                            <a:noFill/>
                          </a:ln>
                          <a:solidFill>
                            <a:schemeClr val="tx1"/>
                          </a:solidFill>
                          <a:effectLst/>
                          <a:latin typeface="Times New Roman" panose="02020603050405020304" pitchFamily="18" charset="0"/>
                          <a:ea typeface="黑体" panose="02010609060101010101" pitchFamily="49" charset="-122"/>
                          <a:sym typeface="Symbol" panose="05050102010706020507" pitchFamily="18" charset="2"/>
                        </a:rPr>
                        <a:t></a:t>
                      </a:r>
                      <a:r>
                        <a:rPr kumimoji="0" lang="en-US" altLang="zh-CN" sz="1500" b="1" i="1" u="none" strike="noStrike" cap="none" normalizeH="0" baseline="0">
                          <a:ln>
                            <a:noFill/>
                          </a:ln>
                          <a:solidFill>
                            <a:schemeClr val="tx1"/>
                          </a:solidFill>
                          <a:effectLst/>
                          <a:latin typeface="Times New Roman" panose="02020603050405020304" pitchFamily="18" charset="0"/>
                          <a:ea typeface="黑体" panose="02010609060101010101" pitchFamily="49" charset="-122"/>
                          <a:sym typeface="Symbol" panose="05050102010706020507" pitchFamily="18" charset="2"/>
                        </a:rPr>
                        <a:t>FT </a:t>
                      </a:r>
                      <a:r>
                        <a:rPr kumimoji="0" lang="en-US" altLang="zh-CN" sz="1700" b="1" i="0" u="none" strike="noStrike" cap="none" normalizeH="0" baseline="0">
                          <a:ln>
                            <a:noFill/>
                          </a:ln>
                          <a:solidFill>
                            <a:schemeClr val="tx1"/>
                          </a:solidFill>
                          <a:effectLst/>
                          <a:latin typeface="Times New Roman" panose="02020603050405020304" pitchFamily="18" charset="0"/>
                          <a:ea typeface="黑体" panose="02010609060101010101" pitchFamily="49" charset="-122"/>
                          <a:sym typeface="Symbol" panose="05050102010706020507" pitchFamily="18" charset="2"/>
                        </a:rPr>
                        <a:t></a:t>
                      </a:r>
                    </a:p>
                  </a:txBody>
                  <a:tcPr marL="46132" marR="46132" marT="24604" marB="24604"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accent4">
                        <a:lumMod val="20000"/>
                        <a:lumOff val="80000"/>
                      </a:schemeClr>
                    </a:solidFill>
                  </a:tcPr>
                </a:tc>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endParaRPr kumimoji="0" lang="zh-CN" altLang="zh-CN" sz="1500" b="0" i="0" u="none" strike="noStrike" cap="none" normalizeH="0" baseline="0">
                        <a:ln>
                          <a:noFill/>
                        </a:ln>
                        <a:solidFill>
                          <a:schemeClr val="tx1"/>
                        </a:solidFill>
                        <a:effectLst/>
                        <a:latin typeface="Times New Roman" panose="02020603050405020304" pitchFamily="18" charset="0"/>
                        <a:ea typeface="黑体" panose="02010609060101010101" pitchFamily="49" charset="-122"/>
                      </a:endParaRPr>
                    </a:p>
                  </a:txBody>
                  <a:tcPr marL="46132" marR="46132" marT="24604" marB="24604"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accent4">
                        <a:lumMod val="20000"/>
                        <a:lumOff val="80000"/>
                      </a:schemeClr>
                    </a:solidFill>
                  </a:tcPr>
                </a:tc>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endParaRPr kumimoji="0" lang="zh-CN" altLang="zh-CN" sz="1500" b="0" i="0" u="none" strike="noStrike" cap="none" normalizeH="0" baseline="0">
                        <a:ln>
                          <a:noFill/>
                        </a:ln>
                        <a:solidFill>
                          <a:schemeClr val="tx1"/>
                        </a:solidFill>
                        <a:effectLst/>
                        <a:latin typeface="Times New Roman" panose="02020603050405020304" pitchFamily="18" charset="0"/>
                        <a:ea typeface="黑体" panose="02010609060101010101" pitchFamily="49" charset="-122"/>
                      </a:endParaRPr>
                    </a:p>
                  </a:txBody>
                  <a:tcPr marL="46132" marR="46132" marT="24604" marB="24604"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accent4">
                        <a:lumMod val="20000"/>
                        <a:lumOff val="80000"/>
                      </a:schemeClr>
                    </a:solidFill>
                  </a:tcPr>
                </a:tc>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r>
                        <a:rPr kumimoji="0" lang="en-US" altLang="zh-CN" sz="1500" b="1" i="1" u="none" strike="noStrike" cap="none" normalizeH="0" baseline="0">
                          <a:ln>
                            <a:noFill/>
                          </a:ln>
                          <a:solidFill>
                            <a:schemeClr val="tx1"/>
                          </a:solidFill>
                          <a:effectLst/>
                          <a:latin typeface="Times New Roman" panose="02020603050405020304" pitchFamily="18" charset="0"/>
                          <a:ea typeface="黑体" panose="02010609060101010101" pitchFamily="49" charset="-122"/>
                        </a:rPr>
                        <a:t>T</a:t>
                      </a:r>
                      <a:r>
                        <a:rPr kumimoji="0" lang="en-US" altLang="zh-CN" sz="1500" b="1" i="0" u="none" strike="noStrike" cap="none" normalizeH="0" baseline="0">
                          <a:ln>
                            <a:noFill/>
                          </a:ln>
                          <a:solidFill>
                            <a:schemeClr val="tx1"/>
                          </a:solidFill>
                          <a:effectLst/>
                          <a:latin typeface="Times New Roman" panose="02020603050405020304" pitchFamily="18" charset="0"/>
                          <a:ea typeface="黑体" panose="02010609060101010101" pitchFamily="49" charset="-122"/>
                          <a:sym typeface="Symbol" panose="05050102010706020507" pitchFamily="18" charset="2"/>
                        </a:rPr>
                        <a:t></a:t>
                      </a:r>
                      <a:r>
                        <a:rPr kumimoji="0" lang="en-US" altLang="zh-CN" sz="1500" b="1" i="1" u="none" strike="noStrike" cap="none" normalizeH="0" baseline="0">
                          <a:ln>
                            <a:noFill/>
                          </a:ln>
                          <a:solidFill>
                            <a:schemeClr val="tx1"/>
                          </a:solidFill>
                          <a:effectLst/>
                          <a:latin typeface="Times New Roman" panose="02020603050405020304" pitchFamily="18" charset="0"/>
                          <a:ea typeface="黑体" panose="02010609060101010101" pitchFamily="49" charset="-122"/>
                          <a:sym typeface="Symbol" panose="05050102010706020507" pitchFamily="18" charset="2"/>
                        </a:rPr>
                        <a:t>FT </a:t>
                      </a:r>
                      <a:r>
                        <a:rPr kumimoji="0" lang="en-US" altLang="zh-CN" sz="1700" b="1" i="0" u="none" strike="noStrike" cap="none" normalizeH="0" baseline="0">
                          <a:ln>
                            <a:noFill/>
                          </a:ln>
                          <a:solidFill>
                            <a:schemeClr val="tx1"/>
                          </a:solidFill>
                          <a:effectLst/>
                          <a:latin typeface="Times New Roman" panose="02020603050405020304" pitchFamily="18" charset="0"/>
                          <a:ea typeface="黑体" panose="02010609060101010101" pitchFamily="49" charset="-122"/>
                          <a:sym typeface="Symbol" panose="05050102010706020507" pitchFamily="18" charset="2"/>
                        </a:rPr>
                        <a:t></a:t>
                      </a:r>
                    </a:p>
                  </a:txBody>
                  <a:tcPr marL="46132" marR="46132" marT="24604" marB="24604"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accent4">
                        <a:lumMod val="20000"/>
                        <a:lumOff val="80000"/>
                      </a:schemeClr>
                    </a:solidFill>
                  </a:tcPr>
                </a:tc>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endParaRPr kumimoji="0" lang="zh-CN" altLang="zh-CN" sz="1500" b="0" i="0" u="none" strike="noStrike" cap="none" normalizeH="0" baseline="0">
                        <a:ln>
                          <a:noFill/>
                        </a:ln>
                        <a:solidFill>
                          <a:schemeClr val="tx1"/>
                        </a:solidFill>
                        <a:effectLst/>
                        <a:latin typeface="Times New Roman" panose="02020603050405020304" pitchFamily="18" charset="0"/>
                        <a:ea typeface="黑体" panose="02010609060101010101" pitchFamily="49" charset="-122"/>
                      </a:endParaRPr>
                    </a:p>
                  </a:txBody>
                  <a:tcPr marL="46132" marR="46132" marT="24604" marB="24604"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accent4">
                        <a:lumMod val="20000"/>
                        <a:lumOff val="80000"/>
                      </a:schemeClr>
                    </a:solidFill>
                  </a:tcPr>
                </a:tc>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endParaRPr kumimoji="0" lang="zh-CN" altLang="zh-CN" sz="1500" b="0" i="0" u="none" strike="noStrike" cap="none" normalizeH="0" baseline="0">
                        <a:ln>
                          <a:noFill/>
                        </a:ln>
                        <a:solidFill>
                          <a:schemeClr val="tx1"/>
                        </a:solidFill>
                        <a:effectLst/>
                        <a:latin typeface="Times New Roman" panose="02020603050405020304" pitchFamily="18" charset="0"/>
                        <a:ea typeface="黑体" panose="02010609060101010101" pitchFamily="49" charset="-122"/>
                      </a:endParaRPr>
                    </a:p>
                  </a:txBody>
                  <a:tcPr marL="46132" marR="46132" marT="24604" marB="24604" anchor="ct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accent4">
                        <a:lumMod val="20000"/>
                        <a:lumOff val="80000"/>
                      </a:schemeClr>
                    </a:solidFill>
                  </a:tcPr>
                </a:tc>
                <a:extLst>
                  <a:ext uri="{0D108BD9-81ED-4DB2-BD59-A6C34878D82A}">
                    <a16:rowId xmlns:a16="http://schemas.microsoft.com/office/drawing/2014/main" val="10004"/>
                  </a:ext>
                </a:extLst>
              </a:tr>
              <a:tr h="360042">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r>
                        <a:rPr kumimoji="0" lang="en-US" altLang="zh-CN" sz="1500" b="1" i="1" u="none" strike="noStrike" cap="none" normalizeH="0" baseline="0">
                          <a:ln>
                            <a:noFill/>
                          </a:ln>
                          <a:solidFill>
                            <a:schemeClr val="tx1"/>
                          </a:solidFill>
                          <a:effectLst/>
                          <a:latin typeface="Times New Roman" panose="02020603050405020304" pitchFamily="18" charset="0"/>
                          <a:ea typeface="黑体" panose="02010609060101010101" pitchFamily="49" charset="-122"/>
                        </a:rPr>
                        <a:t>T </a:t>
                      </a:r>
                      <a:r>
                        <a:rPr kumimoji="0" lang="en-US" altLang="zh-CN" sz="1500" b="1" i="0" u="none" strike="noStrike" cap="none" normalizeH="0" baseline="0">
                          <a:ln>
                            <a:noFill/>
                          </a:ln>
                          <a:solidFill>
                            <a:schemeClr val="tx1"/>
                          </a:solidFill>
                          <a:effectLst/>
                          <a:latin typeface="Times New Roman" panose="02020603050405020304" pitchFamily="18" charset="0"/>
                          <a:ea typeface="黑体" panose="02010609060101010101" pitchFamily="49" charset="-122"/>
                          <a:sym typeface="Symbol" panose="05050102010706020507" pitchFamily="18" charset="2"/>
                        </a:rPr>
                        <a:t></a:t>
                      </a:r>
                    </a:p>
                  </a:txBody>
                  <a:tcPr marL="46132" marR="46132" marT="24604" marB="24604" anchor="ct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accent4">
                        <a:lumMod val="20000"/>
                        <a:lumOff val="80000"/>
                      </a:schemeClr>
                    </a:solidFill>
                  </a:tcPr>
                </a:tc>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endParaRPr kumimoji="0" lang="zh-CN" altLang="zh-CN" sz="1500" b="0" i="0" u="none" strike="noStrike" cap="none" normalizeH="0" baseline="0">
                        <a:ln>
                          <a:noFill/>
                        </a:ln>
                        <a:solidFill>
                          <a:schemeClr val="tx1"/>
                        </a:solidFill>
                        <a:effectLst/>
                        <a:latin typeface="Times New Roman" panose="02020603050405020304" pitchFamily="18" charset="0"/>
                        <a:ea typeface="黑体" panose="02010609060101010101" pitchFamily="49" charset="-122"/>
                      </a:endParaRPr>
                    </a:p>
                  </a:txBody>
                  <a:tcPr marL="46132" marR="46132" marT="24604" marB="24604"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accent4">
                        <a:lumMod val="20000"/>
                        <a:lumOff val="80000"/>
                      </a:schemeClr>
                    </a:solidFill>
                  </a:tcPr>
                </a:tc>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r>
                        <a:rPr kumimoji="0" lang="en-US" altLang="zh-CN" sz="1500" b="1" i="1" u="none" strike="noStrike" cap="none" normalizeH="0" baseline="0">
                          <a:ln>
                            <a:noFill/>
                          </a:ln>
                          <a:solidFill>
                            <a:schemeClr val="tx1"/>
                          </a:solidFill>
                          <a:effectLst/>
                          <a:latin typeface="Times New Roman" panose="02020603050405020304" pitchFamily="18" charset="0"/>
                          <a:ea typeface="黑体" panose="02010609060101010101" pitchFamily="49" charset="-122"/>
                        </a:rPr>
                        <a:t>T </a:t>
                      </a:r>
                      <a:r>
                        <a:rPr kumimoji="0" lang="en-US" altLang="zh-CN" sz="1500" b="1" i="0" u="none" strike="noStrike" cap="none" normalizeH="0" baseline="0">
                          <a:ln>
                            <a:noFill/>
                          </a:ln>
                          <a:solidFill>
                            <a:schemeClr val="tx1"/>
                          </a:solidFill>
                          <a:effectLst/>
                          <a:latin typeface="Times New Roman" panose="02020603050405020304" pitchFamily="18" charset="0"/>
                          <a:ea typeface="黑体" panose="02010609060101010101" pitchFamily="49" charset="-122"/>
                          <a:sym typeface="Symbol" panose="05050102010706020507" pitchFamily="18" charset="2"/>
                        </a:rPr>
                        <a:t></a:t>
                      </a:r>
                    </a:p>
                  </a:txBody>
                  <a:tcPr marL="46132" marR="46132" marT="24604" marB="24604"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accent4">
                        <a:lumMod val="20000"/>
                        <a:lumOff val="80000"/>
                      </a:schemeClr>
                    </a:solidFill>
                  </a:tcPr>
                </a:tc>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r>
                        <a:rPr kumimoji="0" lang="en-US" altLang="zh-CN" sz="1500" b="1" i="1" u="none" strike="noStrike" cap="none" normalizeH="0" baseline="0">
                          <a:ln>
                            <a:noFill/>
                          </a:ln>
                          <a:solidFill>
                            <a:schemeClr val="tx1"/>
                          </a:solidFill>
                          <a:effectLst/>
                          <a:latin typeface="Times New Roman" panose="02020603050405020304" pitchFamily="18" charset="0"/>
                          <a:ea typeface="黑体" panose="02010609060101010101" pitchFamily="49" charset="-122"/>
                        </a:rPr>
                        <a:t>T</a:t>
                      </a:r>
                      <a:r>
                        <a:rPr kumimoji="0" lang="en-US" altLang="zh-CN" sz="1500" b="1" i="0" u="none" strike="noStrike" cap="none" normalizeH="0" baseline="0">
                          <a:ln>
                            <a:noFill/>
                          </a:ln>
                          <a:solidFill>
                            <a:schemeClr val="tx1"/>
                          </a:solidFill>
                          <a:effectLst/>
                          <a:latin typeface="Times New Roman" panose="02020603050405020304" pitchFamily="18" charset="0"/>
                          <a:ea typeface="黑体" panose="02010609060101010101" pitchFamily="49" charset="-122"/>
                          <a:sym typeface="Symbol" panose="05050102010706020507" pitchFamily="18" charset="2"/>
                        </a:rPr>
                        <a:t>*</a:t>
                      </a:r>
                      <a:r>
                        <a:rPr kumimoji="0" lang="en-US" altLang="zh-CN" sz="1500" b="1" i="1" u="none" strike="noStrike" cap="none" normalizeH="0" baseline="0">
                          <a:ln>
                            <a:noFill/>
                          </a:ln>
                          <a:solidFill>
                            <a:schemeClr val="tx1"/>
                          </a:solidFill>
                          <a:effectLst/>
                          <a:latin typeface="Times New Roman" panose="02020603050405020304" pitchFamily="18" charset="0"/>
                          <a:ea typeface="黑体" panose="02010609060101010101" pitchFamily="49" charset="-122"/>
                          <a:sym typeface="Symbol" panose="05050102010706020507" pitchFamily="18" charset="2"/>
                        </a:rPr>
                        <a:t>FT </a:t>
                      </a:r>
                      <a:r>
                        <a:rPr kumimoji="0" lang="en-US" altLang="zh-CN" sz="1500" b="1" i="0" u="none" strike="noStrike" cap="none" normalizeH="0" baseline="0">
                          <a:ln>
                            <a:noFill/>
                          </a:ln>
                          <a:solidFill>
                            <a:schemeClr val="tx1"/>
                          </a:solidFill>
                          <a:effectLst/>
                          <a:latin typeface="Times New Roman" panose="02020603050405020304" pitchFamily="18" charset="0"/>
                          <a:ea typeface="黑体" panose="02010609060101010101" pitchFamily="49" charset="-122"/>
                          <a:sym typeface="Symbol" panose="05050102010706020507" pitchFamily="18" charset="2"/>
                        </a:rPr>
                        <a:t></a:t>
                      </a:r>
                    </a:p>
                  </a:txBody>
                  <a:tcPr marL="46132" marR="46132" marT="24604" marB="24604"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accent4">
                        <a:lumMod val="20000"/>
                        <a:lumOff val="80000"/>
                      </a:schemeClr>
                    </a:solidFill>
                  </a:tcPr>
                </a:tc>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endParaRPr kumimoji="0" lang="zh-CN" altLang="zh-CN" sz="1500" b="0" i="0" u="none" strike="noStrike" cap="none" normalizeH="0" baseline="0">
                        <a:ln>
                          <a:noFill/>
                        </a:ln>
                        <a:solidFill>
                          <a:schemeClr val="tx1"/>
                        </a:solidFill>
                        <a:effectLst/>
                        <a:latin typeface="Times New Roman" panose="02020603050405020304" pitchFamily="18" charset="0"/>
                        <a:ea typeface="黑体" panose="02010609060101010101" pitchFamily="49" charset="-122"/>
                      </a:endParaRPr>
                    </a:p>
                  </a:txBody>
                  <a:tcPr marL="46132" marR="46132" marT="24604" marB="24604"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accent4">
                        <a:lumMod val="20000"/>
                        <a:lumOff val="80000"/>
                      </a:schemeClr>
                    </a:solidFill>
                  </a:tcPr>
                </a:tc>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r>
                        <a:rPr kumimoji="0" lang="en-US" altLang="zh-CN" sz="1500" b="1" i="1" u="none" strike="noStrike" cap="none" normalizeH="0" baseline="0">
                          <a:ln>
                            <a:noFill/>
                          </a:ln>
                          <a:solidFill>
                            <a:schemeClr val="tx1"/>
                          </a:solidFill>
                          <a:effectLst/>
                          <a:latin typeface="Times New Roman" panose="02020603050405020304" pitchFamily="18" charset="0"/>
                          <a:ea typeface="黑体" panose="02010609060101010101" pitchFamily="49" charset="-122"/>
                        </a:rPr>
                        <a:t>T </a:t>
                      </a:r>
                      <a:r>
                        <a:rPr kumimoji="0" lang="en-US" altLang="zh-CN" sz="1500" b="1" i="0" u="none" strike="noStrike" cap="none" normalizeH="0" baseline="0">
                          <a:ln>
                            <a:noFill/>
                          </a:ln>
                          <a:solidFill>
                            <a:schemeClr val="tx1"/>
                          </a:solidFill>
                          <a:effectLst/>
                          <a:latin typeface="Times New Roman" panose="02020603050405020304" pitchFamily="18" charset="0"/>
                          <a:ea typeface="黑体" panose="02010609060101010101" pitchFamily="49" charset="-122"/>
                          <a:sym typeface="Symbol" panose="05050102010706020507" pitchFamily="18" charset="2"/>
                        </a:rPr>
                        <a:t></a:t>
                      </a:r>
                    </a:p>
                  </a:txBody>
                  <a:tcPr marL="46132" marR="46132" marT="24604" marB="24604"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accent4">
                        <a:lumMod val="20000"/>
                        <a:lumOff val="80000"/>
                      </a:schemeClr>
                    </a:solidFill>
                  </a:tcPr>
                </a:tc>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r>
                        <a:rPr kumimoji="0" lang="en-US" altLang="zh-CN" sz="1500" b="1" i="1" u="none" strike="noStrike" cap="none" normalizeH="0" baseline="0">
                          <a:ln>
                            <a:noFill/>
                          </a:ln>
                          <a:solidFill>
                            <a:schemeClr val="tx1"/>
                          </a:solidFill>
                          <a:effectLst/>
                          <a:latin typeface="Times New Roman" panose="02020603050405020304" pitchFamily="18" charset="0"/>
                          <a:ea typeface="黑体" panose="02010609060101010101" pitchFamily="49" charset="-122"/>
                        </a:rPr>
                        <a:t>T </a:t>
                      </a:r>
                      <a:r>
                        <a:rPr kumimoji="0" lang="en-US" altLang="zh-CN" sz="1500" b="1" i="0" u="none" strike="noStrike" cap="none" normalizeH="0" baseline="0">
                          <a:ln>
                            <a:noFill/>
                          </a:ln>
                          <a:solidFill>
                            <a:schemeClr val="tx1"/>
                          </a:solidFill>
                          <a:effectLst/>
                          <a:latin typeface="Times New Roman" panose="02020603050405020304" pitchFamily="18" charset="0"/>
                          <a:ea typeface="黑体" panose="02010609060101010101" pitchFamily="49" charset="-122"/>
                          <a:sym typeface="Symbol" panose="05050102010706020507" pitchFamily="18" charset="2"/>
                        </a:rPr>
                        <a:t></a:t>
                      </a:r>
                    </a:p>
                  </a:txBody>
                  <a:tcPr marL="46132" marR="46132" marT="24604" marB="24604" anchor="ct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accent4">
                        <a:lumMod val="20000"/>
                        <a:lumOff val="80000"/>
                      </a:schemeClr>
                    </a:solidFill>
                  </a:tcPr>
                </a:tc>
                <a:extLst>
                  <a:ext uri="{0D108BD9-81ED-4DB2-BD59-A6C34878D82A}">
                    <a16:rowId xmlns:a16="http://schemas.microsoft.com/office/drawing/2014/main" val="10005"/>
                  </a:ext>
                </a:extLst>
              </a:tr>
              <a:tr h="361994">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r>
                        <a:rPr kumimoji="0" lang="en-US" altLang="zh-CN" sz="1500" b="1" i="1" u="none" strike="noStrike" cap="none" normalizeH="0" baseline="0">
                          <a:ln>
                            <a:noFill/>
                          </a:ln>
                          <a:solidFill>
                            <a:schemeClr val="tx1"/>
                          </a:solidFill>
                          <a:effectLst/>
                          <a:latin typeface="Times New Roman" panose="02020603050405020304" pitchFamily="18" charset="0"/>
                          <a:ea typeface="黑体" panose="02010609060101010101" pitchFamily="49" charset="-122"/>
                        </a:rPr>
                        <a:t>F</a:t>
                      </a:r>
                    </a:p>
                  </a:txBody>
                  <a:tcPr marL="46132" marR="46132" marT="24604" marB="24604" anchor="ct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chemeClr val="accent4">
                        <a:lumMod val="20000"/>
                        <a:lumOff val="80000"/>
                      </a:schemeClr>
                    </a:solidFill>
                  </a:tcPr>
                </a:tc>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r>
                        <a:rPr kumimoji="0" lang="en-US" altLang="zh-CN" sz="1500" b="1" i="1" u="none" strike="noStrike" cap="none" normalizeH="0" baseline="0" err="1">
                          <a:ln>
                            <a:noFill/>
                          </a:ln>
                          <a:solidFill>
                            <a:schemeClr val="tx1"/>
                          </a:solidFill>
                          <a:effectLst/>
                          <a:latin typeface="Times New Roman" panose="02020603050405020304" pitchFamily="18" charset="0"/>
                          <a:ea typeface="黑体" panose="02010609060101010101" pitchFamily="49" charset="-122"/>
                        </a:rPr>
                        <a:t>F</a:t>
                      </a:r>
                      <a:r>
                        <a:rPr kumimoji="0" lang="en-US" altLang="zh-CN" sz="1500" b="1" i="0" u="none" strike="noStrike" cap="none" normalizeH="0" baseline="0" err="1">
                          <a:ln>
                            <a:noFill/>
                          </a:ln>
                          <a:solidFill>
                            <a:schemeClr val="tx1"/>
                          </a:solidFill>
                          <a:effectLst/>
                          <a:latin typeface="Times New Roman" panose="02020603050405020304" pitchFamily="18" charset="0"/>
                          <a:ea typeface="黑体" panose="02010609060101010101" pitchFamily="49" charset="-122"/>
                          <a:sym typeface="Symbol" panose="05050102010706020507" pitchFamily="18" charset="2"/>
                        </a:rPr>
                        <a:t>id</a:t>
                      </a:r>
                      <a:endParaRPr kumimoji="0" lang="en-US" altLang="zh-CN" sz="1500" b="1" i="0" u="none" strike="noStrike" cap="none" normalizeH="0" baseline="0">
                        <a:ln>
                          <a:noFill/>
                        </a:ln>
                        <a:solidFill>
                          <a:schemeClr val="tx1"/>
                        </a:solidFill>
                        <a:effectLst/>
                        <a:latin typeface="Times New Roman" panose="02020603050405020304" pitchFamily="18" charset="0"/>
                        <a:ea typeface="黑体" panose="02010609060101010101" pitchFamily="49" charset="-122"/>
                        <a:sym typeface="Symbol" panose="05050102010706020507" pitchFamily="18" charset="2"/>
                      </a:endParaRPr>
                    </a:p>
                  </a:txBody>
                  <a:tcPr marL="46132" marR="46132" marT="24604" marB="24604"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chemeClr val="accent4">
                        <a:lumMod val="20000"/>
                        <a:lumOff val="80000"/>
                      </a:schemeClr>
                    </a:solidFill>
                  </a:tcPr>
                </a:tc>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endParaRPr kumimoji="0" lang="zh-CN" altLang="zh-CN" sz="1500" b="0" i="0" u="none" strike="noStrike" cap="none" normalizeH="0" baseline="0">
                        <a:ln>
                          <a:noFill/>
                        </a:ln>
                        <a:solidFill>
                          <a:schemeClr val="tx1"/>
                        </a:solidFill>
                        <a:effectLst/>
                        <a:latin typeface="Times New Roman" panose="02020603050405020304" pitchFamily="18" charset="0"/>
                        <a:ea typeface="黑体" panose="02010609060101010101" pitchFamily="49" charset="-122"/>
                      </a:endParaRPr>
                    </a:p>
                  </a:txBody>
                  <a:tcPr marL="46132" marR="46132" marT="24604" marB="24604"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chemeClr val="accent4">
                        <a:lumMod val="20000"/>
                        <a:lumOff val="80000"/>
                      </a:schemeClr>
                    </a:solidFill>
                  </a:tcPr>
                </a:tc>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endParaRPr kumimoji="0" lang="zh-CN" altLang="zh-CN" sz="1500" b="0" i="0" u="none" strike="noStrike" cap="none" normalizeH="0" baseline="0">
                        <a:ln>
                          <a:noFill/>
                        </a:ln>
                        <a:solidFill>
                          <a:schemeClr val="tx1"/>
                        </a:solidFill>
                        <a:effectLst/>
                        <a:latin typeface="Times New Roman" panose="02020603050405020304" pitchFamily="18" charset="0"/>
                        <a:ea typeface="黑体" panose="02010609060101010101" pitchFamily="49" charset="-122"/>
                      </a:endParaRPr>
                    </a:p>
                  </a:txBody>
                  <a:tcPr marL="46132" marR="46132" marT="24604" marB="24604"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chemeClr val="accent4">
                        <a:lumMod val="20000"/>
                        <a:lumOff val="80000"/>
                      </a:schemeClr>
                    </a:solidFill>
                  </a:tcPr>
                </a:tc>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r>
                        <a:rPr kumimoji="0" lang="en-US" altLang="zh-CN" sz="1500" b="1" i="1" u="none" strike="noStrike" cap="none" normalizeH="0" baseline="0">
                          <a:ln>
                            <a:noFill/>
                          </a:ln>
                          <a:solidFill>
                            <a:schemeClr val="tx1"/>
                          </a:solidFill>
                          <a:effectLst/>
                          <a:latin typeface="Times New Roman" panose="02020603050405020304" pitchFamily="18" charset="0"/>
                          <a:ea typeface="黑体" panose="02010609060101010101" pitchFamily="49" charset="-122"/>
                        </a:rPr>
                        <a:t>F</a:t>
                      </a:r>
                      <a:r>
                        <a:rPr kumimoji="0" lang="en-US" altLang="zh-CN" sz="1500" b="1" i="0" u="none" strike="noStrike" cap="none" normalizeH="0" baseline="0">
                          <a:ln>
                            <a:noFill/>
                          </a:ln>
                          <a:solidFill>
                            <a:schemeClr val="tx1"/>
                          </a:solidFill>
                          <a:effectLst/>
                          <a:latin typeface="Times New Roman" panose="02020603050405020304" pitchFamily="18" charset="0"/>
                          <a:ea typeface="黑体" panose="02010609060101010101" pitchFamily="49" charset="-122"/>
                          <a:sym typeface="Symbol" panose="05050102010706020507" pitchFamily="18" charset="2"/>
                        </a:rPr>
                        <a:t>(</a:t>
                      </a:r>
                      <a:r>
                        <a:rPr kumimoji="0" lang="en-US" altLang="zh-CN" sz="1500" b="1" i="1" u="none" strike="noStrike" cap="none" normalizeH="0" baseline="0">
                          <a:ln>
                            <a:noFill/>
                          </a:ln>
                          <a:solidFill>
                            <a:schemeClr val="tx1"/>
                          </a:solidFill>
                          <a:effectLst/>
                          <a:latin typeface="Times New Roman" panose="02020603050405020304" pitchFamily="18" charset="0"/>
                          <a:ea typeface="黑体" panose="02010609060101010101" pitchFamily="49" charset="-122"/>
                          <a:sym typeface="Symbol" panose="05050102010706020507" pitchFamily="18" charset="2"/>
                        </a:rPr>
                        <a:t>E</a:t>
                      </a:r>
                      <a:r>
                        <a:rPr kumimoji="0" lang="en-US" altLang="zh-CN" sz="1500" b="1" i="0" u="none" strike="noStrike" cap="none" normalizeH="0" baseline="0">
                          <a:ln>
                            <a:noFill/>
                          </a:ln>
                          <a:solidFill>
                            <a:schemeClr val="tx1"/>
                          </a:solidFill>
                          <a:effectLst/>
                          <a:latin typeface="Times New Roman" panose="02020603050405020304" pitchFamily="18" charset="0"/>
                          <a:ea typeface="黑体" panose="02010609060101010101" pitchFamily="49" charset="-122"/>
                          <a:sym typeface="Symbol" panose="05050102010706020507" pitchFamily="18" charset="2"/>
                        </a:rPr>
                        <a:t>)</a:t>
                      </a:r>
                      <a:endParaRPr kumimoji="0" lang="en-US" altLang="zh-CN" sz="1500" b="0" i="0" u="none" strike="noStrike" cap="none" normalizeH="0" baseline="0">
                        <a:ln>
                          <a:noFill/>
                        </a:ln>
                        <a:solidFill>
                          <a:schemeClr val="tx1"/>
                        </a:solidFill>
                        <a:effectLst/>
                        <a:latin typeface="Times New Roman" panose="02020603050405020304" pitchFamily="18" charset="0"/>
                        <a:ea typeface="黑体" panose="02010609060101010101" pitchFamily="49" charset="-122"/>
                      </a:endParaRPr>
                    </a:p>
                  </a:txBody>
                  <a:tcPr marL="46132" marR="46132" marT="24604" marB="24604"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chemeClr val="accent4">
                        <a:lumMod val="20000"/>
                        <a:lumOff val="80000"/>
                      </a:schemeClr>
                    </a:solidFill>
                  </a:tcPr>
                </a:tc>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endParaRPr kumimoji="0" lang="zh-CN" altLang="zh-CN" sz="1500" b="0" i="0" u="none" strike="noStrike" cap="none" normalizeH="0" baseline="0">
                        <a:ln>
                          <a:noFill/>
                        </a:ln>
                        <a:solidFill>
                          <a:schemeClr val="tx1"/>
                        </a:solidFill>
                        <a:effectLst/>
                        <a:latin typeface="Times New Roman" panose="02020603050405020304" pitchFamily="18" charset="0"/>
                        <a:ea typeface="黑体" panose="02010609060101010101" pitchFamily="49" charset="-122"/>
                      </a:endParaRPr>
                    </a:p>
                  </a:txBody>
                  <a:tcPr marL="46132" marR="46132" marT="24604" marB="24604"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chemeClr val="accent4">
                        <a:lumMod val="20000"/>
                        <a:lumOff val="80000"/>
                      </a:schemeClr>
                    </a:solidFill>
                  </a:tcPr>
                </a:tc>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endParaRPr kumimoji="0" lang="zh-CN" altLang="zh-CN" sz="1500" b="0" i="0" u="none" strike="noStrike" cap="none" normalizeH="0" baseline="0" dirty="0">
                        <a:ln>
                          <a:noFill/>
                        </a:ln>
                        <a:solidFill>
                          <a:schemeClr val="tx1"/>
                        </a:solidFill>
                        <a:effectLst/>
                        <a:latin typeface="Times New Roman" panose="02020603050405020304" pitchFamily="18" charset="0"/>
                        <a:ea typeface="黑体" panose="02010609060101010101" pitchFamily="49" charset="-122"/>
                      </a:endParaRPr>
                    </a:p>
                  </a:txBody>
                  <a:tcPr marL="46132" marR="46132" marT="24604" marB="24604" anchor="ct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chemeClr val="accent4">
                        <a:lumMod val="20000"/>
                        <a:lumOff val="80000"/>
                      </a:schemeClr>
                    </a:solidFill>
                  </a:tcPr>
                </a:tc>
                <a:extLst>
                  <a:ext uri="{0D108BD9-81ED-4DB2-BD59-A6C34878D82A}">
                    <a16:rowId xmlns:a16="http://schemas.microsoft.com/office/drawing/2014/main" val="10006"/>
                  </a:ext>
                </a:extLst>
              </a:tr>
            </a:tbl>
          </a:graphicData>
        </a:graphic>
      </p:graphicFrame>
      <p:sp>
        <p:nvSpPr>
          <p:cNvPr id="7" name="箭头: 下 6">
            <a:extLst>
              <a:ext uri="{FF2B5EF4-FFF2-40B4-BE49-F238E27FC236}">
                <a16:creationId xmlns:a16="http://schemas.microsoft.com/office/drawing/2014/main" id="{876D7B5E-73D9-8CCC-3BEE-F73F27ABD13F}"/>
              </a:ext>
            </a:extLst>
          </p:cNvPr>
          <p:cNvSpPr/>
          <p:nvPr/>
        </p:nvSpPr>
        <p:spPr>
          <a:xfrm>
            <a:off x="1406017" y="4348298"/>
            <a:ext cx="275207" cy="319596"/>
          </a:xfrm>
          <a:prstGeom prst="downArrow">
            <a:avLst/>
          </a:prstGeom>
          <a:solidFill>
            <a:srgbClr val="FF0000"/>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8" name="箭头: 下 7">
            <a:extLst>
              <a:ext uri="{FF2B5EF4-FFF2-40B4-BE49-F238E27FC236}">
                <a16:creationId xmlns:a16="http://schemas.microsoft.com/office/drawing/2014/main" id="{C9D004E4-A278-752F-AE50-AB543AC05CBC}"/>
              </a:ext>
            </a:extLst>
          </p:cNvPr>
          <p:cNvSpPr/>
          <p:nvPr/>
        </p:nvSpPr>
        <p:spPr>
          <a:xfrm>
            <a:off x="3525914" y="4348298"/>
            <a:ext cx="275207" cy="319596"/>
          </a:xfrm>
          <a:prstGeom prst="downArrow">
            <a:avLst/>
          </a:prstGeom>
          <a:solidFill>
            <a:srgbClr val="FF0000"/>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9" name="椭圆 8">
            <a:extLst>
              <a:ext uri="{FF2B5EF4-FFF2-40B4-BE49-F238E27FC236}">
                <a16:creationId xmlns:a16="http://schemas.microsoft.com/office/drawing/2014/main" id="{AC704ECF-73C5-631A-1B78-B0167AD528E2}"/>
              </a:ext>
            </a:extLst>
          </p:cNvPr>
          <p:cNvSpPr/>
          <p:nvPr/>
        </p:nvSpPr>
        <p:spPr>
          <a:xfrm>
            <a:off x="4374388" y="3133816"/>
            <a:ext cx="889246" cy="390617"/>
          </a:xfrm>
          <a:prstGeom prst="ellipse">
            <a:avLst/>
          </a:prstGeom>
          <a:noFill/>
          <a:ln w="38100">
            <a:solidFill>
              <a:srgbClr val="FF0000"/>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zh-CN" altLang="en-US"/>
          </a:p>
        </p:txBody>
      </p:sp>
    </p:spTree>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7"/>
                                        </p:tgtEl>
                                        <p:attrNameLst>
                                          <p:attrName>style.visibility</p:attrName>
                                        </p:attrNameLst>
                                      </p:cBhvr>
                                      <p:to>
                                        <p:strVal val="visible"/>
                                      </p:to>
                                    </p:set>
                                    <p:animEffect transition="in" filter="fade">
                                      <p:cBhvr>
                                        <p:cTn id="7" dur="500"/>
                                        <p:tgtEl>
                                          <p:spTgt spid="7"/>
                                        </p:tgtEl>
                                      </p:cBhvr>
                                    </p:animEffect>
                                  </p:childTnLst>
                                </p:cTn>
                              </p:par>
                              <p:par>
                                <p:cTn id="8" presetID="10" presetClass="entr" presetSubtype="0" fill="hold" grpId="0" nodeType="withEffect">
                                  <p:stCondLst>
                                    <p:cond delay="0"/>
                                  </p:stCondLst>
                                  <p:childTnLst>
                                    <p:set>
                                      <p:cBhvr>
                                        <p:cTn id="9" dur="1" fill="hold">
                                          <p:stCondLst>
                                            <p:cond delay="0"/>
                                          </p:stCondLst>
                                        </p:cTn>
                                        <p:tgtEl>
                                          <p:spTgt spid="8"/>
                                        </p:tgtEl>
                                        <p:attrNameLst>
                                          <p:attrName>style.visibility</p:attrName>
                                        </p:attrNameLst>
                                      </p:cBhvr>
                                      <p:to>
                                        <p:strVal val="visible"/>
                                      </p:to>
                                    </p:set>
                                    <p:animEffect transition="in" filter="fade">
                                      <p:cBhvr>
                                        <p:cTn id="10" dur="500"/>
                                        <p:tgtEl>
                                          <p:spTgt spid="8"/>
                                        </p:tgtEl>
                                      </p:cBhvr>
                                    </p:animEffect>
                                  </p:childTnLst>
                                </p:cTn>
                              </p:par>
                            </p:childTnLst>
                          </p:cTn>
                        </p:par>
                      </p:childTnLst>
                    </p:cTn>
                  </p:par>
                  <p:par>
                    <p:cTn id="11" fill="hold">
                      <p:stCondLst>
                        <p:cond delay="indefinite"/>
                      </p:stCondLst>
                      <p:childTnLst>
                        <p:par>
                          <p:cTn id="12" fill="hold">
                            <p:stCondLst>
                              <p:cond delay="0"/>
                            </p:stCondLst>
                            <p:childTnLst>
                              <p:par>
                                <p:cTn id="13" presetID="21" presetClass="entr" presetSubtype="1" fill="hold" grpId="0" nodeType="clickEffect">
                                  <p:stCondLst>
                                    <p:cond delay="0"/>
                                  </p:stCondLst>
                                  <p:childTnLst>
                                    <p:set>
                                      <p:cBhvr>
                                        <p:cTn id="14" dur="1" fill="hold">
                                          <p:stCondLst>
                                            <p:cond delay="0"/>
                                          </p:stCondLst>
                                        </p:cTn>
                                        <p:tgtEl>
                                          <p:spTgt spid="9"/>
                                        </p:tgtEl>
                                        <p:attrNameLst>
                                          <p:attrName>style.visibility</p:attrName>
                                        </p:attrNameLst>
                                      </p:cBhvr>
                                      <p:to>
                                        <p:strVal val="visible"/>
                                      </p:to>
                                    </p:set>
                                    <p:animEffect transition="in" filter="wheel(1)">
                                      <p:cBhvr>
                                        <p:cTn id="15" dur="2000"/>
                                        <p:tgtEl>
                                          <p:spTgt spid="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animBg="1"/>
      <p:bldP spid="8" grpId="0" animBg="1"/>
      <p:bldP spid="9" grpId="0" animBg="1"/>
    </p:bldLst>
  </p:timing>
</p:sld>
</file>

<file path=ppt/slides/slide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7650" name="Rectangle 2">
            <a:extLst>
              <a:ext uri="{FF2B5EF4-FFF2-40B4-BE49-F238E27FC236}">
                <a16:creationId xmlns:a16="http://schemas.microsoft.com/office/drawing/2014/main" id="{B1F89BBC-F782-47E4-9183-3D270B5A7B44}"/>
              </a:ext>
            </a:extLst>
          </p:cNvPr>
          <p:cNvSpPr>
            <a:spLocks noGrp="1" noChangeArrowheads="1"/>
          </p:cNvSpPr>
          <p:nvPr>
            <p:ph type="title"/>
          </p:nvPr>
        </p:nvSpPr>
        <p:spPr/>
        <p:txBody>
          <a:bodyPr/>
          <a:lstStyle/>
          <a:p>
            <a:pPr eaLnBrk="1" hangingPunct="1"/>
            <a:r>
              <a:rPr lang="en-US" altLang="zh-CN"/>
              <a:t>3.3.4 </a:t>
            </a:r>
            <a:r>
              <a:rPr lang="zh-CN" altLang="en-US"/>
              <a:t>非递归的预测分析</a:t>
            </a:r>
          </a:p>
        </p:txBody>
      </p:sp>
      <p:sp>
        <p:nvSpPr>
          <p:cNvPr id="27651" name="Rectangle 3">
            <a:extLst>
              <a:ext uri="{FF2B5EF4-FFF2-40B4-BE49-F238E27FC236}">
                <a16:creationId xmlns:a16="http://schemas.microsoft.com/office/drawing/2014/main" id="{1B4FC7E8-65C5-490E-84F0-9ED916973865}"/>
              </a:ext>
            </a:extLst>
          </p:cNvPr>
          <p:cNvSpPr>
            <a:spLocks noGrp="1" noChangeArrowheads="1"/>
          </p:cNvSpPr>
          <p:nvPr>
            <p:ph idx="1"/>
          </p:nvPr>
        </p:nvSpPr>
        <p:spPr/>
        <p:txBody>
          <a:bodyPr/>
          <a:lstStyle/>
          <a:p>
            <a:pPr eaLnBrk="1" hangingPunct="1">
              <a:lnSpc>
                <a:spcPct val="90000"/>
              </a:lnSpc>
              <a:buFont typeface="Wingdings" panose="05000000000000000000" pitchFamily="2" charset="2"/>
              <a:buNone/>
            </a:pPr>
            <a:r>
              <a:rPr lang="zh-CN" altLang="en-US" sz="2800"/>
              <a:t>预测分析器接受输入</a:t>
            </a:r>
            <a:r>
              <a:rPr lang="en-US" altLang="zh-CN" sz="2800" b="1">
                <a:latin typeface="Times New Roman" panose="02020603050405020304" pitchFamily="18" charset="0"/>
              </a:rPr>
              <a:t>id</a:t>
            </a:r>
            <a:r>
              <a:rPr lang="en-US" altLang="zh-CN" sz="2800">
                <a:latin typeface="Times New Roman" panose="02020603050405020304" pitchFamily="18" charset="0"/>
              </a:rPr>
              <a:t> * </a:t>
            </a:r>
            <a:r>
              <a:rPr lang="en-US" altLang="zh-CN" sz="2800" b="1">
                <a:latin typeface="Times New Roman" panose="02020603050405020304" pitchFamily="18" charset="0"/>
              </a:rPr>
              <a:t>id</a:t>
            </a:r>
            <a:r>
              <a:rPr lang="en-US" altLang="zh-CN" sz="2800">
                <a:latin typeface="Times New Roman" panose="02020603050405020304" pitchFamily="18" charset="0"/>
              </a:rPr>
              <a:t> + </a:t>
            </a:r>
            <a:r>
              <a:rPr lang="en-US" altLang="zh-CN" sz="2800" b="1">
                <a:latin typeface="Times New Roman" panose="02020603050405020304" pitchFamily="18" charset="0"/>
              </a:rPr>
              <a:t>id</a:t>
            </a:r>
            <a:r>
              <a:rPr lang="zh-CN" altLang="en-US" sz="2800"/>
              <a:t>的动作</a:t>
            </a:r>
          </a:p>
        </p:txBody>
      </p:sp>
      <p:graphicFrame>
        <p:nvGraphicFramePr>
          <p:cNvPr id="5" name="Group 4">
            <a:extLst>
              <a:ext uri="{FF2B5EF4-FFF2-40B4-BE49-F238E27FC236}">
                <a16:creationId xmlns:a16="http://schemas.microsoft.com/office/drawing/2014/main" id="{13DF3F73-FB47-4837-9EB8-2DDDA5032701}"/>
              </a:ext>
            </a:extLst>
          </p:cNvPr>
          <p:cNvGraphicFramePr>
            <a:graphicFrameLocks/>
          </p:cNvGraphicFramePr>
          <p:nvPr/>
        </p:nvGraphicFramePr>
        <p:xfrm>
          <a:off x="609600" y="1981200"/>
          <a:ext cx="8305800" cy="4667252"/>
        </p:xfrm>
        <a:graphic>
          <a:graphicData uri="http://schemas.openxmlformats.org/drawingml/2006/table">
            <a:tbl>
              <a:tblPr/>
              <a:tblGrid>
                <a:gridCol w="2690813">
                  <a:extLst>
                    <a:ext uri="{9D8B030D-6E8A-4147-A177-3AD203B41FA5}">
                      <a16:colId xmlns:a16="http://schemas.microsoft.com/office/drawing/2014/main" val="20000"/>
                    </a:ext>
                  </a:extLst>
                </a:gridCol>
                <a:gridCol w="2808287">
                  <a:extLst>
                    <a:ext uri="{9D8B030D-6E8A-4147-A177-3AD203B41FA5}">
                      <a16:colId xmlns:a16="http://schemas.microsoft.com/office/drawing/2014/main" val="20001"/>
                    </a:ext>
                  </a:extLst>
                </a:gridCol>
                <a:gridCol w="2806700">
                  <a:extLst>
                    <a:ext uri="{9D8B030D-6E8A-4147-A177-3AD203B41FA5}">
                      <a16:colId xmlns:a16="http://schemas.microsoft.com/office/drawing/2014/main" val="20002"/>
                    </a:ext>
                  </a:extLst>
                </a:gridCol>
              </a:tblGrid>
              <a:tr h="518160">
                <a:tc>
                  <a:txBody>
                    <a:body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itchFamily="2" charset="2"/>
                        <a:buNone/>
                        <a:tabLst/>
                      </a:pPr>
                      <a:r>
                        <a:rPr kumimoji="0" lang="zh-CN" altLang="en-US" sz="2800" b="0" i="0" u="none" strike="noStrike" cap="none" normalizeH="0" baseline="0">
                          <a:ln>
                            <a:noFill/>
                          </a:ln>
                          <a:solidFill>
                            <a:schemeClr val="tx1"/>
                          </a:solidFill>
                          <a:effectLst/>
                          <a:latin typeface="Times New Roman" pitchFamily="18" charset="0"/>
                          <a:ea typeface="黑体" pitchFamily="2" charset="-122"/>
                        </a:rPr>
                        <a:t>栈 </a:t>
                      </a:r>
                    </a:p>
                  </a:txBody>
                  <a:tcPr horzOverflow="overflow">
                    <a:lnL w="28575"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28575"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a:txBody>
                    <a:body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itchFamily="2" charset="2"/>
                        <a:buNone/>
                        <a:tabLst/>
                      </a:pPr>
                      <a:r>
                        <a:rPr kumimoji="0" lang="zh-CN" altLang="en-US" sz="2800" b="0" i="0" u="none" strike="noStrike" cap="none" normalizeH="0" baseline="0">
                          <a:ln>
                            <a:noFill/>
                          </a:ln>
                          <a:solidFill>
                            <a:schemeClr val="tx1"/>
                          </a:solidFill>
                          <a:effectLst/>
                          <a:latin typeface="Times New Roman" pitchFamily="18" charset="0"/>
                          <a:ea typeface="黑体" pitchFamily="2" charset="-122"/>
                        </a:rPr>
                        <a:t>输    入 </a:t>
                      </a:r>
                    </a:p>
                  </a:txBody>
                  <a:tcPr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28575"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a:txBody>
                    <a:body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itchFamily="2" charset="2"/>
                        <a:buNone/>
                        <a:tabLst/>
                      </a:pPr>
                      <a:r>
                        <a:rPr kumimoji="0" lang="zh-CN" altLang="en-US" sz="2800" b="0" i="0" u="none" strike="noStrike" cap="none" normalizeH="0" baseline="0">
                          <a:ln>
                            <a:noFill/>
                          </a:ln>
                          <a:solidFill>
                            <a:schemeClr val="tx1"/>
                          </a:solidFill>
                          <a:effectLst/>
                          <a:latin typeface="Times New Roman" pitchFamily="18" charset="0"/>
                          <a:ea typeface="黑体" pitchFamily="2" charset="-122"/>
                        </a:rPr>
                        <a:t>输    出 </a:t>
                      </a:r>
                    </a:p>
                  </a:txBody>
                  <a:tcPr horzOverflow="overflow">
                    <a:lnL w="12700" cap="flat" cmpd="sng" algn="ctr">
                      <a:solidFill>
                        <a:schemeClr val="tx1"/>
                      </a:solidFill>
                      <a:prstDash val="solid"/>
                      <a:round/>
                      <a:headEnd type="none" w="sm" len="sm"/>
                      <a:tailEnd type="none" w="sm" len="sm"/>
                    </a:lnL>
                    <a:lnR w="28575" cap="flat" cmpd="sng" algn="ctr">
                      <a:solidFill>
                        <a:schemeClr val="tx1"/>
                      </a:solidFill>
                      <a:prstDash val="solid"/>
                      <a:round/>
                      <a:headEnd type="none" w="sm" len="sm"/>
                      <a:tailEnd type="none" w="sm" len="sm"/>
                    </a:lnR>
                    <a:lnT w="28575"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extLst>
                  <a:ext uri="{0D108BD9-81ED-4DB2-BD59-A6C34878D82A}">
                    <a16:rowId xmlns:a16="http://schemas.microsoft.com/office/drawing/2014/main" val="10000"/>
                  </a:ext>
                </a:extLst>
              </a:tr>
              <a:tr h="519113">
                <a:tc>
                  <a:txBody>
                    <a:bodyPr/>
                    <a:lstStyle/>
                    <a:p>
                      <a:pPr marL="0" marR="0" lvl="0" indent="0" algn="l" defTabSz="914400" rtl="0" eaLnBrk="1" fontAlgn="base" latinLnBrk="0" hangingPunct="1">
                        <a:lnSpc>
                          <a:spcPct val="100000"/>
                        </a:lnSpc>
                        <a:spcBef>
                          <a:spcPct val="20000"/>
                        </a:spcBef>
                        <a:spcAft>
                          <a:spcPct val="0"/>
                        </a:spcAft>
                        <a:buClr>
                          <a:schemeClr val="folHlink"/>
                        </a:buClr>
                        <a:buSzPct val="60000"/>
                        <a:buFont typeface="Wingdings" pitchFamily="2" charset="2"/>
                        <a:buNone/>
                        <a:tabLst/>
                      </a:pPr>
                      <a:r>
                        <a:rPr kumimoji="0" lang="en-US" altLang="zh-CN" sz="2800" b="1" i="0" u="none" strike="noStrike" cap="none" normalizeH="0" baseline="0">
                          <a:ln>
                            <a:noFill/>
                          </a:ln>
                          <a:solidFill>
                            <a:schemeClr val="tx1"/>
                          </a:solidFill>
                          <a:effectLst/>
                          <a:latin typeface="Times New Roman" pitchFamily="18" charset="0"/>
                          <a:ea typeface="黑体" pitchFamily="2" charset="-122"/>
                        </a:rPr>
                        <a:t>$</a:t>
                      </a:r>
                      <a:r>
                        <a:rPr kumimoji="0" lang="en-US" altLang="zh-CN" sz="2800" b="1" i="1" u="none" strike="noStrike" cap="none" normalizeH="0" baseline="0">
                          <a:ln>
                            <a:noFill/>
                          </a:ln>
                          <a:solidFill>
                            <a:schemeClr val="tx1"/>
                          </a:solidFill>
                          <a:effectLst/>
                          <a:latin typeface="Times New Roman" pitchFamily="18" charset="0"/>
                          <a:ea typeface="黑体" pitchFamily="2" charset="-122"/>
                        </a:rPr>
                        <a:t>E</a:t>
                      </a:r>
                      <a:r>
                        <a:rPr kumimoji="0" lang="en-US" altLang="zh-CN" sz="2800" b="0" i="0" u="none" strike="noStrike" cap="none" normalizeH="0" baseline="0">
                          <a:ln>
                            <a:noFill/>
                          </a:ln>
                          <a:solidFill>
                            <a:schemeClr val="tx1"/>
                          </a:solidFill>
                          <a:effectLst/>
                          <a:latin typeface="Times New Roman" pitchFamily="18" charset="0"/>
                          <a:ea typeface="黑体" pitchFamily="2" charset="-122"/>
                        </a:rPr>
                        <a:t> </a:t>
                      </a:r>
                    </a:p>
                  </a:txBody>
                  <a:tcPr horzOverflow="overflow">
                    <a:lnL w="28575"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
                          <a:schemeClr val="folHlink"/>
                        </a:buClr>
                        <a:buSzPct val="60000"/>
                        <a:buFont typeface="Wingdings" pitchFamily="2" charset="2"/>
                        <a:buNone/>
                        <a:tabLst/>
                      </a:pPr>
                      <a:r>
                        <a:rPr kumimoji="0" lang="en-US" altLang="zh-CN" sz="2800" b="1" i="0" u="none" strike="noStrike" cap="none" normalizeH="0" baseline="0">
                          <a:ln>
                            <a:noFill/>
                          </a:ln>
                          <a:solidFill>
                            <a:schemeClr val="tx1"/>
                          </a:solidFill>
                          <a:effectLst/>
                          <a:latin typeface="Times New Roman" pitchFamily="18" charset="0"/>
                          <a:ea typeface="黑体" pitchFamily="2" charset="-122"/>
                        </a:rPr>
                        <a:t>id </a:t>
                      </a:r>
                      <a:r>
                        <a:rPr kumimoji="0" lang="en-US" altLang="zh-CN" sz="2800" b="1" i="0" u="none" strike="noStrike" cap="none" normalizeH="0" baseline="0">
                          <a:ln>
                            <a:noFill/>
                          </a:ln>
                          <a:solidFill>
                            <a:schemeClr val="tx1"/>
                          </a:solidFill>
                          <a:effectLst/>
                          <a:latin typeface="Times New Roman" pitchFamily="18" charset="0"/>
                          <a:ea typeface="黑体" pitchFamily="2" charset="-122"/>
                          <a:cs typeface="Times New Roman" pitchFamily="18" charset="0"/>
                          <a:sym typeface="Symbol" pitchFamily="18" charset="2"/>
                        </a:rPr>
                        <a:t></a:t>
                      </a:r>
                      <a:r>
                        <a:rPr kumimoji="0" lang="en-US" altLang="zh-CN" sz="2800" b="1" i="0" u="none" strike="noStrike" cap="none" normalizeH="0" baseline="0">
                          <a:ln>
                            <a:noFill/>
                          </a:ln>
                          <a:solidFill>
                            <a:schemeClr val="tx1"/>
                          </a:solidFill>
                          <a:effectLst/>
                          <a:latin typeface="Times New Roman" pitchFamily="18" charset="0"/>
                          <a:ea typeface="黑体" pitchFamily="2" charset="-122"/>
                        </a:rPr>
                        <a:t> id + id$</a:t>
                      </a:r>
                      <a:r>
                        <a:rPr kumimoji="0" lang="en-US" altLang="zh-CN" sz="2800" b="0" i="0" u="none" strike="noStrike" cap="none" normalizeH="0" baseline="0">
                          <a:ln>
                            <a:noFill/>
                          </a:ln>
                          <a:solidFill>
                            <a:schemeClr val="tx1"/>
                          </a:solidFill>
                          <a:effectLst/>
                          <a:latin typeface="Times New Roman" pitchFamily="18" charset="0"/>
                          <a:ea typeface="黑体" pitchFamily="2" charset="-122"/>
                        </a:rPr>
                        <a:t> </a:t>
                      </a:r>
                    </a:p>
                  </a:txBody>
                  <a:tcPr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
                          <a:schemeClr val="folHlink"/>
                        </a:buClr>
                        <a:buSzPct val="60000"/>
                        <a:buFont typeface="Wingdings" pitchFamily="2" charset="2"/>
                        <a:buNone/>
                        <a:tabLst/>
                      </a:pPr>
                      <a:endParaRPr kumimoji="0" lang="zh-CN" altLang="zh-CN" sz="2800" b="0" i="0" u="none" strike="noStrike" cap="none" normalizeH="0" baseline="0">
                        <a:ln>
                          <a:noFill/>
                        </a:ln>
                        <a:solidFill>
                          <a:schemeClr val="tx1"/>
                        </a:solidFill>
                        <a:effectLst/>
                        <a:latin typeface="Times New Roman" pitchFamily="18" charset="0"/>
                        <a:ea typeface="黑体" pitchFamily="2" charset="-122"/>
                      </a:endParaRPr>
                    </a:p>
                  </a:txBody>
                  <a:tcPr horzOverflow="overflow">
                    <a:lnL w="12700" cap="flat" cmpd="sng" algn="ctr">
                      <a:solidFill>
                        <a:schemeClr val="tx1"/>
                      </a:solidFill>
                      <a:prstDash val="solid"/>
                      <a:round/>
                      <a:headEnd type="none" w="sm" len="sm"/>
                      <a:tailEnd type="none" w="sm" len="sm"/>
                    </a:lnL>
                    <a:lnR w="28575"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extLst>
                  <a:ext uri="{0D108BD9-81ED-4DB2-BD59-A6C34878D82A}">
                    <a16:rowId xmlns:a16="http://schemas.microsoft.com/office/drawing/2014/main" val="10001"/>
                  </a:ext>
                </a:extLst>
              </a:tr>
              <a:tr h="518160">
                <a:tc>
                  <a:txBody>
                    <a:bodyPr/>
                    <a:lstStyle/>
                    <a:p>
                      <a:pPr marL="0" marR="0" lvl="0" indent="0" algn="l" defTabSz="914400" rtl="0" eaLnBrk="1" fontAlgn="base" latinLnBrk="0" hangingPunct="1">
                        <a:lnSpc>
                          <a:spcPct val="100000"/>
                        </a:lnSpc>
                        <a:spcBef>
                          <a:spcPct val="20000"/>
                        </a:spcBef>
                        <a:spcAft>
                          <a:spcPct val="0"/>
                        </a:spcAft>
                        <a:buClr>
                          <a:schemeClr val="folHlink"/>
                        </a:buClr>
                        <a:buSzPct val="60000"/>
                        <a:buFont typeface="Wingdings" pitchFamily="2" charset="2"/>
                        <a:buNone/>
                        <a:tabLst/>
                      </a:pPr>
                      <a:r>
                        <a:rPr kumimoji="0" lang="en-US" altLang="zh-CN" sz="2800" b="1" i="0" u="none" strike="noStrike" cap="none" normalizeH="0" baseline="0">
                          <a:ln>
                            <a:noFill/>
                          </a:ln>
                          <a:solidFill>
                            <a:schemeClr val="tx1"/>
                          </a:solidFill>
                          <a:effectLst/>
                          <a:latin typeface="Times New Roman" pitchFamily="18" charset="0"/>
                          <a:ea typeface="黑体" pitchFamily="2" charset="-122"/>
                        </a:rPr>
                        <a:t>$</a:t>
                      </a:r>
                      <a:r>
                        <a:rPr kumimoji="0" lang="en-US" altLang="zh-CN" sz="2800" b="1" i="1" u="none" strike="noStrike" cap="none" normalizeH="0" baseline="0">
                          <a:ln>
                            <a:noFill/>
                          </a:ln>
                          <a:solidFill>
                            <a:schemeClr val="tx1"/>
                          </a:solidFill>
                          <a:effectLst/>
                          <a:latin typeface="Times New Roman" pitchFamily="18" charset="0"/>
                          <a:ea typeface="黑体" pitchFamily="2" charset="-122"/>
                        </a:rPr>
                        <a:t>E </a:t>
                      </a:r>
                      <a:r>
                        <a:rPr kumimoji="0" lang="en-US" altLang="zh-CN" sz="2800" b="1" i="0" u="none" strike="noStrike" cap="none" normalizeH="0" baseline="0">
                          <a:ln>
                            <a:noFill/>
                          </a:ln>
                          <a:solidFill>
                            <a:schemeClr val="tx1"/>
                          </a:solidFill>
                          <a:effectLst/>
                          <a:latin typeface="Times New Roman" pitchFamily="18" charset="0"/>
                          <a:ea typeface="黑体" pitchFamily="2" charset="-122"/>
                          <a:sym typeface="Symbol" pitchFamily="18" charset="2"/>
                        </a:rPr>
                        <a:t></a:t>
                      </a:r>
                      <a:r>
                        <a:rPr kumimoji="0" lang="en-US" altLang="zh-CN" sz="2800" b="1" i="1" u="none" strike="noStrike" cap="none" normalizeH="0" baseline="0">
                          <a:ln>
                            <a:noFill/>
                          </a:ln>
                          <a:solidFill>
                            <a:schemeClr val="tx1"/>
                          </a:solidFill>
                          <a:effectLst/>
                          <a:latin typeface="Times New Roman" pitchFamily="18" charset="0"/>
                          <a:ea typeface="黑体" pitchFamily="2" charset="-122"/>
                        </a:rPr>
                        <a:t>T</a:t>
                      </a:r>
                      <a:r>
                        <a:rPr kumimoji="0" lang="en-US" altLang="zh-CN" sz="2800" b="0" i="0" u="none" strike="noStrike" cap="none" normalizeH="0" baseline="0">
                          <a:ln>
                            <a:noFill/>
                          </a:ln>
                          <a:solidFill>
                            <a:schemeClr val="tx1"/>
                          </a:solidFill>
                          <a:effectLst/>
                          <a:latin typeface="Times New Roman" pitchFamily="18" charset="0"/>
                          <a:ea typeface="黑体" pitchFamily="2" charset="-122"/>
                        </a:rPr>
                        <a:t> </a:t>
                      </a:r>
                    </a:p>
                  </a:txBody>
                  <a:tcPr horzOverflow="overflow">
                    <a:lnL w="28575"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
                          <a:schemeClr val="folHlink"/>
                        </a:buClr>
                        <a:buSzPct val="60000"/>
                        <a:buFont typeface="Wingdings" pitchFamily="2" charset="2"/>
                        <a:buNone/>
                        <a:tabLst/>
                      </a:pPr>
                      <a:r>
                        <a:rPr kumimoji="0" lang="en-US" altLang="zh-CN" sz="2800" b="1" i="0" u="none" strike="noStrike" cap="none" normalizeH="0" baseline="0">
                          <a:ln>
                            <a:noFill/>
                          </a:ln>
                          <a:solidFill>
                            <a:schemeClr val="tx1"/>
                          </a:solidFill>
                          <a:effectLst/>
                          <a:latin typeface="Times New Roman" pitchFamily="18" charset="0"/>
                          <a:ea typeface="黑体" pitchFamily="2" charset="-122"/>
                        </a:rPr>
                        <a:t>id </a:t>
                      </a:r>
                      <a:r>
                        <a:rPr kumimoji="0" lang="en-US" altLang="zh-CN" sz="2800" b="1" i="0" u="none" strike="noStrike" cap="none" normalizeH="0" baseline="0">
                          <a:ln>
                            <a:noFill/>
                          </a:ln>
                          <a:solidFill>
                            <a:schemeClr val="tx1"/>
                          </a:solidFill>
                          <a:effectLst/>
                          <a:latin typeface="Times New Roman" pitchFamily="18" charset="0"/>
                          <a:ea typeface="黑体" pitchFamily="2" charset="-122"/>
                          <a:cs typeface="Times New Roman" pitchFamily="18" charset="0"/>
                          <a:sym typeface="Symbol" pitchFamily="18" charset="2"/>
                        </a:rPr>
                        <a:t></a:t>
                      </a:r>
                      <a:r>
                        <a:rPr kumimoji="0" lang="en-US" altLang="zh-CN" sz="2800" b="1" i="0" u="none" strike="noStrike" cap="none" normalizeH="0" baseline="0">
                          <a:ln>
                            <a:noFill/>
                          </a:ln>
                          <a:solidFill>
                            <a:schemeClr val="tx1"/>
                          </a:solidFill>
                          <a:effectLst/>
                          <a:latin typeface="Times New Roman" pitchFamily="18" charset="0"/>
                          <a:ea typeface="黑体" pitchFamily="2" charset="-122"/>
                        </a:rPr>
                        <a:t> id + id$</a:t>
                      </a:r>
                      <a:r>
                        <a:rPr kumimoji="0" lang="en-US" altLang="zh-CN" sz="2800" b="0" i="0" u="none" strike="noStrike" cap="none" normalizeH="0" baseline="0">
                          <a:ln>
                            <a:noFill/>
                          </a:ln>
                          <a:solidFill>
                            <a:schemeClr val="tx1"/>
                          </a:solidFill>
                          <a:effectLst/>
                          <a:latin typeface="Times New Roman" pitchFamily="18" charset="0"/>
                          <a:ea typeface="黑体" pitchFamily="2" charset="-122"/>
                        </a:rPr>
                        <a:t> </a:t>
                      </a:r>
                    </a:p>
                  </a:txBody>
                  <a:tcPr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
                          <a:schemeClr val="folHlink"/>
                        </a:buClr>
                        <a:buSzPct val="60000"/>
                        <a:buFont typeface="Wingdings" pitchFamily="2" charset="2"/>
                        <a:buNone/>
                        <a:tabLst/>
                      </a:pPr>
                      <a:r>
                        <a:rPr kumimoji="0" lang="en-US" altLang="zh-CN" sz="2800" b="1" i="1" u="none" strike="noStrike" cap="none" normalizeH="0" baseline="0">
                          <a:ln>
                            <a:noFill/>
                          </a:ln>
                          <a:solidFill>
                            <a:schemeClr val="tx1"/>
                          </a:solidFill>
                          <a:effectLst/>
                          <a:latin typeface="Times New Roman" pitchFamily="18" charset="0"/>
                          <a:ea typeface="黑体" pitchFamily="2" charset="-122"/>
                        </a:rPr>
                        <a:t>E</a:t>
                      </a:r>
                      <a:r>
                        <a:rPr kumimoji="0" lang="en-US" altLang="zh-CN" sz="2800" b="1" i="0" u="none" strike="noStrike" cap="none" normalizeH="0" baseline="0">
                          <a:ln>
                            <a:noFill/>
                          </a:ln>
                          <a:solidFill>
                            <a:schemeClr val="tx1"/>
                          </a:solidFill>
                          <a:effectLst/>
                          <a:latin typeface="Times New Roman" pitchFamily="18" charset="0"/>
                          <a:ea typeface="黑体" pitchFamily="2" charset="-122"/>
                        </a:rPr>
                        <a:t> </a:t>
                      </a:r>
                      <a:r>
                        <a:rPr kumimoji="0" lang="en-US" altLang="zh-CN" sz="2800" b="1" i="0" u="none" strike="noStrike" cap="none" normalizeH="0" baseline="0">
                          <a:ln>
                            <a:noFill/>
                          </a:ln>
                          <a:solidFill>
                            <a:schemeClr val="tx1"/>
                          </a:solidFill>
                          <a:effectLst/>
                          <a:latin typeface="Times New Roman" pitchFamily="18" charset="0"/>
                          <a:ea typeface="黑体" pitchFamily="2" charset="-122"/>
                          <a:sym typeface="Symbol" pitchFamily="18" charset="2"/>
                        </a:rPr>
                        <a:t></a:t>
                      </a:r>
                      <a:r>
                        <a:rPr kumimoji="0" lang="en-US" altLang="zh-CN" sz="2800" b="1" i="0" u="none" strike="noStrike" cap="none" normalizeH="0" baseline="0">
                          <a:ln>
                            <a:noFill/>
                          </a:ln>
                          <a:solidFill>
                            <a:schemeClr val="tx1"/>
                          </a:solidFill>
                          <a:effectLst/>
                          <a:latin typeface="Times New Roman" pitchFamily="18" charset="0"/>
                          <a:ea typeface="黑体" pitchFamily="2" charset="-122"/>
                        </a:rPr>
                        <a:t> </a:t>
                      </a:r>
                      <a:r>
                        <a:rPr kumimoji="0" lang="en-US" altLang="zh-CN" sz="2800" b="1" i="1" u="none" strike="noStrike" cap="none" normalizeH="0" baseline="0">
                          <a:ln>
                            <a:noFill/>
                          </a:ln>
                          <a:solidFill>
                            <a:schemeClr val="tx1"/>
                          </a:solidFill>
                          <a:effectLst/>
                          <a:latin typeface="Times New Roman" pitchFamily="18" charset="0"/>
                          <a:ea typeface="黑体" pitchFamily="2" charset="-122"/>
                        </a:rPr>
                        <a:t>TE </a:t>
                      </a:r>
                      <a:r>
                        <a:rPr kumimoji="0" lang="en-US" altLang="zh-CN" sz="2800" b="1" i="0" u="none" strike="noStrike" cap="none" normalizeH="0" baseline="0">
                          <a:ln>
                            <a:noFill/>
                          </a:ln>
                          <a:solidFill>
                            <a:schemeClr val="tx1"/>
                          </a:solidFill>
                          <a:effectLst/>
                          <a:latin typeface="Times New Roman" pitchFamily="18" charset="0"/>
                          <a:ea typeface="黑体" pitchFamily="2" charset="-122"/>
                          <a:sym typeface="Symbol" pitchFamily="18" charset="2"/>
                        </a:rPr>
                        <a:t></a:t>
                      </a:r>
                      <a:r>
                        <a:rPr kumimoji="0" lang="en-US" altLang="zh-CN" sz="2800" b="0" i="0" u="none" strike="noStrike" cap="none" normalizeH="0" baseline="0">
                          <a:ln>
                            <a:noFill/>
                          </a:ln>
                          <a:solidFill>
                            <a:schemeClr val="tx1"/>
                          </a:solidFill>
                          <a:effectLst/>
                          <a:latin typeface="Times New Roman" pitchFamily="18" charset="0"/>
                          <a:ea typeface="黑体" pitchFamily="2" charset="-122"/>
                        </a:rPr>
                        <a:t> </a:t>
                      </a:r>
                    </a:p>
                  </a:txBody>
                  <a:tcPr horzOverflow="overflow">
                    <a:lnL w="12700" cap="flat" cmpd="sng" algn="ctr">
                      <a:solidFill>
                        <a:schemeClr val="tx1"/>
                      </a:solidFill>
                      <a:prstDash val="solid"/>
                      <a:round/>
                      <a:headEnd type="none" w="sm" len="sm"/>
                      <a:tailEnd type="none" w="sm" len="sm"/>
                    </a:lnL>
                    <a:lnR w="28575"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extLst>
                  <a:ext uri="{0D108BD9-81ED-4DB2-BD59-A6C34878D82A}">
                    <a16:rowId xmlns:a16="http://schemas.microsoft.com/office/drawing/2014/main" val="10002"/>
                  </a:ext>
                </a:extLst>
              </a:tr>
              <a:tr h="519113">
                <a:tc>
                  <a:txBody>
                    <a:bodyPr/>
                    <a:lstStyle/>
                    <a:p>
                      <a:pPr marL="0" marR="0" lvl="0" indent="0" algn="l" defTabSz="914400" rtl="0" eaLnBrk="1" fontAlgn="base" latinLnBrk="0" hangingPunct="1">
                        <a:lnSpc>
                          <a:spcPct val="100000"/>
                        </a:lnSpc>
                        <a:spcBef>
                          <a:spcPct val="20000"/>
                        </a:spcBef>
                        <a:spcAft>
                          <a:spcPct val="0"/>
                        </a:spcAft>
                        <a:buClr>
                          <a:schemeClr val="folHlink"/>
                        </a:buClr>
                        <a:buSzPct val="60000"/>
                        <a:buFont typeface="Wingdings" pitchFamily="2" charset="2"/>
                        <a:buNone/>
                        <a:tabLst/>
                      </a:pPr>
                      <a:r>
                        <a:rPr kumimoji="0" lang="en-US" altLang="zh-CN" sz="2800" b="1" i="0" u="none" strike="noStrike" cap="none" normalizeH="0" baseline="0">
                          <a:ln>
                            <a:noFill/>
                          </a:ln>
                          <a:solidFill>
                            <a:schemeClr val="tx1"/>
                          </a:solidFill>
                          <a:effectLst/>
                          <a:latin typeface="Times New Roman" pitchFamily="18" charset="0"/>
                          <a:ea typeface="黑体" pitchFamily="2" charset="-122"/>
                        </a:rPr>
                        <a:t>$</a:t>
                      </a:r>
                      <a:r>
                        <a:rPr kumimoji="0" lang="en-US" altLang="zh-CN" sz="2800" b="1" i="1" u="none" strike="noStrike" cap="none" normalizeH="0" baseline="0">
                          <a:ln>
                            <a:noFill/>
                          </a:ln>
                          <a:solidFill>
                            <a:schemeClr val="tx1"/>
                          </a:solidFill>
                          <a:effectLst/>
                          <a:latin typeface="Times New Roman" pitchFamily="18" charset="0"/>
                          <a:ea typeface="黑体" pitchFamily="2" charset="-122"/>
                        </a:rPr>
                        <a:t>E </a:t>
                      </a:r>
                      <a:r>
                        <a:rPr kumimoji="0" lang="en-US" altLang="zh-CN" sz="2800" b="1" i="0" u="none" strike="noStrike" cap="none" normalizeH="0" baseline="0">
                          <a:ln>
                            <a:noFill/>
                          </a:ln>
                          <a:solidFill>
                            <a:schemeClr val="tx1"/>
                          </a:solidFill>
                          <a:effectLst/>
                          <a:latin typeface="Times New Roman" pitchFamily="18" charset="0"/>
                          <a:ea typeface="黑体" pitchFamily="2" charset="-122"/>
                          <a:sym typeface="Symbol" pitchFamily="18" charset="2"/>
                        </a:rPr>
                        <a:t></a:t>
                      </a:r>
                      <a:r>
                        <a:rPr kumimoji="0" lang="en-US" altLang="zh-CN" sz="2800" b="1" i="1" u="none" strike="noStrike" cap="none" normalizeH="0" baseline="0">
                          <a:ln>
                            <a:noFill/>
                          </a:ln>
                          <a:solidFill>
                            <a:schemeClr val="tx1"/>
                          </a:solidFill>
                          <a:effectLst/>
                          <a:latin typeface="Times New Roman" pitchFamily="18" charset="0"/>
                          <a:ea typeface="黑体" pitchFamily="2" charset="-122"/>
                        </a:rPr>
                        <a:t>T </a:t>
                      </a:r>
                      <a:r>
                        <a:rPr kumimoji="0" lang="en-US" altLang="zh-CN" sz="2800" b="1" i="0" u="none" strike="noStrike" cap="none" normalizeH="0" baseline="0">
                          <a:ln>
                            <a:noFill/>
                          </a:ln>
                          <a:solidFill>
                            <a:schemeClr val="tx1"/>
                          </a:solidFill>
                          <a:effectLst/>
                          <a:latin typeface="Times New Roman" pitchFamily="18" charset="0"/>
                          <a:ea typeface="黑体" pitchFamily="2" charset="-122"/>
                          <a:sym typeface="Symbol" pitchFamily="18" charset="2"/>
                        </a:rPr>
                        <a:t></a:t>
                      </a:r>
                      <a:r>
                        <a:rPr kumimoji="0" lang="en-US" altLang="zh-CN" sz="2800" b="1" i="1" u="none" strike="noStrike" cap="none" normalizeH="0" baseline="0">
                          <a:ln>
                            <a:noFill/>
                          </a:ln>
                          <a:solidFill>
                            <a:schemeClr val="tx1"/>
                          </a:solidFill>
                          <a:effectLst/>
                          <a:latin typeface="Times New Roman" pitchFamily="18" charset="0"/>
                          <a:ea typeface="黑体" pitchFamily="2" charset="-122"/>
                        </a:rPr>
                        <a:t>F</a:t>
                      </a:r>
                      <a:r>
                        <a:rPr kumimoji="0" lang="en-US" altLang="zh-CN" sz="2800" b="0" i="0" u="none" strike="noStrike" cap="none" normalizeH="0" baseline="0">
                          <a:ln>
                            <a:noFill/>
                          </a:ln>
                          <a:solidFill>
                            <a:schemeClr val="tx1"/>
                          </a:solidFill>
                          <a:effectLst/>
                          <a:latin typeface="Times New Roman" pitchFamily="18" charset="0"/>
                          <a:ea typeface="黑体" pitchFamily="2" charset="-122"/>
                        </a:rPr>
                        <a:t> </a:t>
                      </a:r>
                    </a:p>
                  </a:txBody>
                  <a:tcPr horzOverflow="overflow">
                    <a:lnL w="28575"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
                          <a:schemeClr val="folHlink"/>
                        </a:buClr>
                        <a:buSzPct val="60000"/>
                        <a:buFont typeface="Wingdings" pitchFamily="2" charset="2"/>
                        <a:buNone/>
                        <a:tabLst/>
                      </a:pPr>
                      <a:r>
                        <a:rPr kumimoji="0" lang="en-US" altLang="zh-CN" sz="2800" b="1" i="0" u="none" strike="noStrike" cap="none" normalizeH="0" baseline="0">
                          <a:ln>
                            <a:noFill/>
                          </a:ln>
                          <a:solidFill>
                            <a:schemeClr val="tx1"/>
                          </a:solidFill>
                          <a:effectLst/>
                          <a:latin typeface="Times New Roman" pitchFamily="18" charset="0"/>
                          <a:ea typeface="黑体" pitchFamily="2" charset="-122"/>
                        </a:rPr>
                        <a:t>id </a:t>
                      </a:r>
                      <a:r>
                        <a:rPr kumimoji="0" lang="en-US" altLang="zh-CN" sz="2800" b="1" i="0" u="none" strike="noStrike" cap="none" normalizeH="0" baseline="0">
                          <a:ln>
                            <a:noFill/>
                          </a:ln>
                          <a:solidFill>
                            <a:schemeClr val="tx1"/>
                          </a:solidFill>
                          <a:effectLst/>
                          <a:latin typeface="Times New Roman" pitchFamily="18" charset="0"/>
                          <a:ea typeface="黑体" pitchFamily="2" charset="-122"/>
                          <a:cs typeface="Times New Roman" pitchFamily="18" charset="0"/>
                          <a:sym typeface="Symbol" pitchFamily="18" charset="2"/>
                        </a:rPr>
                        <a:t></a:t>
                      </a:r>
                      <a:r>
                        <a:rPr kumimoji="0" lang="en-US" altLang="zh-CN" sz="2800" b="1" i="0" u="none" strike="noStrike" cap="none" normalizeH="0" baseline="0">
                          <a:ln>
                            <a:noFill/>
                          </a:ln>
                          <a:solidFill>
                            <a:schemeClr val="tx1"/>
                          </a:solidFill>
                          <a:effectLst/>
                          <a:latin typeface="Times New Roman" pitchFamily="18" charset="0"/>
                          <a:ea typeface="黑体" pitchFamily="2" charset="-122"/>
                        </a:rPr>
                        <a:t> id + id$</a:t>
                      </a:r>
                      <a:r>
                        <a:rPr kumimoji="0" lang="en-US" altLang="zh-CN" sz="2800" b="0" i="0" u="none" strike="noStrike" cap="none" normalizeH="0" baseline="0">
                          <a:ln>
                            <a:noFill/>
                          </a:ln>
                          <a:solidFill>
                            <a:schemeClr val="tx1"/>
                          </a:solidFill>
                          <a:effectLst/>
                          <a:latin typeface="Times New Roman" pitchFamily="18" charset="0"/>
                          <a:ea typeface="黑体" pitchFamily="2" charset="-122"/>
                        </a:rPr>
                        <a:t> </a:t>
                      </a:r>
                    </a:p>
                  </a:txBody>
                  <a:tcPr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
                          <a:schemeClr val="folHlink"/>
                        </a:buClr>
                        <a:buSzPct val="60000"/>
                        <a:buFont typeface="Wingdings" pitchFamily="2" charset="2"/>
                        <a:buNone/>
                        <a:tabLst/>
                      </a:pPr>
                      <a:r>
                        <a:rPr kumimoji="0" lang="en-US" altLang="zh-CN" sz="2800" b="1" i="1" u="none" strike="noStrike" cap="none" normalizeH="0" baseline="0">
                          <a:ln>
                            <a:noFill/>
                          </a:ln>
                          <a:solidFill>
                            <a:schemeClr val="tx1"/>
                          </a:solidFill>
                          <a:effectLst/>
                          <a:latin typeface="Times New Roman" pitchFamily="18" charset="0"/>
                          <a:ea typeface="黑体" pitchFamily="2" charset="-122"/>
                        </a:rPr>
                        <a:t>T</a:t>
                      </a:r>
                      <a:r>
                        <a:rPr kumimoji="0" lang="en-US" altLang="zh-CN" sz="2800" b="1" i="0" u="none" strike="noStrike" cap="none" normalizeH="0" baseline="0">
                          <a:ln>
                            <a:noFill/>
                          </a:ln>
                          <a:solidFill>
                            <a:schemeClr val="tx1"/>
                          </a:solidFill>
                          <a:effectLst/>
                          <a:latin typeface="Times New Roman" pitchFamily="18" charset="0"/>
                          <a:ea typeface="黑体" pitchFamily="2" charset="-122"/>
                        </a:rPr>
                        <a:t> </a:t>
                      </a:r>
                      <a:r>
                        <a:rPr kumimoji="0" lang="en-US" altLang="zh-CN" sz="2800" b="1" i="0" u="none" strike="noStrike" cap="none" normalizeH="0" baseline="0">
                          <a:ln>
                            <a:noFill/>
                          </a:ln>
                          <a:solidFill>
                            <a:schemeClr val="tx1"/>
                          </a:solidFill>
                          <a:effectLst/>
                          <a:latin typeface="Times New Roman" pitchFamily="18" charset="0"/>
                          <a:ea typeface="黑体" pitchFamily="2" charset="-122"/>
                          <a:sym typeface="Symbol" pitchFamily="18" charset="2"/>
                        </a:rPr>
                        <a:t></a:t>
                      </a:r>
                      <a:r>
                        <a:rPr kumimoji="0" lang="en-US" altLang="zh-CN" sz="2800" b="1" i="0" u="none" strike="noStrike" cap="none" normalizeH="0" baseline="0">
                          <a:ln>
                            <a:noFill/>
                          </a:ln>
                          <a:solidFill>
                            <a:schemeClr val="tx1"/>
                          </a:solidFill>
                          <a:effectLst/>
                          <a:latin typeface="Times New Roman" pitchFamily="18" charset="0"/>
                          <a:ea typeface="黑体" pitchFamily="2" charset="-122"/>
                        </a:rPr>
                        <a:t> </a:t>
                      </a:r>
                      <a:r>
                        <a:rPr kumimoji="0" lang="en-US" altLang="zh-CN" sz="2800" b="1" i="1" u="none" strike="noStrike" cap="none" normalizeH="0" baseline="0">
                          <a:ln>
                            <a:noFill/>
                          </a:ln>
                          <a:solidFill>
                            <a:schemeClr val="tx1"/>
                          </a:solidFill>
                          <a:effectLst/>
                          <a:latin typeface="Times New Roman" pitchFamily="18" charset="0"/>
                          <a:ea typeface="黑体" pitchFamily="2" charset="-122"/>
                        </a:rPr>
                        <a:t>FT </a:t>
                      </a:r>
                      <a:r>
                        <a:rPr kumimoji="0" lang="en-US" altLang="zh-CN" sz="2800" b="1" i="0" u="none" strike="noStrike" cap="none" normalizeH="0" baseline="0">
                          <a:ln>
                            <a:noFill/>
                          </a:ln>
                          <a:solidFill>
                            <a:schemeClr val="tx1"/>
                          </a:solidFill>
                          <a:effectLst/>
                          <a:latin typeface="Times New Roman" pitchFamily="18" charset="0"/>
                          <a:ea typeface="黑体" pitchFamily="2" charset="-122"/>
                          <a:sym typeface="Symbol" pitchFamily="18" charset="2"/>
                        </a:rPr>
                        <a:t></a:t>
                      </a:r>
                      <a:r>
                        <a:rPr kumimoji="0" lang="en-US" altLang="zh-CN" sz="2800" b="0" i="0" u="none" strike="noStrike" cap="none" normalizeH="0" baseline="0">
                          <a:ln>
                            <a:noFill/>
                          </a:ln>
                          <a:solidFill>
                            <a:schemeClr val="tx1"/>
                          </a:solidFill>
                          <a:effectLst/>
                          <a:latin typeface="Times New Roman" pitchFamily="18" charset="0"/>
                          <a:ea typeface="黑体" pitchFamily="2" charset="-122"/>
                        </a:rPr>
                        <a:t> </a:t>
                      </a:r>
                    </a:p>
                  </a:txBody>
                  <a:tcPr horzOverflow="overflow">
                    <a:lnL w="12700" cap="flat" cmpd="sng" algn="ctr">
                      <a:solidFill>
                        <a:schemeClr val="tx1"/>
                      </a:solidFill>
                      <a:prstDash val="solid"/>
                      <a:round/>
                      <a:headEnd type="none" w="sm" len="sm"/>
                      <a:tailEnd type="none" w="sm" len="sm"/>
                    </a:lnL>
                    <a:lnR w="28575"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extLst>
                  <a:ext uri="{0D108BD9-81ED-4DB2-BD59-A6C34878D82A}">
                    <a16:rowId xmlns:a16="http://schemas.microsoft.com/office/drawing/2014/main" val="10003"/>
                  </a:ext>
                </a:extLst>
              </a:tr>
              <a:tr h="518160">
                <a:tc>
                  <a:txBody>
                    <a:bodyPr/>
                    <a:lstStyle/>
                    <a:p>
                      <a:pPr marL="0" marR="0" lvl="0" indent="0" algn="l" defTabSz="914400" rtl="0" eaLnBrk="1" fontAlgn="base" latinLnBrk="0" hangingPunct="1">
                        <a:lnSpc>
                          <a:spcPct val="100000"/>
                        </a:lnSpc>
                        <a:spcBef>
                          <a:spcPct val="20000"/>
                        </a:spcBef>
                        <a:spcAft>
                          <a:spcPct val="0"/>
                        </a:spcAft>
                        <a:buClr>
                          <a:schemeClr val="folHlink"/>
                        </a:buClr>
                        <a:buSzPct val="60000"/>
                        <a:buFont typeface="Wingdings" pitchFamily="2" charset="2"/>
                        <a:buNone/>
                        <a:tabLst/>
                      </a:pPr>
                      <a:r>
                        <a:rPr kumimoji="0" lang="en-US" altLang="zh-CN" sz="2800" b="1" i="0" u="none" strike="noStrike" cap="none" normalizeH="0" baseline="0">
                          <a:ln>
                            <a:noFill/>
                          </a:ln>
                          <a:solidFill>
                            <a:schemeClr val="tx1"/>
                          </a:solidFill>
                          <a:effectLst/>
                          <a:latin typeface="Times New Roman" pitchFamily="18" charset="0"/>
                          <a:ea typeface="黑体" pitchFamily="2" charset="-122"/>
                        </a:rPr>
                        <a:t>$</a:t>
                      </a:r>
                      <a:r>
                        <a:rPr kumimoji="0" lang="en-US" altLang="zh-CN" sz="2800" b="1" i="1" u="none" strike="noStrike" cap="none" normalizeH="0" baseline="0">
                          <a:ln>
                            <a:noFill/>
                          </a:ln>
                          <a:solidFill>
                            <a:schemeClr val="tx1"/>
                          </a:solidFill>
                          <a:effectLst/>
                          <a:latin typeface="Times New Roman" pitchFamily="18" charset="0"/>
                          <a:ea typeface="黑体" pitchFamily="2" charset="-122"/>
                        </a:rPr>
                        <a:t>E </a:t>
                      </a:r>
                      <a:r>
                        <a:rPr kumimoji="0" lang="en-US" altLang="zh-CN" sz="2800" b="1" i="0" u="none" strike="noStrike" cap="none" normalizeH="0" baseline="0">
                          <a:ln>
                            <a:noFill/>
                          </a:ln>
                          <a:solidFill>
                            <a:schemeClr val="tx1"/>
                          </a:solidFill>
                          <a:effectLst/>
                          <a:latin typeface="Times New Roman" pitchFamily="18" charset="0"/>
                          <a:ea typeface="黑体" pitchFamily="2" charset="-122"/>
                          <a:sym typeface="Symbol" pitchFamily="18" charset="2"/>
                        </a:rPr>
                        <a:t></a:t>
                      </a:r>
                      <a:r>
                        <a:rPr kumimoji="0" lang="en-US" altLang="zh-CN" sz="2800" b="1" i="1" u="none" strike="noStrike" cap="none" normalizeH="0" baseline="0">
                          <a:ln>
                            <a:noFill/>
                          </a:ln>
                          <a:solidFill>
                            <a:schemeClr val="tx1"/>
                          </a:solidFill>
                          <a:effectLst/>
                          <a:latin typeface="Times New Roman" pitchFamily="18" charset="0"/>
                          <a:ea typeface="黑体" pitchFamily="2" charset="-122"/>
                        </a:rPr>
                        <a:t>T </a:t>
                      </a:r>
                      <a:r>
                        <a:rPr kumimoji="0" lang="en-US" altLang="zh-CN" sz="2800" b="1" i="0" u="none" strike="noStrike" cap="none" normalizeH="0" baseline="0">
                          <a:ln>
                            <a:noFill/>
                          </a:ln>
                          <a:solidFill>
                            <a:schemeClr val="tx1"/>
                          </a:solidFill>
                          <a:effectLst/>
                          <a:latin typeface="Times New Roman" pitchFamily="18" charset="0"/>
                          <a:ea typeface="黑体" pitchFamily="2" charset="-122"/>
                          <a:sym typeface="Symbol" pitchFamily="18" charset="2"/>
                        </a:rPr>
                        <a:t></a:t>
                      </a:r>
                      <a:r>
                        <a:rPr kumimoji="0" lang="en-US" altLang="zh-CN" sz="2800" b="1" i="0" u="none" strike="noStrike" cap="none" normalizeH="0" baseline="0">
                          <a:ln>
                            <a:noFill/>
                          </a:ln>
                          <a:solidFill>
                            <a:schemeClr val="tx1"/>
                          </a:solidFill>
                          <a:effectLst/>
                          <a:latin typeface="Times New Roman" pitchFamily="18" charset="0"/>
                          <a:ea typeface="黑体" pitchFamily="2" charset="-122"/>
                        </a:rPr>
                        <a:t> id</a:t>
                      </a:r>
                      <a:r>
                        <a:rPr kumimoji="0" lang="en-US" altLang="zh-CN" sz="2800" b="0" i="0" u="none" strike="noStrike" cap="none" normalizeH="0" baseline="0">
                          <a:ln>
                            <a:noFill/>
                          </a:ln>
                          <a:solidFill>
                            <a:schemeClr val="tx1"/>
                          </a:solidFill>
                          <a:effectLst/>
                          <a:latin typeface="Times New Roman" pitchFamily="18" charset="0"/>
                          <a:ea typeface="黑体" pitchFamily="2" charset="-122"/>
                        </a:rPr>
                        <a:t> </a:t>
                      </a:r>
                    </a:p>
                  </a:txBody>
                  <a:tcPr horzOverflow="overflow">
                    <a:lnL w="28575"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
                          <a:schemeClr val="folHlink"/>
                        </a:buClr>
                        <a:buSzPct val="60000"/>
                        <a:buFont typeface="Wingdings" pitchFamily="2" charset="2"/>
                        <a:buNone/>
                        <a:tabLst/>
                      </a:pPr>
                      <a:r>
                        <a:rPr kumimoji="0" lang="en-US" altLang="zh-CN" sz="2800" b="1" i="0" u="none" strike="noStrike" cap="none" normalizeH="0" baseline="0">
                          <a:ln>
                            <a:noFill/>
                          </a:ln>
                          <a:solidFill>
                            <a:schemeClr val="tx1"/>
                          </a:solidFill>
                          <a:effectLst/>
                          <a:latin typeface="Times New Roman" pitchFamily="18" charset="0"/>
                          <a:ea typeface="黑体" pitchFamily="2" charset="-122"/>
                        </a:rPr>
                        <a:t>id </a:t>
                      </a:r>
                      <a:r>
                        <a:rPr kumimoji="0" lang="en-US" altLang="zh-CN" sz="2800" b="1" i="0" u="none" strike="noStrike" cap="none" normalizeH="0" baseline="0">
                          <a:ln>
                            <a:noFill/>
                          </a:ln>
                          <a:solidFill>
                            <a:schemeClr val="tx1"/>
                          </a:solidFill>
                          <a:effectLst/>
                          <a:latin typeface="Times New Roman" pitchFamily="18" charset="0"/>
                          <a:ea typeface="黑体" pitchFamily="2" charset="-122"/>
                          <a:cs typeface="Times New Roman" pitchFamily="18" charset="0"/>
                          <a:sym typeface="Symbol" pitchFamily="18" charset="2"/>
                        </a:rPr>
                        <a:t></a:t>
                      </a:r>
                      <a:r>
                        <a:rPr kumimoji="0" lang="en-US" altLang="zh-CN" sz="2800" b="1" i="0" u="none" strike="noStrike" cap="none" normalizeH="0" baseline="0">
                          <a:ln>
                            <a:noFill/>
                          </a:ln>
                          <a:solidFill>
                            <a:schemeClr val="tx1"/>
                          </a:solidFill>
                          <a:effectLst/>
                          <a:latin typeface="Times New Roman" pitchFamily="18" charset="0"/>
                          <a:ea typeface="黑体" pitchFamily="2" charset="-122"/>
                        </a:rPr>
                        <a:t> id + id$</a:t>
                      </a:r>
                      <a:r>
                        <a:rPr kumimoji="0" lang="en-US" altLang="zh-CN" sz="2800" b="0" i="0" u="none" strike="noStrike" cap="none" normalizeH="0" baseline="0">
                          <a:ln>
                            <a:noFill/>
                          </a:ln>
                          <a:solidFill>
                            <a:schemeClr val="tx1"/>
                          </a:solidFill>
                          <a:effectLst/>
                          <a:latin typeface="Times New Roman" pitchFamily="18" charset="0"/>
                          <a:ea typeface="黑体" pitchFamily="2" charset="-122"/>
                        </a:rPr>
                        <a:t> </a:t>
                      </a:r>
                    </a:p>
                  </a:txBody>
                  <a:tcPr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
                          <a:schemeClr val="folHlink"/>
                        </a:buClr>
                        <a:buSzPct val="60000"/>
                        <a:buFont typeface="Wingdings" pitchFamily="2" charset="2"/>
                        <a:buNone/>
                        <a:tabLst/>
                      </a:pPr>
                      <a:r>
                        <a:rPr kumimoji="0" lang="en-US" altLang="zh-CN" sz="2800" b="1" i="1" u="none" strike="noStrike" cap="none" normalizeH="0" baseline="0">
                          <a:ln>
                            <a:noFill/>
                          </a:ln>
                          <a:solidFill>
                            <a:schemeClr val="tx1"/>
                          </a:solidFill>
                          <a:effectLst/>
                          <a:latin typeface="Times New Roman" pitchFamily="18" charset="0"/>
                          <a:ea typeface="黑体" pitchFamily="2" charset="-122"/>
                        </a:rPr>
                        <a:t>F</a:t>
                      </a:r>
                      <a:r>
                        <a:rPr kumimoji="0" lang="en-US" altLang="zh-CN" sz="2800" b="1" i="0" u="none" strike="noStrike" cap="none" normalizeH="0" baseline="0">
                          <a:ln>
                            <a:noFill/>
                          </a:ln>
                          <a:solidFill>
                            <a:schemeClr val="tx1"/>
                          </a:solidFill>
                          <a:effectLst/>
                          <a:latin typeface="Times New Roman" pitchFamily="18" charset="0"/>
                          <a:ea typeface="黑体" pitchFamily="2" charset="-122"/>
                        </a:rPr>
                        <a:t> </a:t>
                      </a:r>
                      <a:r>
                        <a:rPr kumimoji="0" lang="en-US" altLang="zh-CN" sz="2800" b="1" i="0" u="none" strike="noStrike" cap="none" normalizeH="0" baseline="0">
                          <a:ln>
                            <a:noFill/>
                          </a:ln>
                          <a:solidFill>
                            <a:schemeClr val="tx1"/>
                          </a:solidFill>
                          <a:effectLst/>
                          <a:latin typeface="Times New Roman" pitchFamily="18" charset="0"/>
                          <a:ea typeface="黑体" pitchFamily="2" charset="-122"/>
                          <a:sym typeface="Symbol" pitchFamily="18" charset="2"/>
                        </a:rPr>
                        <a:t></a:t>
                      </a:r>
                      <a:r>
                        <a:rPr kumimoji="0" lang="en-US" altLang="zh-CN" sz="2800" b="1" i="0" u="none" strike="noStrike" cap="none" normalizeH="0" baseline="0">
                          <a:ln>
                            <a:noFill/>
                          </a:ln>
                          <a:solidFill>
                            <a:schemeClr val="tx1"/>
                          </a:solidFill>
                          <a:effectLst/>
                          <a:latin typeface="Times New Roman" pitchFamily="18" charset="0"/>
                          <a:ea typeface="黑体" pitchFamily="2" charset="-122"/>
                        </a:rPr>
                        <a:t> id</a:t>
                      </a:r>
                      <a:r>
                        <a:rPr kumimoji="0" lang="en-US" altLang="zh-CN" sz="2800" b="0" i="0" u="none" strike="noStrike" cap="none" normalizeH="0" baseline="0">
                          <a:ln>
                            <a:noFill/>
                          </a:ln>
                          <a:solidFill>
                            <a:schemeClr val="tx1"/>
                          </a:solidFill>
                          <a:effectLst/>
                          <a:latin typeface="Times New Roman" pitchFamily="18" charset="0"/>
                          <a:ea typeface="黑体" pitchFamily="2" charset="-122"/>
                        </a:rPr>
                        <a:t> </a:t>
                      </a:r>
                    </a:p>
                  </a:txBody>
                  <a:tcPr horzOverflow="overflow">
                    <a:lnL w="12700" cap="flat" cmpd="sng" algn="ctr">
                      <a:solidFill>
                        <a:schemeClr val="tx1"/>
                      </a:solidFill>
                      <a:prstDash val="solid"/>
                      <a:round/>
                      <a:headEnd type="none" w="sm" len="sm"/>
                      <a:tailEnd type="none" w="sm" len="sm"/>
                    </a:lnL>
                    <a:lnR w="28575"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extLst>
                  <a:ext uri="{0D108BD9-81ED-4DB2-BD59-A6C34878D82A}">
                    <a16:rowId xmlns:a16="http://schemas.microsoft.com/office/drawing/2014/main" val="10004"/>
                  </a:ext>
                </a:extLst>
              </a:tr>
              <a:tr h="518160">
                <a:tc>
                  <a:txBody>
                    <a:bodyPr/>
                    <a:lstStyle/>
                    <a:p>
                      <a:pPr marL="0" marR="0" lvl="0" indent="0" algn="l" defTabSz="914400" rtl="0" eaLnBrk="1" fontAlgn="base" latinLnBrk="0" hangingPunct="1">
                        <a:lnSpc>
                          <a:spcPct val="100000"/>
                        </a:lnSpc>
                        <a:spcBef>
                          <a:spcPct val="20000"/>
                        </a:spcBef>
                        <a:spcAft>
                          <a:spcPct val="0"/>
                        </a:spcAft>
                        <a:buClr>
                          <a:schemeClr val="folHlink"/>
                        </a:buClr>
                        <a:buSzPct val="60000"/>
                        <a:buFont typeface="Wingdings" pitchFamily="2" charset="2"/>
                        <a:buNone/>
                        <a:tabLst/>
                      </a:pPr>
                      <a:r>
                        <a:rPr kumimoji="0" lang="en-US" altLang="zh-CN" sz="2800" b="1" i="0" u="none" strike="noStrike" cap="none" normalizeH="0" baseline="0">
                          <a:ln>
                            <a:noFill/>
                          </a:ln>
                          <a:solidFill>
                            <a:schemeClr val="tx1"/>
                          </a:solidFill>
                          <a:effectLst/>
                          <a:latin typeface="Times New Roman" pitchFamily="18" charset="0"/>
                          <a:ea typeface="黑体" pitchFamily="2" charset="-122"/>
                        </a:rPr>
                        <a:t>$</a:t>
                      </a:r>
                      <a:r>
                        <a:rPr kumimoji="0" lang="en-US" altLang="zh-CN" sz="2800" b="1" i="1" u="none" strike="noStrike" cap="none" normalizeH="0" baseline="0">
                          <a:ln>
                            <a:noFill/>
                          </a:ln>
                          <a:solidFill>
                            <a:schemeClr val="tx1"/>
                          </a:solidFill>
                          <a:effectLst/>
                          <a:latin typeface="Times New Roman" pitchFamily="18" charset="0"/>
                          <a:ea typeface="黑体" pitchFamily="2" charset="-122"/>
                        </a:rPr>
                        <a:t>E </a:t>
                      </a:r>
                      <a:r>
                        <a:rPr kumimoji="0" lang="en-US" altLang="zh-CN" sz="2800" b="1" i="0" u="none" strike="noStrike" cap="none" normalizeH="0" baseline="0">
                          <a:ln>
                            <a:noFill/>
                          </a:ln>
                          <a:solidFill>
                            <a:schemeClr val="tx1"/>
                          </a:solidFill>
                          <a:effectLst/>
                          <a:latin typeface="Times New Roman" pitchFamily="18" charset="0"/>
                          <a:ea typeface="黑体" pitchFamily="2" charset="-122"/>
                          <a:sym typeface="Symbol" pitchFamily="18" charset="2"/>
                        </a:rPr>
                        <a:t></a:t>
                      </a:r>
                      <a:r>
                        <a:rPr kumimoji="0" lang="en-US" altLang="zh-CN" sz="2800" b="1" i="1" u="none" strike="noStrike" cap="none" normalizeH="0" baseline="0">
                          <a:ln>
                            <a:noFill/>
                          </a:ln>
                          <a:solidFill>
                            <a:schemeClr val="tx1"/>
                          </a:solidFill>
                          <a:effectLst/>
                          <a:latin typeface="Times New Roman" pitchFamily="18" charset="0"/>
                          <a:ea typeface="黑体" pitchFamily="2" charset="-122"/>
                        </a:rPr>
                        <a:t>T </a:t>
                      </a:r>
                      <a:r>
                        <a:rPr kumimoji="0" lang="en-US" altLang="zh-CN" sz="2800" b="1" i="0" u="none" strike="noStrike" cap="none" normalizeH="0" baseline="0">
                          <a:ln>
                            <a:noFill/>
                          </a:ln>
                          <a:solidFill>
                            <a:schemeClr val="tx1"/>
                          </a:solidFill>
                          <a:effectLst/>
                          <a:latin typeface="Times New Roman" pitchFamily="18" charset="0"/>
                          <a:ea typeface="黑体" pitchFamily="2" charset="-122"/>
                          <a:sym typeface="Symbol" pitchFamily="18" charset="2"/>
                        </a:rPr>
                        <a:t></a:t>
                      </a:r>
                      <a:r>
                        <a:rPr kumimoji="0" lang="en-US" altLang="zh-CN" sz="2800" b="0" i="0" u="none" strike="noStrike" cap="none" normalizeH="0" baseline="0">
                          <a:ln>
                            <a:noFill/>
                          </a:ln>
                          <a:solidFill>
                            <a:schemeClr val="tx1"/>
                          </a:solidFill>
                          <a:effectLst/>
                          <a:latin typeface="Times New Roman" pitchFamily="18" charset="0"/>
                          <a:ea typeface="黑体" pitchFamily="2" charset="-122"/>
                        </a:rPr>
                        <a:t> </a:t>
                      </a:r>
                    </a:p>
                  </a:txBody>
                  <a:tcPr horzOverflow="overflow">
                    <a:lnL w="28575"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
                          <a:schemeClr val="folHlink"/>
                        </a:buClr>
                        <a:buSzPct val="60000"/>
                        <a:buFont typeface="Wingdings" pitchFamily="2" charset="2"/>
                        <a:buNone/>
                        <a:tabLst/>
                      </a:pPr>
                      <a:r>
                        <a:rPr kumimoji="0" lang="en-US" altLang="zh-CN" sz="2800" b="0" i="0" u="none" strike="noStrike" cap="none" normalizeH="0" baseline="0">
                          <a:ln>
                            <a:noFill/>
                          </a:ln>
                          <a:solidFill>
                            <a:schemeClr val="tx1"/>
                          </a:solidFill>
                          <a:effectLst/>
                          <a:latin typeface="Times New Roman" pitchFamily="18" charset="0"/>
                          <a:ea typeface="黑体" pitchFamily="2" charset="-122"/>
                        </a:rPr>
                        <a:t>  </a:t>
                      </a:r>
                      <a:r>
                        <a:rPr kumimoji="0" lang="en-US" altLang="zh-CN" sz="2800" b="1" i="0" u="none" strike="noStrike" cap="none" normalizeH="0" baseline="0">
                          <a:ln>
                            <a:noFill/>
                          </a:ln>
                          <a:solidFill>
                            <a:schemeClr val="tx1"/>
                          </a:solidFill>
                          <a:effectLst/>
                          <a:latin typeface="Times New Roman" pitchFamily="18" charset="0"/>
                          <a:ea typeface="黑体" pitchFamily="2" charset="-122"/>
                          <a:cs typeface="Times New Roman" pitchFamily="18" charset="0"/>
                          <a:sym typeface="Symbol" pitchFamily="18" charset="2"/>
                        </a:rPr>
                        <a:t></a:t>
                      </a:r>
                      <a:r>
                        <a:rPr kumimoji="0" lang="en-US" altLang="zh-CN" sz="2800" b="1" i="0" u="none" strike="noStrike" cap="none" normalizeH="0" baseline="0">
                          <a:ln>
                            <a:noFill/>
                          </a:ln>
                          <a:solidFill>
                            <a:schemeClr val="tx1"/>
                          </a:solidFill>
                          <a:effectLst/>
                          <a:latin typeface="Times New Roman" pitchFamily="18" charset="0"/>
                          <a:ea typeface="黑体" pitchFamily="2" charset="-122"/>
                        </a:rPr>
                        <a:t> id + id$</a:t>
                      </a:r>
                      <a:r>
                        <a:rPr kumimoji="0" lang="en-US" altLang="zh-CN" sz="2800" b="0" i="0" u="none" strike="noStrike" cap="none" normalizeH="0" baseline="0">
                          <a:ln>
                            <a:noFill/>
                          </a:ln>
                          <a:solidFill>
                            <a:schemeClr val="tx1"/>
                          </a:solidFill>
                          <a:effectLst/>
                          <a:latin typeface="Times New Roman" pitchFamily="18" charset="0"/>
                          <a:ea typeface="黑体" pitchFamily="2" charset="-122"/>
                        </a:rPr>
                        <a:t> </a:t>
                      </a:r>
                    </a:p>
                  </a:txBody>
                  <a:tcPr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
                          <a:schemeClr val="folHlink"/>
                        </a:buClr>
                        <a:buSzPct val="60000"/>
                        <a:buFont typeface="Wingdings" pitchFamily="2" charset="2"/>
                        <a:buNone/>
                        <a:tabLst/>
                      </a:pPr>
                      <a:endParaRPr kumimoji="0" lang="zh-CN" altLang="zh-CN" sz="2800" b="0" i="0" u="none" strike="noStrike" cap="none" normalizeH="0" baseline="0">
                        <a:ln>
                          <a:noFill/>
                        </a:ln>
                        <a:solidFill>
                          <a:schemeClr val="tx1"/>
                        </a:solidFill>
                        <a:effectLst/>
                        <a:latin typeface="Times New Roman" pitchFamily="18" charset="0"/>
                        <a:ea typeface="黑体" pitchFamily="2" charset="-122"/>
                      </a:endParaRPr>
                    </a:p>
                  </a:txBody>
                  <a:tcPr horzOverflow="overflow">
                    <a:lnL w="12700" cap="flat" cmpd="sng" algn="ctr">
                      <a:solidFill>
                        <a:schemeClr val="tx1"/>
                      </a:solidFill>
                      <a:prstDash val="solid"/>
                      <a:round/>
                      <a:headEnd type="none" w="sm" len="sm"/>
                      <a:tailEnd type="none" w="sm" len="sm"/>
                    </a:lnL>
                    <a:lnR w="28575"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extLst>
                  <a:ext uri="{0D108BD9-81ED-4DB2-BD59-A6C34878D82A}">
                    <a16:rowId xmlns:a16="http://schemas.microsoft.com/office/drawing/2014/main" val="10005"/>
                  </a:ext>
                </a:extLst>
              </a:tr>
              <a:tr h="519113">
                <a:tc>
                  <a:txBody>
                    <a:bodyPr/>
                    <a:lstStyle/>
                    <a:p>
                      <a:pPr marL="0" marR="0" lvl="0" indent="0" algn="l" defTabSz="914400" rtl="0" eaLnBrk="1" fontAlgn="base" latinLnBrk="0" hangingPunct="1">
                        <a:lnSpc>
                          <a:spcPct val="100000"/>
                        </a:lnSpc>
                        <a:spcBef>
                          <a:spcPct val="20000"/>
                        </a:spcBef>
                        <a:spcAft>
                          <a:spcPct val="0"/>
                        </a:spcAft>
                        <a:buClr>
                          <a:schemeClr val="folHlink"/>
                        </a:buClr>
                        <a:buSzPct val="60000"/>
                        <a:buFont typeface="Wingdings" pitchFamily="2" charset="2"/>
                        <a:buNone/>
                        <a:tabLst/>
                      </a:pPr>
                      <a:r>
                        <a:rPr kumimoji="0" lang="en-US" altLang="zh-CN" sz="2800" b="1" i="0" u="none" strike="noStrike" cap="none" normalizeH="0" baseline="0">
                          <a:ln>
                            <a:noFill/>
                          </a:ln>
                          <a:solidFill>
                            <a:schemeClr val="tx1"/>
                          </a:solidFill>
                          <a:effectLst/>
                          <a:latin typeface="Times New Roman" pitchFamily="18" charset="0"/>
                          <a:ea typeface="黑体" pitchFamily="2" charset="-122"/>
                        </a:rPr>
                        <a:t>$</a:t>
                      </a:r>
                      <a:r>
                        <a:rPr kumimoji="0" lang="en-US" altLang="zh-CN" sz="2800" b="1" i="1" u="none" strike="noStrike" cap="none" normalizeH="0" baseline="0">
                          <a:ln>
                            <a:noFill/>
                          </a:ln>
                          <a:solidFill>
                            <a:schemeClr val="tx1"/>
                          </a:solidFill>
                          <a:effectLst/>
                          <a:latin typeface="Times New Roman" pitchFamily="18" charset="0"/>
                          <a:ea typeface="黑体" pitchFamily="2" charset="-122"/>
                        </a:rPr>
                        <a:t>E </a:t>
                      </a:r>
                      <a:r>
                        <a:rPr kumimoji="0" lang="en-US" altLang="zh-CN" sz="2800" b="1" i="0" u="none" strike="noStrike" cap="none" normalizeH="0" baseline="0">
                          <a:ln>
                            <a:noFill/>
                          </a:ln>
                          <a:solidFill>
                            <a:schemeClr val="tx1"/>
                          </a:solidFill>
                          <a:effectLst/>
                          <a:latin typeface="Times New Roman" pitchFamily="18" charset="0"/>
                          <a:ea typeface="黑体" pitchFamily="2" charset="-122"/>
                          <a:sym typeface="Symbol" pitchFamily="18" charset="2"/>
                        </a:rPr>
                        <a:t></a:t>
                      </a:r>
                      <a:r>
                        <a:rPr kumimoji="0" lang="en-US" altLang="zh-CN" sz="2800" b="1" i="1" u="none" strike="noStrike" cap="none" normalizeH="0" baseline="0">
                          <a:ln>
                            <a:noFill/>
                          </a:ln>
                          <a:solidFill>
                            <a:schemeClr val="tx1"/>
                          </a:solidFill>
                          <a:effectLst/>
                          <a:latin typeface="Times New Roman" pitchFamily="18" charset="0"/>
                          <a:ea typeface="黑体" pitchFamily="2" charset="-122"/>
                        </a:rPr>
                        <a:t>T </a:t>
                      </a:r>
                      <a:r>
                        <a:rPr kumimoji="0" lang="en-US" altLang="zh-CN" sz="2800" b="1" i="0" u="none" strike="noStrike" cap="none" normalizeH="0" baseline="0">
                          <a:ln>
                            <a:noFill/>
                          </a:ln>
                          <a:solidFill>
                            <a:schemeClr val="tx1"/>
                          </a:solidFill>
                          <a:effectLst/>
                          <a:latin typeface="Times New Roman" pitchFamily="18" charset="0"/>
                          <a:ea typeface="黑体" pitchFamily="2" charset="-122"/>
                          <a:sym typeface="Symbol" pitchFamily="18" charset="2"/>
                        </a:rPr>
                        <a:t></a:t>
                      </a:r>
                      <a:r>
                        <a:rPr kumimoji="0" lang="en-US" altLang="zh-CN" sz="2800" b="1" i="1" u="none" strike="noStrike" cap="none" normalizeH="0" baseline="0">
                          <a:ln>
                            <a:noFill/>
                          </a:ln>
                          <a:solidFill>
                            <a:schemeClr val="tx1"/>
                          </a:solidFill>
                          <a:effectLst/>
                          <a:latin typeface="Times New Roman" pitchFamily="18" charset="0"/>
                          <a:ea typeface="黑体" pitchFamily="2" charset="-122"/>
                        </a:rPr>
                        <a:t>F </a:t>
                      </a:r>
                      <a:r>
                        <a:rPr kumimoji="0" lang="en-US" altLang="zh-CN" sz="2800" b="1" i="0" u="none" strike="noStrike" cap="none" normalizeH="0" baseline="0">
                          <a:ln>
                            <a:noFill/>
                          </a:ln>
                          <a:solidFill>
                            <a:schemeClr val="tx1"/>
                          </a:solidFill>
                          <a:effectLst/>
                          <a:latin typeface="Times New Roman" pitchFamily="18" charset="0"/>
                          <a:ea typeface="黑体" pitchFamily="2" charset="-122"/>
                          <a:cs typeface="Times New Roman" pitchFamily="18" charset="0"/>
                          <a:sym typeface="Symbol" pitchFamily="18" charset="2"/>
                        </a:rPr>
                        <a:t></a:t>
                      </a:r>
                      <a:r>
                        <a:rPr kumimoji="0" lang="en-US" altLang="zh-CN" sz="2800" b="0" i="0" u="none" strike="noStrike" cap="none" normalizeH="0" baseline="0">
                          <a:ln>
                            <a:noFill/>
                          </a:ln>
                          <a:solidFill>
                            <a:schemeClr val="tx1"/>
                          </a:solidFill>
                          <a:effectLst/>
                          <a:latin typeface="Times New Roman" pitchFamily="18" charset="0"/>
                          <a:ea typeface="黑体" pitchFamily="2" charset="-122"/>
                        </a:rPr>
                        <a:t> </a:t>
                      </a:r>
                    </a:p>
                  </a:txBody>
                  <a:tcPr horzOverflow="overflow">
                    <a:lnL w="28575"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
                          <a:schemeClr val="folHlink"/>
                        </a:buClr>
                        <a:buSzPct val="60000"/>
                        <a:buFont typeface="Wingdings" pitchFamily="2" charset="2"/>
                        <a:buNone/>
                        <a:tabLst/>
                      </a:pPr>
                      <a:r>
                        <a:rPr kumimoji="0" lang="en-US" altLang="zh-CN" sz="2800" b="0" i="0" u="none" strike="noStrike" cap="none" normalizeH="0" baseline="0">
                          <a:ln>
                            <a:noFill/>
                          </a:ln>
                          <a:solidFill>
                            <a:schemeClr val="tx1"/>
                          </a:solidFill>
                          <a:effectLst/>
                          <a:latin typeface="Times New Roman" pitchFamily="18" charset="0"/>
                          <a:ea typeface="黑体" pitchFamily="2" charset="-122"/>
                        </a:rPr>
                        <a:t>  </a:t>
                      </a:r>
                      <a:r>
                        <a:rPr kumimoji="0" lang="en-US" altLang="zh-CN" sz="2800" b="1" i="0" u="none" strike="noStrike" cap="none" normalizeH="0" baseline="0">
                          <a:ln>
                            <a:noFill/>
                          </a:ln>
                          <a:solidFill>
                            <a:schemeClr val="tx1"/>
                          </a:solidFill>
                          <a:effectLst/>
                          <a:latin typeface="Times New Roman" pitchFamily="18" charset="0"/>
                          <a:ea typeface="黑体" pitchFamily="2" charset="-122"/>
                          <a:cs typeface="Times New Roman" pitchFamily="18" charset="0"/>
                          <a:sym typeface="Symbol" pitchFamily="18" charset="2"/>
                        </a:rPr>
                        <a:t></a:t>
                      </a:r>
                      <a:r>
                        <a:rPr kumimoji="0" lang="en-US" altLang="zh-CN" sz="2800" b="1" i="0" u="none" strike="noStrike" cap="none" normalizeH="0" baseline="0">
                          <a:ln>
                            <a:noFill/>
                          </a:ln>
                          <a:solidFill>
                            <a:schemeClr val="tx1"/>
                          </a:solidFill>
                          <a:effectLst/>
                          <a:latin typeface="Times New Roman" pitchFamily="18" charset="0"/>
                          <a:ea typeface="黑体" pitchFamily="2" charset="-122"/>
                        </a:rPr>
                        <a:t> id + id$</a:t>
                      </a:r>
                      <a:r>
                        <a:rPr kumimoji="0" lang="en-US" altLang="zh-CN" sz="2800" b="0" i="0" u="none" strike="noStrike" cap="none" normalizeH="0" baseline="0">
                          <a:ln>
                            <a:noFill/>
                          </a:ln>
                          <a:solidFill>
                            <a:schemeClr val="tx1"/>
                          </a:solidFill>
                          <a:effectLst/>
                          <a:latin typeface="Times New Roman" pitchFamily="18" charset="0"/>
                          <a:ea typeface="黑体" pitchFamily="2" charset="-122"/>
                        </a:rPr>
                        <a:t>  </a:t>
                      </a:r>
                    </a:p>
                  </a:txBody>
                  <a:tcPr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
                          <a:schemeClr val="folHlink"/>
                        </a:buClr>
                        <a:buSzPct val="60000"/>
                        <a:buFont typeface="Wingdings" pitchFamily="2" charset="2"/>
                        <a:buNone/>
                        <a:tabLst/>
                      </a:pPr>
                      <a:r>
                        <a:rPr kumimoji="0" lang="en-US" altLang="zh-CN" sz="2800" b="1" i="1" u="none" strike="noStrike" cap="none" normalizeH="0" baseline="0">
                          <a:ln>
                            <a:noFill/>
                          </a:ln>
                          <a:solidFill>
                            <a:schemeClr val="tx1"/>
                          </a:solidFill>
                          <a:effectLst/>
                          <a:latin typeface="Times New Roman" pitchFamily="18" charset="0"/>
                          <a:ea typeface="黑体" pitchFamily="2" charset="-122"/>
                        </a:rPr>
                        <a:t>T </a:t>
                      </a:r>
                      <a:r>
                        <a:rPr kumimoji="0" lang="en-US" altLang="zh-CN" sz="2800" b="1" i="0" u="none" strike="noStrike" cap="none" normalizeH="0" baseline="0">
                          <a:ln>
                            <a:noFill/>
                          </a:ln>
                          <a:solidFill>
                            <a:schemeClr val="tx1"/>
                          </a:solidFill>
                          <a:effectLst/>
                          <a:latin typeface="Times New Roman" pitchFamily="18" charset="0"/>
                          <a:ea typeface="黑体" pitchFamily="2" charset="-122"/>
                          <a:sym typeface="Symbol" pitchFamily="18" charset="2"/>
                        </a:rPr>
                        <a:t></a:t>
                      </a:r>
                      <a:r>
                        <a:rPr kumimoji="0" lang="en-US" altLang="zh-CN" sz="2800" b="1" i="0" u="none" strike="noStrike" cap="none" normalizeH="0" baseline="0">
                          <a:ln>
                            <a:noFill/>
                          </a:ln>
                          <a:solidFill>
                            <a:schemeClr val="tx1"/>
                          </a:solidFill>
                          <a:effectLst/>
                          <a:latin typeface="Times New Roman" pitchFamily="18" charset="0"/>
                          <a:ea typeface="黑体" pitchFamily="2" charset="-122"/>
                        </a:rPr>
                        <a:t> </a:t>
                      </a:r>
                      <a:r>
                        <a:rPr kumimoji="0" lang="en-US" altLang="zh-CN" sz="2800" b="1" i="0" u="none" strike="noStrike" cap="none" normalizeH="0" baseline="0">
                          <a:ln>
                            <a:noFill/>
                          </a:ln>
                          <a:solidFill>
                            <a:schemeClr val="tx1"/>
                          </a:solidFill>
                          <a:effectLst/>
                          <a:latin typeface="Times New Roman" pitchFamily="18" charset="0"/>
                          <a:ea typeface="黑体" pitchFamily="2" charset="-122"/>
                          <a:sym typeface="Symbol" pitchFamily="18" charset="2"/>
                        </a:rPr>
                        <a:t></a:t>
                      </a:r>
                      <a:r>
                        <a:rPr kumimoji="0" lang="en-US" altLang="zh-CN" sz="2800" b="1" i="0" u="none" strike="noStrike" cap="none" normalizeH="0" baseline="0">
                          <a:ln>
                            <a:noFill/>
                          </a:ln>
                          <a:solidFill>
                            <a:schemeClr val="tx1"/>
                          </a:solidFill>
                          <a:effectLst/>
                          <a:latin typeface="Times New Roman" pitchFamily="18" charset="0"/>
                          <a:ea typeface="黑体" pitchFamily="2" charset="-122"/>
                        </a:rPr>
                        <a:t> </a:t>
                      </a:r>
                      <a:r>
                        <a:rPr kumimoji="0" lang="en-US" altLang="zh-CN" sz="2800" b="1" i="0" u="none" strike="noStrike" cap="none" normalizeH="0" baseline="0">
                          <a:ln>
                            <a:noFill/>
                          </a:ln>
                          <a:solidFill>
                            <a:schemeClr val="tx1"/>
                          </a:solidFill>
                          <a:effectLst/>
                          <a:latin typeface="Times New Roman" pitchFamily="18" charset="0"/>
                          <a:ea typeface="黑体" pitchFamily="2" charset="-122"/>
                          <a:cs typeface="Times New Roman" pitchFamily="18" charset="0"/>
                          <a:sym typeface="Symbol" pitchFamily="18" charset="2"/>
                        </a:rPr>
                        <a:t></a:t>
                      </a:r>
                      <a:r>
                        <a:rPr kumimoji="0" lang="en-US" altLang="zh-CN" sz="2800" b="1" i="1" u="none" strike="noStrike" cap="none" normalizeH="0" baseline="0">
                          <a:ln>
                            <a:noFill/>
                          </a:ln>
                          <a:solidFill>
                            <a:schemeClr val="tx1"/>
                          </a:solidFill>
                          <a:effectLst/>
                          <a:latin typeface="Times New Roman" pitchFamily="18" charset="0"/>
                          <a:ea typeface="黑体" pitchFamily="2" charset="-122"/>
                        </a:rPr>
                        <a:t>FT </a:t>
                      </a:r>
                      <a:r>
                        <a:rPr kumimoji="0" lang="en-US" altLang="zh-CN" sz="2800" b="1" i="0" u="none" strike="noStrike" cap="none" normalizeH="0" baseline="0">
                          <a:ln>
                            <a:noFill/>
                          </a:ln>
                          <a:solidFill>
                            <a:schemeClr val="tx1"/>
                          </a:solidFill>
                          <a:effectLst/>
                          <a:latin typeface="Times New Roman" pitchFamily="18" charset="0"/>
                          <a:ea typeface="黑体" pitchFamily="2" charset="-122"/>
                          <a:sym typeface="Symbol" pitchFamily="18" charset="2"/>
                        </a:rPr>
                        <a:t></a:t>
                      </a:r>
                      <a:r>
                        <a:rPr kumimoji="0" lang="en-US" altLang="zh-CN" sz="2800" b="0" i="0" u="none" strike="noStrike" cap="none" normalizeH="0" baseline="0">
                          <a:ln>
                            <a:noFill/>
                          </a:ln>
                          <a:solidFill>
                            <a:schemeClr val="tx1"/>
                          </a:solidFill>
                          <a:effectLst/>
                          <a:latin typeface="Times New Roman" pitchFamily="18" charset="0"/>
                          <a:ea typeface="黑体" pitchFamily="2" charset="-122"/>
                        </a:rPr>
                        <a:t> </a:t>
                      </a:r>
                    </a:p>
                  </a:txBody>
                  <a:tcPr horzOverflow="overflow">
                    <a:lnL w="12700" cap="flat" cmpd="sng" algn="ctr">
                      <a:solidFill>
                        <a:schemeClr val="tx1"/>
                      </a:solidFill>
                      <a:prstDash val="solid"/>
                      <a:round/>
                      <a:headEnd type="none" w="sm" len="sm"/>
                      <a:tailEnd type="none" w="sm" len="sm"/>
                    </a:lnL>
                    <a:lnR w="28575"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extLst>
                  <a:ext uri="{0D108BD9-81ED-4DB2-BD59-A6C34878D82A}">
                    <a16:rowId xmlns:a16="http://schemas.microsoft.com/office/drawing/2014/main" val="10006"/>
                  </a:ext>
                </a:extLst>
              </a:tr>
              <a:tr h="518160">
                <a:tc>
                  <a:txBody>
                    <a:bodyPr/>
                    <a:lstStyle/>
                    <a:p>
                      <a:pPr marL="0" marR="0" lvl="0" indent="0" algn="l" defTabSz="914400" rtl="0" eaLnBrk="1" fontAlgn="base" latinLnBrk="0" hangingPunct="1">
                        <a:lnSpc>
                          <a:spcPct val="100000"/>
                        </a:lnSpc>
                        <a:spcBef>
                          <a:spcPct val="20000"/>
                        </a:spcBef>
                        <a:spcAft>
                          <a:spcPct val="0"/>
                        </a:spcAft>
                        <a:buClr>
                          <a:schemeClr val="folHlink"/>
                        </a:buClr>
                        <a:buSzPct val="60000"/>
                        <a:buFont typeface="Wingdings" pitchFamily="2" charset="2"/>
                        <a:buNone/>
                        <a:tabLst/>
                      </a:pPr>
                      <a:endParaRPr kumimoji="0" lang="zh-CN" altLang="zh-CN" sz="2800" b="0" i="0" u="none" strike="noStrike" cap="none" normalizeH="0" baseline="0">
                        <a:ln>
                          <a:noFill/>
                        </a:ln>
                        <a:solidFill>
                          <a:schemeClr val="tx1"/>
                        </a:solidFill>
                        <a:effectLst/>
                        <a:latin typeface="Tahoma" pitchFamily="34" charset="0"/>
                        <a:ea typeface="黑体" pitchFamily="2" charset="-122"/>
                      </a:endParaRPr>
                    </a:p>
                  </a:txBody>
                  <a:tcPr horzOverflow="overflow">
                    <a:lnL w="28575"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
                          <a:schemeClr val="folHlink"/>
                        </a:buClr>
                        <a:buSzPct val="60000"/>
                        <a:buFont typeface="Wingdings" pitchFamily="2" charset="2"/>
                        <a:buNone/>
                        <a:tabLst/>
                      </a:pPr>
                      <a:endParaRPr kumimoji="0" lang="zh-CN" altLang="zh-CN" sz="2800" b="0" i="0" u="none" strike="noStrike" cap="none" normalizeH="0" baseline="0">
                        <a:ln>
                          <a:noFill/>
                        </a:ln>
                        <a:solidFill>
                          <a:schemeClr val="tx1"/>
                        </a:solidFill>
                        <a:effectLst/>
                        <a:latin typeface="Tahoma" pitchFamily="34" charset="0"/>
                        <a:ea typeface="黑体" pitchFamily="2" charset="-122"/>
                      </a:endParaRPr>
                    </a:p>
                  </a:txBody>
                  <a:tcPr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
                          <a:schemeClr val="folHlink"/>
                        </a:buClr>
                        <a:buSzPct val="60000"/>
                        <a:buFont typeface="Wingdings" pitchFamily="2" charset="2"/>
                        <a:buNone/>
                        <a:tabLst/>
                      </a:pPr>
                      <a:endParaRPr kumimoji="0" lang="zh-CN" altLang="zh-CN" sz="2800" b="0" i="0" u="none" strike="noStrike" cap="none" normalizeH="0" baseline="0">
                        <a:ln>
                          <a:noFill/>
                        </a:ln>
                        <a:solidFill>
                          <a:schemeClr val="tx1"/>
                        </a:solidFill>
                        <a:effectLst/>
                        <a:latin typeface="Tahoma" pitchFamily="34" charset="0"/>
                        <a:ea typeface="黑体" pitchFamily="2" charset="-122"/>
                      </a:endParaRPr>
                    </a:p>
                  </a:txBody>
                  <a:tcPr horzOverflow="overflow">
                    <a:lnL w="12700" cap="flat" cmpd="sng" algn="ctr">
                      <a:solidFill>
                        <a:schemeClr val="tx1"/>
                      </a:solidFill>
                      <a:prstDash val="solid"/>
                      <a:round/>
                      <a:headEnd type="none" w="sm" len="sm"/>
                      <a:tailEnd type="none" w="sm" len="sm"/>
                    </a:lnL>
                    <a:lnR w="28575"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extLst>
                  <a:ext uri="{0D108BD9-81ED-4DB2-BD59-A6C34878D82A}">
                    <a16:rowId xmlns:a16="http://schemas.microsoft.com/office/drawing/2014/main" val="10007"/>
                  </a:ext>
                </a:extLst>
              </a:tr>
              <a:tr h="519113">
                <a:tc>
                  <a:txBody>
                    <a:bodyPr/>
                    <a:lstStyle/>
                    <a:p>
                      <a:pPr marL="0" marR="0" lvl="0" indent="0" algn="l" defTabSz="914400" rtl="0" eaLnBrk="1" fontAlgn="base" latinLnBrk="0" hangingPunct="1">
                        <a:lnSpc>
                          <a:spcPct val="100000"/>
                        </a:lnSpc>
                        <a:spcBef>
                          <a:spcPct val="20000"/>
                        </a:spcBef>
                        <a:spcAft>
                          <a:spcPct val="0"/>
                        </a:spcAft>
                        <a:buClr>
                          <a:schemeClr val="folHlink"/>
                        </a:buClr>
                        <a:buSzPct val="60000"/>
                        <a:buFont typeface="Wingdings" pitchFamily="2" charset="2"/>
                        <a:buNone/>
                        <a:tabLst/>
                      </a:pPr>
                      <a:endParaRPr kumimoji="0" lang="zh-CN" altLang="zh-CN" sz="2800" b="0" i="0" u="none" strike="noStrike" cap="none" normalizeH="0" baseline="0">
                        <a:ln>
                          <a:noFill/>
                        </a:ln>
                        <a:solidFill>
                          <a:schemeClr val="tx1"/>
                        </a:solidFill>
                        <a:effectLst/>
                        <a:latin typeface="Tahoma" pitchFamily="34" charset="0"/>
                        <a:ea typeface="黑体" pitchFamily="2" charset="-122"/>
                      </a:endParaRPr>
                    </a:p>
                  </a:txBody>
                  <a:tcPr horzOverflow="overflow">
                    <a:lnL w="28575"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28575" cap="flat" cmpd="sng" algn="ctr">
                      <a:solidFill>
                        <a:schemeClr val="tx1"/>
                      </a:solidFill>
                      <a:prstDash val="solid"/>
                      <a:round/>
                      <a:headEnd type="none" w="sm" len="sm"/>
                      <a:tailEnd type="none" w="sm" len="sm"/>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
                          <a:schemeClr val="folHlink"/>
                        </a:buClr>
                        <a:buSzPct val="60000"/>
                        <a:buFont typeface="Wingdings" pitchFamily="2" charset="2"/>
                        <a:buNone/>
                        <a:tabLst/>
                      </a:pPr>
                      <a:endParaRPr kumimoji="0" lang="zh-CN" altLang="zh-CN" sz="2800" b="0" i="0" u="none" strike="noStrike" cap="none" normalizeH="0" baseline="0">
                        <a:ln>
                          <a:noFill/>
                        </a:ln>
                        <a:solidFill>
                          <a:schemeClr val="tx1"/>
                        </a:solidFill>
                        <a:effectLst/>
                        <a:latin typeface="Tahoma" pitchFamily="34" charset="0"/>
                        <a:ea typeface="黑体" pitchFamily="2" charset="-122"/>
                      </a:endParaRPr>
                    </a:p>
                  </a:txBody>
                  <a:tcPr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28575" cap="flat" cmpd="sng" algn="ctr">
                      <a:solidFill>
                        <a:schemeClr val="tx1"/>
                      </a:solidFill>
                      <a:prstDash val="solid"/>
                      <a:round/>
                      <a:headEnd type="none" w="sm" len="sm"/>
                      <a:tailEnd type="none" w="sm" len="sm"/>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
                          <a:schemeClr val="folHlink"/>
                        </a:buClr>
                        <a:buSzPct val="60000"/>
                        <a:buFont typeface="Wingdings" pitchFamily="2" charset="2"/>
                        <a:buNone/>
                        <a:tabLst/>
                      </a:pPr>
                      <a:endParaRPr kumimoji="0" lang="zh-CN" altLang="zh-CN" sz="2800" b="0" i="0" u="none" strike="noStrike" cap="none" normalizeH="0" baseline="0" dirty="0">
                        <a:ln>
                          <a:noFill/>
                        </a:ln>
                        <a:solidFill>
                          <a:schemeClr val="tx1"/>
                        </a:solidFill>
                        <a:effectLst/>
                        <a:latin typeface="Tahoma" pitchFamily="34" charset="0"/>
                        <a:ea typeface="黑体" pitchFamily="2" charset="-122"/>
                      </a:endParaRPr>
                    </a:p>
                  </a:txBody>
                  <a:tcPr horzOverflow="overflow">
                    <a:lnL w="12700" cap="flat" cmpd="sng" algn="ctr">
                      <a:solidFill>
                        <a:schemeClr val="tx1"/>
                      </a:solidFill>
                      <a:prstDash val="solid"/>
                      <a:round/>
                      <a:headEnd type="none" w="sm" len="sm"/>
                      <a:tailEnd type="none" w="sm" len="sm"/>
                    </a:lnL>
                    <a:lnR w="28575"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28575" cap="flat" cmpd="sng" algn="ctr">
                      <a:solidFill>
                        <a:schemeClr val="tx1"/>
                      </a:solidFill>
                      <a:prstDash val="solid"/>
                      <a:round/>
                      <a:headEnd type="none" w="sm" len="sm"/>
                      <a:tailEnd type="none" w="sm" len="sm"/>
                    </a:lnB>
                    <a:lnTlToBr>
                      <a:noFill/>
                    </a:lnTlToBr>
                    <a:lnBlToTr>
                      <a:noFill/>
                    </a:lnBlToTr>
                    <a:noFill/>
                  </a:tcPr>
                </a:tc>
                <a:extLst>
                  <a:ext uri="{0D108BD9-81ED-4DB2-BD59-A6C34878D82A}">
                    <a16:rowId xmlns:a16="http://schemas.microsoft.com/office/drawing/2014/main" val="10008"/>
                  </a:ext>
                </a:extLst>
              </a:tr>
            </a:tbl>
          </a:graphicData>
        </a:graphic>
      </p:graphicFrame>
      <p:sp>
        <p:nvSpPr>
          <p:cNvPr id="2" name="日期占位符 1">
            <a:extLst>
              <a:ext uri="{FF2B5EF4-FFF2-40B4-BE49-F238E27FC236}">
                <a16:creationId xmlns:a16="http://schemas.microsoft.com/office/drawing/2014/main" id="{16560E8C-E529-5431-4430-1401E178BD17}"/>
              </a:ext>
            </a:extLst>
          </p:cNvPr>
          <p:cNvSpPr>
            <a:spLocks noGrp="1"/>
          </p:cNvSpPr>
          <p:nvPr>
            <p:ph type="dt" sz="half" idx="10"/>
          </p:nvPr>
        </p:nvSpPr>
        <p:spPr/>
        <p:txBody>
          <a:bodyPr/>
          <a:lstStyle/>
          <a:p>
            <a:fld id="{E106C033-20C6-48F9-87EB-2BB5727829AD}" type="datetime2">
              <a:rPr lang="zh-CN" altLang="en-US" smtClean="0"/>
              <a:pPr/>
              <a:t>2025年11月26日</a:t>
            </a:fld>
            <a:endParaRPr lang="zh-CN" altLang="en-US"/>
          </a:p>
        </p:txBody>
      </p:sp>
      <p:sp>
        <p:nvSpPr>
          <p:cNvPr id="3" name="页脚占位符 2">
            <a:extLst>
              <a:ext uri="{FF2B5EF4-FFF2-40B4-BE49-F238E27FC236}">
                <a16:creationId xmlns:a16="http://schemas.microsoft.com/office/drawing/2014/main" id="{5E3CE5CD-145E-8C1F-B991-E6BFBEAD2411}"/>
              </a:ext>
            </a:extLst>
          </p:cNvPr>
          <p:cNvSpPr>
            <a:spLocks noGrp="1"/>
          </p:cNvSpPr>
          <p:nvPr>
            <p:ph type="ftr" sz="quarter" idx="11"/>
          </p:nvPr>
        </p:nvSpPr>
        <p:spPr/>
        <p:txBody>
          <a:bodyPr/>
          <a:lstStyle/>
          <a:p>
            <a:r>
              <a:rPr lang="zh-CN" altLang="en-US"/>
              <a:t>编译原理</a:t>
            </a:r>
            <a:r>
              <a:rPr lang="en-US" altLang="zh-CN"/>
              <a:t>-</a:t>
            </a:r>
            <a:r>
              <a:rPr lang="zh-CN" altLang="en-US"/>
              <a:t>王欣捷</a:t>
            </a:r>
            <a:r>
              <a:rPr lang="en-US" altLang="zh-CN"/>
              <a:t>-</a:t>
            </a:r>
            <a:r>
              <a:rPr lang="zh-CN" altLang="en-US"/>
              <a:t>第三章 语法分析</a:t>
            </a:r>
            <a:r>
              <a:rPr lang="en-US" altLang="zh-CN"/>
              <a:t>(4)</a:t>
            </a:r>
            <a:endParaRPr lang="zh-CN" altLang="en-US"/>
          </a:p>
        </p:txBody>
      </p:sp>
      <p:sp>
        <p:nvSpPr>
          <p:cNvPr id="4" name="灯片编号占位符 3">
            <a:extLst>
              <a:ext uri="{FF2B5EF4-FFF2-40B4-BE49-F238E27FC236}">
                <a16:creationId xmlns:a16="http://schemas.microsoft.com/office/drawing/2014/main" id="{970BCE3A-4519-5DF1-929C-D9F87F763250}"/>
              </a:ext>
            </a:extLst>
          </p:cNvPr>
          <p:cNvSpPr>
            <a:spLocks noGrp="1"/>
          </p:cNvSpPr>
          <p:nvPr>
            <p:ph type="sldNum" sz="quarter" idx="12"/>
          </p:nvPr>
        </p:nvSpPr>
        <p:spPr/>
        <p:txBody>
          <a:bodyPr/>
          <a:lstStyle/>
          <a:p>
            <a:fld id="{094DEB03-EFC6-4C20-8FC8-295189A5386F}" type="slidenum">
              <a:rPr lang="zh-CN" altLang="en-US" smtClean="0"/>
              <a:pPr/>
              <a:t>18</a:t>
            </a:fld>
            <a:endParaRPr lang="zh-CN" altLang="en-US"/>
          </a:p>
        </p:txBody>
      </p:sp>
      <p:graphicFrame>
        <p:nvGraphicFramePr>
          <p:cNvPr id="6" name="Group 3">
            <a:extLst>
              <a:ext uri="{FF2B5EF4-FFF2-40B4-BE49-F238E27FC236}">
                <a16:creationId xmlns:a16="http://schemas.microsoft.com/office/drawing/2014/main" id="{3BC2A87A-17DE-FD82-36A0-BC041EE26044}"/>
              </a:ext>
            </a:extLst>
          </p:cNvPr>
          <p:cNvGraphicFramePr>
            <a:graphicFrameLocks/>
          </p:cNvGraphicFramePr>
          <p:nvPr>
            <p:extLst>
              <p:ext uri="{D42A27DB-BD31-4B8C-83A1-F6EECF244321}">
                <p14:modId xmlns:p14="http://schemas.microsoft.com/office/powerpoint/2010/main" val="1212291611"/>
              </p:ext>
            </p:extLst>
          </p:nvPr>
        </p:nvGraphicFramePr>
        <p:xfrm>
          <a:off x="1681224" y="1333499"/>
          <a:ext cx="6162551" cy="2535464"/>
        </p:xfrm>
        <a:graphic>
          <a:graphicData uri="http://schemas.openxmlformats.org/drawingml/2006/table">
            <a:tbl>
              <a:tblPr>
                <a:effectLst>
                  <a:outerShdw blurRad="63500" sx="102000" sy="102000" algn="ctr" rotWithShape="0">
                    <a:prstClr val="black">
                      <a:alpha val="40000"/>
                    </a:prstClr>
                  </a:outerShdw>
                </a:effectLst>
              </a:tblPr>
              <a:tblGrid>
                <a:gridCol w="753362">
                  <a:extLst>
                    <a:ext uri="{9D8B030D-6E8A-4147-A177-3AD203B41FA5}">
                      <a16:colId xmlns:a16="http://schemas.microsoft.com/office/drawing/2014/main" val="20000"/>
                    </a:ext>
                  </a:extLst>
                </a:gridCol>
                <a:gridCol w="914796">
                  <a:extLst>
                    <a:ext uri="{9D8B030D-6E8A-4147-A177-3AD203B41FA5}">
                      <a16:colId xmlns:a16="http://schemas.microsoft.com/office/drawing/2014/main" val="20001"/>
                    </a:ext>
                  </a:extLst>
                </a:gridCol>
                <a:gridCol w="974215">
                  <a:extLst>
                    <a:ext uri="{9D8B030D-6E8A-4147-A177-3AD203B41FA5}">
                      <a16:colId xmlns:a16="http://schemas.microsoft.com/office/drawing/2014/main" val="20002"/>
                    </a:ext>
                  </a:extLst>
                </a:gridCol>
                <a:gridCol w="1010203">
                  <a:extLst>
                    <a:ext uri="{9D8B030D-6E8A-4147-A177-3AD203B41FA5}">
                      <a16:colId xmlns:a16="http://schemas.microsoft.com/office/drawing/2014/main" val="20003"/>
                    </a:ext>
                  </a:extLst>
                </a:gridCol>
                <a:gridCol w="867599">
                  <a:extLst>
                    <a:ext uri="{9D8B030D-6E8A-4147-A177-3AD203B41FA5}">
                      <a16:colId xmlns:a16="http://schemas.microsoft.com/office/drawing/2014/main" val="20004"/>
                    </a:ext>
                  </a:extLst>
                </a:gridCol>
                <a:gridCol w="860986">
                  <a:extLst>
                    <a:ext uri="{9D8B030D-6E8A-4147-A177-3AD203B41FA5}">
                      <a16:colId xmlns:a16="http://schemas.microsoft.com/office/drawing/2014/main" val="20005"/>
                    </a:ext>
                  </a:extLst>
                </a:gridCol>
                <a:gridCol w="781390">
                  <a:extLst>
                    <a:ext uri="{9D8B030D-6E8A-4147-A177-3AD203B41FA5}">
                      <a16:colId xmlns:a16="http://schemas.microsoft.com/office/drawing/2014/main" val="20006"/>
                    </a:ext>
                  </a:extLst>
                </a:gridCol>
              </a:tblGrid>
              <a:tr h="361994">
                <a:tc rowSpan="2">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r>
                        <a:rPr kumimoji="0" lang="zh-CN" altLang="en-US" sz="1500" b="0" i="0" u="none" strike="noStrike" cap="none" normalizeH="0" baseline="0">
                          <a:ln>
                            <a:noFill/>
                          </a:ln>
                          <a:solidFill>
                            <a:schemeClr val="tx1"/>
                          </a:solidFill>
                          <a:effectLst/>
                          <a:latin typeface="Times New Roman" panose="02020603050405020304" pitchFamily="18" charset="0"/>
                          <a:ea typeface="黑体" panose="02010609060101010101" pitchFamily="49" charset="-122"/>
                        </a:rPr>
                        <a:t>非 终</a:t>
                      </a:r>
                      <a:endParaRPr kumimoji="0" lang="en-US" altLang="zh-CN" sz="1500" b="0" i="0" u="none" strike="noStrike" cap="none" normalizeH="0" baseline="0">
                        <a:ln>
                          <a:noFill/>
                        </a:ln>
                        <a:solidFill>
                          <a:schemeClr val="tx1"/>
                        </a:solidFill>
                        <a:effectLst/>
                        <a:latin typeface="Times New Roman" panose="02020603050405020304" pitchFamily="18" charset="0"/>
                        <a:ea typeface="黑体" panose="02010609060101010101" pitchFamily="49" charset="-122"/>
                      </a:endParaRPr>
                    </a:p>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r>
                        <a:rPr kumimoji="0" lang="zh-CN" altLang="en-US" sz="1500" b="0" i="0" u="none" strike="noStrike" cap="none" normalizeH="0" baseline="0">
                          <a:ln>
                            <a:noFill/>
                          </a:ln>
                          <a:solidFill>
                            <a:schemeClr val="tx1"/>
                          </a:solidFill>
                          <a:effectLst/>
                          <a:latin typeface="Times New Roman" panose="02020603050405020304" pitchFamily="18" charset="0"/>
                          <a:ea typeface="黑体" panose="02010609060101010101" pitchFamily="49" charset="-122"/>
                        </a:rPr>
                        <a:t>结 符</a:t>
                      </a:r>
                    </a:p>
                  </a:txBody>
                  <a:tcPr marL="139781" marR="139781" marT="69890" marB="69890" anchor="ct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accent4">
                        <a:lumMod val="20000"/>
                        <a:lumOff val="80000"/>
                      </a:schemeClr>
                    </a:solidFill>
                  </a:tcPr>
                </a:tc>
                <a:tc gridSpan="6">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r>
                        <a:rPr kumimoji="0" lang="zh-CN" altLang="en-US" sz="1500" b="0" i="0" u="none" strike="noStrike" cap="none" normalizeH="0" baseline="0">
                          <a:ln>
                            <a:noFill/>
                          </a:ln>
                          <a:solidFill>
                            <a:schemeClr val="tx1"/>
                          </a:solidFill>
                          <a:effectLst/>
                          <a:latin typeface="Times New Roman" panose="02020603050405020304" pitchFamily="18" charset="0"/>
                          <a:ea typeface="黑体" panose="02010609060101010101" pitchFamily="49" charset="-122"/>
                        </a:rPr>
                        <a:t>输 入 符 号</a:t>
                      </a:r>
                    </a:p>
                  </a:txBody>
                  <a:tcPr marL="139781" marR="139781" marT="69890" marB="69890" anchor="ct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accent4">
                        <a:lumMod val="20000"/>
                        <a:lumOff val="80000"/>
                      </a:schemeClr>
                    </a:solidFill>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extLst>
                  <a:ext uri="{0D108BD9-81ED-4DB2-BD59-A6C34878D82A}">
                    <a16:rowId xmlns:a16="http://schemas.microsoft.com/office/drawing/2014/main" val="10000"/>
                  </a:ext>
                </a:extLst>
              </a:tr>
              <a:tr h="360042">
                <a:tc vMerge="1">
                  <a:txBody>
                    <a:bodyPr/>
                    <a:lstStyle/>
                    <a:p>
                      <a:endParaRPr lang="zh-CN" altLang="en-US"/>
                    </a:p>
                  </a:txBody>
                  <a:tcPr/>
                </a:tc>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r>
                        <a:rPr kumimoji="0" lang="en-US" altLang="zh-CN" sz="1500" b="1" i="0" u="none" strike="noStrike" cap="none" normalizeH="0" baseline="0">
                          <a:ln>
                            <a:noFill/>
                          </a:ln>
                          <a:solidFill>
                            <a:schemeClr val="tx1"/>
                          </a:solidFill>
                          <a:effectLst/>
                          <a:latin typeface="Times New Roman" panose="02020603050405020304" pitchFamily="18" charset="0"/>
                          <a:ea typeface="黑体" panose="02010609060101010101" pitchFamily="49" charset="-122"/>
                        </a:rPr>
                        <a:t>id</a:t>
                      </a:r>
                    </a:p>
                  </a:txBody>
                  <a:tcPr marL="46132" marR="46132" marT="24604" marB="24604"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accent4">
                        <a:lumMod val="20000"/>
                        <a:lumOff val="80000"/>
                      </a:schemeClr>
                    </a:solidFill>
                  </a:tcPr>
                </a:tc>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r>
                        <a:rPr kumimoji="0" lang="en-US" altLang="zh-CN" sz="1500" b="1" i="0" u="none" strike="noStrike" cap="none" normalizeH="0" baseline="0">
                          <a:ln>
                            <a:noFill/>
                          </a:ln>
                          <a:solidFill>
                            <a:schemeClr val="tx1"/>
                          </a:solidFill>
                          <a:effectLst/>
                          <a:latin typeface="Times New Roman" panose="02020603050405020304" pitchFamily="18" charset="0"/>
                          <a:ea typeface="黑体" panose="02010609060101010101" pitchFamily="49" charset="-122"/>
                        </a:rPr>
                        <a:t>+</a:t>
                      </a:r>
                    </a:p>
                  </a:txBody>
                  <a:tcPr marL="46132" marR="46132" marT="24604" marB="24604"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accent4">
                        <a:lumMod val="20000"/>
                        <a:lumOff val="80000"/>
                      </a:schemeClr>
                    </a:solidFill>
                  </a:tcPr>
                </a:tc>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r>
                        <a:rPr kumimoji="0" lang="en-US" altLang="zh-CN" sz="1500" b="1" i="0" u="none" strike="noStrike" cap="none" normalizeH="0" baseline="0">
                          <a:ln>
                            <a:noFill/>
                          </a:ln>
                          <a:solidFill>
                            <a:schemeClr val="tx1"/>
                          </a:solidFill>
                          <a:effectLst/>
                          <a:latin typeface="Times New Roman" panose="02020603050405020304" pitchFamily="18" charset="0"/>
                          <a:ea typeface="黑体" panose="02010609060101010101" pitchFamily="49" charset="-122"/>
                        </a:rPr>
                        <a:t>*</a:t>
                      </a:r>
                    </a:p>
                  </a:txBody>
                  <a:tcPr marL="46132" marR="46132" marT="24604" marB="24604"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accent4">
                        <a:lumMod val="20000"/>
                        <a:lumOff val="80000"/>
                      </a:schemeClr>
                    </a:solidFill>
                  </a:tcPr>
                </a:tc>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r>
                        <a:rPr kumimoji="0" lang="en-US" altLang="zh-CN" sz="1500" b="1" i="0" u="none" strike="noStrike" cap="none" normalizeH="0" baseline="0">
                          <a:ln>
                            <a:noFill/>
                          </a:ln>
                          <a:solidFill>
                            <a:schemeClr val="tx1"/>
                          </a:solidFill>
                          <a:effectLst/>
                          <a:latin typeface="Times New Roman" panose="02020603050405020304" pitchFamily="18" charset="0"/>
                          <a:ea typeface="黑体" panose="02010609060101010101" pitchFamily="49" charset="-122"/>
                        </a:rPr>
                        <a:t>(</a:t>
                      </a:r>
                    </a:p>
                  </a:txBody>
                  <a:tcPr marL="46132" marR="46132" marT="24604" marB="24604"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accent4">
                        <a:lumMod val="20000"/>
                        <a:lumOff val="80000"/>
                      </a:schemeClr>
                    </a:solidFill>
                  </a:tcPr>
                </a:tc>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r>
                        <a:rPr kumimoji="0" lang="en-US" altLang="zh-CN" sz="1500" b="1" i="0" u="none" strike="noStrike" cap="none" normalizeH="0" baseline="0">
                          <a:ln>
                            <a:noFill/>
                          </a:ln>
                          <a:solidFill>
                            <a:schemeClr val="tx1"/>
                          </a:solidFill>
                          <a:effectLst/>
                          <a:latin typeface="Times New Roman" panose="02020603050405020304" pitchFamily="18" charset="0"/>
                          <a:ea typeface="黑体" panose="02010609060101010101" pitchFamily="49" charset="-122"/>
                        </a:rPr>
                        <a:t>)</a:t>
                      </a:r>
                    </a:p>
                  </a:txBody>
                  <a:tcPr marL="46132" marR="46132" marT="24604" marB="24604"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accent4">
                        <a:lumMod val="20000"/>
                        <a:lumOff val="80000"/>
                      </a:schemeClr>
                    </a:solidFill>
                  </a:tcPr>
                </a:tc>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r>
                        <a:rPr kumimoji="0" lang="en-US" altLang="zh-CN" sz="1500" b="1" i="0" u="none" strike="noStrike" cap="none" normalizeH="0" baseline="0">
                          <a:ln>
                            <a:noFill/>
                          </a:ln>
                          <a:solidFill>
                            <a:schemeClr val="tx1"/>
                          </a:solidFill>
                          <a:effectLst/>
                          <a:latin typeface="Times New Roman" panose="02020603050405020304" pitchFamily="18" charset="0"/>
                          <a:ea typeface="黑体" panose="02010609060101010101" pitchFamily="49" charset="-122"/>
                        </a:rPr>
                        <a:t>$</a:t>
                      </a:r>
                    </a:p>
                  </a:txBody>
                  <a:tcPr marL="46132" marR="46132" marT="24604" marB="24604" anchor="ct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accent4">
                        <a:lumMod val="20000"/>
                        <a:lumOff val="80000"/>
                      </a:schemeClr>
                    </a:solidFill>
                  </a:tcPr>
                </a:tc>
                <a:extLst>
                  <a:ext uri="{0D108BD9-81ED-4DB2-BD59-A6C34878D82A}">
                    <a16:rowId xmlns:a16="http://schemas.microsoft.com/office/drawing/2014/main" val="10001"/>
                  </a:ext>
                </a:extLst>
              </a:tr>
              <a:tr h="361994">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r>
                        <a:rPr kumimoji="0" lang="en-US" altLang="zh-CN" sz="1500" b="1" i="1" u="none" strike="noStrike" cap="none" normalizeH="0" baseline="0">
                          <a:ln>
                            <a:noFill/>
                          </a:ln>
                          <a:solidFill>
                            <a:schemeClr val="tx1"/>
                          </a:solidFill>
                          <a:effectLst/>
                          <a:latin typeface="Times New Roman" panose="02020603050405020304" pitchFamily="18" charset="0"/>
                          <a:ea typeface="黑体" panose="02010609060101010101" pitchFamily="49" charset="-122"/>
                        </a:rPr>
                        <a:t>E</a:t>
                      </a:r>
                    </a:p>
                  </a:txBody>
                  <a:tcPr marL="46132" marR="46132" marT="24604" marB="24604" anchor="ct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accent4">
                        <a:lumMod val="20000"/>
                        <a:lumOff val="80000"/>
                      </a:schemeClr>
                    </a:solidFill>
                  </a:tcPr>
                </a:tc>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r>
                        <a:rPr kumimoji="0" lang="en-US" altLang="zh-CN" sz="1500" b="1" i="1" u="none" strike="noStrike" cap="none" normalizeH="0" baseline="0">
                          <a:ln>
                            <a:noFill/>
                          </a:ln>
                          <a:solidFill>
                            <a:schemeClr val="tx1"/>
                          </a:solidFill>
                          <a:effectLst/>
                          <a:latin typeface="Times New Roman" panose="02020603050405020304" pitchFamily="18" charset="0"/>
                          <a:ea typeface="黑体" panose="02010609060101010101" pitchFamily="49" charset="-122"/>
                        </a:rPr>
                        <a:t>E</a:t>
                      </a:r>
                      <a:r>
                        <a:rPr kumimoji="0" lang="en-US" altLang="zh-CN" sz="1500" b="1" i="0" u="none" strike="noStrike" cap="none" normalizeH="0" baseline="0">
                          <a:ln>
                            <a:noFill/>
                          </a:ln>
                          <a:solidFill>
                            <a:schemeClr val="tx1"/>
                          </a:solidFill>
                          <a:effectLst/>
                          <a:latin typeface="Times New Roman" panose="02020603050405020304" pitchFamily="18" charset="0"/>
                          <a:ea typeface="黑体" panose="02010609060101010101" pitchFamily="49" charset="-122"/>
                          <a:sym typeface="Symbol" panose="05050102010706020507" pitchFamily="18" charset="2"/>
                        </a:rPr>
                        <a:t></a:t>
                      </a:r>
                      <a:r>
                        <a:rPr kumimoji="0" lang="en-US" altLang="zh-CN" sz="1500" b="1" i="1" u="none" strike="noStrike" cap="none" normalizeH="0" baseline="0">
                          <a:ln>
                            <a:noFill/>
                          </a:ln>
                          <a:solidFill>
                            <a:schemeClr val="tx1"/>
                          </a:solidFill>
                          <a:effectLst/>
                          <a:latin typeface="Times New Roman" panose="02020603050405020304" pitchFamily="18" charset="0"/>
                          <a:ea typeface="黑体" panose="02010609060101010101" pitchFamily="49" charset="-122"/>
                          <a:sym typeface="Symbol" panose="05050102010706020507" pitchFamily="18" charset="2"/>
                        </a:rPr>
                        <a:t>TE</a:t>
                      </a:r>
                      <a:r>
                        <a:rPr kumimoji="0" lang="en-US" altLang="zh-CN" sz="1500" b="1" i="0" u="none" strike="noStrike" cap="none" normalizeH="0" baseline="0">
                          <a:ln>
                            <a:noFill/>
                          </a:ln>
                          <a:solidFill>
                            <a:schemeClr val="tx1"/>
                          </a:solidFill>
                          <a:effectLst/>
                          <a:latin typeface="Times New Roman" panose="02020603050405020304" pitchFamily="18" charset="0"/>
                          <a:ea typeface="黑体" panose="02010609060101010101" pitchFamily="49" charset="-122"/>
                          <a:sym typeface="Symbol" panose="05050102010706020507" pitchFamily="18" charset="2"/>
                        </a:rPr>
                        <a:t></a:t>
                      </a:r>
                    </a:p>
                  </a:txBody>
                  <a:tcPr marL="46132" marR="46132" marT="24604" marB="24604"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accent4">
                        <a:lumMod val="20000"/>
                        <a:lumOff val="80000"/>
                      </a:schemeClr>
                    </a:solidFill>
                  </a:tcPr>
                </a:tc>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endParaRPr kumimoji="0" lang="zh-CN" altLang="zh-CN" sz="1500" b="0" i="0" u="none" strike="noStrike" cap="none" normalizeH="0" baseline="0">
                        <a:ln>
                          <a:noFill/>
                        </a:ln>
                        <a:solidFill>
                          <a:schemeClr val="tx1"/>
                        </a:solidFill>
                        <a:effectLst/>
                        <a:latin typeface="Times New Roman" panose="02020603050405020304" pitchFamily="18" charset="0"/>
                        <a:ea typeface="黑体" panose="02010609060101010101" pitchFamily="49" charset="-122"/>
                      </a:endParaRPr>
                    </a:p>
                  </a:txBody>
                  <a:tcPr marL="46132" marR="46132" marT="24604" marB="24604"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accent4">
                        <a:lumMod val="20000"/>
                        <a:lumOff val="80000"/>
                      </a:schemeClr>
                    </a:solidFill>
                  </a:tcPr>
                </a:tc>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endParaRPr kumimoji="0" lang="zh-CN" altLang="zh-CN" sz="1500" b="0" i="0" u="none" strike="noStrike" cap="none" normalizeH="0" baseline="0">
                        <a:ln>
                          <a:noFill/>
                        </a:ln>
                        <a:solidFill>
                          <a:schemeClr val="tx1"/>
                        </a:solidFill>
                        <a:effectLst/>
                        <a:latin typeface="Times New Roman" panose="02020603050405020304" pitchFamily="18" charset="0"/>
                        <a:ea typeface="黑体" panose="02010609060101010101" pitchFamily="49" charset="-122"/>
                      </a:endParaRPr>
                    </a:p>
                  </a:txBody>
                  <a:tcPr marL="46132" marR="46132" marT="24604" marB="24604"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accent4">
                        <a:lumMod val="20000"/>
                        <a:lumOff val="80000"/>
                      </a:schemeClr>
                    </a:solidFill>
                  </a:tcPr>
                </a:tc>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r>
                        <a:rPr kumimoji="0" lang="en-US" altLang="zh-CN" sz="1500" b="1" i="1" u="none" strike="noStrike" cap="none" normalizeH="0" baseline="0">
                          <a:ln>
                            <a:noFill/>
                          </a:ln>
                          <a:solidFill>
                            <a:schemeClr val="tx1"/>
                          </a:solidFill>
                          <a:effectLst/>
                          <a:latin typeface="Times New Roman" panose="02020603050405020304" pitchFamily="18" charset="0"/>
                          <a:ea typeface="黑体" panose="02010609060101010101" pitchFamily="49" charset="-122"/>
                        </a:rPr>
                        <a:t>E</a:t>
                      </a:r>
                      <a:r>
                        <a:rPr kumimoji="0" lang="en-US" altLang="zh-CN" sz="1500" b="1" i="1" u="none" strike="noStrike" cap="none" normalizeH="0" baseline="0">
                          <a:ln>
                            <a:noFill/>
                          </a:ln>
                          <a:solidFill>
                            <a:schemeClr val="tx1"/>
                          </a:solidFill>
                          <a:effectLst/>
                          <a:latin typeface="Times New Roman" panose="02020603050405020304" pitchFamily="18" charset="0"/>
                          <a:ea typeface="黑体" panose="02010609060101010101" pitchFamily="49" charset="-122"/>
                          <a:sym typeface="Symbol" panose="05050102010706020507" pitchFamily="18" charset="2"/>
                        </a:rPr>
                        <a:t>TE</a:t>
                      </a:r>
                      <a:r>
                        <a:rPr kumimoji="0" lang="en-US" altLang="zh-CN" sz="1500" b="1" i="0" u="none" strike="noStrike" cap="none" normalizeH="0" baseline="0">
                          <a:ln>
                            <a:noFill/>
                          </a:ln>
                          <a:solidFill>
                            <a:schemeClr val="tx1"/>
                          </a:solidFill>
                          <a:effectLst/>
                          <a:latin typeface="Times New Roman" panose="02020603050405020304" pitchFamily="18" charset="0"/>
                          <a:ea typeface="黑体" panose="02010609060101010101" pitchFamily="49" charset="-122"/>
                          <a:sym typeface="Symbol" panose="05050102010706020507" pitchFamily="18" charset="2"/>
                        </a:rPr>
                        <a:t></a:t>
                      </a:r>
                    </a:p>
                  </a:txBody>
                  <a:tcPr marL="46132" marR="46132" marT="24604" marB="24604"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accent4">
                        <a:lumMod val="20000"/>
                        <a:lumOff val="80000"/>
                      </a:schemeClr>
                    </a:solidFill>
                  </a:tcPr>
                </a:tc>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endParaRPr kumimoji="0" lang="zh-CN" altLang="zh-CN" sz="1500" b="0" i="0" u="none" strike="noStrike" cap="none" normalizeH="0" baseline="0">
                        <a:ln>
                          <a:noFill/>
                        </a:ln>
                        <a:solidFill>
                          <a:schemeClr val="tx1"/>
                        </a:solidFill>
                        <a:effectLst/>
                        <a:latin typeface="Times New Roman" panose="02020603050405020304" pitchFamily="18" charset="0"/>
                        <a:ea typeface="黑体" panose="02010609060101010101" pitchFamily="49" charset="-122"/>
                      </a:endParaRPr>
                    </a:p>
                  </a:txBody>
                  <a:tcPr marL="46132" marR="46132" marT="24604" marB="24604"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accent4">
                        <a:lumMod val="20000"/>
                        <a:lumOff val="80000"/>
                      </a:schemeClr>
                    </a:solidFill>
                  </a:tcPr>
                </a:tc>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endParaRPr kumimoji="0" lang="zh-CN" altLang="zh-CN" sz="1500" b="0" i="0" u="none" strike="noStrike" cap="none" normalizeH="0" baseline="0">
                        <a:ln>
                          <a:noFill/>
                        </a:ln>
                        <a:solidFill>
                          <a:schemeClr val="tx1"/>
                        </a:solidFill>
                        <a:effectLst/>
                        <a:latin typeface="Times New Roman" panose="02020603050405020304" pitchFamily="18" charset="0"/>
                        <a:ea typeface="黑体" panose="02010609060101010101" pitchFamily="49" charset="-122"/>
                      </a:endParaRPr>
                    </a:p>
                  </a:txBody>
                  <a:tcPr marL="46132" marR="46132" marT="24604" marB="24604" anchor="ct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accent4">
                        <a:lumMod val="20000"/>
                        <a:lumOff val="80000"/>
                      </a:schemeClr>
                    </a:solidFill>
                  </a:tcPr>
                </a:tc>
                <a:extLst>
                  <a:ext uri="{0D108BD9-81ED-4DB2-BD59-A6C34878D82A}">
                    <a16:rowId xmlns:a16="http://schemas.microsoft.com/office/drawing/2014/main" val="10002"/>
                  </a:ext>
                </a:extLst>
              </a:tr>
              <a:tr h="361018">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r>
                        <a:rPr kumimoji="0" lang="en-US" altLang="zh-CN" sz="1500" b="1" i="1" u="none" strike="noStrike" cap="none" normalizeH="0" baseline="0">
                          <a:ln>
                            <a:noFill/>
                          </a:ln>
                          <a:solidFill>
                            <a:schemeClr val="tx1"/>
                          </a:solidFill>
                          <a:effectLst/>
                          <a:latin typeface="Times New Roman" panose="02020603050405020304" pitchFamily="18" charset="0"/>
                          <a:ea typeface="黑体" panose="02010609060101010101" pitchFamily="49" charset="-122"/>
                        </a:rPr>
                        <a:t>E </a:t>
                      </a:r>
                      <a:r>
                        <a:rPr kumimoji="0" lang="en-US" altLang="zh-CN" sz="1500" b="1" i="0" u="none" strike="noStrike" cap="none" normalizeH="0" baseline="0">
                          <a:ln>
                            <a:noFill/>
                          </a:ln>
                          <a:solidFill>
                            <a:schemeClr val="tx1"/>
                          </a:solidFill>
                          <a:effectLst/>
                          <a:latin typeface="Times New Roman" panose="02020603050405020304" pitchFamily="18" charset="0"/>
                          <a:ea typeface="黑体" panose="02010609060101010101" pitchFamily="49" charset="-122"/>
                          <a:sym typeface="Symbol" panose="05050102010706020507" pitchFamily="18" charset="2"/>
                        </a:rPr>
                        <a:t></a:t>
                      </a:r>
                    </a:p>
                  </a:txBody>
                  <a:tcPr marL="46132" marR="46132" marT="24604" marB="24604" anchor="ct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accent4">
                        <a:lumMod val="20000"/>
                        <a:lumOff val="80000"/>
                      </a:schemeClr>
                    </a:solidFill>
                  </a:tcPr>
                </a:tc>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endParaRPr kumimoji="0" lang="zh-CN" altLang="zh-CN" sz="1500" b="0" i="0" u="none" strike="noStrike" cap="none" normalizeH="0" baseline="0">
                        <a:ln>
                          <a:noFill/>
                        </a:ln>
                        <a:solidFill>
                          <a:schemeClr val="tx1"/>
                        </a:solidFill>
                        <a:effectLst/>
                        <a:latin typeface="Times New Roman" panose="02020603050405020304" pitchFamily="18" charset="0"/>
                        <a:ea typeface="黑体" panose="02010609060101010101" pitchFamily="49" charset="-122"/>
                      </a:endParaRPr>
                    </a:p>
                  </a:txBody>
                  <a:tcPr marL="46132" marR="46132" marT="24604" marB="24604"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accent4">
                        <a:lumMod val="20000"/>
                        <a:lumOff val="80000"/>
                      </a:schemeClr>
                    </a:solidFill>
                  </a:tcPr>
                </a:tc>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r>
                        <a:rPr kumimoji="0" lang="en-US" altLang="zh-CN" sz="1500" b="1" i="1" u="none" strike="noStrike" cap="none" normalizeH="0" baseline="0">
                          <a:ln>
                            <a:noFill/>
                          </a:ln>
                          <a:solidFill>
                            <a:schemeClr val="tx1"/>
                          </a:solidFill>
                          <a:effectLst/>
                          <a:latin typeface="Times New Roman" panose="02020603050405020304" pitchFamily="18" charset="0"/>
                          <a:ea typeface="黑体" panose="02010609060101010101" pitchFamily="49" charset="-122"/>
                        </a:rPr>
                        <a:t>E</a:t>
                      </a:r>
                      <a:r>
                        <a:rPr kumimoji="0" lang="en-US" altLang="zh-CN" sz="1500" b="1" i="0" u="none" strike="noStrike" cap="none" normalizeH="0" baseline="0">
                          <a:ln>
                            <a:noFill/>
                          </a:ln>
                          <a:solidFill>
                            <a:schemeClr val="tx1"/>
                          </a:solidFill>
                          <a:effectLst/>
                          <a:latin typeface="Times New Roman" panose="02020603050405020304" pitchFamily="18" charset="0"/>
                          <a:ea typeface="黑体" panose="02010609060101010101" pitchFamily="49" charset="-122"/>
                          <a:sym typeface="Symbol" panose="05050102010706020507" pitchFamily="18" charset="2"/>
                        </a:rPr>
                        <a:t>+</a:t>
                      </a:r>
                      <a:r>
                        <a:rPr kumimoji="0" lang="en-US" altLang="zh-CN" sz="1500" b="1" i="1" u="none" strike="noStrike" cap="none" normalizeH="0" baseline="0">
                          <a:ln>
                            <a:noFill/>
                          </a:ln>
                          <a:solidFill>
                            <a:schemeClr val="tx1"/>
                          </a:solidFill>
                          <a:effectLst/>
                          <a:latin typeface="Times New Roman" panose="02020603050405020304" pitchFamily="18" charset="0"/>
                          <a:ea typeface="黑体" panose="02010609060101010101" pitchFamily="49" charset="-122"/>
                          <a:sym typeface="Symbol" panose="05050102010706020507" pitchFamily="18" charset="2"/>
                        </a:rPr>
                        <a:t>TE</a:t>
                      </a:r>
                      <a:r>
                        <a:rPr kumimoji="0" lang="en-US" altLang="zh-CN" sz="1500" b="1" i="0" u="none" strike="noStrike" cap="none" normalizeH="0" baseline="0">
                          <a:ln>
                            <a:noFill/>
                          </a:ln>
                          <a:solidFill>
                            <a:schemeClr val="tx1"/>
                          </a:solidFill>
                          <a:effectLst/>
                          <a:latin typeface="Times New Roman" panose="02020603050405020304" pitchFamily="18" charset="0"/>
                          <a:ea typeface="黑体" panose="02010609060101010101" pitchFamily="49" charset="-122"/>
                          <a:sym typeface="Symbol" panose="05050102010706020507" pitchFamily="18" charset="2"/>
                        </a:rPr>
                        <a:t></a:t>
                      </a:r>
                    </a:p>
                  </a:txBody>
                  <a:tcPr marL="46132" marR="46132" marT="24604" marB="24604"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accent4">
                        <a:lumMod val="20000"/>
                        <a:lumOff val="80000"/>
                      </a:schemeClr>
                    </a:solidFill>
                  </a:tcPr>
                </a:tc>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endParaRPr kumimoji="0" lang="zh-CN" altLang="zh-CN" sz="1500" b="0" i="0" u="none" strike="noStrike" cap="none" normalizeH="0" baseline="0">
                        <a:ln>
                          <a:noFill/>
                        </a:ln>
                        <a:solidFill>
                          <a:schemeClr val="tx1"/>
                        </a:solidFill>
                        <a:effectLst/>
                        <a:latin typeface="Times New Roman" panose="02020603050405020304" pitchFamily="18" charset="0"/>
                        <a:ea typeface="黑体" panose="02010609060101010101" pitchFamily="49" charset="-122"/>
                      </a:endParaRPr>
                    </a:p>
                  </a:txBody>
                  <a:tcPr marL="46132" marR="46132" marT="24604" marB="24604"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accent4">
                        <a:lumMod val="20000"/>
                        <a:lumOff val="80000"/>
                      </a:schemeClr>
                    </a:solidFill>
                  </a:tcPr>
                </a:tc>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endParaRPr kumimoji="0" lang="zh-CN" altLang="zh-CN" sz="1500" b="0" i="0" u="none" strike="noStrike" cap="none" normalizeH="0" baseline="0">
                        <a:ln>
                          <a:noFill/>
                        </a:ln>
                        <a:solidFill>
                          <a:schemeClr val="tx1"/>
                        </a:solidFill>
                        <a:effectLst/>
                        <a:latin typeface="Times New Roman" panose="02020603050405020304" pitchFamily="18" charset="0"/>
                        <a:ea typeface="黑体" panose="02010609060101010101" pitchFamily="49" charset="-122"/>
                      </a:endParaRPr>
                    </a:p>
                  </a:txBody>
                  <a:tcPr marL="46132" marR="46132" marT="24604" marB="24604"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accent4">
                        <a:lumMod val="20000"/>
                        <a:lumOff val="80000"/>
                      </a:schemeClr>
                    </a:solidFill>
                  </a:tcPr>
                </a:tc>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r>
                        <a:rPr kumimoji="0" lang="en-US" altLang="zh-CN" sz="1500" b="1" i="1" u="none" strike="noStrike" cap="none" normalizeH="0" baseline="0">
                          <a:ln>
                            <a:noFill/>
                          </a:ln>
                          <a:solidFill>
                            <a:schemeClr val="tx1"/>
                          </a:solidFill>
                          <a:effectLst/>
                          <a:latin typeface="Times New Roman" panose="02020603050405020304" pitchFamily="18" charset="0"/>
                          <a:ea typeface="黑体" panose="02010609060101010101" pitchFamily="49" charset="-122"/>
                        </a:rPr>
                        <a:t>E</a:t>
                      </a:r>
                      <a:r>
                        <a:rPr kumimoji="0" lang="en-US" altLang="zh-CN" sz="1700" b="1" i="0" u="none" strike="noStrike" cap="none" normalizeH="0" baseline="0">
                          <a:ln>
                            <a:noFill/>
                          </a:ln>
                          <a:solidFill>
                            <a:schemeClr val="tx1"/>
                          </a:solidFill>
                          <a:effectLst/>
                          <a:latin typeface="Times New Roman" panose="02020603050405020304" pitchFamily="18" charset="0"/>
                          <a:ea typeface="黑体" panose="02010609060101010101" pitchFamily="49" charset="-122"/>
                          <a:sym typeface="Symbol" panose="05050102010706020507" pitchFamily="18" charset="2"/>
                        </a:rPr>
                        <a:t></a:t>
                      </a:r>
                    </a:p>
                  </a:txBody>
                  <a:tcPr marL="46132" marR="46132" marT="24604" marB="24604"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accent4">
                        <a:lumMod val="20000"/>
                        <a:lumOff val="80000"/>
                      </a:schemeClr>
                    </a:solidFill>
                  </a:tcPr>
                </a:tc>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r>
                        <a:rPr kumimoji="0" lang="en-US" altLang="zh-CN" sz="1500" b="1" i="1" u="none" strike="noStrike" cap="none" normalizeH="0" baseline="0">
                          <a:ln>
                            <a:noFill/>
                          </a:ln>
                          <a:solidFill>
                            <a:schemeClr val="tx1"/>
                          </a:solidFill>
                          <a:effectLst/>
                          <a:latin typeface="Times New Roman" panose="02020603050405020304" pitchFamily="18" charset="0"/>
                          <a:ea typeface="黑体" panose="02010609060101010101" pitchFamily="49" charset="-122"/>
                        </a:rPr>
                        <a:t>E</a:t>
                      </a:r>
                      <a:r>
                        <a:rPr kumimoji="0" lang="en-US" altLang="zh-CN" sz="1700" b="1" i="0" u="none" strike="noStrike" cap="none" normalizeH="0" baseline="0">
                          <a:ln>
                            <a:noFill/>
                          </a:ln>
                          <a:solidFill>
                            <a:schemeClr val="tx1"/>
                          </a:solidFill>
                          <a:effectLst/>
                          <a:latin typeface="Times New Roman" panose="02020603050405020304" pitchFamily="18" charset="0"/>
                          <a:ea typeface="黑体" panose="02010609060101010101" pitchFamily="49" charset="-122"/>
                          <a:sym typeface="Symbol" panose="05050102010706020507" pitchFamily="18" charset="2"/>
                        </a:rPr>
                        <a:t></a:t>
                      </a:r>
                    </a:p>
                  </a:txBody>
                  <a:tcPr marL="46132" marR="46132" marT="24604" marB="24604" anchor="ct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accent4">
                        <a:lumMod val="20000"/>
                        <a:lumOff val="80000"/>
                      </a:schemeClr>
                    </a:solidFill>
                  </a:tcPr>
                </a:tc>
                <a:extLst>
                  <a:ext uri="{0D108BD9-81ED-4DB2-BD59-A6C34878D82A}">
                    <a16:rowId xmlns:a16="http://schemas.microsoft.com/office/drawing/2014/main" val="10003"/>
                  </a:ext>
                </a:extLst>
              </a:tr>
              <a:tr h="361994">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r>
                        <a:rPr kumimoji="0" lang="en-US" altLang="zh-CN" sz="1500" b="1" i="1" u="none" strike="noStrike" cap="none" normalizeH="0" baseline="0">
                          <a:ln>
                            <a:noFill/>
                          </a:ln>
                          <a:solidFill>
                            <a:schemeClr val="tx1"/>
                          </a:solidFill>
                          <a:effectLst/>
                          <a:latin typeface="Times New Roman" panose="02020603050405020304" pitchFamily="18" charset="0"/>
                          <a:ea typeface="黑体" panose="02010609060101010101" pitchFamily="49" charset="-122"/>
                        </a:rPr>
                        <a:t>T</a:t>
                      </a:r>
                    </a:p>
                  </a:txBody>
                  <a:tcPr marL="46132" marR="46132" marT="24604" marB="24604" anchor="ct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accent4">
                        <a:lumMod val="20000"/>
                        <a:lumOff val="80000"/>
                      </a:schemeClr>
                    </a:solidFill>
                  </a:tcPr>
                </a:tc>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r>
                        <a:rPr kumimoji="0" lang="en-US" altLang="zh-CN" sz="1500" b="1" i="1" u="none" strike="noStrike" cap="none" normalizeH="0" baseline="0">
                          <a:ln>
                            <a:noFill/>
                          </a:ln>
                          <a:solidFill>
                            <a:schemeClr val="tx1"/>
                          </a:solidFill>
                          <a:effectLst/>
                          <a:latin typeface="Times New Roman" panose="02020603050405020304" pitchFamily="18" charset="0"/>
                          <a:ea typeface="黑体" panose="02010609060101010101" pitchFamily="49" charset="-122"/>
                        </a:rPr>
                        <a:t>T</a:t>
                      </a:r>
                      <a:r>
                        <a:rPr kumimoji="0" lang="en-US" altLang="zh-CN" sz="1500" b="1" i="0" u="none" strike="noStrike" cap="none" normalizeH="0" baseline="0">
                          <a:ln>
                            <a:noFill/>
                          </a:ln>
                          <a:solidFill>
                            <a:schemeClr val="tx1"/>
                          </a:solidFill>
                          <a:effectLst/>
                          <a:latin typeface="Times New Roman" panose="02020603050405020304" pitchFamily="18" charset="0"/>
                          <a:ea typeface="黑体" panose="02010609060101010101" pitchFamily="49" charset="-122"/>
                          <a:sym typeface="Symbol" panose="05050102010706020507" pitchFamily="18" charset="2"/>
                        </a:rPr>
                        <a:t></a:t>
                      </a:r>
                      <a:r>
                        <a:rPr kumimoji="0" lang="en-US" altLang="zh-CN" sz="1500" b="1" i="1" u="none" strike="noStrike" cap="none" normalizeH="0" baseline="0">
                          <a:ln>
                            <a:noFill/>
                          </a:ln>
                          <a:solidFill>
                            <a:schemeClr val="tx1"/>
                          </a:solidFill>
                          <a:effectLst/>
                          <a:latin typeface="Times New Roman" panose="02020603050405020304" pitchFamily="18" charset="0"/>
                          <a:ea typeface="黑体" panose="02010609060101010101" pitchFamily="49" charset="-122"/>
                          <a:sym typeface="Symbol" panose="05050102010706020507" pitchFamily="18" charset="2"/>
                        </a:rPr>
                        <a:t>FT </a:t>
                      </a:r>
                      <a:r>
                        <a:rPr kumimoji="0" lang="en-US" altLang="zh-CN" sz="1700" b="1" i="0" u="none" strike="noStrike" cap="none" normalizeH="0" baseline="0">
                          <a:ln>
                            <a:noFill/>
                          </a:ln>
                          <a:solidFill>
                            <a:schemeClr val="tx1"/>
                          </a:solidFill>
                          <a:effectLst/>
                          <a:latin typeface="Times New Roman" panose="02020603050405020304" pitchFamily="18" charset="0"/>
                          <a:ea typeface="黑体" panose="02010609060101010101" pitchFamily="49" charset="-122"/>
                          <a:sym typeface="Symbol" panose="05050102010706020507" pitchFamily="18" charset="2"/>
                        </a:rPr>
                        <a:t></a:t>
                      </a:r>
                    </a:p>
                  </a:txBody>
                  <a:tcPr marL="46132" marR="46132" marT="24604" marB="24604"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accent4">
                        <a:lumMod val="20000"/>
                        <a:lumOff val="80000"/>
                      </a:schemeClr>
                    </a:solidFill>
                  </a:tcPr>
                </a:tc>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endParaRPr kumimoji="0" lang="zh-CN" altLang="zh-CN" sz="1500" b="0" i="0" u="none" strike="noStrike" cap="none" normalizeH="0" baseline="0">
                        <a:ln>
                          <a:noFill/>
                        </a:ln>
                        <a:solidFill>
                          <a:schemeClr val="tx1"/>
                        </a:solidFill>
                        <a:effectLst/>
                        <a:latin typeface="Times New Roman" panose="02020603050405020304" pitchFamily="18" charset="0"/>
                        <a:ea typeface="黑体" panose="02010609060101010101" pitchFamily="49" charset="-122"/>
                      </a:endParaRPr>
                    </a:p>
                  </a:txBody>
                  <a:tcPr marL="46132" marR="46132" marT="24604" marB="24604"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accent4">
                        <a:lumMod val="20000"/>
                        <a:lumOff val="80000"/>
                      </a:schemeClr>
                    </a:solidFill>
                  </a:tcPr>
                </a:tc>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endParaRPr kumimoji="0" lang="zh-CN" altLang="zh-CN" sz="1500" b="0" i="0" u="none" strike="noStrike" cap="none" normalizeH="0" baseline="0">
                        <a:ln>
                          <a:noFill/>
                        </a:ln>
                        <a:solidFill>
                          <a:schemeClr val="tx1"/>
                        </a:solidFill>
                        <a:effectLst/>
                        <a:latin typeface="Times New Roman" panose="02020603050405020304" pitchFamily="18" charset="0"/>
                        <a:ea typeface="黑体" panose="02010609060101010101" pitchFamily="49" charset="-122"/>
                      </a:endParaRPr>
                    </a:p>
                  </a:txBody>
                  <a:tcPr marL="46132" marR="46132" marT="24604" marB="24604"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accent4">
                        <a:lumMod val="20000"/>
                        <a:lumOff val="80000"/>
                      </a:schemeClr>
                    </a:solidFill>
                  </a:tcPr>
                </a:tc>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r>
                        <a:rPr kumimoji="0" lang="en-US" altLang="zh-CN" sz="1500" b="1" i="1" u="none" strike="noStrike" cap="none" normalizeH="0" baseline="0">
                          <a:ln>
                            <a:noFill/>
                          </a:ln>
                          <a:solidFill>
                            <a:schemeClr val="tx1"/>
                          </a:solidFill>
                          <a:effectLst/>
                          <a:latin typeface="Times New Roman" panose="02020603050405020304" pitchFamily="18" charset="0"/>
                          <a:ea typeface="黑体" panose="02010609060101010101" pitchFamily="49" charset="-122"/>
                        </a:rPr>
                        <a:t>T</a:t>
                      </a:r>
                      <a:r>
                        <a:rPr kumimoji="0" lang="en-US" altLang="zh-CN" sz="1500" b="1" i="0" u="none" strike="noStrike" cap="none" normalizeH="0" baseline="0">
                          <a:ln>
                            <a:noFill/>
                          </a:ln>
                          <a:solidFill>
                            <a:schemeClr val="tx1"/>
                          </a:solidFill>
                          <a:effectLst/>
                          <a:latin typeface="Times New Roman" panose="02020603050405020304" pitchFamily="18" charset="0"/>
                          <a:ea typeface="黑体" panose="02010609060101010101" pitchFamily="49" charset="-122"/>
                          <a:sym typeface="Symbol" panose="05050102010706020507" pitchFamily="18" charset="2"/>
                        </a:rPr>
                        <a:t></a:t>
                      </a:r>
                      <a:r>
                        <a:rPr kumimoji="0" lang="en-US" altLang="zh-CN" sz="1500" b="1" i="1" u="none" strike="noStrike" cap="none" normalizeH="0" baseline="0">
                          <a:ln>
                            <a:noFill/>
                          </a:ln>
                          <a:solidFill>
                            <a:schemeClr val="tx1"/>
                          </a:solidFill>
                          <a:effectLst/>
                          <a:latin typeface="Times New Roman" panose="02020603050405020304" pitchFamily="18" charset="0"/>
                          <a:ea typeface="黑体" panose="02010609060101010101" pitchFamily="49" charset="-122"/>
                          <a:sym typeface="Symbol" panose="05050102010706020507" pitchFamily="18" charset="2"/>
                        </a:rPr>
                        <a:t>FT </a:t>
                      </a:r>
                      <a:r>
                        <a:rPr kumimoji="0" lang="en-US" altLang="zh-CN" sz="1700" b="1" i="0" u="none" strike="noStrike" cap="none" normalizeH="0" baseline="0">
                          <a:ln>
                            <a:noFill/>
                          </a:ln>
                          <a:solidFill>
                            <a:schemeClr val="tx1"/>
                          </a:solidFill>
                          <a:effectLst/>
                          <a:latin typeface="Times New Roman" panose="02020603050405020304" pitchFamily="18" charset="0"/>
                          <a:ea typeface="黑体" panose="02010609060101010101" pitchFamily="49" charset="-122"/>
                          <a:sym typeface="Symbol" panose="05050102010706020507" pitchFamily="18" charset="2"/>
                        </a:rPr>
                        <a:t></a:t>
                      </a:r>
                    </a:p>
                  </a:txBody>
                  <a:tcPr marL="46132" marR="46132" marT="24604" marB="24604"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accent4">
                        <a:lumMod val="20000"/>
                        <a:lumOff val="80000"/>
                      </a:schemeClr>
                    </a:solidFill>
                  </a:tcPr>
                </a:tc>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endParaRPr kumimoji="0" lang="zh-CN" altLang="zh-CN" sz="1500" b="0" i="0" u="none" strike="noStrike" cap="none" normalizeH="0" baseline="0">
                        <a:ln>
                          <a:noFill/>
                        </a:ln>
                        <a:solidFill>
                          <a:schemeClr val="tx1"/>
                        </a:solidFill>
                        <a:effectLst/>
                        <a:latin typeface="Times New Roman" panose="02020603050405020304" pitchFamily="18" charset="0"/>
                        <a:ea typeface="黑体" panose="02010609060101010101" pitchFamily="49" charset="-122"/>
                      </a:endParaRPr>
                    </a:p>
                  </a:txBody>
                  <a:tcPr marL="46132" marR="46132" marT="24604" marB="24604"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accent4">
                        <a:lumMod val="20000"/>
                        <a:lumOff val="80000"/>
                      </a:schemeClr>
                    </a:solidFill>
                  </a:tcPr>
                </a:tc>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endParaRPr kumimoji="0" lang="zh-CN" altLang="zh-CN" sz="1500" b="0" i="0" u="none" strike="noStrike" cap="none" normalizeH="0" baseline="0">
                        <a:ln>
                          <a:noFill/>
                        </a:ln>
                        <a:solidFill>
                          <a:schemeClr val="tx1"/>
                        </a:solidFill>
                        <a:effectLst/>
                        <a:latin typeface="Times New Roman" panose="02020603050405020304" pitchFamily="18" charset="0"/>
                        <a:ea typeface="黑体" panose="02010609060101010101" pitchFamily="49" charset="-122"/>
                      </a:endParaRPr>
                    </a:p>
                  </a:txBody>
                  <a:tcPr marL="46132" marR="46132" marT="24604" marB="24604" anchor="ct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accent4">
                        <a:lumMod val="20000"/>
                        <a:lumOff val="80000"/>
                      </a:schemeClr>
                    </a:solidFill>
                  </a:tcPr>
                </a:tc>
                <a:extLst>
                  <a:ext uri="{0D108BD9-81ED-4DB2-BD59-A6C34878D82A}">
                    <a16:rowId xmlns:a16="http://schemas.microsoft.com/office/drawing/2014/main" val="10004"/>
                  </a:ext>
                </a:extLst>
              </a:tr>
              <a:tr h="360042">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r>
                        <a:rPr kumimoji="0" lang="en-US" altLang="zh-CN" sz="1500" b="1" i="1" u="none" strike="noStrike" cap="none" normalizeH="0" baseline="0">
                          <a:ln>
                            <a:noFill/>
                          </a:ln>
                          <a:solidFill>
                            <a:schemeClr val="tx1"/>
                          </a:solidFill>
                          <a:effectLst/>
                          <a:latin typeface="Times New Roman" panose="02020603050405020304" pitchFamily="18" charset="0"/>
                          <a:ea typeface="黑体" panose="02010609060101010101" pitchFamily="49" charset="-122"/>
                        </a:rPr>
                        <a:t>T </a:t>
                      </a:r>
                      <a:r>
                        <a:rPr kumimoji="0" lang="en-US" altLang="zh-CN" sz="1500" b="1" i="0" u="none" strike="noStrike" cap="none" normalizeH="0" baseline="0">
                          <a:ln>
                            <a:noFill/>
                          </a:ln>
                          <a:solidFill>
                            <a:schemeClr val="tx1"/>
                          </a:solidFill>
                          <a:effectLst/>
                          <a:latin typeface="Times New Roman" panose="02020603050405020304" pitchFamily="18" charset="0"/>
                          <a:ea typeface="黑体" panose="02010609060101010101" pitchFamily="49" charset="-122"/>
                          <a:sym typeface="Symbol" panose="05050102010706020507" pitchFamily="18" charset="2"/>
                        </a:rPr>
                        <a:t></a:t>
                      </a:r>
                    </a:p>
                  </a:txBody>
                  <a:tcPr marL="46132" marR="46132" marT="24604" marB="24604" anchor="ct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accent4">
                        <a:lumMod val="20000"/>
                        <a:lumOff val="80000"/>
                      </a:schemeClr>
                    </a:solidFill>
                  </a:tcPr>
                </a:tc>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endParaRPr kumimoji="0" lang="zh-CN" altLang="zh-CN" sz="1500" b="0" i="0" u="none" strike="noStrike" cap="none" normalizeH="0" baseline="0">
                        <a:ln>
                          <a:noFill/>
                        </a:ln>
                        <a:solidFill>
                          <a:schemeClr val="tx1"/>
                        </a:solidFill>
                        <a:effectLst/>
                        <a:latin typeface="Times New Roman" panose="02020603050405020304" pitchFamily="18" charset="0"/>
                        <a:ea typeface="黑体" panose="02010609060101010101" pitchFamily="49" charset="-122"/>
                      </a:endParaRPr>
                    </a:p>
                  </a:txBody>
                  <a:tcPr marL="46132" marR="46132" marT="24604" marB="24604"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accent4">
                        <a:lumMod val="20000"/>
                        <a:lumOff val="80000"/>
                      </a:schemeClr>
                    </a:solidFill>
                  </a:tcPr>
                </a:tc>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r>
                        <a:rPr kumimoji="0" lang="en-US" altLang="zh-CN" sz="1500" b="1" i="1" u="none" strike="noStrike" cap="none" normalizeH="0" baseline="0">
                          <a:ln>
                            <a:noFill/>
                          </a:ln>
                          <a:solidFill>
                            <a:schemeClr val="tx1"/>
                          </a:solidFill>
                          <a:effectLst/>
                          <a:latin typeface="Times New Roman" panose="02020603050405020304" pitchFamily="18" charset="0"/>
                          <a:ea typeface="黑体" panose="02010609060101010101" pitchFamily="49" charset="-122"/>
                        </a:rPr>
                        <a:t>T </a:t>
                      </a:r>
                      <a:r>
                        <a:rPr kumimoji="0" lang="en-US" altLang="zh-CN" sz="1500" b="1" i="0" u="none" strike="noStrike" cap="none" normalizeH="0" baseline="0">
                          <a:ln>
                            <a:noFill/>
                          </a:ln>
                          <a:solidFill>
                            <a:schemeClr val="tx1"/>
                          </a:solidFill>
                          <a:effectLst/>
                          <a:latin typeface="Times New Roman" panose="02020603050405020304" pitchFamily="18" charset="0"/>
                          <a:ea typeface="黑体" panose="02010609060101010101" pitchFamily="49" charset="-122"/>
                          <a:sym typeface="Symbol" panose="05050102010706020507" pitchFamily="18" charset="2"/>
                        </a:rPr>
                        <a:t></a:t>
                      </a:r>
                    </a:p>
                  </a:txBody>
                  <a:tcPr marL="46132" marR="46132" marT="24604" marB="24604"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accent4">
                        <a:lumMod val="20000"/>
                        <a:lumOff val="80000"/>
                      </a:schemeClr>
                    </a:solidFill>
                  </a:tcPr>
                </a:tc>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r>
                        <a:rPr kumimoji="0" lang="en-US" altLang="zh-CN" sz="1500" b="1" i="1" u="none" strike="noStrike" cap="none" normalizeH="0" baseline="0">
                          <a:ln>
                            <a:noFill/>
                          </a:ln>
                          <a:solidFill>
                            <a:schemeClr val="tx1"/>
                          </a:solidFill>
                          <a:effectLst/>
                          <a:latin typeface="Times New Roman" panose="02020603050405020304" pitchFamily="18" charset="0"/>
                          <a:ea typeface="黑体" panose="02010609060101010101" pitchFamily="49" charset="-122"/>
                        </a:rPr>
                        <a:t>T</a:t>
                      </a:r>
                      <a:r>
                        <a:rPr kumimoji="0" lang="en-US" altLang="zh-CN" sz="1500" b="1" i="0" u="none" strike="noStrike" cap="none" normalizeH="0" baseline="0">
                          <a:ln>
                            <a:noFill/>
                          </a:ln>
                          <a:solidFill>
                            <a:schemeClr val="tx1"/>
                          </a:solidFill>
                          <a:effectLst/>
                          <a:latin typeface="Times New Roman" panose="02020603050405020304" pitchFamily="18" charset="0"/>
                          <a:ea typeface="黑体" panose="02010609060101010101" pitchFamily="49" charset="-122"/>
                          <a:sym typeface="Symbol" panose="05050102010706020507" pitchFamily="18" charset="2"/>
                        </a:rPr>
                        <a:t>*</a:t>
                      </a:r>
                      <a:r>
                        <a:rPr kumimoji="0" lang="en-US" altLang="zh-CN" sz="1500" b="1" i="1" u="none" strike="noStrike" cap="none" normalizeH="0" baseline="0">
                          <a:ln>
                            <a:noFill/>
                          </a:ln>
                          <a:solidFill>
                            <a:schemeClr val="tx1"/>
                          </a:solidFill>
                          <a:effectLst/>
                          <a:latin typeface="Times New Roman" panose="02020603050405020304" pitchFamily="18" charset="0"/>
                          <a:ea typeface="黑体" panose="02010609060101010101" pitchFamily="49" charset="-122"/>
                          <a:sym typeface="Symbol" panose="05050102010706020507" pitchFamily="18" charset="2"/>
                        </a:rPr>
                        <a:t>FT </a:t>
                      </a:r>
                      <a:r>
                        <a:rPr kumimoji="0" lang="en-US" altLang="zh-CN" sz="1500" b="1" i="0" u="none" strike="noStrike" cap="none" normalizeH="0" baseline="0">
                          <a:ln>
                            <a:noFill/>
                          </a:ln>
                          <a:solidFill>
                            <a:schemeClr val="tx1"/>
                          </a:solidFill>
                          <a:effectLst/>
                          <a:latin typeface="Times New Roman" panose="02020603050405020304" pitchFamily="18" charset="0"/>
                          <a:ea typeface="黑体" panose="02010609060101010101" pitchFamily="49" charset="-122"/>
                          <a:sym typeface="Symbol" panose="05050102010706020507" pitchFamily="18" charset="2"/>
                        </a:rPr>
                        <a:t></a:t>
                      </a:r>
                    </a:p>
                  </a:txBody>
                  <a:tcPr marL="46132" marR="46132" marT="24604" marB="24604"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accent4">
                        <a:lumMod val="20000"/>
                        <a:lumOff val="80000"/>
                      </a:schemeClr>
                    </a:solidFill>
                  </a:tcPr>
                </a:tc>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endParaRPr kumimoji="0" lang="zh-CN" altLang="zh-CN" sz="1500" b="0" i="0" u="none" strike="noStrike" cap="none" normalizeH="0" baseline="0">
                        <a:ln>
                          <a:noFill/>
                        </a:ln>
                        <a:solidFill>
                          <a:schemeClr val="tx1"/>
                        </a:solidFill>
                        <a:effectLst/>
                        <a:latin typeface="Times New Roman" panose="02020603050405020304" pitchFamily="18" charset="0"/>
                        <a:ea typeface="黑体" panose="02010609060101010101" pitchFamily="49" charset="-122"/>
                      </a:endParaRPr>
                    </a:p>
                  </a:txBody>
                  <a:tcPr marL="46132" marR="46132" marT="24604" marB="24604"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accent4">
                        <a:lumMod val="20000"/>
                        <a:lumOff val="80000"/>
                      </a:schemeClr>
                    </a:solidFill>
                  </a:tcPr>
                </a:tc>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r>
                        <a:rPr kumimoji="0" lang="en-US" altLang="zh-CN" sz="1500" b="1" i="1" u="none" strike="noStrike" cap="none" normalizeH="0" baseline="0">
                          <a:ln>
                            <a:noFill/>
                          </a:ln>
                          <a:solidFill>
                            <a:schemeClr val="tx1"/>
                          </a:solidFill>
                          <a:effectLst/>
                          <a:latin typeface="Times New Roman" panose="02020603050405020304" pitchFamily="18" charset="0"/>
                          <a:ea typeface="黑体" panose="02010609060101010101" pitchFamily="49" charset="-122"/>
                        </a:rPr>
                        <a:t>T </a:t>
                      </a:r>
                      <a:r>
                        <a:rPr kumimoji="0" lang="en-US" altLang="zh-CN" sz="1500" b="1" i="0" u="none" strike="noStrike" cap="none" normalizeH="0" baseline="0">
                          <a:ln>
                            <a:noFill/>
                          </a:ln>
                          <a:solidFill>
                            <a:schemeClr val="tx1"/>
                          </a:solidFill>
                          <a:effectLst/>
                          <a:latin typeface="Times New Roman" panose="02020603050405020304" pitchFamily="18" charset="0"/>
                          <a:ea typeface="黑体" panose="02010609060101010101" pitchFamily="49" charset="-122"/>
                          <a:sym typeface="Symbol" panose="05050102010706020507" pitchFamily="18" charset="2"/>
                        </a:rPr>
                        <a:t></a:t>
                      </a:r>
                    </a:p>
                  </a:txBody>
                  <a:tcPr marL="46132" marR="46132" marT="24604" marB="24604"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accent4">
                        <a:lumMod val="20000"/>
                        <a:lumOff val="80000"/>
                      </a:schemeClr>
                    </a:solidFill>
                  </a:tcPr>
                </a:tc>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r>
                        <a:rPr kumimoji="0" lang="en-US" altLang="zh-CN" sz="1500" b="1" i="1" u="none" strike="noStrike" cap="none" normalizeH="0" baseline="0">
                          <a:ln>
                            <a:noFill/>
                          </a:ln>
                          <a:solidFill>
                            <a:schemeClr val="tx1"/>
                          </a:solidFill>
                          <a:effectLst/>
                          <a:latin typeface="Times New Roman" panose="02020603050405020304" pitchFamily="18" charset="0"/>
                          <a:ea typeface="黑体" panose="02010609060101010101" pitchFamily="49" charset="-122"/>
                        </a:rPr>
                        <a:t>T </a:t>
                      </a:r>
                      <a:r>
                        <a:rPr kumimoji="0" lang="en-US" altLang="zh-CN" sz="1500" b="1" i="0" u="none" strike="noStrike" cap="none" normalizeH="0" baseline="0">
                          <a:ln>
                            <a:noFill/>
                          </a:ln>
                          <a:solidFill>
                            <a:schemeClr val="tx1"/>
                          </a:solidFill>
                          <a:effectLst/>
                          <a:latin typeface="Times New Roman" panose="02020603050405020304" pitchFamily="18" charset="0"/>
                          <a:ea typeface="黑体" panose="02010609060101010101" pitchFamily="49" charset="-122"/>
                          <a:sym typeface="Symbol" panose="05050102010706020507" pitchFamily="18" charset="2"/>
                        </a:rPr>
                        <a:t></a:t>
                      </a:r>
                    </a:p>
                  </a:txBody>
                  <a:tcPr marL="46132" marR="46132" marT="24604" marB="24604" anchor="ct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accent4">
                        <a:lumMod val="20000"/>
                        <a:lumOff val="80000"/>
                      </a:schemeClr>
                    </a:solidFill>
                  </a:tcPr>
                </a:tc>
                <a:extLst>
                  <a:ext uri="{0D108BD9-81ED-4DB2-BD59-A6C34878D82A}">
                    <a16:rowId xmlns:a16="http://schemas.microsoft.com/office/drawing/2014/main" val="10005"/>
                  </a:ext>
                </a:extLst>
              </a:tr>
              <a:tr h="361994">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r>
                        <a:rPr kumimoji="0" lang="en-US" altLang="zh-CN" sz="1500" b="1" i="1" u="none" strike="noStrike" cap="none" normalizeH="0" baseline="0">
                          <a:ln>
                            <a:noFill/>
                          </a:ln>
                          <a:solidFill>
                            <a:schemeClr val="tx1"/>
                          </a:solidFill>
                          <a:effectLst/>
                          <a:latin typeface="Times New Roman" panose="02020603050405020304" pitchFamily="18" charset="0"/>
                          <a:ea typeface="黑体" panose="02010609060101010101" pitchFamily="49" charset="-122"/>
                        </a:rPr>
                        <a:t>F</a:t>
                      </a:r>
                    </a:p>
                  </a:txBody>
                  <a:tcPr marL="46132" marR="46132" marT="24604" marB="24604" anchor="ct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chemeClr val="accent4">
                        <a:lumMod val="20000"/>
                        <a:lumOff val="80000"/>
                      </a:schemeClr>
                    </a:solidFill>
                  </a:tcPr>
                </a:tc>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r>
                        <a:rPr kumimoji="0" lang="en-US" altLang="zh-CN" sz="1500" b="1" i="1" u="none" strike="noStrike" cap="none" normalizeH="0" baseline="0" err="1">
                          <a:ln>
                            <a:noFill/>
                          </a:ln>
                          <a:solidFill>
                            <a:schemeClr val="tx1"/>
                          </a:solidFill>
                          <a:effectLst/>
                          <a:latin typeface="Times New Roman" panose="02020603050405020304" pitchFamily="18" charset="0"/>
                          <a:ea typeface="黑体" panose="02010609060101010101" pitchFamily="49" charset="-122"/>
                        </a:rPr>
                        <a:t>F</a:t>
                      </a:r>
                      <a:r>
                        <a:rPr kumimoji="0" lang="en-US" altLang="zh-CN" sz="1500" b="1" i="0" u="none" strike="noStrike" cap="none" normalizeH="0" baseline="0" err="1">
                          <a:ln>
                            <a:noFill/>
                          </a:ln>
                          <a:solidFill>
                            <a:schemeClr val="tx1"/>
                          </a:solidFill>
                          <a:effectLst/>
                          <a:latin typeface="Times New Roman" panose="02020603050405020304" pitchFamily="18" charset="0"/>
                          <a:ea typeface="黑体" panose="02010609060101010101" pitchFamily="49" charset="-122"/>
                          <a:sym typeface="Symbol" panose="05050102010706020507" pitchFamily="18" charset="2"/>
                        </a:rPr>
                        <a:t>id</a:t>
                      </a:r>
                      <a:endParaRPr kumimoji="0" lang="en-US" altLang="zh-CN" sz="1500" b="1" i="0" u="none" strike="noStrike" cap="none" normalizeH="0" baseline="0">
                        <a:ln>
                          <a:noFill/>
                        </a:ln>
                        <a:solidFill>
                          <a:schemeClr val="tx1"/>
                        </a:solidFill>
                        <a:effectLst/>
                        <a:latin typeface="Times New Roman" panose="02020603050405020304" pitchFamily="18" charset="0"/>
                        <a:ea typeface="黑体" panose="02010609060101010101" pitchFamily="49" charset="-122"/>
                        <a:sym typeface="Symbol" panose="05050102010706020507" pitchFamily="18" charset="2"/>
                      </a:endParaRPr>
                    </a:p>
                  </a:txBody>
                  <a:tcPr marL="46132" marR="46132" marT="24604" marB="24604"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chemeClr val="accent4">
                        <a:lumMod val="20000"/>
                        <a:lumOff val="80000"/>
                      </a:schemeClr>
                    </a:solidFill>
                  </a:tcPr>
                </a:tc>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endParaRPr kumimoji="0" lang="zh-CN" altLang="zh-CN" sz="1500" b="0" i="0" u="none" strike="noStrike" cap="none" normalizeH="0" baseline="0">
                        <a:ln>
                          <a:noFill/>
                        </a:ln>
                        <a:solidFill>
                          <a:schemeClr val="tx1"/>
                        </a:solidFill>
                        <a:effectLst/>
                        <a:latin typeface="Times New Roman" panose="02020603050405020304" pitchFamily="18" charset="0"/>
                        <a:ea typeface="黑体" panose="02010609060101010101" pitchFamily="49" charset="-122"/>
                      </a:endParaRPr>
                    </a:p>
                  </a:txBody>
                  <a:tcPr marL="46132" marR="46132" marT="24604" marB="24604"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chemeClr val="accent4">
                        <a:lumMod val="20000"/>
                        <a:lumOff val="80000"/>
                      </a:schemeClr>
                    </a:solidFill>
                  </a:tcPr>
                </a:tc>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endParaRPr kumimoji="0" lang="zh-CN" altLang="zh-CN" sz="1500" b="0" i="0" u="none" strike="noStrike" cap="none" normalizeH="0" baseline="0">
                        <a:ln>
                          <a:noFill/>
                        </a:ln>
                        <a:solidFill>
                          <a:schemeClr val="tx1"/>
                        </a:solidFill>
                        <a:effectLst/>
                        <a:latin typeface="Times New Roman" panose="02020603050405020304" pitchFamily="18" charset="0"/>
                        <a:ea typeface="黑体" panose="02010609060101010101" pitchFamily="49" charset="-122"/>
                      </a:endParaRPr>
                    </a:p>
                  </a:txBody>
                  <a:tcPr marL="46132" marR="46132" marT="24604" marB="24604"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chemeClr val="accent4">
                        <a:lumMod val="20000"/>
                        <a:lumOff val="80000"/>
                      </a:schemeClr>
                    </a:solidFill>
                  </a:tcPr>
                </a:tc>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r>
                        <a:rPr kumimoji="0" lang="en-US" altLang="zh-CN" sz="1500" b="1" i="1" u="none" strike="noStrike" cap="none" normalizeH="0" baseline="0">
                          <a:ln>
                            <a:noFill/>
                          </a:ln>
                          <a:solidFill>
                            <a:schemeClr val="tx1"/>
                          </a:solidFill>
                          <a:effectLst/>
                          <a:latin typeface="Times New Roman" panose="02020603050405020304" pitchFamily="18" charset="0"/>
                          <a:ea typeface="黑体" panose="02010609060101010101" pitchFamily="49" charset="-122"/>
                        </a:rPr>
                        <a:t>F</a:t>
                      </a:r>
                      <a:r>
                        <a:rPr kumimoji="0" lang="en-US" altLang="zh-CN" sz="1500" b="1" i="0" u="none" strike="noStrike" cap="none" normalizeH="0" baseline="0">
                          <a:ln>
                            <a:noFill/>
                          </a:ln>
                          <a:solidFill>
                            <a:schemeClr val="tx1"/>
                          </a:solidFill>
                          <a:effectLst/>
                          <a:latin typeface="Times New Roman" panose="02020603050405020304" pitchFamily="18" charset="0"/>
                          <a:ea typeface="黑体" panose="02010609060101010101" pitchFamily="49" charset="-122"/>
                          <a:sym typeface="Symbol" panose="05050102010706020507" pitchFamily="18" charset="2"/>
                        </a:rPr>
                        <a:t>(</a:t>
                      </a:r>
                      <a:r>
                        <a:rPr kumimoji="0" lang="en-US" altLang="zh-CN" sz="1500" b="1" i="1" u="none" strike="noStrike" cap="none" normalizeH="0" baseline="0">
                          <a:ln>
                            <a:noFill/>
                          </a:ln>
                          <a:solidFill>
                            <a:schemeClr val="tx1"/>
                          </a:solidFill>
                          <a:effectLst/>
                          <a:latin typeface="Times New Roman" panose="02020603050405020304" pitchFamily="18" charset="0"/>
                          <a:ea typeface="黑体" panose="02010609060101010101" pitchFamily="49" charset="-122"/>
                          <a:sym typeface="Symbol" panose="05050102010706020507" pitchFamily="18" charset="2"/>
                        </a:rPr>
                        <a:t>E</a:t>
                      </a:r>
                      <a:r>
                        <a:rPr kumimoji="0" lang="en-US" altLang="zh-CN" sz="1500" b="1" i="0" u="none" strike="noStrike" cap="none" normalizeH="0" baseline="0">
                          <a:ln>
                            <a:noFill/>
                          </a:ln>
                          <a:solidFill>
                            <a:schemeClr val="tx1"/>
                          </a:solidFill>
                          <a:effectLst/>
                          <a:latin typeface="Times New Roman" panose="02020603050405020304" pitchFamily="18" charset="0"/>
                          <a:ea typeface="黑体" panose="02010609060101010101" pitchFamily="49" charset="-122"/>
                          <a:sym typeface="Symbol" panose="05050102010706020507" pitchFamily="18" charset="2"/>
                        </a:rPr>
                        <a:t>)</a:t>
                      </a:r>
                      <a:endParaRPr kumimoji="0" lang="en-US" altLang="zh-CN" sz="1500" b="0" i="0" u="none" strike="noStrike" cap="none" normalizeH="0" baseline="0">
                        <a:ln>
                          <a:noFill/>
                        </a:ln>
                        <a:solidFill>
                          <a:schemeClr val="tx1"/>
                        </a:solidFill>
                        <a:effectLst/>
                        <a:latin typeface="Times New Roman" panose="02020603050405020304" pitchFamily="18" charset="0"/>
                        <a:ea typeface="黑体" panose="02010609060101010101" pitchFamily="49" charset="-122"/>
                      </a:endParaRPr>
                    </a:p>
                  </a:txBody>
                  <a:tcPr marL="46132" marR="46132" marT="24604" marB="24604"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chemeClr val="accent4">
                        <a:lumMod val="20000"/>
                        <a:lumOff val="80000"/>
                      </a:schemeClr>
                    </a:solidFill>
                  </a:tcPr>
                </a:tc>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endParaRPr kumimoji="0" lang="zh-CN" altLang="zh-CN" sz="1500" b="0" i="0" u="none" strike="noStrike" cap="none" normalizeH="0" baseline="0">
                        <a:ln>
                          <a:noFill/>
                        </a:ln>
                        <a:solidFill>
                          <a:schemeClr val="tx1"/>
                        </a:solidFill>
                        <a:effectLst/>
                        <a:latin typeface="Times New Roman" panose="02020603050405020304" pitchFamily="18" charset="0"/>
                        <a:ea typeface="黑体" panose="02010609060101010101" pitchFamily="49" charset="-122"/>
                      </a:endParaRPr>
                    </a:p>
                  </a:txBody>
                  <a:tcPr marL="46132" marR="46132" marT="24604" marB="24604"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chemeClr val="accent4">
                        <a:lumMod val="20000"/>
                        <a:lumOff val="80000"/>
                      </a:schemeClr>
                    </a:solidFill>
                  </a:tcPr>
                </a:tc>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endParaRPr kumimoji="0" lang="zh-CN" altLang="zh-CN" sz="1500" b="0" i="0" u="none" strike="noStrike" cap="none" normalizeH="0" baseline="0" dirty="0">
                        <a:ln>
                          <a:noFill/>
                        </a:ln>
                        <a:solidFill>
                          <a:schemeClr val="tx1"/>
                        </a:solidFill>
                        <a:effectLst/>
                        <a:latin typeface="Times New Roman" panose="02020603050405020304" pitchFamily="18" charset="0"/>
                        <a:ea typeface="黑体" panose="02010609060101010101" pitchFamily="49" charset="-122"/>
                      </a:endParaRPr>
                    </a:p>
                  </a:txBody>
                  <a:tcPr marL="46132" marR="46132" marT="24604" marB="24604" anchor="ct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chemeClr val="accent4">
                        <a:lumMod val="20000"/>
                        <a:lumOff val="80000"/>
                      </a:schemeClr>
                    </a:solidFill>
                  </a:tcPr>
                </a:tc>
                <a:extLst>
                  <a:ext uri="{0D108BD9-81ED-4DB2-BD59-A6C34878D82A}">
                    <a16:rowId xmlns:a16="http://schemas.microsoft.com/office/drawing/2014/main" val="10006"/>
                  </a:ext>
                </a:extLst>
              </a:tr>
            </a:tbl>
          </a:graphicData>
        </a:graphic>
      </p:graphicFrame>
      <p:sp>
        <p:nvSpPr>
          <p:cNvPr id="7" name="箭头: 下 6">
            <a:extLst>
              <a:ext uri="{FF2B5EF4-FFF2-40B4-BE49-F238E27FC236}">
                <a16:creationId xmlns:a16="http://schemas.microsoft.com/office/drawing/2014/main" id="{3B082730-0121-76FF-2D9F-91D7C8B8F4C2}"/>
              </a:ext>
            </a:extLst>
          </p:cNvPr>
          <p:cNvSpPr/>
          <p:nvPr/>
        </p:nvSpPr>
        <p:spPr>
          <a:xfrm>
            <a:off x="1953996" y="4852489"/>
            <a:ext cx="275207" cy="319596"/>
          </a:xfrm>
          <a:prstGeom prst="downArrow">
            <a:avLst/>
          </a:prstGeom>
          <a:solidFill>
            <a:srgbClr val="FF0000"/>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8" name="箭头: 下 7">
            <a:extLst>
              <a:ext uri="{FF2B5EF4-FFF2-40B4-BE49-F238E27FC236}">
                <a16:creationId xmlns:a16="http://schemas.microsoft.com/office/drawing/2014/main" id="{FF746A94-F929-4B69-DDC0-2D5332F7F96B}"/>
              </a:ext>
            </a:extLst>
          </p:cNvPr>
          <p:cNvSpPr/>
          <p:nvPr/>
        </p:nvSpPr>
        <p:spPr>
          <a:xfrm>
            <a:off x="3526823" y="4854287"/>
            <a:ext cx="275207" cy="319596"/>
          </a:xfrm>
          <a:prstGeom prst="downArrow">
            <a:avLst/>
          </a:prstGeom>
          <a:solidFill>
            <a:srgbClr val="FF0000"/>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zh-CN" altLang="en-US"/>
          </a:p>
        </p:txBody>
      </p:sp>
    </p:spTree>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7"/>
                                        </p:tgtEl>
                                        <p:attrNameLst>
                                          <p:attrName>style.visibility</p:attrName>
                                        </p:attrNameLst>
                                      </p:cBhvr>
                                      <p:to>
                                        <p:strVal val="visible"/>
                                      </p:to>
                                    </p:set>
                                    <p:animEffect transition="in" filter="fade">
                                      <p:cBhvr>
                                        <p:cTn id="7" dur="500"/>
                                        <p:tgtEl>
                                          <p:spTgt spid="7"/>
                                        </p:tgtEl>
                                      </p:cBhvr>
                                    </p:animEffect>
                                  </p:childTnLst>
                                </p:cTn>
                              </p:par>
                              <p:par>
                                <p:cTn id="8" presetID="10" presetClass="entr" presetSubtype="0" fill="hold" grpId="0" nodeType="withEffect">
                                  <p:stCondLst>
                                    <p:cond delay="0"/>
                                  </p:stCondLst>
                                  <p:childTnLst>
                                    <p:set>
                                      <p:cBhvr>
                                        <p:cTn id="9" dur="1" fill="hold">
                                          <p:stCondLst>
                                            <p:cond delay="0"/>
                                          </p:stCondLst>
                                        </p:cTn>
                                        <p:tgtEl>
                                          <p:spTgt spid="8"/>
                                        </p:tgtEl>
                                        <p:attrNameLst>
                                          <p:attrName>style.visibility</p:attrName>
                                        </p:attrNameLst>
                                      </p:cBhvr>
                                      <p:to>
                                        <p:strVal val="visible"/>
                                      </p:to>
                                    </p:set>
                                    <p:animEffect transition="in" filter="fade">
                                      <p:cBhvr>
                                        <p:cTn id="10" dur="500"/>
                                        <p:tgtEl>
                                          <p:spTgt spid="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animBg="1"/>
      <p:bldP spid="8" grpId="0" animBg="1"/>
    </p:bldLst>
  </p:timing>
</p:sld>
</file>

<file path=ppt/slides/slide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标题 1">
            <a:extLst>
              <a:ext uri="{FF2B5EF4-FFF2-40B4-BE49-F238E27FC236}">
                <a16:creationId xmlns:a16="http://schemas.microsoft.com/office/drawing/2014/main" id="{90982098-5AB6-4730-AC9D-301159579678}"/>
              </a:ext>
            </a:extLst>
          </p:cNvPr>
          <p:cNvSpPr>
            <a:spLocks noGrp="1"/>
          </p:cNvSpPr>
          <p:nvPr>
            <p:ph type="title"/>
          </p:nvPr>
        </p:nvSpPr>
        <p:spPr/>
        <p:txBody>
          <a:bodyPr/>
          <a:lstStyle/>
          <a:p>
            <a:r>
              <a:rPr lang="en-US" altLang="zh-CN"/>
              <a:t>3.3.4 </a:t>
            </a:r>
            <a:r>
              <a:rPr lang="zh-CN" altLang="en-US"/>
              <a:t>非递归的预测分析</a:t>
            </a:r>
          </a:p>
        </p:txBody>
      </p:sp>
      <p:sp>
        <p:nvSpPr>
          <p:cNvPr id="28675" name="Rectangle 3">
            <a:extLst>
              <a:ext uri="{FF2B5EF4-FFF2-40B4-BE49-F238E27FC236}">
                <a16:creationId xmlns:a16="http://schemas.microsoft.com/office/drawing/2014/main" id="{4C20923C-4ACC-45E7-AC5B-38903B6D2900}"/>
              </a:ext>
            </a:extLst>
          </p:cNvPr>
          <p:cNvSpPr>
            <a:spLocks noGrp="1" noChangeArrowheads="1"/>
          </p:cNvSpPr>
          <p:nvPr>
            <p:ph idx="1"/>
          </p:nvPr>
        </p:nvSpPr>
        <p:spPr/>
        <p:txBody>
          <a:bodyPr/>
          <a:lstStyle/>
          <a:p>
            <a:pPr eaLnBrk="1" hangingPunct="1">
              <a:lnSpc>
                <a:spcPct val="90000"/>
              </a:lnSpc>
              <a:buFont typeface="Wingdings" panose="05000000000000000000" pitchFamily="2" charset="2"/>
              <a:buNone/>
            </a:pPr>
            <a:r>
              <a:rPr lang="zh-CN" altLang="en-US" sz="2800"/>
              <a:t>预测分析器接受输入</a:t>
            </a:r>
            <a:r>
              <a:rPr lang="en-US" altLang="zh-CN" sz="2800" b="1">
                <a:latin typeface="Times New Roman" panose="02020603050405020304" pitchFamily="18" charset="0"/>
              </a:rPr>
              <a:t>id</a:t>
            </a:r>
            <a:r>
              <a:rPr lang="en-US" altLang="zh-CN" sz="2800">
                <a:latin typeface="Times New Roman" panose="02020603050405020304" pitchFamily="18" charset="0"/>
              </a:rPr>
              <a:t> * </a:t>
            </a:r>
            <a:r>
              <a:rPr lang="en-US" altLang="zh-CN" sz="2800" b="1">
                <a:latin typeface="Times New Roman" panose="02020603050405020304" pitchFamily="18" charset="0"/>
              </a:rPr>
              <a:t>id</a:t>
            </a:r>
            <a:r>
              <a:rPr lang="en-US" altLang="zh-CN" sz="2800">
                <a:latin typeface="Times New Roman" panose="02020603050405020304" pitchFamily="18" charset="0"/>
              </a:rPr>
              <a:t> + </a:t>
            </a:r>
            <a:r>
              <a:rPr lang="en-US" altLang="zh-CN" sz="2800" b="1">
                <a:latin typeface="Times New Roman" panose="02020603050405020304" pitchFamily="18" charset="0"/>
              </a:rPr>
              <a:t>id</a:t>
            </a:r>
            <a:r>
              <a:rPr lang="zh-CN" altLang="en-US" sz="2800"/>
              <a:t>的动作</a:t>
            </a:r>
          </a:p>
        </p:txBody>
      </p:sp>
      <p:graphicFrame>
        <p:nvGraphicFramePr>
          <p:cNvPr id="6" name="Group 4">
            <a:extLst>
              <a:ext uri="{FF2B5EF4-FFF2-40B4-BE49-F238E27FC236}">
                <a16:creationId xmlns:a16="http://schemas.microsoft.com/office/drawing/2014/main" id="{0CEA776A-EC32-4464-A703-26390421A3AF}"/>
              </a:ext>
            </a:extLst>
          </p:cNvPr>
          <p:cNvGraphicFramePr>
            <a:graphicFrameLocks/>
          </p:cNvGraphicFramePr>
          <p:nvPr>
            <p:extLst>
              <p:ext uri="{D42A27DB-BD31-4B8C-83A1-F6EECF244321}">
                <p14:modId xmlns:p14="http://schemas.microsoft.com/office/powerpoint/2010/main" val="351383411"/>
              </p:ext>
            </p:extLst>
          </p:nvPr>
        </p:nvGraphicFramePr>
        <p:xfrm>
          <a:off x="607294" y="1981200"/>
          <a:ext cx="8305800" cy="4667252"/>
        </p:xfrm>
        <a:graphic>
          <a:graphicData uri="http://schemas.openxmlformats.org/drawingml/2006/table">
            <a:tbl>
              <a:tblPr/>
              <a:tblGrid>
                <a:gridCol w="2690813">
                  <a:extLst>
                    <a:ext uri="{9D8B030D-6E8A-4147-A177-3AD203B41FA5}">
                      <a16:colId xmlns:a16="http://schemas.microsoft.com/office/drawing/2014/main" val="20000"/>
                    </a:ext>
                  </a:extLst>
                </a:gridCol>
                <a:gridCol w="2808287">
                  <a:extLst>
                    <a:ext uri="{9D8B030D-6E8A-4147-A177-3AD203B41FA5}">
                      <a16:colId xmlns:a16="http://schemas.microsoft.com/office/drawing/2014/main" val="20001"/>
                    </a:ext>
                  </a:extLst>
                </a:gridCol>
                <a:gridCol w="2806700">
                  <a:extLst>
                    <a:ext uri="{9D8B030D-6E8A-4147-A177-3AD203B41FA5}">
                      <a16:colId xmlns:a16="http://schemas.microsoft.com/office/drawing/2014/main" val="20002"/>
                    </a:ext>
                  </a:extLst>
                </a:gridCol>
              </a:tblGrid>
              <a:tr h="518160">
                <a:tc>
                  <a:txBody>
                    <a:body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itchFamily="2" charset="2"/>
                        <a:buNone/>
                        <a:tabLst/>
                      </a:pPr>
                      <a:r>
                        <a:rPr kumimoji="0" lang="zh-CN" altLang="en-US" sz="2800" b="0" i="0" u="none" strike="noStrike" cap="none" normalizeH="0" baseline="0">
                          <a:ln>
                            <a:noFill/>
                          </a:ln>
                          <a:solidFill>
                            <a:schemeClr val="tx1"/>
                          </a:solidFill>
                          <a:effectLst/>
                          <a:latin typeface="Times New Roman" pitchFamily="18" charset="0"/>
                          <a:ea typeface="黑体" pitchFamily="2" charset="-122"/>
                        </a:rPr>
                        <a:t>栈 </a:t>
                      </a:r>
                    </a:p>
                  </a:txBody>
                  <a:tcPr horzOverflow="overflow">
                    <a:lnL w="28575"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28575"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a:txBody>
                    <a:body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itchFamily="2" charset="2"/>
                        <a:buNone/>
                        <a:tabLst/>
                      </a:pPr>
                      <a:r>
                        <a:rPr kumimoji="0" lang="zh-CN" altLang="en-US" sz="2800" b="0" i="0" u="none" strike="noStrike" cap="none" normalizeH="0" baseline="0">
                          <a:ln>
                            <a:noFill/>
                          </a:ln>
                          <a:solidFill>
                            <a:schemeClr val="tx1"/>
                          </a:solidFill>
                          <a:effectLst/>
                          <a:latin typeface="Times New Roman" pitchFamily="18" charset="0"/>
                          <a:ea typeface="黑体" pitchFamily="2" charset="-122"/>
                        </a:rPr>
                        <a:t>输    入 </a:t>
                      </a:r>
                    </a:p>
                  </a:txBody>
                  <a:tcPr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28575"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a:txBody>
                    <a:body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itchFamily="2" charset="2"/>
                        <a:buNone/>
                        <a:tabLst/>
                      </a:pPr>
                      <a:r>
                        <a:rPr kumimoji="0" lang="zh-CN" altLang="en-US" sz="2800" b="0" i="0" u="none" strike="noStrike" cap="none" normalizeH="0" baseline="0">
                          <a:ln>
                            <a:noFill/>
                          </a:ln>
                          <a:solidFill>
                            <a:schemeClr val="tx1"/>
                          </a:solidFill>
                          <a:effectLst/>
                          <a:latin typeface="Times New Roman" pitchFamily="18" charset="0"/>
                          <a:ea typeface="黑体" pitchFamily="2" charset="-122"/>
                        </a:rPr>
                        <a:t>输    出 </a:t>
                      </a:r>
                    </a:p>
                  </a:txBody>
                  <a:tcPr horzOverflow="overflow">
                    <a:lnL w="12700" cap="flat" cmpd="sng" algn="ctr">
                      <a:solidFill>
                        <a:schemeClr val="tx1"/>
                      </a:solidFill>
                      <a:prstDash val="solid"/>
                      <a:round/>
                      <a:headEnd type="none" w="sm" len="sm"/>
                      <a:tailEnd type="none" w="sm" len="sm"/>
                    </a:lnL>
                    <a:lnR w="28575" cap="flat" cmpd="sng" algn="ctr">
                      <a:solidFill>
                        <a:schemeClr val="tx1"/>
                      </a:solidFill>
                      <a:prstDash val="solid"/>
                      <a:round/>
                      <a:headEnd type="none" w="sm" len="sm"/>
                      <a:tailEnd type="none" w="sm" len="sm"/>
                    </a:lnR>
                    <a:lnT w="28575"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extLst>
                  <a:ext uri="{0D108BD9-81ED-4DB2-BD59-A6C34878D82A}">
                    <a16:rowId xmlns:a16="http://schemas.microsoft.com/office/drawing/2014/main" val="10000"/>
                  </a:ext>
                </a:extLst>
              </a:tr>
              <a:tr h="519113">
                <a:tc>
                  <a:txBody>
                    <a:bodyPr/>
                    <a:lstStyle/>
                    <a:p>
                      <a:pPr marL="0" marR="0" lvl="0" indent="0" algn="l" defTabSz="914400" rtl="0" eaLnBrk="1" fontAlgn="base" latinLnBrk="0" hangingPunct="1">
                        <a:lnSpc>
                          <a:spcPct val="100000"/>
                        </a:lnSpc>
                        <a:spcBef>
                          <a:spcPct val="20000"/>
                        </a:spcBef>
                        <a:spcAft>
                          <a:spcPct val="0"/>
                        </a:spcAft>
                        <a:buClr>
                          <a:schemeClr val="folHlink"/>
                        </a:buClr>
                        <a:buSzPct val="60000"/>
                        <a:buFont typeface="Wingdings" pitchFamily="2" charset="2"/>
                        <a:buNone/>
                        <a:tabLst/>
                      </a:pPr>
                      <a:r>
                        <a:rPr kumimoji="0" lang="en-US" altLang="zh-CN" sz="2800" b="1" i="0" u="none" strike="noStrike" cap="none" normalizeH="0" baseline="0">
                          <a:ln>
                            <a:noFill/>
                          </a:ln>
                          <a:solidFill>
                            <a:schemeClr val="tx1"/>
                          </a:solidFill>
                          <a:effectLst/>
                          <a:latin typeface="Times New Roman" pitchFamily="18" charset="0"/>
                          <a:ea typeface="黑体" pitchFamily="2" charset="-122"/>
                        </a:rPr>
                        <a:t>$</a:t>
                      </a:r>
                      <a:r>
                        <a:rPr kumimoji="0" lang="en-US" altLang="zh-CN" sz="2800" b="1" i="1" u="none" strike="noStrike" cap="none" normalizeH="0" baseline="0">
                          <a:ln>
                            <a:noFill/>
                          </a:ln>
                          <a:solidFill>
                            <a:schemeClr val="tx1"/>
                          </a:solidFill>
                          <a:effectLst/>
                          <a:latin typeface="Times New Roman" pitchFamily="18" charset="0"/>
                          <a:ea typeface="黑体" pitchFamily="2" charset="-122"/>
                        </a:rPr>
                        <a:t>E</a:t>
                      </a:r>
                      <a:r>
                        <a:rPr kumimoji="0" lang="en-US" altLang="zh-CN" sz="2800" b="0" i="0" u="none" strike="noStrike" cap="none" normalizeH="0" baseline="0">
                          <a:ln>
                            <a:noFill/>
                          </a:ln>
                          <a:solidFill>
                            <a:schemeClr val="tx1"/>
                          </a:solidFill>
                          <a:effectLst/>
                          <a:latin typeface="Times New Roman" pitchFamily="18" charset="0"/>
                          <a:ea typeface="黑体" pitchFamily="2" charset="-122"/>
                        </a:rPr>
                        <a:t> </a:t>
                      </a:r>
                    </a:p>
                  </a:txBody>
                  <a:tcPr horzOverflow="overflow">
                    <a:lnL w="28575"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
                          <a:schemeClr val="folHlink"/>
                        </a:buClr>
                        <a:buSzPct val="60000"/>
                        <a:buFont typeface="Wingdings" pitchFamily="2" charset="2"/>
                        <a:buNone/>
                        <a:tabLst/>
                      </a:pPr>
                      <a:r>
                        <a:rPr kumimoji="0" lang="en-US" altLang="zh-CN" sz="2800" b="1" i="0" u="none" strike="noStrike" cap="none" normalizeH="0" baseline="0">
                          <a:ln>
                            <a:noFill/>
                          </a:ln>
                          <a:solidFill>
                            <a:schemeClr val="tx1"/>
                          </a:solidFill>
                          <a:effectLst/>
                          <a:latin typeface="Times New Roman" pitchFamily="18" charset="0"/>
                          <a:ea typeface="黑体" pitchFamily="2" charset="-122"/>
                        </a:rPr>
                        <a:t>id </a:t>
                      </a:r>
                      <a:r>
                        <a:rPr kumimoji="0" lang="en-US" altLang="zh-CN" sz="2800" b="1" i="0" u="none" strike="noStrike" cap="none" normalizeH="0" baseline="0">
                          <a:ln>
                            <a:noFill/>
                          </a:ln>
                          <a:solidFill>
                            <a:schemeClr val="tx1"/>
                          </a:solidFill>
                          <a:effectLst/>
                          <a:latin typeface="Times New Roman" pitchFamily="18" charset="0"/>
                          <a:ea typeface="黑体" pitchFamily="2" charset="-122"/>
                          <a:cs typeface="Times New Roman" pitchFamily="18" charset="0"/>
                          <a:sym typeface="Symbol" pitchFamily="18" charset="2"/>
                        </a:rPr>
                        <a:t></a:t>
                      </a:r>
                      <a:r>
                        <a:rPr kumimoji="0" lang="en-US" altLang="zh-CN" sz="2800" b="1" i="0" u="none" strike="noStrike" cap="none" normalizeH="0" baseline="0">
                          <a:ln>
                            <a:noFill/>
                          </a:ln>
                          <a:solidFill>
                            <a:schemeClr val="tx1"/>
                          </a:solidFill>
                          <a:effectLst/>
                          <a:latin typeface="Times New Roman" pitchFamily="18" charset="0"/>
                          <a:ea typeface="黑体" pitchFamily="2" charset="-122"/>
                        </a:rPr>
                        <a:t> id + id$</a:t>
                      </a:r>
                      <a:r>
                        <a:rPr kumimoji="0" lang="en-US" altLang="zh-CN" sz="2800" b="0" i="0" u="none" strike="noStrike" cap="none" normalizeH="0" baseline="0">
                          <a:ln>
                            <a:noFill/>
                          </a:ln>
                          <a:solidFill>
                            <a:schemeClr val="tx1"/>
                          </a:solidFill>
                          <a:effectLst/>
                          <a:latin typeface="Times New Roman" pitchFamily="18" charset="0"/>
                          <a:ea typeface="黑体" pitchFamily="2" charset="-122"/>
                        </a:rPr>
                        <a:t> </a:t>
                      </a:r>
                    </a:p>
                  </a:txBody>
                  <a:tcPr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
                          <a:schemeClr val="folHlink"/>
                        </a:buClr>
                        <a:buSzPct val="60000"/>
                        <a:buFont typeface="Wingdings" pitchFamily="2" charset="2"/>
                        <a:buNone/>
                        <a:tabLst/>
                      </a:pPr>
                      <a:endParaRPr kumimoji="0" lang="zh-CN" altLang="zh-CN" sz="2800" b="0" i="0" u="none" strike="noStrike" cap="none" normalizeH="0" baseline="0">
                        <a:ln>
                          <a:noFill/>
                        </a:ln>
                        <a:solidFill>
                          <a:schemeClr val="tx1"/>
                        </a:solidFill>
                        <a:effectLst/>
                        <a:latin typeface="Times New Roman" pitchFamily="18" charset="0"/>
                        <a:ea typeface="黑体" pitchFamily="2" charset="-122"/>
                      </a:endParaRPr>
                    </a:p>
                  </a:txBody>
                  <a:tcPr horzOverflow="overflow">
                    <a:lnL w="12700" cap="flat" cmpd="sng" algn="ctr">
                      <a:solidFill>
                        <a:schemeClr val="tx1"/>
                      </a:solidFill>
                      <a:prstDash val="solid"/>
                      <a:round/>
                      <a:headEnd type="none" w="sm" len="sm"/>
                      <a:tailEnd type="none" w="sm" len="sm"/>
                    </a:lnL>
                    <a:lnR w="28575"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extLst>
                  <a:ext uri="{0D108BD9-81ED-4DB2-BD59-A6C34878D82A}">
                    <a16:rowId xmlns:a16="http://schemas.microsoft.com/office/drawing/2014/main" val="10001"/>
                  </a:ext>
                </a:extLst>
              </a:tr>
              <a:tr h="518160">
                <a:tc>
                  <a:txBody>
                    <a:bodyPr/>
                    <a:lstStyle/>
                    <a:p>
                      <a:pPr marL="0" marR="0" lvl="0" indent="0" algn="l" defTabSz="914400" rtl="0" eaLnBrk="1" fontAlgn="base" latinLnBrk="0" hangingPunct="1">
                        <a:lnSpc>
                          <a:spcPct val="100000"/>
                        </a:lnSpc>
                        <a:spcBef>
                          <a:spcPct val="20000"/>
                        </a:spcBef>
                        <a:spcAft>
                          <a:spcPct val="0"/>
                        </a:spcAft>
                        <a:buClr>
                          <a:schemeClr val="folHlink"/>
                        </a:buClr>
                        <a:buSzPct val="60000"/>
                        <a:buFont typeface="Wingdings" pitchFamily="2" charset="2"/>
                        <a:buNone/>
                        <a:tabLst/>
                      </a:pPr>
                      <a:r>
                        <a:rPr kumimoji="0" lang="en-US" altLang="zh-CN" sz="2800" b="1" i="0" u="none" strike="noStrike" cap="none" normalizeH="0" baseline="0">
                          <a:ln>
                            <a:noFill/>
                          </a:ln>
                          <a:solidFill>
                            <a:schemeClr val="tx1"/>
                          </a:solidFill>
                          <a:effectLst/>
                          <a:latin typeface="Times New Roman" pitchFamily="18" charset="0"/>
                          <a:ea typeface="黑体" pitchFamily="2" charset="-122"/>
                        </a:rPr>
                        <a:t>$</a:t>
                      </a:r>
                      <a:r>
                        <a:rPr kumimoji="0" lang="en-US" altLang="zh-CN" sz="2800" b="1" i="1" u="none" strike="noStrike" cap="none" normalizeH="0" baseline="0">
                          <a:ln>
                            <a:noFill/>
                          </a:ln>
                          <a:solidFill>
                            <a:schemeClr val="tx1"/>
                          </a:solidFill>
                          <a:effectLst/>
                          <a:latin typeface="Times New Roman" pitchFamily="18" charset="0"/>
                          <a:ea typeface="黑体" pitchFamily="2" charset="-122"/>
                        </a:rPr>
                        <a:t>E </a:t>
                      </a:r>
                      <a:r>
                        <a:rPr kumimoji="0" lang="en-US" altLang="zh-CN" sz="2800" b="1" i="0" u="none" strike="noStrike" cap="none" normalizeH="0" baseline="0">
                          <a:ln>
                            <a:noFill/>
                          </a:ln>
                          <a:solidFill>
                            <a:schemeClr val="tx1"/>
                          </a:solidFill>
                          <a:effectLst/>
                          <a:latin typeface="Times New Roman" pitchFamily="18" charset="0"/>
                          <a:ea typeface="黑体" pitchFamily="2" charset="-122"/>
                          <a:sym typeface="Symbol" pitchFamily="18" charset="2"/>
                        </a:rPr>
                        <a:t></a:t>
                      </a:r>
                      <a:r>
                        <a:rPr kumimoji="0" lang="en-US" altLang="zh-CN" sz="2800" b="1" i="1" u="none" strike="noStrike" cap="none" normalizeH="0" baseline="0">
                          <a:ln>
                            <a:noFill/>
                          </a:ln>
                          <a:solidFill>
                            <a:schemeClr val="tx1"/>
                          </a:solidFill>
                          <a:effectLst/>
                          <a:latin typeface="Times New Roman" pitchFamily="18" charset="0"/>
                          <a:ea typeface="黑体" pitchFamily="2" charset="-122"/>
                        </a:rPr>
                        <a:t>T</a:t>
                      </a:r>
                      <a:r>
                        <a:rPr kumimoji="0" lang="en-US" altLang="zh-CN" sz="2800" b="0" i="0" u="none" strike="noStrike" cap="none" normalizeH="0" baseline="0">
                          <a:ln>
                            <a:noFill/>
                          </a:ln>
                          <a:solidFill>
                            <a:schemeClr val="tx1"/>
                          </a:solidFill>
                          <a:effectLst/>
                          <a:latin typeface="Times New Roman" pitchFamily="18" charset="0"/>
                          <a:ea typeface="黑体" pitchFamily="2" charset="-122"/>
                        </a:rPr>
                        <a:t> </a:t>
                      </a:r>
                    </a:p>
                  </a:txBody>
                  <a:tcPr horzOverflow="overflow">
                    <a:lnL w="28575"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
                          <a:schemeClr val="folHlink"/>
                        </a:buClr>
                        <a:buSzPct val="60000"/>
                        <a:buFont typeface="Wingdings" pitchFamily="2" charset="2"/>
                        <a:buNone/>
                        <a:tabLst/>
                      </a:pPr>
                      <a:r>
                        <a:rPr kumimoji="0" lang="en-US" altLang="zh-CN" sz="2800" b="1" i="0" u="none" strike="noStrike" cap="none" normalizeH="0" baseline="0">
                          <a:ln>
                            <a:noFill/>
                          </a:ln>
                          <a:solidFill>
                            <a:schemeClr val="tx1"/>
                          </a:solidFill>
                          <a:effectLst/>
                          <a:latin typeface="Times New Roman" pitchFamily="18" charset="0"/>
                          <a:ea typeface="黑体" pitchFamily="2" charset="-122"/>
                        </a:rPr>
                        <a:t>id </a:t>
                      </a:r>
                      <a:r>
                        <a:rPr kumimoji="0" lang="en-US" altLang="zh-CN" sz="2800" b="1" i="0" u="none" strike="noStrike" cap="none" normalizeH="0" baseline="0">
                          <a:ln>
                            <a:noFill/>
                          </a:ln>
                          <a:solidFill>
                            <a:schemeClr val="tx1"/>
                          </a:solidFill>
                          <a:effectLst/>
                          <a:latin typeface="Times New Roman" pitchFamily="18" charset="0"/>
                          <a:ea typeface="黑体" pitchFamily="2" charset="-122"/>
                          <a:cs typeface="Times New Roman" pitchFamily="18" charset="0"/>
                          <a:sym typeface="Symbol" pitchFamily="18" charset="2"/>
                        </a:rPr>
                        <a:t></a:t>
                      </a:r>
                      <a:r>
                        <a:rPr kumimoji="0" lang="en-US" altLang="zh-CN" sz="2800" b="1" i="0" u="none" strike="noStrike" cap="none" normalizeH="0" baseline="0">
                          <a:ln>
                            <a:noFill/>
                          </a:ln>
                          <a:solidFill>
                            <a:schemeClr val="tx1"/>
                          </a:solidFill>
                          <a:effectLst/>
                          <a:latin typeface="Times New Roman" pitchFamily="18" charset="0"/>
                          <a:ea typeface="黑体" pitchFamily="2" charset="-122"/>
                        </a:rPr>
                        <a:t> id + id$</a:t>
                      </a:r>
                      <a:r>
                        <a:rPr kumimoji="0" lang="en-US" altLang="zh-CN" sz="2800" b="0" i="0" u="none" strike="noStrike" cap="none" normalizeH="0" baseline="0">
                          <a:ln>
                            <a:noFill/>
                          </a:ln>
                          <a:solidFill>
                            <a:schemeClr val="tx1"/>
                          </a:solidFill>
                          <a:effectLst/>
                          <a:latin typeface="Times New Roman" pitchFamily="18" charset="0"/>
                          <a:ea typeface="黑体" pitchFamily="2" charset="-122"/>
                        </a:rPr>
                        <a:t> </a:t>
                      </a:r>
                    </a:p>
                  </a:txBody>
                  <a:tcPr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
                          <a:schemeClr val="folHlink"/>
                        </a:buClr>
                        <a:buSzPct val="60000"/>
                        <a:buFont typeface="Wingdings" pitchFamily="2" charset="2"/>
                        <a:buNone/>
                        <a:tabLst/>
                      </a:pPr>
                      <a:r>
                        <a:rPr kumimoji="0" lang="en-US" altLang="zh-CN" sz="2800" b="1" i="1" u="none" strike="noStrike" cap="none" normalizeH="0" baseline="0">
                          <a:ln>
                            <a:noFill/>
                          </a:ln>
                          <a:solidFill>
                            <a:schemeClr val="tx1"/>
                          </a:solidFill>
                          <a:effectLst/>
                          <a:latin typeface="Times New Roman" pitchFamily="18" charset="0"/>
                          <a:ea typeface="黑体" pitchFamily="2" charset="-122"/>
                        </a:rPr>
                        <a:t>E</a:t>
                      </a:r>
                      <a:r>
                        <a:rPr kumimoji="0" lang="en-US" altLang="zh-CN" sz="2800" b="1" i="0" u="none" strike="noStrike" cap="none" normalizeH="0" baseline="0">
                          <a:ln>
                            <a:noFill/>
                          </a:ln>
                          <a:solidFill>
                            <a:schemeClr val="tx1"/>
                          </a:solidFill>
                          <a:effectLst/>
                          <a:latin typeface="Times New Roman" pitchFamily="18" charset="0"/>
                          <a:ea typeface="黑体" pitchFamily="2" charset="-122"/>
                        </a:rPr>
                        <a:t> </a:t>
                      </a:r>
                      <a:r>
                        <a:rPr kumimoji="0" lang="en-US" altLang="zh-CN" sz="2800" b="1" i="0" u="none" strike="noStrike" cap="none" normalizeH="0" baseline="0">
                          <a:ln>
                            <a:noFill/>
                          </a:ln>
                          <a:solidFill>
                            <a:schemeClr val="tx1"/>
                          </a:solidFill>
                          <a:effectLst/>
                          <a:latin typeface="Times New Roman" pitchFamily="18" charset="0"/>
                          <a:ea typeface="黑体" pitchFamily="2" charset="-122"/>
                          <a:sym typeface="Symbol" pitchFamily="18" charset="2"/>
                        </a:rPr>
                        <a:t></a:t>
                      </a:r>
                      <a:r>
                        <a:rPr kumimoji="0" lang="en-US" altLang="zh-CN" sz="2800" b="1" i="0" u="none" strike="noStrike" cap="none" normalizeH="0" baseline="0">
                          <a:ln>
                            <a:noFill/>
                          </a:ln>
                          <a:solidFill>
                            <a:schemeClr val="tx1"/>
                          </a:solidFill>
                          <a:effectLst/>
                          <a:latin typeface="Times New Roman" pitchFamily="18" charset="0"/>
                          <a:ea typeface="黑体" pitchFamily="2" charset="-122"/>
                        </a:rPr>
                        <a:t> </a:t>
                      </a:r>
                      <a:r>
                        <a:rPr kumimoji="0" lang="en-US" altLang="zh-CN" sz="2800" b="1" i="1" u="none" strike="noStrike" cap="none" normalizeH="0" baseline="0">
                          <a:ln>
                            <a:noFill/>
                          </a:ln>
                          <a:solidFill>
                            <a:schemeClr val="tx1"/>
                          </a:solidFill>
                          <a:effectLst/>
                          <a:latin typeface="Times New Roman" pitchFamily="18" charset="0"/>
                          <a:ea typeface="黑体" pitchFamily="2" charset="-122"/>
                        </a:rPr>
                        <a:t>TE </a:t>
                      </a:r>
                      <a:r>
                        <a:rPr kumimoji="0" lang="en-US" altLang="zh-CN" sz="2800" b="1" i="0" u="none" strike="noStrike" cap="none" normalizeH="0" baseline="0">
                          <a:ln>
                            <a:noFill/>
                          </a:ln>
                          <a:solidFill>
                            <a:schemeClr val="tx1"/>
                          </a:solidFill>
                          <a:effectLst/>
                          <a:latin typeface="Times New Roman" pitchFamily="18" charset="0"/>
                          <a:ea typeface="黑体" pitchFamily="2" charset="-122"/>
                          <a:sym typeface="Symbol" pitchFamily="18" charset="2"/>
                        </a:rPr>
                        <a:t></a:t>
                      </a:r>
                      <a:r>
                        <a:rPr kumimoji="0" lang="en-US" altLang="zh-CN" sz="2800" b="0" i="0" u="none" strike="noStrike" cap="none" normalizeH="0" baseline="0">
                          <a:ln>
                            <a:noFill/>
                          </a:ln>
                          <a:solidFill>
                            <a:schemeClr val="tx1"/>
                          </a:solidFill>
                          <a:effectLst/>
                          <a:latin typeface="Times New Roman" pitchFamily="18" charset="0"/>
                          <a:ea typeface="黑体" pitchFamily="2" charset="-122"/>
                        </a:rPr>
                        <a:t> </a:t>
                      </a:r>
                    </a:p>
                  </a:txBody>
                  <a:tcPr horzOverflow="overflow">
                    <a:lnL w="12700" cap="flat" cmpd="sng" algn="ctr">
                      <a:solidFill>
                        <a:schemeClr val="tx1"/>
                      </a:solidFill>
                      <a:prstDash val="solid"/>
                      <a:round/>
                      <a:headEnd type="none" w="sm" len="sm"/>
                      <a:tailEnd type="none" w="sm" len="sm"/>
                    </a:lnL>
                    <a:lnR w="28575"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extLst>
                  <a:ext uri="{0D108BD9-81ED-4DB2-BD59-A6C34878D82A}">
                    <a16:rowId xmlns:a16="http://schemas.microsoft.com/office/drawing/2014/main" val="10002"/>
                  </a:ext>
                </a:extLst>
              </a:tr>
              <a:tr h="519113">
                <a:tc>
                  <a:txBody>
                    <a:bodyPr/>
                    <a:lstStyle/>
                    <a:p>
                      <a:pPr marL="0" marR="0" lvl="0" indent="0" algn="l" defTabSz="914400" rtl="0" eaLnBrk="1" fontAlgn="base" latinLnBrk="0" hangingPunct="1">
                        <a:lnSpc>
                          <a:spcPct val="100000"/>
                        </a:lnSpc>
                        <a:spcBef>
                          <a:spcPct val="20000"/>
                        </a:spcBef>
                        <a:spcAft>
                          <a:spcPct val="0"/>
                        </a:spcAft>
                        <a:buClr>
                          <a:schemeClr val="folHlink"/>
                        </a:buClr>
                        <a:buSzPct val="60000"/>
                        <a:buFont typeface="Wingdings" pitchFamily="2" charset="2"/>
                        <a:buNone/>
                        <a:tabLst/>
                      </a:pPr>
                      <a:r>
                        <a:rPr kumimoji="0" lang="en-US" altLang="zh-CN" sz="2800" b="1" i="0" u="none" strike="noStrike" cap="none" normalizeH="0" baseline="0">
                          <a:ln>
                            <a:noFill/>
                          </a:ln>
                          <a:solidFill>
                            <a:schemeClr val="tx1"/>
                          </a:solidFill>
                          <a:effectLst/>
                          <a:latin typeface="Times New Roman" pitchFamily="18" charset="0"/>
                          <a:ea typeface="黑体" pitchFamily="2" charset="-122"/>
                        </a:rPr>
                        <a:t>$</a:t>
                      </a:r>
                      <a:r>
                        <a:rPr kumimoji="0" lang="en-US" altLang="zh-CN" sz="2800" b="1" i="1" u="none" strike="noStrike" cap="none" normalizeH="0" baseline="0">
                          <a:ln>
                            <a:noFill/>
                          </a:ln>
                          <a:solidFill>
                            <a:schemeClr val="tx1"/>
                          </a:solidFill>
                          <a:effectLst/>
                          <a:latin typeface="Times New Roman" pitchFamily="18" charset="0"/>
                          <a:ea typeface="黑体" pitchFamily="2" charset="-122"/>
                        </a:rPr>
                        <a:t>E </a:t>
                      </a:r>
                      <a:r>
                        <a:rPr kumimoji="0" lang="en-US" altLang="zh-CN" sz="2800" b="1" i="0" u="none" strike="noStrike" cap="none" normalizeH="0" baseline="0">
                          <a:ln>
                            <a:noFill/>
                          </a:ln>
                          <a:solidFill>
                            <a:schemeClr val="tx1"/>
                          </a:solidFill>
                          <a:effectLst/>
                          <a:latin typeface="Times New Roman" pitchFamily="18" charset="0"/>
                          <a:ea typeface="黑体" pitchFamily="2" charset="-122"/>
                          <a:sym typeface="Symbol" pitchFamily="18" charset="2"/>
                        </a:rPr>
                        <a:t></a:t>
                      </a:r>
                      <a:r>
                        <a:rPr kumimoji="0" lang="en-US" altLang="zh-CN" sz="2800" b="1" i="1" u="none" strike="noStrike" cap="none" normalizeH="0" baseline="0">
                          <a:ln>
                            <a:noFill/>
                          </a:ln>
                          <a:solidFill>
                            <a:schemeClr val="tx1"/>
                          </a:solidFill>
                          <a:effectLst/>
                          <a:latin typeface="Times New Roman" pitchFamily="18" charset="0"/>
                          <a:ea typeface="黑体" pitchFamily="2" charset="-122"/>
                        </a:rPr>
                        <a:t>T </a:t>
                      </a:r>
                      <a:r>
                        <a:rPr kumimoji="0" lang="en-US" altLang="zh-CN" sz="2800" b="1" i="0" u="none" strike="noStrike" cap="none" normalizeH="0" baseline="0">
                          <a:ln>
                            <a:noFill/>
                          </a:ln>
                          <a:solidFill>
                            <a:schemeClr val="tx1"/>
                          </a:solidFill>
                          <a:effectLst/>
                          <a:latin typeface="Times New Roman" pitchFamily="18" charset="0"/>
                          <a:ea typeface="黑体" pitchFamily="2" charset="-122"/>
                          <a:sym typeface="Symbol" pitchFamily="18" charset="2"/>
                        </a:rPr>
                        <a:t></a:t>
                      </a:r>
                      <a:r>
                        <a:rPr kumimoji="0" lang="en-US" altLang="zh-CN" sz="2800" b="1" i="1" u="none" strike="noStrike" cap="none" normalizeH="0" baseline="0">
                          <a:ln>
                            <a:noFill/>
                          </a:ln>
                          <a:solidFill>
                            <a:schemeClr val="tx1"/>
                          </a:solidFill>
                          <a:effectLst/>
                          <a:latin typeface="Times New Roman" pitchFamily="18" charset="0"/>
                          <a:ea typeface="黑体" pitchFamily="2" charset="-122"/>
                        </a:rPr>
                        <a:t>F</a:t>
                      </a:r>
                      <a:r>
                        <a:rPr kumimoji="0" lang="en-US" altLang="zh-CN" sz="2800" b="0" i="0" u="none" strike="noStrike" cap="none" normalizeH="0" baseline="0">
                          <a:ln>
                            <a:noFill/>
                          </a:ln>
                          <a:solidFill>
                            <a:schemeClr val="tx1"/>
                          </a:solidFill>
                          <a:effectLst/>
                          <a:latin typeface="Times New Roman" pitchFamily="18" charset="0"/>
                          <a:ea typeface="黑体" pitchFamily="2" charset="-122"/>
                        </a:rPr>
                        <a:t> </a:t>
                      </a:r>
                    </a:p>
                  </a:txBody>
                  <a:tcPr horzOverflow="overflow">
                    <a:lnL w="28575"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
                          <a:schemeClr val="folHlink"/>
                        </a:buClr>
                        <a:buSzPct val="60000"/>
                        <a:buFont typeface="Wingdings" pitchFamily="2" charset="2"/>
                        <a:buNone/>
                        <a:tabLst/>
                      </a:pPr>
                      <a:r>
                        <a:rPr kumimoji="0" lang="en-US" altLang="zh-CN" sz="2800" b="1" i="0" u="none" strike="noStrike" cap="none" normalizeH="0" baseline="0">
                          <a:ln>
                            <a:noFill/>
                          </a:ln>
                          <a:solidFill>
                            <a:schemeClr val="tx1"/>
                          </a:solidFill>
                          <a:effectLst/>
                          <a:latin typeface="Times New Roman" pitchFamily="18" charset="0"/>
                          <a:ea typeface="黑体" pitchFamily="2" charset="-122"/>
                        </a:rPr>
                        <a:t>id </a:t>
                      </a:r>
                      <a:r>
                        <a:rPr kumimoji="0" lang="en-US" altLang="zh-CN" sz="2800" b="1" i="0" u="none" strike="noStrike" cap="none" normalizeH="0" baseline="0">
                          <a:ln>
                            <a:noFill/>
                          </a:ln>
                          <a:solidFill>
                            <a:schemeClr val="tx1"/>
                          </a:solidFill>
                          <a:effectLst/>
                          <a:latin typeface="Times New Roman" pitchFamily="18" charset="0"/>
                          <a:ea typeface="黑体" pitchFamily="2" charset="-122"/>
                          <a:cs typeface="Times New Roman" pitchFamily="18" charset="0"/>
                          <a:sym typeface="Symbol" pitchFamily="18" charset="2"/>
                        </a:rPr>
                        <a:t></a:t>
                      </a:r>
                      <a:r>
                        <a:rPr kumimoji="0" lang="en-US" altLang="zh-CN" sz="2800" b="1" i="0" u="none" strike="noStrike" cap="none" normalizeH="0" baseline="0">
                          <a:ln>
                            <a:noFill/>
                          </a:ln>
                          <a:solidFill>
                            <a:schemeClr val="tx1"/>
                          </a:solidFill>
                          <a:effectLst/>
                          <a:latin typeface="Times New Roman" pitchFamily="18" charset="0"/>
                          <a:ea typeface="黑体" pitchFamily="2" charset="-122"/>
                        </a:rPr>
                        <a:t> id + id$</a:t>
                      </a:r>
                      <a:r>
                        <a:rPr kumimoji="0" lang="en-US" altLang="zh-CN" sz="2800" b="0" i="0" u="none" strike="noStrike" cap="none" normalizeH="0" baseline="0">
                          <a:ln>
                            <a:noFill/>
                          </a:ln>
                          <a:solidFill>
                            <a:schemeClr val="tx1"/>
                          </a:solidFill>
                          <a:effectLst/>
                          <a:latin typeface="Times New Roman" pitchFamily="18" charset="0"/>
                          <a:ea typeface="黑体" pitchFamily="2" charset="-122"/>
                        </a:rPr>
                        <a:t> </a:t>
                      </a:r>
                    </a:p>
                  </a:txBody>
                  <a:tcPr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
                          <a:schemeClr val="folHlink"/>
                        </a:buClr>
                        <a:buSzPct val="60000"/>
                        <a:buFont typeface="Wingdings" pitchFamily="2" charset="2"/>
                        <a:buNone/>
                        <a:tabLst/>
                      </a:pPr>
                      <a:r>
                        <a:rPr kumimoji="0" lang="en-US" altLang="zh-CN" sz="2800" b="1" i="1" u="none" strike="noStrike" cap="none" normalizeH="0" baseline="0">
                          <a:ln>
                            <a:noFill/>
                          </a:ln>
                          <a:solidFill>
                            <a:schemeClr val="tx1"/>
                          </a:solidFill>
                          <a:effectLst/>
                          <a:latin typeface="Times New Roman" pitchFamily="18" charset="0"/>
                          <a:ea typeface="黑体" pitchFamily="2" charset="-122"/>
                        </a:rPr>
                        <a:t>T</a:t>
                      </a:r>
                      <a:r>
                        <a:rPr kumimoji="0" lang="en-US" altLang="zh-CN" sz="2800" b="1" i="0" u="none" strike="noStrike" cap="none" normalizeH="0" baseline="0">
                          <a:ln>
                            <a:noFill/>
                          </a:ln>
                          <a:solidFill>
                            <a:schemeClr val="tx1"/>
                          </a:solidFill>
                          <a:effectLst/>
                          <a:latin typeface="Times New Roman" pitchFamily="18" charset="0"/>
                          <a:ea typeface="黑体" pitchFamily="2" charset="-122"/>
                        </a:rPr>
                        <a:t> </a:t>
                      </a:r>
                      <a:r>
                        <a:rPr kumimoji="0" lang="en-US" altLang="zh-CN" sz="2800" b="1" i="0" u="none" strike="noStrike" cap="none" normalizeH="0" baseline="0">
                          <a:ln>
                            <a:noFill/>
                          </a:ln>
                          <a:solidFill>
                            <a:schemeClr val="tx1"/>
                          </a:solidFill>
                          <a:effectLst/>
                          <a:latin typeface="Times New Roman" pitchFamily="18" charset="0"/>
                          <a:ea typeface="黑体" pitchFamily="2" charset="-122"/>
                          <a:sym typeface="Symbol" pitchFamily="18" charset="2"/>
                        </a:rPr>
                        <a:t></a:t>
                      </a:r>
                      <a:r>
                        <a:rPr kumimoji="0" lang="en-US" altLang="zh-CN" sz="2800" b="1" i="0" u="none" strike="noStrike" cap="none" normalizeH="0" baseline="0">
                          <a:ln>
                            <a:noFill/>
                          </a:ln>
                          <a:solidFill>
                            <a:schemeClr val="tx1"/>
                          </a:solidFill>
                          <a:effectLst/>
                          <a:latin typeface="Times New Roman" pitchFamily="18" charset="0"/>
                          <a:ea typeface="黑体" pitchFamily="2" charset="-122"/>
                        </a:rPr>
                        <a:t> </a:t>
                      </a:r>
                      <a:r>
                        <a:rPr kumimoji="0" lang="en-US" altLang="zh-CN" sz="2800" b="1" i="1" u="none" strike="noStrike" cap="none" normalizeH="0" baseline="0">
                          <a:ln>
                            <a:noFill/>
                          </a:ln>
                          <a:solidFill>
                            <a:schemeClr val="tx1"/>
                          </a:solidFill>
                          <a:effectLst/>
                          <a:latin typeface="Times New Roman" pitchFamily="18" charset="0"/>
                          <a:ea typeface="黑体" pitchFamily="2" charset="-122"/>
                        </a:rPr>
                        <a:t>FT </a:t>
                      </a:r>
                      <a:r>
                        <a:rPr kumimoji="0" lang="en-US" altLang="zh-CN" sz="2800" b="1" i="0" u="none" strike="noStrike" cap="none" normalizeH="0" baseline="0">
                          <a:ln>
                            <a:noFill/>
                          </a:ln>
                          <a:solidFill>
                            <a:schemeClr val="tx1"/>
                          </a:solidFill>
                          <a:effectLst/>
                          <a:latin typeface="Times New Roman" pitchFamily="18" charset="0"/>
                          <a:ea typeface="黑体" pitchFamily="2" charset="-122"/>
                          <a:sym typeface="Symbol" pitchFamily="18" charset="2"/>
                        </a:rPr>
                        <a:t></a:t>
                      </a:r>
                      <a:r>
                        <a:rPr kumimoji="0" lang="en-US" altLang="zh-CN" sz="2800" b="0" i="0" u="none" strike="noStrike" cap="none" normalizeH="0" baseline="0">
                          <a:ln>
                            <a:noFill/>
                          </a:ln>
                          <a:solidFill>
                            <a:schemeClr val="tx1"/>
                          </a:solidFill>
                          <a:effectLst/>
                          <a:latin typeface="Times New Roman" pitchFamily="18" charset="0"/>
                          <a:ea typeface="黑体" pitchFamily="2" charset="-122"/>
                        </a:rPr>
                        <a:t> </a:t>
                      </a:r>
                    </a:p>
                  </a:txBody>
                  <a:tcPr horzOverflow="overflow">
                    <a:lnL w="12700" cap="flat" cmpd="sng" algn="ctr">
                      <a:solidFill>
                        <a:schemeClr val="tx1"/>
                      </a:solidFill>
                      <a:prstDash val="solid"/>
                      <a:round/>
                      <a:headEnd type="none" w="sm" len="sm"/>
                      <a:tailEnd type="none" w="sm" len="sm"/>
                    </a:lnL>
                    <a:lnR w="28575"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extLst>
                  <a:ext uri="{0D108BD9-81ED-4DB2-BD59-A6C34878D82A}">
                    <a16:rowId xmlns:a16="http://schemas.microsoft.com/office/drawing/2014/main" val="10003"/>
                  </a:ext>
                </a:extLst>
              </a:tr>
              <a:tr h="518160">
                <a:tc>
                  <a:txBody>
                    <a:bodyPr/>
                    <a:lstStyle/>
                    <a:p>
                      <a:pPr marL="0" marR="0" lvl="0" indent="0" algn="l" defTabSz="914400" rtl="0" eaLnBrk="1" fontAlgn="base" latinLnBrk="0" hangingPunct="1">
                        <a:lnSpc>
                          <a:spcPct val="100000"/>
                        </a:lnSpc>
                        <a:spcBef>
                          <a:spcPct val="20000"/>
                        </a:spcBef>
                        <a:spcAft>
                          <a:spcPct val="0"/>
                        </a:spcAft>
                        <a:buClr>
                          <a:schemeClr val="folHlink"/>
                        </a:buClr>
                        <a:buSzPct val="60000"/>
                        <a:buFont typeface="Wingdings" pitchFamily="2" charset="2"/>
                        <a:buNone/>
                        <a:tabLst/>
                      </a:pPr>
                      <a:r>
                        <a:rPr kumimoji="0" lang="en-US" altLang="zh-CN" sz="2800" b="1" i="0" u="none" strike="noStrike" cap="none" normalizeH="0" baseline="0">
                          <a:ln>
                            <a:noFill/>
                          </a:ln>
                          <a:solidFill>
                            <a:schemeClr val="tx1"/>
                          </a:solidFill>
                          <a:effectLst/>
                          <a:latin typeface="Times New Roman" pitchFamily="18" charset="0"/>
                          <a:ea typeface="黑体" pitchFamily="2" charset="-122"/>
                        </a:rPr>
                        <a:t>$</a:t>
                      </a:r>
                      <a:r>
                        <a:rPr kumimoji="0" lang="en-US" altLang="zh-CN" sz="2800" b="1" i="1" u="none" strike="noStrike" cap="none" normalizeH="0" baseline="0">
                          <a:ln>
                            <a:noFill/>
                          </a:ln>
                          <a:solidFill>
                            <a:schemeClr val="tx1"/>
                          </a:solidFill>
                          <a:effectLst/>
                          <a:latin typeface="Times New Roman" pitchFamily="18" charset="0"/>
                          <a:ea typeface="黑体" pitchFamily="2" charset="-122"/>
                        </a:rPr>
                        <a:t>E </a:t>
                      </a:r>
                      <a:r>
                        <a:rPr kumimoji="0" lang="en-US" altLang="zh-CN" sz="2800" b="1" i="0" u="none" strike="noStrike" cap="none" normalizeH="0" baseline="0">
                          <a:ln>
                            <a:noFill/>
                          </a:ln>
                          <a:solidFill>
                            <a:schemeClr val="tx1"/>
                          </a:solidFill>
                          <a:effectLst/>
                          <a:latin typeface="Times New Roman" pitchFamily="18" charset="0"/>
                          <a:ea typeface="黑体" pitchFamily="2" charset="-122"/>
                          <a:sym typeface="Symbol" pitchFamily="18" charset="2"/>
                        </a:rPr>
                        <a:t></a:t>
                      </a:r>
                      <a:r>
                        <a:rPr kumimoji="0" lang="en-US" altLang="zh-CN" sz="2800" b="1" i="1" u="none" strike="noStrike" cap="none" normalizeH="0" baseline="0">
                          <a:ln>
                            <a:noFill/>
                          </a:ln>
                          <a:solidFill>
                            <a:schemeClr val="tx1"/>
                          </a:solidFill>
                          <a:effectLst/>
                          <a:latin typeface="Times New Roman" pitchFamily="18" charset="0"/>
                          <a:ea typeface="黑体" pitchFamily="2" charset="-122"/>
                        </a:rPr>
                        <a:t>T </a:t>
                      </a:r>
                      <a:r>
                        <a:rPr kumimoji="0" lang="en-US" altLang="zh-CN" sz="2800" b="1" i="0" u="none" strike="noStrike" cap="none" normalizeH="0" baseline="0">
                          <a:ln>
                            <a:noFill/>
                          </a:ln>
                          <a:solidFill>
                            <a:schemeClr val="tx1"/>
                          </a:solidFill>
                          <a:effectLst/>
                          <a:latin typeface="Times New Roman" pitchFamily="18" charset="0"/>
                          <a:ea typeface="黑体" pitchFamily="2" charset="-122"/>
                          <a:sym typeface="Symbol" pitchFamily="18" charset="2"/>
                        </a:rPr>
                        <a:t></a:t>
                      </a:r>
                      <a:r>
                        <a:rPr kumimoji="0" lang="en-US" altLang="zh-CN" sz="2800" b="1" i="0" u="none" strike="noStrike" cap="none" normalizeH="0" baseline="0">
                          <a:ln>
                            <a:noFill/>
                          </a:ln>
                          <a:solidFill>
                            <a:schemeClr val="tx1"/>
                          </a:solidFill>
                          <a:effectLst/>
                          <a:latin typeface="Times New Roman" pitchFamily="18" charset="0"/>
                          <a:ea typeface="黑体" pitchFamily="2" charset="-122"/>
                        </a:rPr>
                        <a:t> id</a:t>
                      </a:r>
                      <a:r>
                        <a:rPr kumimoji="0" lang="en-US" altLang="zh-CN" sz="2800" b="0" i="0" u="none" strike="noStrike" cap="none" normalizeH="0" baseline="0">
                          <a:ln>
                            <a:noFill/>
                          </a:ln>
                          <a:solidFill>
                            <a:schemeClr val="tx1"/>
                          </a:solidFill>
                          <a:effectLst/>
                          <a:latin typeface="Times New Roman" pitchFamily="18" charset="0"/>
                          <a:ea typeface="黑体" pitchFamily="2" charset="-122"/>
                        </a:rPr>
                        <a:t> </a:t>
                      </a:r>
                    </a:p>
                  </a:txBody>
                  <a:tcPr horzOverflow="overflow">
                    <a:lnL w="28575"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
                          <a:schemeClr val="folHlink"/>
                        </a:buClr>
                        <a:buSzPct val="60000"/>
                        <a:buFont typeface="Wingdings" pitchFamily="2" charset="2"/>
                        <a:buNone/>
                        <a:tabLst/>
                      </a:pPr>
                      <a:r>
                        <a:rPr kumimoji="0" lang="en-US" altLang="zh-CN" sz="2800" b="1" i="0" u="none" strike="noStrike" cap="none" normalizeH="0" baseline="0">
                          <a:ln>
                            <a:noFill/>
                          </a:ln>
                          <a:solidFill>
                            <a:schemeClr val="tx1"/>
                          </a:solidFill>
                          <a:effectLst/>
                          <a:latin typeface="Times New Roman" pitchFamily="18" charset="0"/>
                          <a:ea typeface="黑体" pitchFamily="2" charset="-122"/>
                        </a:rPr>
                        <a:t>id </a:t>
                      </a:r>
                      <a:r>
                        <a:rPr kumimoji="0" lang="en-US" altLang="zh-CN" sz="2800" b="1" i="0" u="none" strike="noStrike" cap="none" normalizeH="0" baseline="0">
                          <a:ln>
                            <a:noFill/>
                          </a:ln>
                          <a:solidFill>
                            <a:schemeClr val="tx1"/>
                          </a:solidFill>
                          <a:effectLst/>
                          <a:latin typeface="Times New Roman" pitchFamily="18" charset="0"/>
                          <a:ea typeface="黑体" pitchFamily="2" charset="-122"/>
                          <a:cs typeface="Times New Roman" pitchFamily="18" charset="0"/>
                          <a:sym typeface="Symbol" pitchFamily="18" charset="2"/>
                        </a:rPr>
                        <a:t></a:t>
                      </a:r>
                      <a:r>
                        <a:rPr kumimoji="0" lang="en-US" altLang="zh-CN" sz="2800" b="1" i="0" u="none" strike="noStrike" cap="none" normalizeH="0" baseline="0">
                          <a:ln>
                            <a:noFill/>
                          </a:ln>
                          <a:solidFill>
                            <a:schemeClr val="tx1"/>
                          </a:solidFill>
                          <a:effectLst/>
                          <a:latin typeface="Times New Roman" pitchFamily="18" charset="0"/>
                          <a:ea typeface="黑体" pitchFamily="2" charset="-122"/>
                        </a:rPr>
                        <a:t> id + id$</a:t>
                      </a:r>
                      <a:r>
                        <a:rPr kumimoji="0" lang="en-US" altLang="zh-CN" sz="2800" b="0" i="0" u="none" strike="noStrike" cap="none" normalizeH="0" baseline="0">
                          <a:ln>
                            <a:noFill/>
                          </a:ln>
                          <a:solidFill>
                            <a:schemeClr val="tx1"/>
                          </a:solidFill>
                          <a:effectLst/>
                          <a:latin typeface="Times New Roman" pitchFamily="18" charset="0"/>
                          <a:ea typeface="黑体" pitchFamily="2" charset="-122"/>
                        </a:rPr>
                        <a:t> </a:t>
                      </a:r>
                    </a:p>
                  </a:txBody>
                  <a:tcPr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
                          <a:schemeClr val="folHlink"/>
                        </a:buClr>
                        <a:buSzPct val="60000"/>
                        <a:buFont typeface="Wingdings" pitchFamily="2" charset="2"/>
                        <a:buNone/>
                        <a:tabLst/>
                      </a:pPr>
                      <a:r>
                        <a:rPr kumimoji="0" lang="en-US" altLang="zh-CN" sz="2800" b="1" i="1" u="none" strike="noStrike" cap="none" normalizeH="0" baseline="0">
                          <a:ln>
                            <a:noFill/>
                          </a:ln>
                          <a:solidFill>
                            <a:schemeClr val="tx1"/>
                          </a:solidFill>
                          <a:effectLst/>
                          <a:latin typeface="Times New Roman" pitchFamily="18" charset="0"/>
                          <a:ea typeface="黑体" pitchFamily="2" charset="-122"/>
                        </a:rPr>
                        <a:t>F</a:t>
                      </a:r>
                      <a:r>
                        <a:rPr kumimoji="0" lang="en-US" altLang="zh-CN" sz="2800" b="1" i="0" u="none" strike="noStrike" cap="none" normalizeH="0" baseline="0">
                          <a:ln>
                            <a:noFill/>
                          </a:ln>
                          <a:solidFill>
                            <a:schemeClr val="tx1"/>
                          </a:solidFill>
                          <a:effectLst/>
                          <a:latin typeface="Times New Roman" pitchFamily="18" charset="0"/>
                          <a:ea typeface="黑体" pitchFamily="2" charset="-122"/>
                        </a:rPr>
                        <a:t> </a:t>
                      </a:r>
                      <a:r>
                        <a:rPr kumimoji="0" lang="en-US" altLang="zh-CN" sz="2800" b="1" i="0" u="none" strike="noStrike" cap="none" normalizeH="0" baseline="0">
                          <a:ln>
                            <a:noFill/>
                          </a:ln>
                          <a:solidFill>
                            <a:schemeClr val="tx1"/>
                          </a:solidFill>
                          <a:effectLst/>
                          <a:latin typeface="Times New Roman" pitchFamily="18" charset="0"/>
                          <a:ea typeface="黑体" pitchFamily="2" charset="-122"/>
                          <a:sym typeface="Symbol" pitchFamily="18" charset="2"/>
                        </a:rPr>
                        <a:t></a:t>
                      </a:r>
                      <a:r>
                        <a:rPr kumimoji="0" lang="en-US" altLang="zh-CN" sz="2800" b="1" i="0" u="none" strike="noStrike" cap="none" normalizeH="0" baseline="0">
                          <a:ln>
                            <a:noFill/>
                          </a:ln>
                          <a:solidFill>
                            <a:schemeClr val="tx1"/>
                          </a:solidFill>
                          <a:effectLst/>
                          <a:latin typeface="Times New Roman" pitchFamily="18" charset="0"/>
                          <a:ea typeface="黑体" pitchFamily="2" charset="-122"/>
                        </a:rPr>
                        <a:t> id</a:t>
                      </a:r>
                      <a:r>
                        <a:rPr kumimoji="0" lang="en-US" altLang="zh-CN" sz="2800" b="0" i="0" u="none" strike="noStrike" cap="none" normalizeH="0" baseline="0">
                          <a:ln>
                            <a:noFill/>
                          </a:ln>
                          <a:solidFill>
                            <a:schemeClr val="tx1"/>
                          </a:solidFill>
                          <a:effectLst/>
                          <a:latin typeface="Times New Roman" pitchFamily="18" charset="0"/>
                          <a:ea typeface="黑体" pitchFamily="2" charset="-122"/>
                        </a:rPr>
                        <a:t> </a:t>
                      </a:r>
                    </a:p>
                  </a:txBody>
                  <a:tcPr horzOverflow="overflow">
                    <a:lnL w="12700" cap="flat" cmpd="sng" algn="ctr">
                      <a:solidFill>
                        <a:schemeClr val="tx1"/>
                      </a:solidFill>
                      <a:prstDash val="solid"/>
                      <a:round/>
                      <a:headEnd type="none" w="sm" len="sm"/>
                      <a:tailEnd type="none" w="sm" len="sm"/>
                    </a:lnL>
                    <a:lnR w="28575"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extLst>
                  <a:ext uri="{0D108BD9-81ED-4DB2-BD59-A6C34878D82A}">
                    <a16:rowId xmlns:a16="http://schemas.microsoft.com/office/drawing/2014/main" val="10004"/>
                  </a:ext>
                </a:extLst>
              </a:tr>
              <a:tr h="518160">
                <a:tc>
                  <a:txBody>
                    <a:bodyPr/>
                    <a:lstStyle/>
                    <a:p>
                      <a:pPr marL="0" marR="0" lvl="0" indent="0" algn="l" defTabSz="914400" rtl="0" eaLnBrk="1" fontAlgn="base" latinLnBrk="0" hangingPunct="1">
                        <a:lnSpc>
                          <a:spcPct val="100000"/>
                        </a:lnSpc>
                        <a:spcBef>
                          <a:spcPct val="20000"/>
                        </a:spcBef>
                        <a:spcAft>
                          <a:spcPct val="0"/>
                        </a:spcAft>
                        <a:buClr>
                          <a:schemeClr val="folHlink"/>
                        </a:buClr>
                        <a:buSzPct val="60000"/>
                        <a:buFont typeface="Wingdings" pitchFamily="2" charset="2"/>
                        <a:buNone/>
                        <a:tabLst/>
                      </a:pPr>
                      <a:r>
                        <a:rPr kumimoji="0" lang="en-US" altLang="zh-CN" sz="2800" b="1" i="0" u="none" strike="noStrike" cap="none" normalizeH="0" baseline="0">
                          <a:ln>
                            <a:noFill/>
                          </a:ln>
                          <a:solidFill>
                            <a:schemeClr val="tx1"/>
                          </a:solidFill>
                          <a:effectLst/>
                          <a:latin typeface="Times New Roman" pitchFamily="18" charset="0"/>
                          <a:ea typeface="黑体" pitchFamily="2" charset="-122"/>
                        </a:rPr>
                        <a:t>$</a:t>
                      </a:r>
                      <a:r>
                        <a:rPr kumimoji="0" lang="en-US" altLang="zh-CN" sz="2800" b="1" i="1" u="none" strike="noStrike" cap="none" normalizeH="0" baseline="0">
                          <a:ln>
                            <a:noFill/>
                          </a:ln>
                          <a:solidFill>
                            <a:schemeClr val="tx1"/>
                          </a:solidFill>
                          <a:effectLst/>
                          <a:latin typeface="Times New Roman" pitchFamily="18" charset="0"/>
                          <a:ea typeface="黑体" pitchFamily="2" charset="-122"/>
                        </a:rPr>
                        <a:t>E </a:t>
                      </a:r>
                      <a:r>
                        <a:rPr kumimoji="0" lang="en-US" altLang="zh-CN" sz="2800" b="1" i="0" u="none" strike="noStrike" cap="none" normalizeH="0" baseline="0">
                          <a:ln>
                            <a:noFill/>
                          </a:ln>
                          <a:solidFill>
                            <a:schemeClr val="tx1"/>
                          </a:solidFill>
                          <a:effectLst/>
                          <a:latin typeface="Times New Roman" pitchFamily="18" charset="0"/>
                          <a:ea typeface="黑体" pitchFamily="2" charset="-122"/>
                          <a:sym typeface="Symbol" pitchFamily="18" charset="2"/>
                        </a:rPr>
                        <a:t></a:t>
                      </a:r>
                      <a:r>
                        <a:rPr kumimoji="0" lang="en-US" altLang="zh-CN" sz="2800" b="1" i="1" u="none" strike="noStrike" cap="none" normalizeH="0" baseline="0">
                          <a:ln>
                            <a:noFill/>
                          </a:ln>
                          <a:solidFill>
                            <a:schemeClr val="tx1"/>
                          </a:solidFill>
                          <a:effectLst/>
                          <a:latin typeface="Times New Roman" pitchFamily="18" charset="0"/>
                          <a:ea typeface="黑体" pitchFamily="2" charset="-122"/>
                        </a:rPr>
                        <a:t>T </a:t>
                      </a:r>
                      <a:r>
                        <a:rPr kumimoji="0" lang="en-US" altLang="zh-CN" sz="2800" b="1" i="0" u="none" strike="noStrike" cap="none" normalizeH="0" baseline="0">
                          <a:ln>
                            <a:noFill/>
                          </a:ln>
                          <a:solidFill>
                            <a:schemeClr val="tx1"/>
                          </a:solidFill>
                          <a:effectLst/>
                          <a:latin typeface="Times New Roman" pitchFamily="18" charset="0"/>
                          <a:ea typeface="黑体" pitchFamily="2" charset="-122"/>
                          <a:sym typeface="Symbol" pitchFamily="18" charset="2"/>
                        </a:rPr>
                        <a:t></a:t>
                      </a:r>
                      <a:r>
                        <a:rPr kumimoji="0" lang="en-US" altLang="zh-CN" sz="2800" b="0" i="0" u="none" strike="noStrike" cap="none" normalizeH="0" baseline="0">
                          <a:ln>
                            <a:noFill/>
                          </a:ln>
                          <a:solidFill>
                            <a:schemeClr val="tx1"/>
                          </a:solidFill>
                          <a:effectLst/>
                          <a:latin typeface="Times New Roman" pitchFamily="18" charset="0"/>
                          <a:ea typeface="黑体" pitchFamily="2" charset="-122"/>
                        </a:rPr>
                        <a:t> </a:t>
                      </a:r>
                    </a:p>
                  </a:txBody>
                  <a:tcPr horzOverflow="overflow">
                    <a:lnL w="28575"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
                          <a:schemeClr val="folHlink"/>
                        </a:buClr>
                        <a:buSzPct val="60000"/>
                        <a:buFont typeface="Wingdings" pitchFamily="2" charset="2"/>
                        <a:buNone/>
                        <a:tabLst/>
                      </a:pPr>
                      <a:r>
                        <a:rPr kumimoji="0" lang="en-US" altLang="zh-CN" sz="2800" b="0" i="0" u="none" strike="noStrike" cap="none" normalizeH="0" baseline="0">
                          <a:ln>
                            <a:noFill/>
                          </a:ln>
                          <a:solidFill>
                            <a:schemeClr val="tx1"/>
                          </a:solidFill>
                          <a:effectLst/>
                          <a:latin typeface="Times New Roman" pitchFamily="18" charset="0"/>
                          <a:ea typeface="黑体" pitchFamily="2" charset="-122"/>
                        </a:rPr>
                        <a:t>  </a:t>
                      </a:r>
                      <a:r>
                        <a:rPr kumimoji="0" lang="en-US" altLang="zh-CN" sz="2800" b="1" i="0" u="none" strike="noStrike" cap="none" normalizeH="0" baseline="0">
                          <a:ln>
                            <a:noFill/>
                          </a:ln>
                          <a:solidFill>
                            <a:schemeClr val="tx1"/>
                          </a:solidFill>
                          <a:effectLst/>
                          <a:latin typeface="Times New Roman" pitchFamily="18" charset="0"/>
                          <a:ea typeface="黑体" pitchFamily="2" charset="-122"/>
                          <a:cs typeface="Times New Roman" pitchFamily="18" charset="0"/>
                          <a:sym typeface="Symbol" pitchFamily="18" charset="2"/>
                        </a:rPr>
                        <a:t></a:t>
                      </a:r>
                      <a:r>
                        <a:rPr kumimoji="0" lang="en-US" altLang="zh-CN" sz="2800" b="1" i="0" u="none" strike="noStrike" cap="none" normalizeH="0" baseline="0">
                          <a:ln>
                            <a:noFill/>
                          </a:ln>
                          <a:solidFill>
                            <a:schemeClr val="tx1"/>
                          </a:solidFill>
                          <a:effectLst/>
                          <a:latin typeface="Times New Roman" pitchFamily="18" charset="0"/>
                          <a:ea typeface="黑体" pitchFamily="2" charset="-122"/>
                        </a:rPr>
                        <a:t> id + id$</a:t>
                      </a:r>
                      <a:r>
                        <a:rPr kumimoji="0" lang="en-US" altLang="zh-CN" sz="2800" b="0" i="0" u="none" strike="noStrike" cap="none" normalizeH="0" baseline="0">
                          <a:ln>
                            <a:noFill/>
                          </a:ln>
                          <a:solidFill>
                            <a:schemeClr val="tx1"/>
                          </a:solidFill>
                          <a:effectLst/>
                          <a:latin typeface="Times New Roman" pitchFamily="18" charset="0"/>
                          <a:ea typeface="黑体" pitchFamily="2" charset="-122"/>
                        </a:rPr>
                        <a:t> </a:t>
                      </a:r>
                    </a:p>
                  </a:txBody>
                  <a:tcPr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
                          <a:schemeClr val="folHlink"/>
                        </a:buClr>
                        <a:buSzPct val="60000"/>
                        <a:buFont typeface="Wingdings" pitchFamily="2" charset="2"/>
                        <a:buNone/>
                        <a:tabLst/>
                      </a:pPr>
                      <a:endParaRPr kumimoji="0" lang="zh-CN" altLang="zh-CN" sz="2800" b="0" i="0" u="none" strike="noStrike" cap="none" normalizeH="0" baseline="0">
                        <a:ln>
                          <a:noFill/>
                        </a:ln>
                        <a:solidFill>
                          <a:schemeClr val="tx1"/>
                        </a:solidFill>
                        <a:effectLst/>
                        <a:latin typeface="Times New Roman" pitchFamily="18" charset="0"/>
                        <a:ea typeface="黑体" pitchFamily="2" charset="-122"/>
                      </a:endParaRPr>
                    </a:p>
                  </a:txBody>
                  <a:tcPr horzOverflow="overflow">
                    <a:lnL w="12700" cap="flat" cmpd="sng" algn="ctr">
                      <a:solidFill>
                        <a:schemeClr val="tx1"/>
                      </a:solidFill>
                      <a:prstDash val="solid"/>
                      <a:round/>
                      <a:headEnd type="none" w="sm" len="sm"/>
                      <a:tailEnd type="none" w="sm" len="sm"/>
                    </a:lnL>
                    <a:lnR w="28575"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extLst>
                  <a:ext uri="{0D108BD9-81ED-4DB2-BD59-A6C34878D82A}">
                    <a16:rowId xmlns:a16="http://schemas.microsoft.com/office/drawing/2014/main" val="10005"/>
                  </a:ext>
                </a:extLst>
              </a:tr>
              <a:tr h="519113">
                <a:tc>
                  <a:txBody>
                    <a:bodyPr/>
                    <a:lstStyle/>
                    <a:p>
                      <a:pPr marL="0" marR="0" lvl="0" indent="0" algn="l" defTabSz="914400" rtl="0" eaLnBrk="1" fontAlgn="base" latinLnBrk="0" hangingPunct="1">
                        <a:lnSpc>
                          <a:spcPct val="100000"/>
                        </a:lnSpc>
                        <a:spcBef>
                          <a:spcPct val="20000"/>
                        </a:spcBef>
                        <a:spcAft>
                          <a:spcPct val="0"/>
                        </a:spcAft>
                        <a:buClr>
                          <a:schemeClr val="folHlink"/>
                        </a:buClr>
                        <a:buSzPct val="60000"/>
                        <a:buFont typeface="Wingdings" pitchFamily="2" charset="2"/>
                        <a:buNone/>
                        <a:tabLst/>
                      </a:pPr>
                      <a:r>
                        <a:rPr kumimoji="0" lang="en-US" altLang="zh-CN" sz="2800" b="1" i="0" u="none" strike="noStrike" cap="none" normalizeH="0" baseline="0">
                          <a:ln>
                            <a:noFill/>
                          </a:ln>
                          <a:solidFill>
                            <a:schemeClr val="tx1"/>
                          </a:solidFill>
                          <a:effectLst/>
                          <a:latin typeface="Times New Roman" pitchFamily="18" charset="0"/>
                          <a:ea typeface="黑体" pitchFamily="2" charset="-122"/>
                        </a:rPr>
                        <a:t>$</a:t>
                      </a:r>
                      <a:r>
                        <a:rPr kumimoji="0" lang="en-US" altLang="zh-CN" sz="2800" b="1" i="1" u="none" strike="noStrike" cap="none" normalizeH="0" baseline="0">
                          <a:ln>
                            <a:noFill/>
                          </a:ln>
                          <a:solidFill>
                            <a:schemeClr val="tx1"/>
                          </a:solidFill>
                          <a:effectLst/>
                          <a:latin typeface="Times New Roman" pitchFamily="18" charset="0"/>
                          <a:ea typeface="黑体" pitchFamily="2" charset="-122"/>
                        </a:rPr>
                        <a:t>E </a:t>
                      </a:r>
                      <a:r>
                        <a:rPr kumimoji="0" lang="en-US" altLang="zh-CN" sz="2800" b="1" i="0" u="none" strike="noStrike" cap="none" normalizeH="0" baseline="0">
                          <a:ln>
                            <a:noFill/>
                          </a:ln>
                          <a:solidFill>
                            <a:schemeClr val="tx1"/>
                          </a:solidFill>
                          <a:effectLst/>
                          <a:latin typeface="Times New Roman" pitchFamily="18" charset="0"/>
                          <a:ea typeface="黑体" pitchFamily="2" charset="-122"/>
                          <a:sym typeface="Symbol" pitchFamily="18" charset="2"/>
                        </a:rPr>
                        <a:t></a:t>
                      </a:r>
                      <a:r>
                        <a:rPr kumimoji="0" lang="en-US" altLang="zh-CN" sz="2800" b="1" i="1" u="none" strike="noStrike" cap="none" normalizeH="0" baseline="0">
                          <a:ln>
                            <a:noFill/>
                          </a:ln>
                          <a:solidFill>
                            <a:schemeClr val="tx1"/>
                          </a:solidFill>
                          <a:effectLst/>
                          <a:latin typeface="Times New Roman" pitchFamily="18" charset="0"/>
                          <a:ea typeface="黑体" pitchFamily="2" charset="-122"/>
                        </a:rPr>
                        <a:t>T </a:t>
                      </a:r>
                      <a:r>
                        <a:rPr kumimoji="0" lang="en-US" altLang="zh-CN" sz="2800" b="1" i="0" u="none" strike="noStrike" cap="none" normalizeH="0" baseline="0">
                          <a:ln>
                            <a:noFill/>
                          </a:ln>
                          <a:solidFill>
                            <a:schemeClr val="tx1"/>
                          </a:solidFill>
                          <a:effectLst/>
                          <a:latin typeface="Times New Roman" pitchFamily="18" charset="0"/>
                          <a:ea typeface="黑体" pitchFamily="2" charset="-122"/>
                          <a:sym typeface="Symbol" pitchFamily="18" charset="2"/>
                        </a:rPr>
                        <a:t></a:t>
                      </a:r>
                      <a:r>
                        <a:rPr kumimoji="0" lang="en-US" altLang="zh-CN" sz="2800" b="1" i="1" u="none" strike="noStrike" cap="none" normalizeH="0" baseline="0">
                          <a:ln>
                            <a:noFill/>
                          </a:ln>
                          <a:solidFill>
                            <a:schemeClr val="tx1"/>
                          </a:solidFill>
                          <a:effectLst/>
                          <a:latin typeface="Times New Roman" pitchFamily="18" charset="0"/>
                          <a:ea typeface="黑体" pitchFamily="2" charset="-122"/>
                        </a:rPr>
                        <a:t>F </a:t>
                      </a:r>
                      <a:r>
                        <a:rPr kumimoji="0" lang="en-US" altLang="zh-CN" sz="2800" b="1" i="0" u="none" strike="noStrike" cap="none" normalizeH="0" baseline="0">
                          <a:ln>
                            <a:noFill/>
                          </a:ln>
                          <a:solidFill>
                            <a:schemeClr val="tx1"/>
                          </a:solidFill>
                          <a:effectLst/>
                          <a:latin typeface="Times New Roman" pitchFamily="18" charset="0"/>
                          <a:ea typeface="黑体" pitchFamily="2" charset="-122"/>
                          <a:cs typeface="Times New Roman" pitchFamily="18" charset="0"/>
                          <a:sym typeface="Symbol" pitchFamily="18" charset="2"/>
                        </a:rPr>
                        <a:t></a:t>
                      </a:r>
                      <a:r>
                        <a:rPr kumimoji="0" lang="en-US" altLang="zh-CN" sz="2800" b="0" i="0" u="none" strike="noStrike" cap="none" normalizeH="0" baseline="0">
                          <a:ln>
                            <a:noFill/>
                          </a:ln>
                          <a:solidFill>
                            <a:schemeClr val="tx1"/>
                          </a:solidFill>
                          <a:effectLst/>
                          <a:latin typeface="Times New Roman" pitchFamily="18" charset="0"/>
                          <a:ea typeface="黑体" pitchFamily="2" charset="-122"/>
                        </a:rPr>
                        <a:t> </a:t>
                      </a:r>
                    </a:p>
                  </a:txBody>
                  <a:tcPr horzOverflow="overflow">
                    <a:lnL w="28575"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
                          <a:schemeClr val="folHlink"/>
                        </a:buClr>
                        <a:buSzPct val="60000"/>
                        <a:buFont typeface="Wingdings" pitchFamily="2" charset="2"/>
                        <a:buNone/>
                        <a:tabLst/>
                      </a:pPr>
                      <a:r>
                        <a:rPr kumimoji="0" lang="en-US" altLang="zh-CN" sz="2800" b="0" i="0" u="none" strike="noStrike" cap="none" normalizeH="0" baseline="0">
                          <a:ln>
                            <a:noFill/>
                          </a:ln>
                          <a:solidFill>
                            <a:schemeClr val="tx1"/>
                          </a:solidFill>
                          <a:effectLst/>
                          <a:latin typeface="Times New Roman" pitchFamily="18" charset="0"/>
                          <a:ea typeface="黑体" pitchFamily="2" charset="-122"/>
                        </a:rPr>
                        <a:t>  </a:t>
                      </a:r>
                      <a:r>
                        <a:rPr kumimoji="0" lang="en-US" altLang="zh-CN" sz="2800" b="1" i="0" u="none" strike="noStrike" cap="none" normalizeH="0" baseline="0">
                          <a:ln>
                            <a:noFill/>
                          </a:ln>
                          <a:solidFill>
                            <a:schemeClr val="tx1"/>
                          </a:solidFill>
                          <a:effectLst/>
                          <a:latin typeface="Times New Roman" pitchFamily="18" charset="0"/>
                          <a:ea typeface="黑体" pitchFamily="2" charset="-122"/>
                          <a:cs typeface="Times New Roman" pitchFamily="18" charset="0"/>
                          <a:sym typeface="Symbol" pitchFamily="18" charset="2"/>
                        </a:rPr>
                        <a:t></a:t>
                      </a:r>
                      <a:r>
                        <a:rPr kumimoji="0" lang="en-US" altLang="zh-CN" sz="2800" b="1" i="0" u="none" strike="noStrike" cap="none" normalizeH="0" baseline="0">
                          <a:ln>
                            <a:noFill/>
                          </a:ln>
                          <a:solidFill>
                            <a:schemeClr val="tx1"/>
                          </a:solidFill>
                          <a:effectLst/>
                          <a:latin typeface="Times New Roman" pitchFamily="18" charset="0"/>
                          <a:ea typeface="黑体" pitchFamily="2" charset="-122"/>
                        </a:rPr>
                        <a:t> id + id$</a:t>
                      </a:r>
                      <a:r>
                        <a:rPr kumimoji="0" lang="en-US" altLang="zh-CN" sz="2800" b="0" i="0" u="none" strike="noStrike" cap="none" normalizeH="0" baseline="0">
                          <a:ln>
                            <a:noFill/>
                          </a:ln>
                          <a:solidFill>
                            <a:schemeClr val="tx1"/>
                          </a:solidFill>
                          <a:effectLst/>
                          <a:latin typeface="Times New Roman" pitchFamily="18" charset="0"/>
                          <a:ea typeface="黑体" pitchFamily="2" charset="-122"/>
                        </a:rPr>
                        <a:t>  </a:t>
                      </a:r>
                    </a:p>
                  </a:txBody>
                  <a:tcPr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
                          <a:schemeClr val="folHlink"/>
                        </a:buClr>
                        <a:buSzPct val="60000"/>
                        <a:buFont typeface="Wingdings" pitchFamily="2" charset="2"/>
                        <a:buNone/>
                        <a:tabLst/>
                      </a:pPr>
                      <a:r>
                        <a:rPr kumimoji="0" lang="en-US" altLang="zh-CN" sz="2800" b="1" i="1" u="none" strike="noStrike" cap="none" normalizeH="0" baseline="0">
                          <a:ln>
                            <a:noFill/>
                          </a:ln>
                          <a:solidFill>
                            <a:schemeClr val="tx1"/>
                          </a:solidFill>
                          <a:effectLst/>
                          <a:latin typeface="Times New Roman" pitchFamily="18" charset="0"/>
                          <a:ea typeface="黑体" pitchFamily="2" charset="-122"/>
                        </a:rPr>
                        <a:t>T </a:t>
                      </a:r>
                      <a:r>
                        <a:rPr kumimoji="0" lang="en-US" altLang="zh-CN" sz="2800" b="1" i="0" u="none" strike="noStrike" cap="none" normalizeH="0" baseline="0">
                          <a:ln>
                            <a:noFill/>
                          </a:ln>
                          <a:solidFill>
                            <a:schemeClr val="tx1"/>
                          </a:solidFill>
                          <a:effectLst/>
                          <a:latin typeface="Times New Roman" pitchFamily="18" charset="0"/>
                          <a:ea typeface="黑体" pitchFamily="2" charset="-122"/>
                          <a:sym typeface="Symbol" pitchFamily="18" charset="2"/>
                        </a:rPr>
                        <a:t></a:t>
                      </a:r>
                      <a:r>
                        <a:rPr kumimoji="0" lang="en-US" altLang="zh-CN" sz="2800" b="1" i="0" u="none" strike="noStrike" cap="none" normalizeH="0" baseline="0">
                          <a:ln>
                            <a:noFill/>
                          </a:ln>
                          <a:solidFill>
                            <a:schemeClr val="tx1"/>
                          </a:solidFill>
                          <a:effectLst/>
                          <a:latin typeface="Times New Roman" pitchFamily="18" charset="0"/>
                          <a:ea typeface="黑体" pitchFamily="2" charset="-122"/>
                        </a:rPr>
                        <a:t> </a:t>
                      </a:r>
                      <a:r>
                        <a:rPr kumimoji="0" lang="en-US" altLang="zh-CN" sz="2800" b="1" i="0" u="none" strike="noStrike" cap="none" normalizeH="0" baseline="0">
                          <a:ln>
                            <a:noFill/>
                          </a:ln>
                          <a:solidFill>
                            <a:schemeClr val="tx1"/>
                          </a:solidFill>
                          <a:effectLst/>
                          <a:latin typeface="Times New Roman" pitchFamily="18" charset="0"/>
                          <a:ea typeface="黑体" pitchFamily="2" charset="-122"/>
                          <a:sym typeface="Symbol" pitchFamily="18" charset="2"/>
                        </a:rPr>
                        <a:t></a:t>
                      </a:r>
                      <a:r>
                        <a:rPr kumimoji="0" lang="en-US" altLang="zh-CN" sz="2800" b="1" i="0" u="none" strike="noStrike" cap="none" normalizeH="0" baseline="0">
                          <a:ln>
                            <a:noFill/>
                          </a:ln>
                          <a:solidFill>
                            <a:schemeClr val="tx1"/>
                          </a:solidFill>
                          <a:effectLst/>
                          <a:latin typeface="Times New Roman" pitchFamily="18" charset="0"/>
                          <a:ea typeface="黑体" pitchFamily="2" charset="-122"/>
                        </a:rPr>
                        <a:t> </a:t>
                      </a:r>
                      <a:r>
                        <a:rPr kumimoji="0" lang="en-US" altLang="zh-CN" sz="2800" b="1" i="0" u="none" strike="noStrike" cap="none" normalizeH="0" baseline="0">
                          <a:ln>
                            <a:noFill/>
                          </a:ln>
                          <a:solidFill>
                            <a:schemeClr val="tx1"/>
                          </a:solidFill>
                          <a:effectLst/>
                          <a:latin typeface="Times New Roman" pitchFamily="18" charset="0"/>
                          <a:ea typeface="黑体" pitchFamily="2" charset="-122"/>
                          <a:cs typeface="Times New Roman" pitchFamily="18" charset="0"/>
                          <a:sym typeface="Symbol" pitchFamily="18" charset="2"/>
                        </a:rPr>
                        <a:t></a:t>
                      </a:r>
                      <a:r>
                        <a:rPr kumimoji="0" lang="en-US" altLang="zh-CN" sz="2800" b="1" i="1" u="none" strike="noStrike" cap="none" normalizeH="0" baseline="0">
                          <a:ln>
                            <a:noFill/>
                          </a:ln>
                          <a:solidFill>
                            <a:schemeClr val="tx1"/>
                          </a:solidFill>
                          <a:effectLst/>
                          <a:latin typeface="Times New Roman" pitchFamily="18" charset="0"/>
                          <a:ea typeface="黑体" pitchFamily="2" charset="-122"/>
                        </a:rPr>
                        <a:t>FT </a:t>
                      </a:r>
                      <a:r>
                        <a:rPr kumimoji="0" lang="en-US" altLang="zh-CN" sz="2800" b="1" i="0" u="none" strike="noStrike" cap="none" normalizeH="0" baseline="0">
                          <a:ln>
                            <a:noFill/>
                          </a:ln>
                          <a:solidFill>
                            <a:schemeClr val="tx1"/>
                          </a:solidFill>
                          <a:effectLst/>
                          <a:latin typeface="Times New Roman" pitchFamily="18" charset="0"/>
                          <a:ea typeface="黑体" pitchFamily="2" charset="-122"/>
                          <a:sym typeface="Symbol" pitchFamily="18" charset="2"/>
                        </a:rPr>
                        <a:t></a:t>
                      </a:r>
                      <a:r>
                        <a:rPr kumimoji="0" lang="en-US" altLang="zh-CN" sz="2800" b="0" i="0" u="none" strike="noStrike" cap="none" normalizeH="0" baseline="0">
                          <a:ln>
                            <a:noFill/>
                          </a:ln>
                          <a:solidFill>
                            <a:schemeClr val="tx1"/>
                          </a:solidFill>
                          <a:effectLst/>
                          <a:latin typeface="Times New Roman" pitchFamily="18" charset="0"/>
                          <a:ea typeface="黑体" pitchFamily="2" charset="-122"/>
                        </a:rPr>
                        <a:t> </a:t>
                      </a:r>
                    </a:p>
                  </a:txBody>
                  <a:tcPr horzOverflow="overflow">
                    <a:lnL w="12700" cap="flat" cmpd="sng" algn="ctr">
                      <a:solidFill>
                        <a:schemeClr val="tx1"/>
                      </a:solidFill>
                      <a:prstDash val="solid"/>
                      <a:round/>
                      <a:headEnd type="none" w="sm" len="sm"/>
                      <a:tailEnd type="none" w="sm" len="sm"/>
                    </a:lnL>
                    <a:lnR w="28575"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extLst>
                  <a:ext uri="{0D108BD9-81ED-4DB2-BD59-A6C34878D82A}">
                    <a16:rowId xmlns:a16="http://schemas.microsoft.com/office/drawing/2014/main" val="10006"/>
                  </a:ext>
                </a:extLst>
              </a:tr>
              <a:tr h="518160">
                <a:tc>
                  <a:txBody>
                    <a:bodyPr/>
                    <a:lstStyle/>
                    <a:p>
                      <a:pPr marL="0" marR="0" lvl="0" indent="0" algn="l" defTabSz="914400" rtl="0" eaLnBrk="1" fontAlgn="base" latinLnBrk="0" hangingPunct="1">
                        <a:lnSpc>
                          <a:spcPct val="100000"/>
                        </a:lnSpc>
                        <a:spcBef>
                          <a:spcPct val="20000"/>
                        </a:spcBef>
                        <a:spcAft>
                          <a:spcPct val="0"/>
                        </a:spcAft>
                        <a:buClr>
                          <a:schemeClr val="folHlink"/>
                        </a:buClr>
                        <a:buSzPct val="60000"/>
                        <a:buFont typeface="Wingdings" pitchFamily="2" charset="2"/>
                        <a:buNone/>
                        <a:tabLst/>
                      </a:pPr>
                      <a:r>
                        <a:rPr kumimoji="0" lang="en-US" altLang="zh-CN" sz="2800" b="1" i="0" u="none" strike="noStrike" cap="none" normalizeH="0" baseline="0">
                          <a:ln>
                            <a:noFill/>
                          </a:ln>
                          <a:solidFill>
                            <a:schemeClr val="tx1"/>
                          </a:solidFill>
                          <a:effectLst/>
                          <a:latin typeface="Times New Roman" pitchFamily="18" charset="0"/>
                          <a:ea typeface="黑体" pitchFamily="2" charset="-122"/>
                        </a:rPr>
                        <a:t>$</a:t>
                      </a:r>
                      <a:r>
                        <a:rPr kumimoji="0" lang="en-US" altLang="zh-CN" sz="2800" b="1" i="1" u="none" strike="noStrike" cap="none" normalizeH="0" baseline="0">
                          <a:ln>
                            <a:noFill/>
                          </a:ln>
                          <a:solidFill>
                            <a:schemeClr val="tx1"/>
                          </a:solidFill>
                          <a:effectLst/>
                          <a:latin typeface="Times New Roman" pitchFamily="18" charset="0"/>
                          <a:ea typeface="黑体" pitchFamily="2" charset="-122"/>
                        </a:rPr>
                        <a:t>E </a:t>
                      </a:r>
                      <a:r>
                        <a:rPr kumimoji="0" lang="en-US" altLang="zh-CN" sz="2800" b="1" i="0" u="none" strike="noStrike" cap="none" normalizeH="0" baseline="0">
                          <a:ln>
                            <a:noFill/>
                          </a:ln>
                          <a:solidFill>
                            <a:schemeClr val="tx1"/>
                          </a:solidFill>
                          <a:effectLst/>
                          <a:latin typeface="Times New Roman" pitchFamily="18" charset="0"/>
                          <a:ea typeface="黑体" pitchFamily="2" charset="-122"/>
                          <a:sym typeface="Symbol" pitchFamily="18" charset="2"/>
                        </a:rPr>
                        <a:t></a:t>
                      </a:r>
                      <a:r>
                        <a:rPr kumimoji="0" lang="en-US" altLang="zh-CN" sz="2800" b="1" i="1" u="none" strike="noStrike" cap="none" normalizeH="0" baseline="0">
                          <a:ln>
                            <a:noFill/>
                          </a:ln>
                          <a:solidFill>
                            <a:schemeClr val="tx1"/>
                          </a:solidFill>
                          <a:effectLst/>
                          <a:latin typeface="Times New Roman" pitchFamily="18" charset="0"/>
                          <a:ea typeface="黑体" pitchFamily="2" charset="-122"/>
                        </a:rPr>
                        <a:t>T </a:t>
                      </a:r>
                      <a:r>
                        <a:rPr kumimoji="0" lang="en-US" altLang="zh-CN" sz="2800" b="1" i="0" u="none" strike="noStrike" cap="none" normalizeH="0" baseline="0">
                          <a:ln>
                            <a:noFill/>
                          </a:ln>
                          <a:solidFill>
                            <a:schemeClr val="tx1"/>
                          </a:solidFill>
                          <a:effectLst/>
                          <a:latin typeface="Times New Roman" pitchFamily="18" charset="0"/>
                          <a:ea typeface="黑体" pitchFamily="2" charset="-122"/>
                          <a:sym typeface="Symbol" pitchFamily="18" charset="2"/>
                        </a:rPr>
                        <a:t></a:t>
                      </a:r>
                      <a:r>
                        <a:rPr kumimoji="0" lang="en-US" altLang="zh-CN" sz="2800" b="1" i="1" u="none" strike="noStrike" cap="none" normalizeH="0" baseline="0">
                          <a:ln>
                            <a:noFill/>
                          </a:ln>
                          <a:solidFill>
                            <a:schemeClr val="tx1"/>
                          </a:solidFill>
                          <a:effectLst/>
                          <a:latin typeface="Times New Roman" pitchFamily="18" charset="0"/>
                          <a:ea typeface="黑体" pitchFamily="2" charset="-122"/>
                        </a:rPr>
                        <a:t>F</a:t>
                      </a:r>
                      <a:r>
                        <a:rPr kumimoji="0" lang="en-US" altLang="zh-CN" sz="2800" b="0" i="0" u="none" strike="noStrike" cap="none" normalizeH="0" baseline="0">
                          <a:ln>
                            <a:noFill/>
                          </a:ln>
                          <a:solidFill>
                            <a:schemeClr val="tx1"/>
                          </a:solidFill>
                          <a:effectLst/>
                          <a:latin typeface="Times New Roman" pitchFamily="18" charset="0"/>
                          <a:ea typeface="黑体" pitchFamily="2" charset="-122"/>
                        </a:rPr>
                        <a:t> </a:t>
                      </a:r>
                    </a:p>
                  </a:txBody>
                  <a:tcPr horzOverflow="overflow">
                    <a:lnL w="28575"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
                          <a:schemeClr val="folHlink"/>
                        </a:buClr>
                        <a:buSzPct val="60000"/>
                        <a:buFont typeface="Wingdings" pitchFamily="2" charset="2"/>
                        <a:buNone/>
                        <a:tabLst/>
                      </a:pPr>
                      <a:r>
                        <a:rPr kumimoji="0" lang="en-US" altLang="zh-CN" sz="2800" b="1" i="0" u="none" strike="noStrike" cap="none" normalizeH="0" baseline="0">
                          <a:ln>
                            <a:noFill/>
                          </a:ln>
                          <a:solidFill>
                            <a:schemeClr val="tx1"/>
                          </a:solidFill>
                          <a:effectLst/>
                          <a:latin typeface="Times New Roman" pitchFamily="18" charset="0"/>
                          <a:ea typeface="黑体" pitchFamily="2" charset="-122"/>
                        </a:rPr>
                        <a:t>       id + id$</a:t>
                      </a:r>
                      <a:r>
                        <a:rPr kumimoji="0" lang="en-US" altLang="zh-CN" sz="2800" b="0" i="0" u="none" strike="noStrike" cap="none" normalizeH="0" baseline="0">
                          <a:ln>
                            <a:noFill/>
                          </a:ln>
                          <a:solidFill>
                            <a:schemeClr val="tx1"/>
                          </a:solidFill>
                          <a:effectLst/>
                          <a:latin typeface="Times New Roman" pitchFamily="18" charset="0"/>
                          <a:ea typeface="黑体" pitchFamily="2" charset="-122"/>
                        </a:rPr>
                        <a:t> </a:t>
                      </a:r>
                    </a:p>
                  </a:txBody>
                  <a:tcPr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
                          <a:schemeClr val="folHlink"/>
                        </a:buClr>
                        <a:buSzPct val="60000"/>
                        <a:buFont typeface="Wingdings" pitchFamily="2" charset="2"/>
                        <a:buNone/>
                        <a:tabLst/>
                      </a:pPr>
                      <a:endParaRPr kumimoji="0" lang="zh-CN" altLang="zh-CN" sz="2800" b="0" i="0" u="none" strike="noStrike" cap="none" normalizeH="0" baseline="0">
                        <a:ln>
                          <a:noFill/>
                        </a:ln>
                        <a:solidFill>
                          <a:schemeClr val="tx1"/>
                        </a:solidFill>
                        <a:effectLst/>
                        <a:latin typeface="Times New Roman" pitchFamily="18" charset="0"/>
                        <a:ea typeface="黑体" pitchFamily="2" charset="-122"/>
                      </a:endParaRPr>
                    </a:p>
                  </a:txBody>
                  <a:tcPr horzOverflow="overflow">
                    <a:lnL w="12700" cap="flat" cmpd="sng" algn="ctr">
                      <a:solidFill>
                        <a:schemeClr val="tx1"/>
                      </a:solidFill>
                      <a:prstDash val="solid"/>
                      <a:round/>
                      <a:headEnd type="none" w="sm" len="sm"/>
                      <a:tailEnd type="none" w="sm" len="sm"/>
                    </a:lnL>
                    <a:lnR w="28575"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extLst>
                  <a:ext uri="{0D108BD9-81ED-4DB2-BD59-A6C34878D82A}">
                    <a16:rowId xmlns:a16="http://schemas.microsoft.com/office/drawing/2014/main" val="10007"/>
                  </a:ext>
                </a:extLst>
              </a:tr>
              <a:tr h="519113">
                <a:tc>
                  <a:txBody>
                    <a:bodyPr/>
                    <a:lstStyle/>
                    <a:p>
                      <a:pPr marL="0" marR="0" lvl="0" indent="0" algn="l" defTabSz="914400" rtl="0" eaLnBrk="1" fontAlgn="base" latinLnBrk="0" hangingPunct="1">
                        <a:lnSpc>
                          <a:spcPct val="100000"/>
                        </a:lnSpc>
                        <a:spcBef>
                          <a:spcPct val="20000"/>
                        </a:spcBef>
                        <a:spcAft>
                          <a:spcPct val="0"/>
                        </a:spcAft>
                        <a:buClr>
                          <a:schemeClr val="folHlink"/>
                        </a:buClr>
                        <a:buSzPct val="60000"/>
                        <a:buFont typeface="Wingdings" pitchFamily="2" charset="2"/>
                        <a:buNone/>
                        <a:tabLst/>
                      </a:pPr>
                      <a:endParaRPr kumimoji="0" lang="zh-CN" altLang="zh-CN" sz="2800" b="0" i="0" u="none" strike="noStrike" cap="none" normalizeH="0" baseline="0">
                        <a:ln>
                          <a:noFill/>
                        </a:ln>
                        <a:solidFill>
                          <a:schemeClr val="tx1"/>
                        </a:solidFill>
                        <a:effectLst/>
                        <a:latin typeface="Tahoma" pitchFamily="34" charset="0"/>
                        <a:ea typeface="黑体" pitchFamily="2" charset="-122"/>
                      </a:endParaRPr>
                    </a:p>
                  </a:txBody>
                  <a:tcPr horzOverflow="overflow">
                    <a:lnL w="28575"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28575" cap="flat" cmpd="sng" algn="ctr">
                      <a:solidFill>
                        <a:schemeClr val="tx1"/>
                      </a:solidFill>
                      <a:prstDash val="solid"/>
                      <a:round/>
                      <a:headEnd type="none" w="sm" len="sm"/>
                      <a:tailEnd type="none" w="sm" len="sm"/>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
                          <a:schemeClr val="folHlink"/>
                        </a:buClr>
                        <a:buSzPct val="60000"/>
                        <a:buFont typeface="Wingdings" pitchFamily="2" charset="2"/>
                        <a:buNone/>
                        <a:tabLst/>
                      </a:pPr>
                      <a:endParaRPr kumimoji="0" lang="zh-CN" altLang="zh-CN" sz="2800" b="0" i="0" u="none" strike="noStrike" cap="none" normalizeH="0" baseline="0">
                        <a:ln>
                          <a:noFill/>
                        </a:ln>
                        <a:solidFill>
                          <a:schemeClr val="tx1"/>
                        </a:solidFill>
                        <a:effectLst/>
                        <a:latin typeface="Tahoma" pitchFamily="34" charset="0"/>
                        <a:ea typeface="黑体" pitchFamily="2" charset="-122"/>
                      </a:endParaRPr>
                    </a:p>
                  </a:txBody>
                  <a:tcPr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28575" cap="flat" cmpd="sng" algn="ctr">
                      <a:solidFill>
                        <a:schemeClr val="tx1"/>
                      </a:solidFill>
                      <a:prstDash val="solid"/>
                      <a:round/>
                      <a:headEnd type="none" w="sm" len="sm"/>
                      <a:tailEnd type="none" w="sm" len="sm"/>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
                          <a:schemeClr val="folHlink"/>
                        </a:buClr>
                        <a:buSzPct val="60000"/>
                        <a:buFont typeface="Wingdings" pitchFamily="2" charset="2"/>
                        <a:buNone/>
                        <a:tabLst/>
                      </a:pPr>
                      <a:endParaRPr kumimoji="0" lang="zh-CN" altLang="zh-CN" sz="2800" b="0" i="0" u="none" strike="noStrike" cap="none" normalizeH="0" baseline="0" dirty="0">
                        <a:ln>
                          <a:noFill/>
                        </a:ln>
                        <a:solidFill>
                          <a:schemeClr val="tx1"/>
                        </a:solidFill>
                        <a:effectLst/>
                        <a:latin typeface="Tahoma" pitchFamily="34" charset="0"/>
                        <a:ea typeface="黑体" pitchFamily="2" charset="-122"/>
                      </a:endParaRPr>
                    </a:p>
                  </a:txBody>
                  <a:tcPr horzOverflow="overflow">
                    <a:lnL w="12700" cap="flat" cmpd="sng" algn="ctr">
                      <a:solidFill>
                        <a:schemeClr val="tx1"/>
                      </a:solidFill>
                      <a:prstDash val="solid"/>
                      <a:round/>
                      <a:headEnd type="none" w="sm" len="sm"/>
                      <a:tailEnd type="none" w="sm" len="sm"/>
                    </a:lnL>
                    <a:lnR w="28575"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28575" cap="flat" cmpd="sng" algn="ctr">
                      <a:solidFill>
                        <a:schemeClr val="tx1"/>
                      </a:solidFill>
                      <a:prstDash val="solid"/>
                      <a:round/>
                      <a:headEnd type="none" w="sm" len="sm"/>
                      <a:tailEnd type="none" w="sm" len="sm"/>
                    </a:lnB>
                    <a:lnTlToBr>
                      <a:noFill/>
                    </a:lnTlToBr>
                    <a:lnBlToTr>
                      <a:noFill/>
                    </a:lnBlToTr>
                    <a:noFill/>
                  </a:tcPr>
                </a:tc>
                <a:extLst>
                  <a:ext uri="{0D108BD9-81ED-4DB2-BD59-A6C34878D82A}">
                    <a16:rowId xmlns:a16="http://schemas.microsoft.com/office/drawing/2014/main" val="10008"/>
                  </a:ext>
                </a:extLst>
              </a:tr>
            </a:tbl>
          </a:graphicData>
        </a:graphic>
      </p:graphicFrame>
      <p:sp>
        <p:nvSpPr>
          <p:cNvPr id="3" name="日期占位符 2">
            <a:extLst>
              <a:ext uri="{FF2B5EF4-FFF2-40B4-BE49-F238E27FC236}">
                <a16:creationId xmlns:a16="http://schemas.microsoft.com/office/drawing/2014/main" id="{22C797E8-5D10-549C-F09B-D7201E241EAB}"/>
              </a:ext>
            </a:extLst>
          </p:cNvPr>
          <p:cNvSpPr>
            <a:spLocks noGrp="1"/>
          </p:cNvSpPr>
          <p:nvPr>
            <p:ph type="dt" sz="half" idx="10"/>
          </p:nvPr>
        </p:nvSpPr>
        <p:spPr/>
        <p:txBody>
          <a:bodyPr/>
          <a:lstStyle/>
          <a:p>
            <a:fld id="{A6CFD645-9392-4196-96F6-4AC2759F9DE9}" type="datetime2">
              <a:rPr lang="zh-CN" altLang="en-US" smtClean="0"/>
              <a:pPr/>
              <a:t>2025年11月26日</a:t>
            </a:fld>
            <a:endParaRPr lang="zh-CN" altLang="en-US"/>
          </a:p>
        </p:txBody>
      </p:sp>
      <p:sp>
        <p:nvSpPr>
          <p:cNvPr id="4" name="页脚占位符 3">
            <a:extLst>
              <a:ext uri="{FF2B5EF4-FFF2-40B4-BE49-F238E27FC236}">
                <a16:creationId xmlns:a16="http://schemas.microsoft.com/office/drawing/2014/main" id="{5A747252-1103-DBDD-9858-39AB45FE4E23}"/>
              </a:ext>
            </a:extLst>
          </p:cNvPr>
          <p:cNvSpPr>
            <a:spLocks noGrp="1"/>
          </p:cNvSpPr>
          <p:nvPr>
            <p:ph type="ftr" sz="quarter" idx="11"/>
          </p:nvPr>
        </p:nvSpPr>
        <p:spPr/>
        <p:txBody>
          <a:bodyPr/>
          <a:lstStyle/>
          <a:p>
            <a:r>
              <a:rPr lang="zh-CN" altLang="en-US"/>
              <a:t>编译原理</a:t>
            </a:r>
            <a:r>
              <a:rPr lang="en-US" altLang="zh-CN"/>
              <a:t>-</a:t>
            </a:r>
            <a:r>
              <a:rPr lang="zh-CN" altLang="en-US"/>
              <a:t>王欣捷</a:t>
            </a:r>
            <a:r>
              <a:rPr lang="en-US" altLang="zh-CN"/>
              <a:t>-</a:t>
            </a:r>
            <a:r>
              <a:rPr lang="zh-CN" altLang="en-US"/>
              <a:t>第三章 语法分析</a:t>
            </a:r>
            <a:r>
              <a:rPr lang="en-US" altLang="zh-CN"/>
              <a:t>(4)</a:t>
            </a:r>
            <a:endParaRPr lang="zh-CN" altLang="en-US"/>
          </a:p>
        </p:txBody>
      </p:sp>
      <p:sp>
        <p:nvSpPr>
          <p:cNvPr id="5" name="灯片编号占位符 4">
            <a:extLst>
              <a:ext uri="{FF2B5EF4-FFF2-40B4-BE49-F238E27FC236}">
                <a16:creationId xmlns:a16="http://schemas.microsoft.com/office/drawing/2014/main" id="{73C692A5-E31E-3E01-5633-983C8A049A1B}"/>
              </a:ext>
            </a:extLst>
          </p:cNvPr>
          <p:cNvSpPr>
            <a:spLocks noGrp="1"/>
          </p:cNvSpPr>
          <p:nvPr>
            <p:ph type="sldNum" sz="quarter" idx="12"/>
          </p:nvPr>
        </p:nvSpPr>
        <p:spPr/>
        <p:txBody>
          <a:bodyPr/>
          <a:lstStyle/>
          <a:p>
            <a:fld id="{094DEB03-EFC6-4C20-8FC8-295189A5386F}" type="slidenum">
              <a:rPr lang="zh-CN" altLang="en-US" smtClean="0"/>
              <a:pPr/>
              <a:t>19</a:t>
            </a:fld>
            <a:endParaRPr lang="zh-CN" altLang="en-US"/>
          </a:p>
        </p:txBody>
      </p:sp>
      <p:graphicFrame>
        <p:nvGraphicFramePr>
          <p:cNvPr id="7" name="Group 3">
            <a:extLst>
              <a:ext uri="{FF2B5EF4-FFF2-40B4-BE49-F238E27FC236}">
                <a16:creationId xmlns:a16="http://schemas.microsoft.com/office/drawing/2014/main" id="{ADC113AA-655C-FCF2-4362-47F167930725}"/>
              </a:ext>
            </a:extLst>
          </p:cNvPr>
          <p:cNvGraphicFramePr>
            <a:graphicFrameLocks/>
          </p:cNvGraphicFramePr>
          <p:nvPr>
            <p:extLst>
              <p:ext uri="{D42A27DB-BD31-4B8C-83A1-F6EECF244321}">
                <p14:modId xmlns:p14="http://schemas.microsoft.com/office/powerpoint/2010/main" val="1212291611"/>
              </p:ext>
            </p:extLst>
          </p:nvPr>
        </p:nvGraphicFramePr>
        <p:xfrm>
          <a:off x="1681224" y="1333499"/>
          <a:ext cx="6162551" cy="2535464"/>
        </p:xfrm>
        <a:graphic>
          <a:graphicData uri="http://schemas.openxmlformats.org/drawingml/2006/table">
            <a:tbl>
              <a:tblPr>
                <a:effectLst>
                  <a:outerShdw blurRad="63500" sx="102000" sy="102000" algn="ctr" rotWithShape="0">
                    <a:prstClr val="black">
                      <a:alpha val="40000"/>
                    </a:prstClr>
                  </a:outerShdw>
                </a:effectLst>
              </a:tblPr>
              <a:tblGrid>
                <a:gridCol w="753362">
                  <a:extLst>
                    <a:ext uri="{9D8B030D-6E8A-4147-A177-3AD203B41FA5}">
                      <a16:colId xmlns:a16="http://schemas.microsoft.com/office/drawing/2014/main" val="20000"/>
                    </a:ext>
                  </a:extLst>
                </a:gridCol>
                <a:gridCol w="914796">
                  <a:extLst>
                    <a:ext uri="{9D8B030D-6E8A-4147-A177-3AD203B41FA5}">
                      <a16:colId xmlns:a16="http://schemas.microsoft.com/office/drawing/2014/main" val="20001"/>
                    </a:ext>
                  </a:extLst>
                </a:gridCol>
                <a:gridCol w="974215">
                  <a:extLst>
                    <a:ext uri="{9D8B030D-6E8A-4147-A177-3AD203B41FA5}">
                      <a16:colId xmlns:a16="http://schemas.microsoft.com/office/drawing/2014/main" val="20002"/>
                    </a:ext>
                  </a:extLst>
                </a:gridCol>
                <a:gridCol w="1010203">
                  <a:extLst>
                    <a:ext uri="{9D8B030D-6E8A-4147-A177-3AD203B41FA5}">
                      <a16:colId xmlns:a16="http://schemas.microsoft.com/office/drawing/2014/main" val="20003"/>
                    </a:ext>
                  </a:extLst>
                </a:gridCol>
                <a:gridCol w="867599">
                  <a:extLst>
                    <a:ext uri="{9D8B030D-6E8A-4147-A177-3AD203B41FA5}">
                      <a16:colId xmlns:a16="http://schemas.microsoft.com/office/drawing/2014/main" val="20004"/>
                    </a:ext>
                  </a:extLst>
                </a:gridCol>
                <a:gridCol w="860986">
                  <a:extLst>
                    <a:ext uri="{9D8B030D-6E8A-4147-A177-3AD203B41FA5}">
                      <a16:colId xmlns:a16="http://schemas.microsoft.com/office/drawing/2014/main" val="20005"/>
                    </a:ext>
                  </a:extLst>
                </a:gridCol>
                <a:gridCol w="781390">
                  <a:extLst>
                    <a:ext uri="{9D8B030D-6E8A-4147-A177-3AD203B41FA5}">
                      <a16:colId xmlns:a16="http://schemas.microsoft.com/office/drawing/2014/main" val="20006"/>
                    </a:ext>
                  </a:extLst>
                </a:gridCol>
              </a:tblGrid>
              <a:tr h="361994">
                <a:tc rowSpan="2">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r>
                        <a:rPr kumimoji="0" lang="zh-CN" altLang="en-US" sz="1500" b="0" i="0" u="none" strike="noStrike" cap="none" normalizeH="0" baseline="0">
                          <a:ln>
                            <a:noFill/>
                          </a:ln>
                          <a:solidFill>
                            <a:schemeClr val="tx1"/>
                          </a:solidFill>
                          <a:effectLst/>
                          <a:latin typeface="Times New Roman" panose="02020603050405020304" pitchFamily="18" charset="0"/>
                          <a:ea typeface="黑体" panose="02010609060101010101" pitchFamily="49" charset="-122"/>
                        </a:rPr>
                        <a:t>非 终</a:t>
                      </a:r>
                      <a:endParaRPr kumimoji="0" lang="en-US" altLang="zh-CN" sz="1500" b="0" i="0" u="none" strike="noStrike" cap="none" normalizeH="0" baseline="0">
                        <a:ln>
                          <a:noFill/>
                        </a:ln>
                        <a:solidFill>
                          <a:schemeClr val="tx1"/>
                        </a:solidFill>
                        <a:effectLst/>
                        <a:latin typeface="Times New Roman" panose="02020603050405020304" pitchFamily="18" charset="0"/>
                        <a:ea typeface="黑体" panose="02010609060101010101" pitchFamily="49" charset="-122"/>
                      </a:endParaRPr>
                    </a:p>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r>
                        <a:rPr kumimoji="0" lang="zh-CN" altLang="en-US" sz="1500" b="0" i="0" u="none" strike="noStrike" cap="none" normalizeH="0" baseline="0">
                          <a:ln>
                            <a:noFill/>
                          </a:ln>
                          <a:solidFill>
                            <a:schemeClr val="tx1"/>
                          </a:solidFill>
                          <a:effectLst/>
                          <a:latin typeface="Times New Roman" panose="02020603050405020304" pitchFamily="18" charset="0"/>
                          <a:ea typeface="黑体" panose="02010609060101010101" pitchFamily="49" charset="-122"/>
                        </a:rPr>
                        <a:t>结 符</a:t>
                      </a:r>
                    </a:p>
                  </a:txBody>
                  <a:tcPr marL="139781" marR="139781" marT="69890" marB="69890" anchor="ct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accent4">
                        <a:lumMod val="20000"/>
                        <a:lumOff val="80000"/>
                      </a:schemeClr>
                    </a:solidFill>
                  </a:tcPr>
                </a:tc>
                <a:tc gridSpan="6">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r>
                        <a:rPr kumimoji="0" lang="zh-CN" altLang="en-US" sz="1500" b="0" i="0" u="none" strike="noStrike" cap="none" normalizeH="0" baseline="0">
                          <a:ln>
                            <a:noFill/>
                          </a:ln>
                          <a:solidFill>
                            <a:schemeClr val="tx1"/>
                          </a:solidFill>
                          <a:effectLst/>
                          <a:latin typeface="Times New Roman" panose="02020603050405020304" pitchFamily="18" charset="0"/>
                          <a:ea typeface="黑体" panose="02010609060101010101" pitchFamily="49" charset="-122"/>
                        </a:rPr>
                        <a:t>输 入 符 号</a:t>
                      </a:r>
                    </a:p>
                  </a:txBody>
                  <a:tcPr marL="139781" marR="139781" marT="69890" marB="69890" anchor="ct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accent4">
                        <a:lumMod val="20000"/>
                        <a:lumOff val="80000"/>
                      </a:schemeClr>
                    </a:solidFill>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extLst>
                  <a:ext uri="{0D108BD9-81ED-4DB2-BD59-A6C34878D82A}">
                    <a16:rowId xmlns:a16="http://schemas.microsoft.com/office/drawing/2014/main" val="10000"/>
                  </a:ext>
                </a:extLst>
              </a:tr>
              <a:tr h="360042">
                <a:tc vMerge="1">
                  <a:txBody>
                    <a:bodyPr/>
                    <a:lstStyle/>
                    <a:p>
                      <a:endParaRPr lang="zh-CN" altLang="en-US"/>
                    </a:p>
                  </a:txBody>
                  <a:tcPr/>
                </a:tc>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r>
                        <a:rPr kumimoji="0" lang="en-US" altLang="zh-CN" sz="1500" b="1" i="0" u="none" strike="noStrike" cap="none" normalizeH="0" baseline="0">
                          <a:ln>
                            <a:noFill/>
                          </a:ln>
                          <a:solidFill>
                            <a:schemeClr val="tx1"/>
                          </a:solidFill>
                          <a:effectLst/>
                          <a:latin typeface="Times New Roman" panose="02020603050405020304" pitchFamily="18" charset="0"/>
                          <a:ea typeface="黑体" panose="02010609060101010101" pitchFamily="49" charset="-122"/>
                        </a:rPr>
                        <a:t>id</a:t>
                      </a:r>
                    </a:p>
                  </a:txBody>
                  <a:tcPr marL="46132" marR="46132" marT="24604" marB="24604"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accent4">
                        <a:lumMod val="20000"/>
                        <a:lumOff val="80000"/>
                      </a:schemeClr>
                    </a:solidFill>
                  </a:tcPr>
                </a:tc>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r>
                        <a:rPr kumimoji="0" lang="en-US" altLang="zh-CN" sz="1500" b="1" i="0" u="none" strike="noStrike" cap="none" normalizeH="0" baseline="0">
                          <a:ln>
                            <a:noFill/>
                          </a:ln>
                          <a:solidFill>
                            <a:schemeClr val="tx1"/>
                          </a:solidFill>
                          <a:effectLst/>
                          <a:latin typeface="Times New Roman" panose="02020603050405020304" pitchFamily="18" charset="0"/>
                          <a:ea typeface="黑体" panose="02010609060101010101" pitchFamily="49" charset="-122"/>
                        </a:rPr>
                        <a:t>+</a:t>
                      </a:r>
                    </a:p>
                  </a:txBody>
                  <a:tcPr marL="46132" marR="46132" marT="24604" marB="24604"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accent4">
                        <a:lumMod val="20000"/>
                        <a:lumOff val="80000"/>
                      </a:schemeClr>
                    </a:solidFill>
                  </a:tcPr>
                </a:tc>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r>
                        <a:rPr kumimoji="0" lang="en-US" altLang="zh-CN" sz="1500" b="1" i="0" u="none" strike="noStrike" cap="none" normalizeH="0" baseline="0">
                          <a:ln>
                            <a:noFill/>
                          </a:ln>
                          <a:solidFill>
                            <a:schemeClr val="tx1"/>
                          </a:solidFill>
                          <a:effectLst/>
                          <a:latin typeface="Times New Roman" panose="02020603050405020304" pitchFamily="18" charset="0"/>
                          <a:ea typeface="黑体" panose="02010609060101010101" pitchFamily="49" charset="-122"/>
                        </a:rPr>
                        <a:t>*</a:t>
                      </a:r>
                    </a:p>
                  </a:txBody>
                  <a:tcPr marL="46132" marR="46132" marT="24604" marB="24604"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accent4">
                        <a:lumMod val="20000"/>
                        <a:lumOff val="80000"/>
                      </a:schemeClr>
                    </a:solidFill>
                  </a:tcPr>
                </a:tc>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r>
                        <a:rPr kumimoji="0" lang="en-US" altLang="zh-CN" sz="1500" b="1" i="0" u="none" strike="noStrike" cap="none" normalizeH="0" baseline="0">
                          <a:ln>
                            <a:noFill/>
                          </a:ln>
                          <a:solidFill>
                            <a:schemeClr val="tx1"/>
                          </a:solidFill>
                          <a:effectLst/>
                          <a:latin typeface="Times New Roman" panose="02020603050405020304" pitchFamily="18" charset="0"/>
                          <a:ea typeface="黑体" panose="02010609060101010101" pitchFamily="49" charset="-122"/>
                        </a:rPr>
                        <a:t>(</a:t>
                      </a:r>
                    </a:p>
                  </a:txBody>
                  <a:tcPr marL="46132" marR="46132" marT="24604" marB="24604"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accent4">
                        <a:lumMod val="20000"/>
                        <a:lumOff val="80000"/>
                      </a:schemeClr>
                    </a:solidFill>
                  </a:tcPr>
                </a:tc>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r>
                        <a:rPr kumimoji="0" lang="en-US" altLang="zh-CN" sz="1500" b="1" i="0" u="none" strike="noStrike" cap="none" normalizeH="0" baseline="0">
                          <a:ln>
                            <a:noFill/>
                          </a:ln>
                          <a:solidFill>
                            <a:schemeClr val="tx1"/>
                          </a:solidFill>
                          <a:effectLst/>
                          <a:latin typeface="Times New Roman" panose="02020603050405020304" pitchFamily="18" charset="0"/>
                          <a:ea typeface="黑体" panose="02010609060101010101" pitchFamily="49" charset="-122"/>
                        </a:rPr>
                        <a:t>)</a:t>
                      </a:r>
                    </a:p>
                  </a:txBody>
                  <a:tcPr marL="46132" marR="46132" marT="24604" marB="24604"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accent4">
                        <a:lumMod val="20000"/>
                        <a:lumOff val="80000"/>
                      </a:schemeClr>
                    </a:solidFill>
                  </a:tcPr>
                </a:tc>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r>
                        <a:rPr kumimoji="0" lang="en-US" altLang="zh-CN" sz="1500" b="1" i="0" u="none" strike="noStrike" cap="none" normalizeH="0" baseline="0">
                          <a:ln>
                            <a:noFill/>
                          </a:ln>
                          <a:solidFill>
                            <a:schemeClr val="tx1"/>
                          </a:solidFill>
                          <a:effectLst/>
                          <a:latin typeface="Times New Roman" panose="02020603050405020304" pitchFamily="18" charset="0"/>
                          <a:ea typeface="黑体" panose="02010609060101010101" pitchFamily="49" charset="-122"/>
                        </a:rPr>
                        <a:t>$</a:t>
                      </a:r>
                    </a:p>
                  </a:txBody>
                  <a:tcPr marL="46132" marR="46132" marT="24604" marB="24604" anchor="ct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accent4">
                        <a:lumMod val="20000"/>
                        <a:lumOff val="80000"/>
                      </a:schemeClr>
                    </a:solidFill>
                  </a:tcPr>
                </a:tc>
                <a:extLst>
                  <a:ext uri="{0D108BD9-81ED-4DB2-BD59-A6C34878D82A}">
                    <a16:rowId xmlns:a16="http://schemas.microsoft.com/office/drawing/2014/main" val="10001"/>
                  </a:ext>
                </a:extLst>
              </a:tr>
              <a:tr h="361994">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r>
                        <a:rPr kumimoji="0" lang="en-US" altLang="zh-CN" sz="1500" b="1" i="1" u="none" strike="noStrike" cap="none" normalizeH="0" baseline="0">
                          <a:ln>
                            <a:noFill/>
                          </a:ln>
                          <a:solidFill>
                            <a:schemeClr val="tx1"/>
                          </a:solidFill>
                          <a:effectLst/>
                          <a:latin typeface="Times New Roman" panose="02020603050405020304" pitchFamily="18" charset="0"/>
                          <a:ea typeface="黑体" panose="02010609060101010101" pitchFamily="49" charset="-122"/>
                        </a:rPr>
                        <a:t>E</a:t>
                      </a:r>
                    </a:p>
                  </a:txBody>
                  <a:tcPr marL="46132" marR="46132" marT="24604" marB="24604" anchor="ct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accent4">
                        <a:lumMod val="20000"/>
                        <a:lumOff val="80000"/>
                      </a:schemeClr>
                    </a:solidFill>
                  </a:tcPr>
                </a:tc>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r>
                        <a:rPr kumimoji="0" lang="en-US" altLang="zh-CN" sz="1500" b="1" i="1" u="none" strike="noStrike" cap="none" normalizeH="0" baseline="0">
                          <a:ln>
                            <a:noFill/>
                          </a:ln>
                          <a:solidFill>
                            <a:schemeClr val="tx1"/>
                          </a:solidFill>
                          <a:effectLst/>
                          <a:latin typeface="Times New Roman" panose="02020603050405020304" pitchFamily="18" charset="0"/>
                          <a:ea typeface="黑体" panose="02010609060101010101" pitchFamily="49" charset="-122"/>
                        </a:rPr>
                        <a:t>E</a:t>
                      </a:r>
                      <a:r>
                        <a:rPr kumimoji="0" lang="en-US" altLang="zh-CN" sz="1500" b="1" i="0" u="none" strike="noStrike" cap="none" normalizeH="0" baseline="0">
                          <a:ln>
                            <a:noFill/>
                          </a:ln>
                          <a:solidFill>
                            <a:schemeClr val="tx1"/>
                          </a:solidFill>
                          <a:effectLst/>
                          <a:latin typeface="Times New Roman" panose="02020603050405020304" pitchFamily="18" charset="0"/>
                          <a:ea typeface="黑体" panose="02010609060101010101" pitchFamily="49" charset="-122"/>
                          <a:sym typeface="Symbol" panose="05050102010706020507" pitchFamily="18" charset="2"/>
                        </a:rPr>
                        <a:t></a:t>
                      </a:r>
                      <a:r>
                        <a:rPr kumimoji="0" lang="en-US" altLang="zh-CN" sz="1500" b="1" i="1" u="none" strike="noStrike" cap="none" normalizeH="0" baseline="0">
                          <a:ln>
                            <a:noFill/>
                          </a:ln>
                          <a:solidFill>
                            <a:schemeClr val="tx1"/>
                          </a:solidFill>
                          <a:effectLst/>
                          <a:latin typeface="Times New Roman" panose="02020603050405020304" pitchFamily="18" charset="0"/>
                          <a:ea typeface="黑体" panose="02010609060101010101" pitchFamily="49" charset="-122"/>
                          <a:sym typeface="Symbol" panose="05050102010706020507" pitchFamily="18" charset="2"/>
                        </a:rPr>
                        <a:t>TE</a:t>
                      </a:r>
                      <a:r>
                        <a:rPr kumimoji="0" lang="en-US" altLang="zh-CN" sz="1500" b="1" i="0" u="none" strike="noStrike" cap="none" normalizeH="0" baseline="0">
                          <a:ln>
                            <a:noFill/>
                          </a:ln>
                          <a:solidFill>
                            <a:schemeClr val="tx1"/>
                          </a:solidFill>
                          <a:effectLst/>
                          <a:latin typeface="Times New Roman" panose="02020603050405020304" pitchFamily="18" charset="0"/>
                          <a:ea typeface="黑体" panose="02010609060101010101" pitchFamily="49" charset="-122"/>
                          <a:sym typeface="Symbol" panose="05050102010706020507" pitchFamily="18" charset="2"/>
                        </a:rPr>
                        <a:t></a:t>
                      </a:r>
                    </a:p>
                  </a:txBody>
                  <a:tcPr marL="46132" marR="46132" marT="24604" marB="24604"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accent4">
                        <a:lumMod val="20000"/>
                        <a:lumOff val="80000"/>
                      </a:schemeClr>
                    </a:solidFill>
                  </a:tcPr>
                </a:tc>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endParaRPr kumimoji="0" lang="zh-CN" altLang="zh-CN" sz="1500" b="0" i="0" u="none" strike="noStrike" cap="none" normalizeH="0" baseline="0">
                        <a:ln>
                          <a:noFill/>
                        </a:ln>
                        <a:solidFill>
                          <a:schemeClr val="tx1"/>
                        </a:solidFill>
                        <a:effectLst/>
                        <a:latin typeface="Times New Roman" panose="02020603050405020304" pitchFamily="18" charset="0"/>
                        <a:ea typeface="黑体" panose="02010609060101010101" pitchFamily="49" charset="-122"/>
                      </a:endParaRPr>
                    </a:p>
                  </a:txBody>
                  <a:tcPr marL="46132" marR="46132" marT="24604" marB="24604"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accent4">
                        <a:lumMod val="20000"/>
                        <a:lumOff val="80000"/>
                      </a:schemeClr>
                    </a:solidFill>
                  </a:tcPr>
                </a:tc>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endParaRPr kumimoji="0" lang="zh-CN" altLang="zh-CN" sz="1500" b="0" i="0" u="none" strike="noStrike" cap="none" normalizeH="0" baseline="0">
                        <a:ln>
                          <a:noFill/>
                        </a:ln>
                        <a:solidFill>
                          <a:schemeClr val="tx1"/>
                        </a:solidFill>
                        <a:effectLst/>
                        <a:latin typeface="Times New Roman" panose="02020603050405020304" pitchFamily="18" charset="0"/>
                        <a:ea typeface="黑体" panose="02010609060101010101" pitchFamily="49" charset="-122"/>
                      </a:endParaRPr>
                    </a:p>
                  </a:txBody>
                  <a:tcPr marL="46132" marR="46132" marT="24604" marB="24604"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accent4">
                        <a:lumMod val="20000"/>
                        <a:lumOff val="80000"/>
                      </a:schemeClr>
                    </a:solidFill>
                  </a:tcPr>
                </a:tc>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r>
                        <a:rPr kumimoji="0" lang="en-US" altLang="zh-CN" sz="1500" b="1" i="1" u="none" strike="noStrike" cap="none" normalizeH="0" baseline="0">
                          <a:ln>
                            <a:noFill/>
                          </a:ln>
                          <a:solidFill>
                            <a:schemeClr val="tx1"/>
                          </a:solidFill>
                          <a:effectLst/>
                          <a:latin typeface="Times New Roman" panose="02020603050405020304" pitchFamily="18" charset="0"/>
                          <a:ea typeface="黑体" panose="02010609060101010101" pitchFamily="49" charset="-122"/>
                        </a:rPr>
                        <a:t>E</a:t>
                      </a:r>
                      <a:r>
                        <a:rPr kumimoji="0" lang="en-US" altLang="zh-CN" sz="1500" b="1" i="1" u="none" strike="noStrike" cap="none" normalizeH="0" baseline="0">
                          <a:ln>
                            <a:noFill/>
                          </a:ln>
                          <a:solidFill>
                            <a:schemeClr val="tx1"/>
                          </a:solidFill>
                          <a:effectLst/>
                          <a:latin typeface="Times New Roman" panose="02020603050405020304" pitchFamily="18" charset="0"/>
                          <a:ea typeface="黑体" panose="02010609060101010101" pitchFamily="49" charset="-122"/>
                          <a:sym typeface="Symbol" panose="05050102010706020507" pitchFamily="18" charset="2"/>
                        </a:rPr>
                        <a:t>TE</a:t>
                      </a:r>
                      <a:r>
                        <a:rPr kumimoji="0" lang="en-US" altLang="zh-CN" sz="1500" b="1" i="0" u="none" strike="noStrike" cap="none" normalizeH="0" baseline="0">
                          <a:ln>
                            <a:noFill/>
                          </a:ln>
                          <a:solidFill>
                            <a:schemeClr val="tx1"/>
                          </a:solidFill>
                          <a:effectLst/>
                          <a:latin typeface="Times New Roman" panose="02020603050405020304" pitchFamily="18" charset="0"/>
                          <a:ea typeface="黑体" panose="02010609060101010101" pitchFamily="49" charset="-122"/>
                          <a:sym typeface="Symbol" panose="05050102010706020507" pitchFamily="18" charset="2"/>
                        </a:rPr>
                        <a:t></a:t>
                      </a:r>
                    </a:p>
                  </a:txBody>
                  <a:tcPr marL="46132" marR="46132" marT="24604" marB="24604"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accent4">
                        <a:lumMod val="20000"/>
                        <a:lumOff val="80000"/>
                      </a:schemeClr>
                    </a:solidFill>
                  </a:tcPr>
                </a:tc>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endParaRPr kumimoji="0" lang="zh-CN" altLang="zh-CN" sz="1500" b="0" i="0" u="none" strike="noStrike" cap="none" normalizeH="0" baseline="0">
                        <a:ln>
                          <a:noFill/>
                        </a:ln>
                        <a:solidFill>
                          <a:schemeClr val="tx1"/>
                        </a:solidFill>
                        <a:effectLst/>
                        <a:latin typeface="Times New Roman" panose="02020603050405020304" pitchFamily="18" charset="0"/>
                        <a:ea typeface="黑体" panose="02010609060101010101" pitchFamily="49" charset="-122"/>
                      </a:endParaRPr>
                    </a:p>
                  </a:txBody>
                  <a:tcPr marL="46132" marR="46132" marT="24604" marB="24604"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accent4">
                        <a:lumMod val="20000"/>
                        <a:lumOff val="80000"/>
                      </a:schemeClr>
                    </a:solidFill>
                  </a:tcPr>
                </a:tc>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endParaRPr kumimoji="0" lang="zh-CN" altLang="zh-CN" sz="1500" b="0" i="0" u="none" strike="noStrike" cap="none" normalizeH="0" baseline="0">
                        <a:ln>
                          <a:noFill/>
                        </a:ln>
                        <a:solidFill>
                          <a:schemeClr val="tx1"/>
                        </a:solidFill>
                        <a:effectLst/>
                        <a:latin typeface="Times New Roman" panose="02020603050405020304" pitchFamily="18" charset="0"/>
                        <a:ea typeface="黑体" panose="02010609060101010101" pitchFamily="49" charset="-122"/>
                      </a:endParaRPr>
                    </a:p>
                  </a:txBody>
                  <a:tcPr marL="46132" marR="46132" marT="24604" marB="24604" anchor="ct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accent4">
                        <a:lumMod val="20000"/>
                        <a:lumOff val="80000"/>
                      </a:schemeClr>
                    </a:solidFill>
                  </a:tcPr>
                </a:tc>
                <a:extLst>
                  <a:ext uri="{0D108BD9-81ED-4DB2-BD59-A6C34878D82A}">
                    <a16:rowId xmlns:a16="http://schemas.microsoft.com/office/drawing/2014/main" val="10002"/>
                  </a:ext>
                </a:extLst>
              </a:tr>
              <a:tr h="361018">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r>
                        <a:rPr kumimoji="0" lang="en-US" altLang="zh-CN" sz="1500" b="1" i="1" u="none" strike="noStrike" cap="none" normalizeH="0" baseline="0">
                          <a:ln>
                            <a:noFill/>
                          </a:ln>
                          <a:solidFill>
                            <a:schemeClr val="tx1"/>
                          </a:solidFill>
                          <a:effectLst/>
                          <a:latin typeface="Times New Roman" panose="02020603050405020304" pitchFamily="18" charset="0"/>
                          <a:ea typeface="黑体" panose="02010609060101010101" pitchFamily="49" charset="-122"/>
                        </a:rPr>
                        <a:t>E </a:t>
                      </a:r>
                      <a:r>
                        <a:rPr kumimoji="0" lang="en-US" altLang="zh-CN" sz="1500" b="1" i="0" u="none" strike="noStrike" cap="none" normalizeH="0" baseline="0">
                          <a:ln>
                            <a:noFill/>
                          </a:ln>
                          <a:solidFill>
                            <a:schemeClr val="tx1"/>
                          </a:solidFill>
                          <a:effectLst/>
                          <a:latin typeface="Times New Roman" panose="02020603050405020304" pitchFamily="18" charset="0"/>
                          <a:ea typeface="黑体" panose="02010609060101010101" pitchFamily="49" charset="-122"/>
                          <a:sym typeface="Symbol" panose="05050102010706020507" pitchFamily="18" charset="2"/>
                        </a:rPr>
                        <a:t></a:t>
                      </a:r>
                    </a:p>
                  </a:txBody>
                  <a:tcPr marL="46132" marR="46132" marT="24604" marB="24604" anchor="ct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accent4">
                        <a:lumMod val="20000"/>
                        <a:lumOff val="80000"/>
                      </a:schemeClr>
                    </a:solidFill>
                  </a:tcPr>
                </a:tc>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endParaRPr kumimoji="0" lang="zh-CN" altLang="zh-CN" sz="1500" b="0" i="0" u="none" strike="noStrike" cap="none" normalizeH="0" baseline="0">
                        <a:ln>
                          <a:noFill/>
                        </a:ln>
                        <a:solidFill>
                          <a:schemeClr val="tx1"/>
                        </a:solidFill>
                        <a:effectLst/>
                        <a:latin typeface="Times New Roman" panose="02020603050405020304" pitchFamily="18" charset="0"/>
                        <a:ea typeface="黑体" panose="02010609060101010101" pitchFamily="49" charset="-122"/>
                      </a:endParaRPr>
                    </a:p>
                  </a:txBody>
                  <a:tcPr marL="46132" marR="46132" marT="24604" marB="24604"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accent4">
                        <a:lumMod val="20000"/>
                        <a:lumOff val="80000"/>
                      </a:schemeClr>
                    </a:solidFill>
                  </a:tcPr>
                </a:tc>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r>
                        <a:rPr kumimoji="0" lang="en-US" altLang="zh-CN" sz="1500" b="1" i="1" u="none" strike="noStrike" cap="none" normalizeH="0" baseline="0">
                          <a:ln>
                            <a:noFill/>
                          </a:ln>
                          <a:solidFill>
                            <a:schemeClr val="tx1"/>
                          </a:solidFill>
                          <a:effectLst/>
                          <a:latin typeface="Times New Roman" panose="02020603050405020304" pitchFamily="18" charset="0"/>
                          <a:ea typeface="黑体" panose="02010609060101010101" pitchFamily="49" charset="-122"/>
                        </a:rPr>
                        <a:t>E</a:t>
                      </a:r>
                      <a:r>
                        <a:rPr kumimoji="0" lang="en-US" altLang="zh-CN" sz="1500" b="1" i="0" u="none" strike="noStrike" cap="none" normalizeH="0" baseline="0">
                          <a:ln>
                            <a:noFill/>
                          </a:ln>
                          <a:solidFill>
                            <a:schemeClr val="tx1"/>
                          </a:solidFill>
                          <a:effectLst/>
                          <a:latin typeface="Times New Roman" panose="02020603050405020304" pitchFamily="18" charset="0"/>
                          <a:ea typeface="黑体" panose="02010609060101010101" pitchFamily="49" charset="-122"/>
                          <a:sym typeface="Symbol" panose="05050102010706020507" pitchFamily="18" charset="2"/>
                        </a:rPr>
                        <a:t>+</a:t>
                      </a:r>
                      <a:r>
                        <a:rPr kumimoji="0" lang="en-US" altLang="zh-CN" sz="1500" b="1" i="1" u="none" strike="noStrike" cap="none" normalizeH="0" baseline="0">
                          <a:ln>
                            <a:noFill/>
                          </a:ln>
                          <a:solidFill>
                            <a:schemeClr val="tx1"/>
                          </a:solidFill>
                          <a:effectLst/>
                          <a:latin typeface="Times New Roman" panose="02020603050405020304" pitchFamily="18" charset="0"/>
                          <a:ea typeface="黑体" panose="02010609060101010101" pitchFamily="49" charset="-122"/>
                          <a:sym typeface="Symbol" panose="05050102010706020507" pitchFamily="18" charset="2"/>
                        </a:rPr>
                        <a:t>TE</a:t>
                      </a:r>
                      <a:r>
                        <a:rPr kumimoji="0" lang="en-US" altLang="zh-CN" sz="1500" b="1" i="0" u="none" strike="noStrike" cap="none" normalizeH="0" baseline="0">
                          <a:ln>
                            <a:noFill/>
                          </a:ln>
                          <a:solidFill>
                            <a:schemeClr val="tx1"/>
                          </a:solidFill>
                          <a:effectLst/>
                          <a:latin typeface="Times New Roman" panose="02020603050405020304" pitchFamily="18" charset="0"/>
                          <a:ea typeface="黑体" panose="02010609060101010101" pitchFamily="49" charset="-122"/>
                          <a:sym typeface="Symbol" panose="05050102010706020507" pitchFamily="18" charset="2"/>
                        </a:rPr>
                        <a:t></a:t>
                      </a:r>
                    </a:p>
                  </a:txBody>
                  <a:tcPr marL="46132" marR="46132" marT="24604" marB="24604"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accent4">
                        <a:lumMod val="20000"/>
                        <a:lumOff val="80000"/>
                      </a:schemeClr>
                    </a:solidFill>
                  </a:tcPr>
                </a:tc>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endParaRPr kumimoji="0" lang="zh-CN" altLang="zh-CN" sz="1500" b="0" i="0" u="none" strike="noStrike" cap="none" normalizeH="0" baseline="0">
                        <a:ln>
                          <a:noFill/>
                        </a:ln>
                        <a:solidFill>
                          <a:schemeClr val="tx1"/>
                        </a:solidFill>
                        <a:effectLst/>
                        <a:latin typeface="Times New Roman" panose="02020603050405020304" pitchFamily="18" charset="0"/>
                        <a:ea typeface="黑体" panose="02010609060101010101" pitchFamily="49" charset="-122"/>
                      </a:endParaRPr>
                    </a:p>
                  </a:txBody>
                  <a:tcPr marL="46132" marR="46132" marT="24604" marB="24604"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accent4">
                        <a:lumMod val="20000"/>
                        <a:lumOff val="80000"/>
                      </a:schemeClr>
                    </a:solidFill>
                  </a:tcPr>
                </a:tc>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endParaRPr kumimoji="0" lang="zh-CN" altLang="zh-CN" sz="1500" b="0" i="0" u="none" strike="noStrike" cap="none" normalizeH="0" baseline="0">
                        <a:ln>
                          <a:noFill/>
                        </a:ln>
                        <a:solidFill>
                          <a:schemeClr val="tx1"/>
                        </a:solidFill>
                        <a:effectLst/>
                        <a:latin typeface="Times New Roman" panose="02020603050405020304" pitchFamily="18" charset="0"/>
                        <a:ea typeface="黑体" panose="02010609060101010101" pitchFamily="49" charset="-122"/>
                      </a:endParaRPr>
                    </a:p>
                  </a:txBody>
                  <a:tcPr marL="46132" marR="46132" marT="24604" marB="24604"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accent4">
                        <a:lumMod val="20000"/>
                        <a:lumOff val="80000"/>
                      </a:schemeClr>
                    </a:solidFill>
                  </a:tcPr>
                </a:tc>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r>
                        <a:rPr kumimoji="0" lang="en-US" altLang="zh-CN" sz="1500" b="1" i="1" u="none" strike="noStrike" cap="none" normalizeH="0" baseline="0">
                          <a:ln>
                            <a:noFill/>
                          </a:ln>
                          <a:solidFill>
                            <a:schemeClr val="tx1"/>
                          </a:solidFill>
                          <a:effectLst/>
                          <a:latin typeface="Times New Roman" panose="02020603050405020304" pitchFamily="18" charset="0"/>
                          <a:ea typeface="黑体" panose="02010609060101010101" pitchFamily="49" charset="-122"/>
                        </a:rPr>
                        <a:t>E</a:t>
                      </a:r>
                      <a:r>
                        <a:rPr kumimoji="0" lang="en-US" altLang="zh-CN" sz="1700" b="1" i="0" u="none" strike="noStrike" cap="none" normalizeH="0" baseline="0">
                          <a:ln>
                            <a:noFill/>
                          </a:ln>
                          <a:solidFill>
                            <a:schemeClr val="tx1"/>
                          </a:solidFill>
                          <a:effectLst/>
                          <a:latin typeface="Times New Roman" panose="02020603050405020304" pitchFamily="18" charset="0"/>
                          <a:ea typeface="黑体" panose="02010609060101010101" pitchFamily="49" charset="-122"/>
                          <a:sym typeface="Symbol" panose="05050102010706020507" pitchFamily="18" charset="2"/>
                        </a:rPr>
                        <a:t></a:t>
                      </a:r>
                    </a:p>
                  </a:txBody>
                  <a:tcPr marL="46132" marR="46132" marT="24604" marB="24604"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accent4">
                        <a:lumMod val="20000"/>
                        <a:lumOff val="80000"/>
                      </a:schemeClr>
                    </a:solidFill>
                  </a:tcPr>
                </a:tc>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r>
                        <a:rPr kumimoji="0" lang="en-US" altLang="zh-CN" sz="1500" b="1" i="1" u="none" strike="noStrike" cap="none" normalizeH="0" baseline="0">
                          <a:ln>
                            <a:noFill/>
                          </a:ln>
                          <a:solidFill>
                            <a:schemeClr val="tx1"/>
                          </a:solidFill>
                          <a:effectLst/>
                          <a:latin typeface="Times New Roman" panose="02020603050405020304" pitchFamily="18" charset="0"/>
                          <a:ea typeface="黑体" panose="02010609060101010101" pitchFamily="49" charset="-122"/>
                        </a:rPr>
                        <a:t>E</a:t>
                      </a:r>
                      <a:r>
                        <a:rPr kumimoji="0" lang="en-US" altLang="zh-CN" sz="1700" b="1" i="0" u="none" strike="noStrike" cap="none" normalizeH="0" baseline="0">
                          <a:ln>
                            <a:noFill/>
                          </a:ln>
                          <a:solidFill>
                            <a:schemeClr val="tx1"/>
                          </a:solidFill>
                          <a:effectLst/>
                          <a:latin typeface="Times New Roman" panose="02020603050405020304" pitchFamily="18" charset="0"/>
                          <a:ea typeface="黑体" panose="02010609060101010101" pitchFamily="49" charset="-122"/>
                          <a:sym typeface="Symbol" panose="05050102010706020507" pitchFamily="18" charset="2"/>
                        </a:rPr>
                        <a:t></a:t>
                      </a:r>
                    </a:p>
                  </a:txBody>
                  <a:tcPr marL="46132" marR="46132" marT="24604" marB="24604" anchor="ct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accent4">
                        <a:lumMod val="20000"/>
                        <a:lumOff val="80000"/>
                      </a:schemeClr>
                    </a:solidFill>
                  </a:tcPr>
                </a:tc>
                <a:extLst>
                  <a:ext uri="{0D108BD9-81ED-4DB2-BD59-A6C34878D82A}">
                    <a16:rowId xmlns:a16="http://schemas.microsoft.com/office/drawing/2014/main" val="10003"/>
                  </a:ext>
                </a:extLst>
              </a:tr>
              <a:tr h="361994">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r>
                        <a:rPr kumimoji="0" lang="en-US" altLang="zh-CN" sz="1500" b="1" i="1" u="none" strike="noStrike" cap="none" normalizeH="0" baseline="0">
                          <a:ln>
                            <a:noFill/>
                          </a:ln>
                          <a:solidFill>
                            <a:schemeClr val="tx1"/>
                          </a:solidFill>
                          <a:effectLst/>
                          <a:latin typeface="Times New Roman" panose="02020603050405020304" pitchFamily="18" charset="0"/>
                          <a:ea typeface="黑体" panose="02010609060101010101" pitchFamily="49" charset="-122"/>
                        </a:rPr>
                        <a:t>T</a:t>
                      </a:r>
                    </a:p>
                  </a:txBody>
                  <a:tcPr marL="46132" marR="46132" marT="24604" marB="24604" anchor="ct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accent4">
                        <a:lumMod val="20000"/>
                        <a:lumOff val="80000"/>
                      </a:schemeClr>
                    </a:solidFill>
                  </a:tcPr>
                </a:tc>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r>
                        <a:rPr kumimoji="0" lang="en-US" altLang="zh-CN" sz="1500" b="1" i="1" u="none" strike="noStrike" cap="none" normalizeH="0" baseline="0">
                          <a:ln>
                            <a:noFill/>
                          </a:ln>
                          <a:solidFill>
                            <a:schemeClr val="tx1"/>
                          </a:solidFill>
                          <a:effectLst/>
                          <a:latin typeface="Times New Roman" panose="02020603050405020304" pitchFamily="18" charset="0"/>
                          <a:ea typeface="黑体" panose="02010609060101010101" pitchFamily="49" charset="-122"/>
                        </a:rPr>
                        <a:t>T</a:t>
                      </a:r>
                      <a:r>
                        <a:rPr kumimoji="0" lang="en-US" altLang="zh-CN" sz="1500" b="1" i="0" u="none" strike="noStrike" cap="none" normalizeH="0" baseline="0">
                          <a:ln>
                            <a:noFill/>
                          </a:ln>
                          <a:solidFill>
                            <a:schemeClr val="tx1"/>
                          </a:solidFill>
                          <a:effectLst/>
                          <a:latin typeface="Times New Roman" panose="02020603050405020304" pitchFamily="18" charset="0"/>
                          <a:ea typeface="黑体" panose="02010609060101010101" pitchFamily="49" charset="-122"/>
                          <a:sym typeface="Symbol" panose="05050102010706020507" pitchFamily="18" charset="2"/>
                        </a:rPr>
                        <a:t></a:t>
                      </a:r>
                      <a:r>
                        <a:rPr kumimoji="0" lang="en-US" altLang="zh-CN" sz="1500" b="1" i="1" u="none" strike="noStrike" cap="none" normalizeH="0" baseline="0">
                          <a:ln>
                            <a:noFill/>
                          </a:ln>
                          <a:solidFill>
                            <a:schemeClr val="tx1"/>
                          </a:solidFill>
                          <a:effectLst/>
                          <a:latin typeface="Times New Roman" panose="02020603050405020304" pitchFamily="18" charset="0"/>
                          <a:ea typeface="黑体" panose="02010609060101010101" pitchFamily="49" charset="-122"/>
                          <a:sym typeface="Symbol" panose="05050102010706020507" pitchFamily="18" charset="2"/>
                        </a:rPr>
                        <a:t>FT </a:t>
                      </a:r>
                      <a:r>
                        <a:rPr kumimoji="0" lang="en-US" altLang="zh-CN" sz="1700" b="1" i="0" u="none" strike="noStrike" cap="none" normalizeH="0" baseline="0">
                          <a:ln>
                            <a:noFill/>
                          </a:ln>
                          <a:solidFill>
                            <a:schemeClr val="tx1"/>
                          </a:solidFill>
                          <a:effectLst/>
                          <a:latin typeface="Times New Roman" panose="02020603050405020304" pitchFamily="18" charset="0"/>
                          <a:ea typeface="黑体" panose="02010609060101010101" pitchFamily="49" charset="-122"/>
                          <a:sym typeface="Symbol" panose="05050102010706020507" pitchFamily="18" charset="2"/>
                        </a:rPr>
                        <a:t></a:t>
                      </a:r>
                    </a:p>
                  </a:txBody>
                  <a:tcPr marL="46132" marR="46132" marT="24604" marB="24604"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accent4">
                        <a:lumMod val="20000"/>
                        <a:lumOff val="80000"/>
                      </a:schemeClr>
                    </a:solidFill>
                  </a:tcPr>
                </a:tc>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endParaRPr kumimoji="0" lang="zh-CN" altLang="zh-CN" sz="1500" b="0" i="0" u="none" strike="noStrike" cap="none" normalizeH="0" baseline="0">
                        <a:ln>
                          <a:noFill/>
                        </a:ln>
                        <a:solidFill>
                          <a:schemeClr val="tx1"/>
                        </a:solidFill>
                        <a:effectLst/>
                        <a:latin typeface="Times New Roman" panose="02020603050405020304" pitchFamily="18" charset="0"/>
                        <a:ea typeface="黑体" panose="02010609060101010101" pitchFamily="49" charset="-122"/>
                      </a:endParaRPr>
                    </a:p>
                  </a:txBody>
                  <a:tcPr marL="46132" marR="46132" marT="24604" marB="24604"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accent4">
                        <a:lumMod val="20000"/>
                        <a:lumOff val="80000"/>
                      </a:schemeClr>
                    </a:solidFill>
                  </a:tcPr>
                </a:tc>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endParaRPr kumimoji="0" lang="zh-CN" altLang="zh-CN" sz="1500" b="0" i="0" u="none" strike="noStrike" cap="none" normalizeH="0" baseline="0">
                        <a:ln>
                          <a:noFill/>
                        </a:ln>
                        <a:solidFill>
                          <a:schemeClr val="tx1"/>
                        </a:solidFill>
                        <a:effectLst/>
                        <a:latin typeface="Times New Roman" panose="02020603050405020304" pitchFamily="18" charset="0"/>
                        <a:ea typeface="黑体" panose="02010609060101010101" pitchFamily="49" charset="-122"/>
                      </a:endParaRPr>
                    </a:p>
                  </a:txBody>
                  <a:tcPr marL="46132" marR="46132" marT="24604" marB="24604"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accent4">
                        <a:lumMod val="20000"/>
                        <a:lumOff val="80000"/>
                      </a:schemeClr>
                    </a:solidFill>
                  </a:tcPr>
                </a:tc>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r>
                        <a:rPr kumimoji="0" lang="en-US" altLang="zh-CN" sz="1500" b="1" i="1" u="none" strike="noStrike" cap="none" normalizeH="0" baseline="0">
                          <a:ln>
                            <a:noFill/>
                          </a:ln>
                          <a:solidFill>
                            <a:schemeClr val="tx1"/>
                          </a:solidFill>
                          <a:effectLst/>
                          <a:latin typeface="Times New Roman" panose="02020603050405020304" pitchFamily="18" charset="0"/>
                          <a:ea typeface="黑体" panose="02010609060101010101" pitchFamily="49" charset="-122"/>
                        </a:rPr>
                        <a:t>T</a:t>
                      </a:r>
                      <a:r>
                        <a:rPr kumimoji="0" lang="en-US" altLang="zh-CN" sz="1500" b="1" i="0" u="none" strike="noStrike" cap="none" normalizeH="0" baseline="0">
                          <a:ln>
                            <a:noFill/>
                          </a:ln>
                          <a:solidFill>
                            <a:schemeClr val="tx1"/>
                          </a:solidFill>
                          <a:effectLst/>
                          <a:latin typeface="Times New Roman" panose="02020603050405020304" pitchFamily="18" charset="0"/>
                          <a:ea typeface="黑体" panose="02010609060101010101" pitchFamily="49" charset="-122"/>
                          <a:sym typeface="Symbol" panose="05050102010706020507" pitchFamily="18" charset="2"/>
                        </a:rPr>
                        <a:t></a:t>
                      </a:r>
                      <a:r>
                        <a:rPr kumimoji="0" lang="en-US" altLang="zh-CN" sz="1500" b="1" i="1" u="none" strike="noStrike" cap="none" normalizeH="0" baseline="0">
                          <a:ln>
                            <a:noFill/>
                          </a:ln>
                          <a:solidFill>
                            <a:schemeClr val="tx1"/>
                          </a:solidFill>
                          <a:effectLst/>
                          <a:latin typeface="Times New Roman" panose="02020603050405020304" pitchFamily="18" charset="0"/>
                          <a:ea typeface="黑体" panose="02010609060101010101" pitchFamily="49" charset="-122"/>
                          <a:sym typeface="Symbol" panose="05050102010706020507" pitchFamily="18" charset="2"/>
                        </a:rPr>
                        <a:t>FT </a:t>
                      </a:r>
                      <a:r>
                        <a:rPr kumimoji="0" lang="en-US" altLang="zh-CN" sz="1700" b="1" i="0" u="none" strike="noStrike" cap="none" normalizeH="0" baseline="0">
                          <a:ln>
                            <a:noFill/>
                          </a:ln>
                          <a:solidFill>
                            <a:schemeClr val="tx1"/>
                          </a:solidFill>
                          <a:effectLst/>
                          <a:latin typeface="Times New Roman" panose="02020603050405020304" pitchFamily="18" charset="0"/>
                          <a:ea typeface="黑体" panose="02010609060101010101" pitchFamily="49" charset="-122"/>
                          <a:sym typeface="Symbol" panose="05050102010706020507" pitchFamily="18" charset="2"/>
                        </a:rPr>
                        <a:t></a:t>
                      </a:r>
                    </a:p>
                  </a:txBody>
                  <a:tcPr marL="46132" marR="46132" marT="24604" marB="24604"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accent4">
                        <a:lumMod val="20000"/>
                        <a:lumOff val="80000"/>
                      </a:schemeClr>
                    </a:solidFill>
                  </a:tcPr>
                </a:tc>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endParaRPr kumimoji="0" lang="zh-CN" altLang="zh-CN" sz="1500" b="0" i="0" u="none" strike="noStrike" cap="none" normalizeH="0" baseline="0">
                        <a:ln>
                          <a:noFill/>
                        </a:ln>
                        <a:solidFill>
                          <a:schemeClr val="tx1"/>
                        </a:solidFill>
                        <a:effectLst/>
                        <a:latin typeface="Times New Roman" panose="02020603050405020304" pitchFamily="18" charset="0"/>
                        <a:ea typeface="黑体" panose="02010609060101010101" pitchFamily="49" charset="-122"/>
                      </a:endParaRPr>
                    </a:p>
                  </a:txBody>
                  <a:tcPr marL="46132" marR="46132" marT="24604" marB="24604"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accent4">
                        <a:lumMod val="20000"/>
                        <a:lumOff val="80000"/>
                      </a:schemeClr>
                    </a:solidFill>
                  </a:tcPr>
                </a:tc>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endParaRPr kumimoji="0" lang="zh-CN" altLang="zh-CN" sz="1500" b="0" i="0" u="none" strike="noStrike" cap="none" normalizeH="0" baseline="0">
                        <a:ln>
                          <a:noFill/>
                        </a:ln>
                        <a:solidFill>
                          <a:schemeClr val="tx1"/>
                        </a:solidFill>
                        <a:effectLst/>
                        <a:latin typeface="Times New Roman" panose="02020603050405020304" pitchFamily="18" charset="0"/>
                        <a:ea typeface="黑体" panose="02010609060101010101" pitchFamily="49" charset="-122"/>
                      </a:endParaRPr>
                    </a:p>
                  </a:txBody>
                  <a:tcPr marL="46132" marR="46132" marT="24604" marB="24604" anchor="ct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accent4">
                        <a:lumMod val="20000"/>
                        <a:lumOff val="80000"/>
                      </a:schemeClr>
                    </a:solidFill>
                  </a:tcPr>
                </a:tc>
                <a:extLst>
                  <a:ext uri="{0D108BD9-81ED-4DB2-BD59-A6C34878D82A}">
                    <a16:rowId xmlns:a16="http://schemas.microsoft.com/office/drawing/2014/main" val="10004"/>
                  </a:ext>
                </a:extLst>
              </a:tr>
              <a:tr h="360042">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r>
                        <a:rPr kumimoji="0" lang="en-US" altLang="zh-CN" sz="1500" b="1" i="1" u="none" strike="noStrike" cap="none" normalizeH="0" baseline="0">
                          <a:ln>
                            <a:noFill/>
                          </a:ln>
                          <a:solidFill>
                            <a:schemeClr val="tx1"/>
                          </a:solidFill>
                          <a:effectLst/>
                          <a:latin typeface="Times New Roman" panose="02020603050405020304" pitchFamily="18" charset="0"/>
                          <a:ea typeface="黑体" panose="02010609060101010101" pitchFamily="49" charset="-122"/>
                        </a:rPr>
                        <a:t>T </a:t>
                      </a:r>
                      <a:r>
                        <a:rPr kumimoji="0" lang="en-US" altLang="zh-CN" sz="1500" b="1" i="0" u="none" strike="noStrike" cap="none" normalizeH="0" baseline="0">
                          <a:ln>
                            <a:noFill/>
                          </a:ln>
                          <a:solidFill>
                            <a:schemeClr val="tx1"/>
                          </a:solidFill>
                          <a:effectLst/>
                          <a:latin typeface="Times New Roman" panose="02020603050405020304" pitchFamily="18" charset="0"/>
                          <a:ea typeface="黑体" panose="02010609060101010101" pitchFamily="49" charset="-122"/>
                          <a:sym typeface="Symbol" panose="05050102010706020507" pitchFamily="18" charset="2"/>
                        </a:rPr>
                        <a:t></a:t>
                      </a:r>
                    </a:p>
                  </a:txBody>
                  <a:tcPr marL="46132" marR="46132" marT="24604" marB="24604" anchor="ct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accent4">
                        <a:lumMod val="20000"/>
                        <a:lumOff val="80000"/>
                      </a:schemeClr>
                    </a:solidFill>
                  </a:tcPr>
                </a:tc>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endParaRPr kumimoji="0" lang="zh-CN" altLang="zh-CN" sz="1500" b="0" i="0" u="none" strike="noStrike" cap="none" normalizeH="0" baseline="0">
                        <a:ln>
                          <a:noFill/>
                        </a:ln>
                        <a:solidFill>
                          <a:schemeClr val="tx1"/>
                        </a:solidFill>
                        <a:effectLst/>
                        <a:latin typeface="Times New Roman" panose="02020603050405020304" pitchFamily="18" charset="0"/>
                        <a:ea typeface="黑体" panose="02010609060101010101" pitchFamily="49" charset="-122"/>
                      </a:endParaRPr>
                    </a:p>
                  </a:txBody>
                  <a:tcPr marL="46132" marR="46132" marT="24604" marB="24604"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accent4">
                        <a:lumMod val="20000"/>
                        <a:lumOff val="80000"/>
                      </a:schemeClr>
                    </a:solidFill>
                  </a:tcPr>
                </a:tc>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r>
                        <a:rPr kumimoji="0" lang="en-US" altLang="zh-CN" sz="1500" b="1" i="1" u="none" strike="noStrike" cap="none" normalizeH="0" baseline="0">
                          <a:ln>
                            <a:noFill/>
                          </a:ln>
                          <a:solidFill>
                            <a:schemeClr val="tx1"/>
                          </a:solidFill>
                          <a:effectLst/>
                          <a:latin typeface="Times New Roman" panose="02020603050405020304" pitchFamily="18" charset="0"/>
                          <a:ea typeface="黑体" panose="02010609060101010101" pitchFamily="49" charset="-122"/>
                        </a:rPr>
                        <a:t>T </a:t>
                      </a:r>
                      <a:r>
                        <a:rPr kumimoji="0" lang="en-US" altLang="zh-CN" sz="1500" b="1" i="0" u="none" strike="noStrike" cap="none" normalizeH="0" baseline="0">
                          <a:ln>
                            <a:noFill/>
                          </a:ln>
                          <a:solidFill>
                            <a:schemeClr val="tx1"/>
                          </a:solidFill>
                          <a:effectLst/>
                          <a:latin typeface="Times New Roman" panose="02020603050405020304" pitchFamily="18" charset="0"/>
                          <a:ea typeface="黑体" panose="02010609060101010101" pitchFamily="49" charset="-122"/>
                          <a:sym typeface="Symbol" panose="05050102010706020507" pitchFamily="18" charset="2"/>
                        </a:rPr>
                        <a:t></a:t>
                      </a:r>
                    </a:p>
                  </a:txBody>
                  <a:tcPr marL="46132" marR="46132" marT="24604" marB="24604"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accent4">
                        <a:lumMod val="20000"/>
                        <a:lumOff val="80000"/>
                      </a:schemeClr>
                    </a:solidFill>
                  </a:tcPr>
                </a:tc>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r>
                        <a:rPr kumimoji="0" lang="en-US" altLang="zh-CN" sz="1500" b="1" i="1" u="none" strike="noStrike" cap="none" normalizeH="0" baseline="0">
                          <a:ln>
                            <a:noFill/>
                          </a:ln>
                          <a:solidFill>
                            <a:schemeClr val="tx1"/>
                          </a:solidFill>
                          <a:effectLst/>
                          <a:latin typeface="Times New Roman" panose="02020603050405020304" pitchFamily="18" charset="0"/>
                          <a:ea typeface="黑体" panose="02010609060101010101" pitchFamily="49" charset="-122"/>
                        </a:rPr>
                        <a:t>T</a:t>
                      </a:r>
                      <a:r>
                        <a:rPr kumimoji="0" lang="en-US" altLang="zh-CN" sz="1500" b="1" i="0" u="none" strike="noStrike" cap="none" normalizeH="0" baseline="0">
                          <a:ln>
                            <a:noFill/>
                          </a:ln>
                          <a:solidFill>
                            <a:schemeClr val="tx1"/>
                          </a:solidFill>
                          <a:effectLst/>
                          <a:latin typeface="Times New Roman" panose="02020603050405020304" pitchFamily="18" charset="0"/>
                          <a:ea typeface="黑体" panose="02010609060101010101" pitchFamily="49" charset="-122"/>
                          <a:sym typeface="Symbol" panose="05050102010706020507" pitchFamily="18" charset="2"/>
                        </a:rPr>
                        <a:t>*</a:t>
                      </a:r>
                      <a:r>
                        <a:rPr kumimoji="0" lang="en-US" altLang="zh-CN" sz="1500" b="1" i="1" u="none" strike="noStrike" cap="none" normalizeH="0" baseline="0">
                          <a:ln>
                            <a:noFill/>
                          </a:ln>
                          <a:solidFill>
                            <a:schemeClr val="tx1"/>
                          </a:solidFill>
                          <a:effectLst/>
                          <a:latin typeface="Times New Roman" panose="02020603050405020304" pitchFamily="18" charset="0"/>
                          <a:ea typeface="黑体" panose="02010609060101010101" pitchFamily="49" charset="-122"/>
                          <a:sym typeface="Symbol" panose="05050102010706020507" pitchFamily="18" charset="2"/>
                        </a:rPr>
                        <a:t>FT </a:t>
                      </a:r>
                      <a:r>
                        <a:rPr kumimoji="0" lang="en-US" altLang="zh-CN" sz="1500" b="1" i="0" u="none" strike="noStrike" cap="none" normalizeH="0" baseline="0">
                          <a:ln>
                            <a:noFill/>
                          </a:ln>
                          <a:solidFill>
                            <a:schemeClr val="tx1"/>
                          </a:solidFill>
                          <a:effectLst/>
                          <a:latin typeface="Times New Roman" panose="02020603050405020304" pitchFamily="18" charset="0"/>
                          <a:ea typeface="黑体" panose="02010609060101010101" pitchFamily="49" charset="-122"/>
                          <a:sym typeface="Symbol" panose="05050102010706020507" pitchFamily="18" charset="2"/>
                        </a:rPr>
                        <a:t></a:t>
                      </a:r>
                    </a:p>
                  </a:txBody>
                  <a:tcPr marL="46132" marR="46132" marT="24604" marB="24604"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accent4">
                        <a:lumMod val="20000"/>
                        <a:lumOff val="80000"/>
                      </a:schemeClr>
                    </a:solidFill>
                  </a:tcPr>
                </a:tc>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endParaRPr kumimoji="0" lang="zh-CN" altLang="zh-CN" sz="1500" b="0" i="0" u="none" strike="noStrike" cap="none" normalizeH="0" baseline="0">
                        <a:ln>
                          <a:noFill/>
                        </a:ln>
                        <a:solidFill>
                          <a:schemeClr val="tx1"/>
                        </a:solidFill>
                        <a:effectLst/>
                        <a:latin typeface="Times New Roman" panose="02020603050405020304" pitchFamily="18" charset="0"/>
                        <a:ea typeface="黑体" panose="02010609060101010101" pitchFamily="49" charset="-122"/>
                      </a:endParaRPr>
                    </a:p>
                  </a:txBody>
                  <a:tcPr marL="46132" marR="46132" marT="24604" marB="24604"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accent4">
                        <a:lumMod val="20000"/>
                        <a:lumOff val="80000"/>
                      </a:schemeClr>
                    </a:solidFill>
                  </a:tcPr>
                </a:tc>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r>
                        <a:rPr kumimoji="0" lang="en-US" altLang="zh-CN" sz="1500" b="1" i="1" u="none" strike="noStrike" cap="none" normalizeH="0" baseline="0">
                          <a:ln>
                            <a:noFill/>
                          </a:ln>
                          <a:solidFill>
                            <a:schemeClr val="tx1"/>
                          </a:solidFill>
                          <a:effectLst/>
                          <a:latin typeface="Times New Roman" panose="02020603050405020304" pitchFamily="18" charset="0"/>
                          <a:ea typeface="黑体" panose="02010609060101010101" pitchFamily="49" charset="-122"/>
                        </a:rPr>
                        <a:t>T </a:t>
                      </a:r>
                      <a:r>
                        <a:rPr kumimoji="0" lang="en-US" altLang="zh-CN" sz="1500" b="1" i="0" u="none" strike="noStrike" cap="none" normalizeH="0" baseline="0">
                          <a:ln>
                            <a:noFill/>
                          </a:ln>
                          <a:solidFill>
                            <a:schemeClr val="tx1"/>
                          </a:solidFill>
                          <a:effectLst/>
                          <a:latin typeface="Times New Roman" panose="02020603050405020304" pitchFamily="18" charset="0"/>
                          <a:ea typeface="黑体" panose="02010609060101010101" pitchFamily="49" charset="-122"/>
                          <a:sym typeface="Symbol" panose="05050102010706020507" pitchFamily="18" charset="2"/>
                        </a:rPr>
                        <a:t></a:t>
                      </a:r>
                    </a:p>
                  </a:txBody>
                  <a:tcPr marL="46132" marR="46132" marT="24604" marB="24604"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accent4">
                        <a:lumMod val="20000"/>
                        <a:lumOff val="80000"/>
                      </a:schemeClr>
                    </a:solidFill>
                  </a:tcPr>
                </a:tc>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r>
                        <a:rPr kumimoji="0" lang="en-US" altLang="zh-CN" sz="1500" b="1" i="1" u="none" strike="noStrike" cap="none" normalizeH="0" baseline="0">
                          <a:ln>
                            <a:noFill/>
                          </a:ln>
                          <a:solidFill>
                            <a:schemeClr val="tx1"/>
                          </a:solidFill>
                          <a:effectLst/>
                          <a:latin typeface="Times New Roman" panose="02020603050405020304" pitchFamily="18" charset="0"/>
                          <a:ea typeface="黑体" panose="02010609060101010101" pitchFamily="49" charset="-122"/>
                        </a:rPr>
                        <a:t>T </a:t>
                      </a:r>
                      <a:r>
                        <a:rPr kumimoji="0" lang="en-US" altLang="zh-CN" sz="1500" b="1" i="0" u="none" strike="noStrike" cap="none" normalizeH="0" baseline="0">
                          <a:ln>
                            <a:noFill/>
                          </a:ln>
                          <a:solidFill>
                            <a:schemeClr val="tx1"/>
                          </a:solidFill>
                          <a:effectLst/>
                          <a:latin typeface="Times New Roman" panose="02020603050405020304" pitchFamily="18" charset="0"/>
                          <a:ea typeface="黑体" panose="02010609060101010101" pitchFamily="49" charset="-122"/>
                          <a:sym typeface="Symbol" panose="05050102010706020507" pitchFamily="18" charset="2"/>
                        </a:rPr>
                        <a:t></a:t>
                      </a:r>
                    </a:p>
                  </a:txBody>
                  <a:tcPr marL="46132" marR="46132" marT="24604" marB="24604" anchor="ct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accent4">
                        <a:lumMod val="20000"/>
                        <a:lumOff val="80000"/>
                      </a:schemeClr>
                    </a:solidFill>
                  </a:tcPr>
                </a:tc>
                <a:extLst>
                  <a:ext uri="{0D108BD9-81ED-4DB2-BD59-A6C34878D82A}">
                    <a16:rowId xmlns:a16="http://schemas.microsoft.com/office/drawing/2014/main" val="10005"/>
                  </a:ext>
                </a:extLst>
              </a:tr>
              <a:tr h="361994">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r>
                        <a:rPr kumimoji="0" lang="en-US" altLang="zh-CN" sz="1500" b="1" i="1" u="none" strike="noStrike" cap="none" normalizeH="0" baseline="0">
                          <a:ln>
                            <a:noFill/>
                          </a:ln>
                          <a:solidFill>
                            <a:schemeClr val="tx1"/>
                          </a:solidFill>
                          <a:effectLst/>
                          <a:latin typeface="Times New Roman" panose="02020603050405020304" pitchFamily="18" charset="0"/>
                          <a:ea typeface="黑体" panose="02010609060101010101" pitchFamily="49" charset="-122"/>
                        </a:rPr>
                        <a:t>F</a:t>
                      </a:r>
                    </a:p>
                  </a:txBody>
                  <a:tcPr marL="46132" marR="46132" marT="24604" marB="24604" anchor="ct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chemeClr val="accent4">
                        <a:lumMod val="20000"/>
                        <a:lumOff val="80000"/>
                      </a:schemeClr>
                    </a:solidFill>
                  </a:tcPr>
                </a:tc>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r>
                        <a:rPr kumimoji="0" lang="en-US" altLang="zh-CN" sz="1500" b="1" i="1" u="none" strike="noStrike" cap="none" normalizeH="0" baseline="0" err="1">
                          <a:ln>
                            <a:noFill/>
                          </a:ln>
                          <a:solidFill>
                            <a:schemeClr val="tx1"/>
                          </a:solidFill>
                          <a:effectLst/>
                          <a:latin typeface="Times New Roman" panose="02020603050405020304" pitchFamily="18" charset="0"/>
                          <a:ea typeface="黑体" panose="02010609060101010101" pitchFamily="49" charset="-122"/>
                        </a:rPr>
                        <a:t>F</a:t>
                      </a:r>
                      <a:r>
                        <a:rPr kumimoji="0" lang="en-US" altLang="zh-CN" sz="1500" b="1" i="0" u="none" strike="noStrike" cap="none" normalizeH="0" baseline="0" err="1">
                          <a:ln>
                            <a:noFill/>
                          </a:ln>
                          <a:solidFill>
                            <a:schemeClr val="tx1"/>
                          </a:solidFill>
                          <a:effectLst/>
                          <a:latin typeface="Times New Roman" panose="02020603050405020304" pitchFamily="18" charset="0"/>
                          <a:ea typeface="黑体" panose="02010609060101010101" pitchFamily="49" charset="-122"/>
                          <a:sym typeface="Symbol" panose="05050102010706020507" pitchFamily="18" charset="2"/>
                        </a:rPr>
                        <a:t>id</a:t>
                      </a:r>
                      <a:endParaRPr kumimoji="0" lang="en-US" altLang="zh-CN" sz="1500" b="1" i="0" u="none" strike="noStrike" cap="none" normalizeH="0" baseline="0">
                        <a:ln>
                          <a:noFill/>
                        </a:ln>
                        <a:solidFill>
                          <a:schemeClr val="tx1"/>
                        </a:solidFill>
                        <a:effectLst/>
                        <a:latin typeface="Times New Roman" panose="02020603050405020304" pitchFamily="18" charset="0"/>
                        <a:ea typeface="黑体" panose="02010609060101010101" pitchFamily="49" charset="-122"/>
                        <a:sym typeface="Symbol" panose="05050102010706020507" pitchFamily="18" charset="2"/>
                      </a:endParaRPr>
                    </a:p>
                  </a:txBody>
                  <a:tcPr marL="46132" marR="46132" marT="24604" marB="24604"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chemeClr val="accent4">
                        <a:lumMod val="20000"/>
                        <a:lumOff val="80000"/>
                      </a:schemeClr>
                    </a:solidFill>
                  </a:tcPr>
                </a:tc>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endParaRPr kumimoji="0" lang="zh-CN" altLang="zh-CN" sz="1500" b="0" i="0" u="none" strike="noStrike" cap="none" normalizeH="0" baseline="0">
                        <a:ln>
                          <a:noFill/>
                        </a:ln>
                        <a:solidFill>
                          <a:schemeClr val="tx1"/>
                        </a:solidFill>
                        <a:effectLst/>
                        <a:latin typeface="Times New Roman" panose="02020603050405020304" pitchFamily="18" charset="0"/>
                        <a:ea typeface="黑体" panose="02010609060101010101" pitchFamily="49" charset="-122"/>
                      </a:endParaRPr>
                    </a:p>
                  </a:txBody>
                  <a:tcPr marL="46132" marR="46132" marT="24604" marB="24604"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chemeClr val="accent4">
                        <a:lumMod val="20000"/>
                        <a:lumOff val="80000"/>
                      </a:schemeClr>
                    </a:solidFill>
                  </a:tcPr>
                </a:tc>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endParaRPr kumimoji="0" lang="zh-CN" altLang="zh-CN" sz="1500" b="0" i="0" u="none" strike="noStrike" cap="none" normalizeH="0" baseline="0">
                        <a:ln>
                          <a:noFill/>
                        </a:ln>
                        <a:solidFill>
                          <a:schemeClr val="tx1"/>
                        </a:solidFill>
                        <a:effectLst/>
                        <a:latin typeface="Times New Roman" panose="02020603050405020304" pitchFamily="18" charset="0"/>
                        <a:ea typeface="黑体" panose="02010609060101010101" pitchFamily="49" charset="-122"/>
                      </a:endParaRPr>
                    </a:p>
                  </a:txBody>
                  <a:tcPr marL="46132" marR="46132" marT="24604" marB="24604"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chemeClr val="accent4">
                        <a:lumMod val="20000"/>
                        <a:lumOff val="80000"/>
                      </a:schemeClr>
                    </a:solidFill>
                  </a:tcPr>
                </a:tc>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r>
                        <a:rPr kumimoji="0" lang="en-US" altLang="zh-CN" sz="1500" b="1" i="1" u="none" strike="noStrike" cap="none" normalizeH="0" baseline="0">
                          <a:ln>
                            <a:noFill/>
                          </a:ln>
                          <a:solidFill>
                            <a:schemeClr val="tx1"/>
                          </a:solidFill>
                          <a:effectLst/>
                          <a:latin typeface="Times New Roman" panose="02020603050405020304" pitchFamily="18" charset="0"/>
                          <a:ea typeface="黑体" panose="02010609060101010101" pitchFamily="49" charset="-122"/>
                        </a:rPr>
                        <a:t>F</a:t>
                      </a:r>
                      <a:r>
                        <a:rPr kumimoji="0" lang="en-US" altLang="zh-CN" sz="1500" b="1" i="0" u="none" strike="noStrike" cap="none" normalizeH="0" baseline="0">
                          <a:ln>
                            <a:noFill/>
                          </a:ln>
                          <a:solidFill>
                            <a:schemeClr val="tx1"/>
                          </a:solidFill>
                          <a:effectLst/>
                          <a:latin typeface="Times New Roman" panose="02020603050405020304" pitchFamily="18" charset="0"/>
                          <a:ea typeface="黑体" panose="02010609060101010101" pitchFamily="49" charset="-122"/>
                          <a:sym typeface="Symbol" panose="05050102010706020507" pitchFamily="18" charset="2"/>
                        </a:rPr>
                        <a:t>(</a:t>
                      </a:r>
                      <a:r>
                        <a:rPr kumimoji="0" lang="en-US" altLang="zh-CN" sz="1500" b="1" i="1" u="none" strike="noStrike" cap="none" normalizeH="0" baseline="0">
                          <a:ln>
                            <a:noFill/>
                          </a:ln>
                          <a:solidFill>
                            <a:schemeClr val="tx1"/>
                          </a:solidFill>
                          <a:effectLst/>
                          <a:latin typeface="Times New Roman" panose="02020603050405020304" pitchFamily="18" charset="0"/>
                          <a:ea typeface="黑体" panose="02010609060101010101" pitchFamily="49" charset="-122"/>
                          <a:sym typeface="Symbol" panose="05050102010706020507" pitchFamily="18" charset="2"/>
                        </a:rPr>
                        <a:t>E</a:t>
                      </a:r>
                      <a:r>
                        <a:rPr kumimoji="0" lang="en-US" altLang="zh-CN" sz="1500" b="1" i="0" u="none" strike="noStrike" cap="none" normalizeH="0" baseline="0">
                          <a:ln>
                            <a:noFill/>
                          </a:ln>
                          <a:solidFill>
                            <a:schemeClr val="tx1"/>
                          </a:solidFill>
                          <a:effectLst/>
                          <a:latin typeface="Times New Roman" panose="02020603050405020304" pitchFamily="18" charset="0"/>
                          <a:ea typeface="黑体" panose="02010609060101010101" pitchFamily="49" charset="-122"/>
                          <a:sym typeface="Symbol" panose="05050102010706020507" pitchFamily="18" charset="2"/>
                        </a:rPr>
                        <a:t>)</a:t>
                      </a:r>
                      <a:endParaRPr kumimoji="0" lang="en-US" altLang="zh-CN" sz="1500" b="0" i="0" u="none" strike="noStrike" cap="none" normalizeH="0" baseline="0">
                        <a:ln>
                          <a:noFill/>
                        </a:ln>
                        <a:solidFill>
                          <a:schemeClr val="tx1"/>
                        </a:solidFill>
                        <a:effectLst/>
                        <a:latin typeface="Times New Roman" panose="02020603050405020304" pitchFamily="18" charset="0"/>
                        <a:ea typeface="黑体" panose="02010609060101010101" pitchFamily="49" charset="-122"/>
                      </a:endParaRPr>
                    </a:p>
                  </a:txBody>
                  <a:tcPr marL="46132" marR="46132" marT="24604" marB="24604"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chemeClr val="accent4">
                        <a:lumMod val="20000"/>
                        <a:lumOff val="80000"/>
                      </a:schemeClr>
                    </a:solidFill>
                  </a:tcPr>
                </a:tc>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endParaRPr kumimoji="0" lang="zh-CN" altLang="zh-CN" sz="1500" b="0" i="0" u="none" strike="noStrike" cap="none" normalizeH="0" baseline="0">
                        <a:ln>
                          <a:noFill/>
                        </a:ln>
                        <a:solidFill>
                          <a:schemeClr val="tx1"/>
                        </a:solidFill>
                        <a:effectLst/>
                        <a:latin typeface="Times New Roman" panose="02020603050405020304" pitchFamily="18" charset="0"/>
                        <a:ea typeface="黑体" panose="02010609060101010101" pitchFamily="49" charset="-122"/>
                      </a:endParaRPr>
                    </a:p>
                  </a:txBody>
                  <a:tcPr marL="46132" marR="46132" marT="24604" marB="24604"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chemeClr val="accent4">
                        <a:lumMod val="20000"/>
                        <a:lumOff val="80000"/>
                      </a:schemeClr>
                    </a:solidFill>
                  </a:tcPr>
                </a:tc>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endParaRPr kumimoji="0" lang="zh-CN" altLang="zh-CN" sz="1500" b="0" i="0" u="none" strike="noStrike" cap="none" normalizeH="0" baseline="0" dirty="0">
                        <a:ln>
                          <a:noFill/>
                        </a:ln>
                        <a:solidFill>
                          <a:schemeClr val="tx1"/>
                        </a:solidFill>
                        <a:effectLst/>
                        <a:latin typeface="Times New Roman" panose="02020603050405020304" pitchFamily="18" charset="0"/>
                        <a:ea typeface="黑体" panose="02010609060101010101" pitchFamily="49" charset="-122"/>
                      </a:endParaRPr>
                    </a:p>
                  </a:txBody>
                  <a:tcPr marL="46132" marR="46132" marT="24604" marB="24604" anchor="ct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chemeClr val="accent4">
                        <a:lumMod val="20000"/>
                        <a:lumOff val="80000"/>
                      </a:schemeClr>
                    </a:solidFill>
                  </a:tcPr>
                </a:tc>
                <a:extLst>
                  <a:ext uri="{0D108BD9-81ED-4DB2-BD59-A6C34878D82A}">
                    <a16:rowId xmlns:a16="http://schemas.microsoft.com/office/drawing/2014/main" val="10006"/>
                  </a:ext>
                </a:extLst>
              </a:tr>
            </a:tbl>
          </a:graphicData>
        </a:graphic>
      </p:graphicFrame>
      <p:sp>
        <p:nvSpPr>
          <p:cNvPr id="8" name="箭头: 下 7">
            <a:extLst>
              <a:ext uri="{FF2B5EF4-FFF2-40B4-BE49-F238E27FC236}">
                <a16:creationId xmlns:a16="http://schemas.microsoft.com/office/drawing/2014/main" id="{88F60D31-68DC-791F-D3DF-773203FD5D4D}"/>
              </a:ext>
            </a:extLst>
          </p:cNvPr>
          <p:cNvSpPr/>
          <p:nvPr/>
        </p:nvSpPr>
        <p:spPr>
          <a:xfrm>
            <a:off x="1681224" y="5364703"/>
            <a:ext cx="275207" cy="319596"/>
          </a:xfrm>
          <a:prstGeom prst="downArrow">
            <a:avLst/>
          </a:prstGeom>
          <a:solidFill>
            <a:srgbClr val="FF0000"/>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9" name="箭头: 下 8">
            <a:extLst>
              <a:ext uri="{FF2B5EF4-FFF2-40B4-BE49-F238E27FC236}">
                <a16:creationId xmlns:a16="http://schemas.microsoft.com/office/drawing/2014/main" id="{C2D77F49-388F-9CE5-B377-63F278B913D0}"/>
              </a:ext>
            </a:extLst>
          </p:cNvPr>
          <p:cNvSpPr/>
          <p:nvPr/>
        </p:nvSpPr>
        <p:spPr>
          <a:xfrm>
            <a:off x="3999776" y="5364703"/>
            <a:ext cx="275207" cy="319596"/>
          </a:xfrm>
          <a:prstGeom prst="downArrow">
            <a:avLst/>
          </a:prstGeom>
          <a:solidFill>
            <a:srgbClr val="FF0000"/>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0" name="椭圆 9">
            <a:extLst>
              <a:ext uri="{FF2B5EF4-FFF2-40B4-BE49-F238E27FC236}">
                <a16:creationId xmlns:a16="http://schemas.microsoft.com/office/drawing/2014/main" id="{16112D59-2C64-0034-C3C7-1A8AB2B37B1D}"/>
              </a:ext>
            </a:extLst>
          </p:cNvPr>
          <p:cNvSpPr/>
          <p:nvPr/>
        </p:nvSpPr>
        <p:spPr>
          <a:xfrm>
            <a:off x="2447934" y="3478346"/>
            <a:ext cx="889246" cy="390617"/>
          </a:xfrm>
          <a:prstGeom prst="ellipse">
            <a:avLst/>
          </a:prstGeom>
          <a:noFill/>
          <a:ln w="38100">
            <a:solidFill>
              <a:srgbClr val="FF0000"/>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zh-CN" altLang="en-US"/>
          </a:p>
        </p:txBody>
      </p:sp>
    </p:spTree>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8"/>
                                        </p:tgtEl>
                                        <p:attrNameLst>
                                          <p:attrName>style.visibility</p:attrName>
                                        </p:attrNameLst>
                                      </p:cBhvr>
                                      <p:to>
                                        <p:strVal val="visible"/>
                                      </p:to>
                                    </p:set>
                                    <p:animEffect transition="in" filter="fade">
                                      <p:cBhvr>
                                        <p:cTn id="7" dur="500"/>
                                        <p:tgtEl>
                                          <p:spTgt spid="8"/>
                                        </p:tgtEl>
                                      </p:cBhvr>
                                    </p:animEffect>
                                  </p:childTnLst>
                                </p:cTn>
                              </p:par>
                              <p:par>
                                <p:cTn id="8" presetID="10" presetClass="entr" presetSubtype="0" fill="hold" grpId="0" nodeType="withEffect">
                                  <p:stCondLst>
                                    <p:cond delay="0"/>
                                  </p:stCondLst>
                                  <p:childTnLst>
                                    <p:set>
                                      <p:cBhvr>
                                        <p:cTn id="9" dur="1" fill="hold">
                                          <p:stCondLst>
                                            <p:cond delay="0"/>
                                          </p:stCondLst>
                                        </p:cTn>
                                        <p:tgtEl>
                                          <p:spTgt spid="9"/>
                                        </p:tgtEl>
                                        <p:attrNameLst>
                                          <p:attrName>style.visibility</p:attrName>
                                        </p:attrNameLst>
                                      </p:cBhvr>
                                      <p:to>
                                        <p:strVal val="visible"/>
                                      </p:to>
                                    </p:set>
                                    <p:animEffect transition="in" filter="fade">
                                      <p:cBhvr>
                                        <p:cTn id="10" dur="500"/>
                                        <p:tgtEl>
                                          <p:spTgt spid="9"/>
                                        </p:tgtEl>
                                      </p:cBhvr>
                                    </p:animEffect>
                                  </p:childTnLst>
                                </p:cTn>
                              </p:par>
                            </p:childTnLst>
                          </p:cTn>
                        </p:par>
                      </p:childTnLst>
                    </p:cTn>
                  </p:par>
                  <p:par>
                    <p:cTn id="11" fill="hold">
                      <p:stCondLst>
                        <p:cond delay="indefinite"/>
                      </p:stCondLst>
                      <p:childTnLst>
                        <p:par>
                          <p:cTn id="12" fill="hold">
                            <p:stCondLst>
                              <p:cond delay="0"/>
                            </p:stCondLst>
                            <p:childTnLst>
                              <p:par>
                                <p:cTn id="13" presetID="21" presetClass="entr" presetSubtype="1" fill="hold" grpId="0" nodeType="clickEffect">
                                  <p:stCondLst>
                                    <p:cond delay="0"/>
                                  </p:stCondLst>
                                  <p:childTnLst>
                                    <p:set>
                                      <p:cBhvr>
                                        <p:cTn id="14" dur="1" fill="hold">
                                          <p:stCondLst>
                                            <p:cond delay="0"/>
                                          </p:stCondLst>
                                        </p:cTn>
                                        <p:tgtEl>
                                          <p:spTgt spid="10"/>
                                        </p:tgtEl>
                                        <p:attrNameLst>
                                          <p:attrName>style.visibility</p:attrName>
                                        </p:attrNameLst>
                                      </p:cBhvr>
                                      <p:to>
                                        <p:strVal val="visible"/>
                                      </p:to>
                                    </p:set>
                                    <p:animEffect transition="in" filter="wheel(1)">
                                      <p:cBhvr>
                                        <p:cTn id="15" dur="2000"/>
                                        <p:tgtEl>
                                          <p:spTgt spid="1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 grpId="0" animBg="1"/>
      <p:bldP spid="9" grpId="0" animBg="1"/>
      <p:bldP spid="10" grpId="0" animBg="1"/>
    </p:bldLst>
  </p:timing>
</p:sld>
</file>

<file path=ppt/slides/slide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9698" name="Rectangle 2">
            <a:extLst>
              <a:ext uri="{FF2B5EF4-FFF2-40B4-BE49-F238E27FC236}">
                <a16:creationId xmlns:a16="http://schemas.microsoft.com/office/drawing/2014/main" id="{852F7081-719B-496A-ADC6-4DA2343CE8BA}"/>
              </a:ext>
            </a:extLst>
          </p:cNvPr>
          <p:cNvSpPr>
            <a:spLocks noGrp="1" noChangeArrowheads="1"/>
          </p:cNvSpPr>
          <p:nvPr>
            <p:ph type="title"/>
          </p:nvPr>
        </p:nvSpPr>
        <p:spPr/>
        <p:txBody>
          <a:bodyPr/>
          <a:lstStyle/>
          <a:p>
            <a:pPr eaLnBrk="1" hangingPunct="1"/>
            <a:r>
              <a:rPr lang="en-US" altLang="zh-CN"/>
              <a:t>3.3.4 </a:t>
            </a:r>
            <a:r>
              <a:rPr lang="zh-CN" altLang="en-US"/>
              <a:t>非递归的预测分析</a:t>
            </a:r>
          </a:p>
        </p:txBody>
      </p:sp>
      <p:sp>
        <p:nvSpPr>
          <p:cNvPr id="29699" name="Rectangle 3">
            <a:extLst>
              <a:ext uri="{FF2B5EF4-FFF2-40B4-BE49-F238E27FC236}">
                <a16:creationId xmlns:a16="http://schemas.microsoft.com/office/drawing/2014/main" id="{CF7C01B3-851E-45F5-B0C3-9789FB3DA678}"/>
              </a:ext>
            </a:extLst>
          </p:cNvPr>
          <p:cNvSpPr>
            <a:spLocks noGrp="1" noChangeArrowheads="1"/>
          </p:cNvSpPr>
          <p:nvPr>
            <p:ph idx="1"/>
          </p:nvPr>
        </p:nvSpPr>
        <p:spPr/>
        <p:txBody>
          <a:bodyPr/>
          <a:lstStyle/>
          <a:p>
            <a:pPr eaLnBrk="1" hangingPunct="1">
              <a:lnSpc>
                <a:spcPct val="90000"/>
              </a:lnSpc>
              <a:buFont typeface="Wingdings" panose="05000000000000000000" pitchFamily="2" charset="2"/>
              <a:buNone/>
            </a:pPr>
            <a:r>
              <a:rPr lang="zh-CN" altLang="en-US" sz="2800"/>
              <a:t>预测分析器接受输入</a:t>
            </a:r>
            <a:r>
              <a:rPr lang="en-US" altLang="zh-CN" sz="2800" b="1">
                <a:latin typeface="Times New Roman" panose="02020603050405020304" pitchFamily="18" charset="0"/>
              </a:rPr>
              <a:t>id</a:t>
            </a:r>
            <a:r>
              <a:rPr lang="en-US" altLang="zh-CN" sz="2800">
                <a:latin typeface="Times New Roman" panose="02020603050405020304" pitchFamily="18" charset="0"/>
              </a:rPr>
              <a:t> * </a:t>
            </a:r>
            <a:r>
              <a:rPr lang="en-US" altLang="zh-CN" sz="2800" b="1">
                <a:latin typeface="Times New Roman" panose="02020603050405020304" pitchFamily="18" charset="0"/>
              </a:rPr>
              <a:t>id</a:t>
            </a:r>
            <a:r>
              <a:rPr lang="en-US" altLang="zh-CN" sz="2800">
                <a:latin typeface="Times New Roman" panose="02020603050405020304" pitchFamily="18" charset="0"/>
              </a:rPr>
              <a:t> + </a:t>
            </a:r>
            <a:r>
              <a:rPr lang="en-US" altLang="zh-CN" sz="2800" b="1">
                <a:latin typeface="Times New Roman" panose="02020603050405020304" pitchFamily="18" charset="0"/>
              </a:rPr>
              <a:t>id</a:t>
            </a:r>
            <a:r>
              <a:rPr lang="zh-CN" altLang="en-US" sz="2800"/>
              <a:t>的动作</a:t>
            </a:r>
          </a:p>
        </p:txBody>
      </p:sp>
      <p:graphicFrame>
        <p:nvGraphicFramePr>
          <p:cNvPr id="5" name="Group 4">
            <a:extLst>
              <a:ext uri="{FF2B5EF4-FFF2-40B4-BE49-F238E27FC236}">
                <a16:creationId xmlns:a16="http://schemas.microsoft.com/office/drawing/2014/main" id="{F0D86A82-9FCB-43ED-849B-AFEC9F967365}"/>
              </a:ext>
            </a:extLst>
          </p:cNvPr>
          <p:cNvGraphicFramePr>
            <a:graphicFrameLocks/>
          </p:cNvGraphicFramePr>
          <p:nvPr/>
        </p:nvGraphicFramePr>
        <p:xfrm>
          <a:off x="609600" y="1981200"/>
          <a:ext cx="8305800" cy="4667252"/>
        </p:xfrm>
        <a:graphic>
          <a:graphicData uri="http://schemas.openxmlformats.org/drawingml/2006/table">
            <a:tbl>
              <a:tblPr/>
              <a:tblGrid>
                <a:gridCol w="2690813">
                  <a:extLst>
                    <a:ext uri="{9D8B030D-6E8A-4147-A177-3AD203B41FA5}">
                      <a16:colId xmlns:a16="http://schemas.microsoft.com/office/drawing/2014/main" val="20000"/>
                    </a:ext>
                  </a:extLst>
                </a:gridCol>
                <a:gridCol w="2808287">
                  <a:extLst>
                    <a:ext uri="{9D8B030D-6E8A-4147-A177-3AD203B41FA5}">
                      <a16:colId xmlns:a16="http://schemas.microsoft.com/office/drawing/2014/main" val="20001"/>
                    </a:ext>
                  </a:extLst>
                </a:gridCol>
                <a:gridCol w="2806700">
                  <a:extLst>
                    <a:ext uri="{9D8B030D-6E8A-4147-A177-3AD203B41FA5}">
                      <a16:colId xmlns:a16="http://schemas.microsoft.com/office/drawing/2014/main" val="20002"/>
                    </a:ext>
                  </a:extLst>
                </a:gridCol>
              </a:tblGrid>
              <a:tr h="518160">
                <a:tc>
                  <a:txBody>
                    <a:body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itchFamily="2" charset="2"/>
                        <a:buNone/>
                        <a:tabLst/>
                      </a:pPr>
                      <a:r>
                        <a:rPr kumimoji="0" lang="zh-CN" altLang="en-US" sz="2800" b="0" i="0" u="none" strike="noStrike" cap="none" normalizeH="0" baseline="0">
                          <a:ln>
                            <a:noFill/>
                          </a:ln>
                          <a:solidFill>
                            <a:schemeClr val="tx1"/>
                          </a:solidFill>
                          <a:effectLst/>
                          <a:latin typeface="Times New Roman" pitchFamily="18" charset="0"/>
                          <a:ea typeface="黑体" pitchFamily="2" charset="-122"/>
                        </a:rPr>
                        <a:t>栈 </a:t>
                      </a:r>
                    </a:p>
                  </a:txBody>
                  <a:tcPr horzOverflow="overflow">
                    <a:lnL w="28575"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28575"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a:txBody>
                    <a:body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itchFamily="2" charset="2"/>
                        <a:buNone/>
                        <a:tabLst/>
                      </a:pPr>
                      <a:r>
                        <a:rPr kumimoji="0" lang="zh-CN" altLang="en-US" sz="2800" b="0" i="0" u="none" strike="noStrike" cap="none" normalizeH="0" baseline="0">
                          <a:ln>
                            <a:noFill/>
                          </a:ln>
                          <a:solidFill>
                            <a:schemeClr val="tx1"/>
                          </a:solidFill>
                          <a:effectLst/>
                          <a:latin typeface="Times New Roman" pitchFamily="18" charset="0"/>
                          <a:ea typeface="黑体" pitchFamily="2" charset="-122"/>
                        </a:rPr>
                        <a:t>输    入 </a:t>
                      </a:r>
                    </a:p>
                  </a:txBody>
                  <a:tcPr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28575"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a:txBody>
                    <a:body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itchFamily="2" charset="2"/>
                        <a:buNone/>
                        <a:tabLst/>
                      </a:pPr>
                      <a:r>
                        <a:rPr kumimoji="0" lang="zh-CN" altLang="en-US" sz="2800" b="0" i="0" u="none" strike="noStrike" cap="none" normalizeH="0" baseline="0">
                          <a:ln>
                            <a:noFill/>
                          </a:ln>
                          <a:solidFill>
                            <a:schemeClr val="tx1"/>
                          </a:solidFill>
                          <a:effectLst/>
                          <a:latin typeface="Times New Roman" pitchFamily="18" charset="0"/>
                          <a:ea typeface="黑体" pitchFamily="2" charset="-122"/>
                        </a:rPr>
                        <a:t>输    出 </a:t>
                      </a:r>
                    </a:p>
                  </a:txBody>
                  <a:tcPr horzOverflow="overflow">
                    <a:lnL w="12700" cap="flat" cmpd="sng" algn="ctr">
                      <a:solidFill>
                        <a:schemeClr val="tx1"/>
                      </a:solidFill>
                      <a:prstDash val="solid"/>
                      <a:round/>
                      <a:headEnd type="none" w="sm" len="sm"/>
                      <a:tailEnd type="none" w="sm" len="sm"/>
                    </a:lnL>
                    <a:lnR w="28575" cap="flat" cmpd="sng" algn="ctr">
                      <a:solidFill>
                        <a:schemeClr val="tx1"/>
                      </a:solidFill>
                      <a:prstDash val="solid"/>
                      <a:round/>
                      <a:headEnd type="none" w="sm" len="sm"/>
                      <a:tailEnd type="none" w="sm" len="sm"/>
                    </a:lnR>
                    <a:lnT w="28575"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extLst>
                  <a:ext uri="{0D108BD9-81ED-4DB2-BD59-A6C34878D82A}">
                    <a16:rowId xmlns:a16="http://schemas.microsoft.com/office/drawing/2014/main" val="10000"/>
                  </a:ext>
                </a:extLst>
              </a:tr>
              <a:tr h="519113">
                <a:tc>
                  <a:txBody>
                    <a:bodyPr/>
                    <a:lstStyle/>
                    <a:p>
                      <a:pPr marL="0" marR="0" lvl="0" indent="0" algn="l" defTabSz="914400" rtl="0" eaLnBrk="1" fontAlgn="base" latinLnBrk="0" hangingPunct="1">
                        <a:lnSpc>
                          <a:spcPct val="100000"/>
                        </a:lnSpc>
                        <a:spcBef>
                          <a:spcPct val="20000"/>
                        </a:spcBef>
                        <a:spcAft>
                          <a:spcPct val="0"/>
                        </a:spcAft>
                        <a:buClr>
                          <a:schemeClr val="folHlink"/>
                        </a:buClr>
                        <a:buSzPct val="60000"/>
                        <a:buFont typeface="Wingdings" pitchFamily="2" charset="2"/>
                        <a:buNone/>
                        <a:tabLst/>
                      </a:pPr>
                      <a:r>
                        <a:rPr kumimoji="0" lang="en-US" altLang="zh-CN" sz="2800" b="1" i="0" u="none" strike="noStrike" cap="none" normalizeH="0" baseline="0">
                          <a:ln>
                            <a:noFill/>
                          </a:ln>
                          <a:solidFill>
                            <a:schemeClr val="tx1"/>
                          </a:solidFill>
                          <a:effectLst/>
                          <a:latin typeface="Times New Roman" pitchFamily="18" charset="0"/>
                          <a:ea typeface="黑体" pitchFamily="2" charset="-122"/>
                        </a:rPr>
                        <a:t>$</a:t>
                      </a:r>
                      <a:r>
                        <a:rPr kumimoji="0" lang="en-US" altLang="zh-CN" sz="2800" b="1" i="1" u="none" strike="noStrike" cap="none" normalizeH="0" baseline="0">
                          <a:ln>
                            <a:noFill/>
                          </a:ln>
                          <a:solidFill>
                            <a:schemeClr val="tx1"/>
                          </a:solidFill>
                          <a:effectLst/>
                          <a:latin typeface="Times New Roman" pitchFamily="18" charset="0"/>
                          <a:ea typeface="黑体" pitchFamily="2" charset="-122"/>
                        </a:rPr>
                        <a:t>E</a:t>
                      </a:r>
                      <a:r>
                        <a:rPr kumimoji="0" lang="en-US" altLang="zh-CN" sz="2800" b="0" i="0" u="none" strike="noStrike" cap="none" normalizeH="0" baseline="0">
                          <a:ln>
                            <a:noFill/>
                          </a:ln>
                          <a:solidFill>
                            <a:schemeClr val="tx1"/>
                          </a:solidFill>
                          <a:effectLst/>
                          <a:latin typeface="Times New Roman" pitchFamily="18" charset="0"/>
                          <a:ea typeface="黑体" pitchFamily="2" charset="-122"/>
                        </a:rPr>
                        <a:t> </a:t>
                      </a:r>
                    </a:p>
                  </a:txBody>
                  <a:tcPr horzOverflow="overflow">
                    <a:lnL w="28575"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
                          <a:schemeClr val="folHlink"/>
                        </a:buClr>
                        <a:buSzPct val="60000"/>
                        <a:buFont typeface="Wingdings" pitchFamily="2" charset="2"/>
                        <a:buNone/>
                        <a:tabLst/>
                      </a:pPr>
                      <a:r>
                        <a:rPr kumimoji="0" lang="en-US" altLang="zh-CN" sz="2800" b="1" i="0" u="none" strike="noStrike" cap="none" normalizeH="0" baseline="0">
                          <a:ln>
                            <a:noFill/>
                          </a:ln>
                          <a:solidFill>
                            <a:schemeClr val="tx1"/>
                          </a:solidFill>
                          <a:effectLst/>
                          <a:latin typeface="Times New Roman" pitchFamily="18" charset="0"/>
                          <a:ea typeface="黑体" pitchFamily="2" charset="-122"/>
                        </a:rPr>
                        <a:t>id </a:t>
                      </a:r>
                      <a:r>
                        <a:rPr kumimoji="0" lang="en-US" altLang="zh-CN" sz="2800" b="1" i="0" u="none" strike="noStrike" cap="none" normalizeH="0" baseline="0">
                          <a:ln>
                            <a:noFill/>
                          </a:ln>
                          <a:solidFill>
                            <a:schemeClr val="tx1"/>
                          </a:solidFill>
                          <a:effectLst/>
                          <a:latin typeface="Times New Roman" pitchFamily="18" charset="0"/>
                          <a:ea typeface="黑体" pitchFamily="2" charset="-122"/>
                          <a:cs typeface="Times New Roman" pitchFamily="18" charset="0"/>
                          <a:sym typeface="Symbol" pitchFamily="18" charset="2"/>
                        </a:rPr>
                        <a:t></a:t>
                      </a:r>
                      <a:r>
                        <a:rPr kumimoji="0" lang="en-US" altLang="zh-CN" sz="2800" b="1" i="0" u="none" strike="noStrike" cap="none" normalizeH="0" baseline="0">
                          <a:ln>
                            <a:noFill/>
                          </a:ln>
                          <a:solidFill>
                            <a:schemeClr val="tx1"/>
                          </a:solidFill>
                          <a:effectLst/>
                          <a:latin typeface="Times New Roman" pitchFamily="18" charset="0"/>
                          <a:ea typeface="黑体" pitchFamily="2" charset="-122"/>
                        </a:rPr>
                        <a:t> id + id$</a:t>
                      </a:r>
                      <a:r>
                        <a:rPr kumimoji="0" lang="en-US" altLang="zh-CN" sz="2800" b="0" i="0" u="none" strike="noStrike" cap="none" normalizeH="0" baseline="0">
                          <a:ln>
                            <a:noFill/>
                          </a:ln>
                          <a:solidFill>
                            <a:schemeClr val="tx1"/>
                          </a:solidFill>
                          <a:effectLst/>
                          <a:latin typeface="Times New Roman" pitchFamily="18" charset="0"/>
                          <a:ea typeface="黑体" pitchFamily="2" charset="-122"/>
                        </a:rPr>
                        <a:t> </a:t>
                      </a:r>
                    </a:p>
                  </a:txBody>
                  <a:tcPr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
                          <a:schemeClr val="folHlink"/>
                        </a:buClr>
                        <a:buSzPct val="60000"/>
                        <a:buFont typeface="Wingdings" pitchFamily="2" charset="2"/>
                        <a:buNone/>
                        <a:tabLst/>
                      </a:pPr>
                      <a:endParaRPr kumimoji="0" lang="zh-CN" altLang="zh-CN" sz="2800" b="0" i="0" u="none" strike="noStrike" cap="none" normalizeH="0" baseline="0">
                        <a:ln>
                          <a:noFill/>
                        </a:ln>
                        <a:solidFill>
                          <a:schemeClr val="tx1"/>
                        </a:solidFill>
                        <a:effectLst/>
                        <a:latin typeface="Times New Roman" pitchFamily="18" charset="0"/>
                        <a:ea typeface="黑体" pitchFamily="2" charset="-122"/>
                      </a:endParaRPr>
                    </a:p>
                  </a:txBody>
                  <a:tcPr horzOverflow="overflow">
                    <a:lnL w="12700" cap="flat" cmpd="sng" algn="ctr">
                      <a:solidFill>
                        <a:schemeClr val="tx1"/>
                      </a:solidFill>
                      <a:prstDash val="solid"/>
                      <a:round/>
                      <a:headEnd type="none" w="sm" len="sm"/>
                      <a:tailEnd type="none" w="sm" len="sm"/>
                    </a:lnL>
                    <a:lnR w="28575"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extLst>
                  <a:ext uri="{0D108BD9-81ED-4DB2-BD59-A6C34878D82A}">
                    <a16:rowId xmlns:a16="http://schemas.microsoft.com/office/drawing/2014/main" val="10001"/>
                  </a:ext>
                </a:extLst>
              </a:tr>
              <a:tr h="518160">
                <a:tc>
                  <a:txBody>
                    <a:bodyPr/>
                    <a:lstStyle/>
                    <a:p>
                      <a:pPr marL="0" marR="0" lvl="0" indent="0" algn="l" defTabSz="914400" rtl="0" eaLnBrk="1" fontAlgn="base" latinLnBrk="0" hangingPunct="1">
                        <a:lnSpc>
                          <a:spcPct val="100000"/>
                        </a:lnSpc>
                        <a:spcBef>
                          <a:spcPct val="20000"/>
                        </a:spcBef>
                        <a:spcAft>
                          <a:spcPct val="0"/>
                        </a:spcAft>
                        <a:buClr>
                          <a:schemeClr val="folHlink"/>
                        </a:buClr>
                        <a:buSzPct val="60000"/>
                        <a:buFont typeface="Wingdings" pitchFamily="2" charset="2"/>
                        <a:buNone/>
                        <a:tabLst/>
                      </a:pPr>
                      <a:r>
                        <a:rPr kumimoji="0" lang="en-US" altLang="zh-CN" sz="2800" b="1" i="0" u="none" strike="noStrike" cap="none" normalizeH="0" baseline="0">
                          <a:ln>
                            <a:noFill/>
                          </a:ln>
                          <a:solidFill>
                            <a:schemeClr val="tx1"/>
                          </a:solidFill>
                          <a:effectLst/>
                          <a:latin typeface="Times New Roman" pitchFamily="18" charset="0"/>
                          <a:ea typeface="黑体" pitchFamily="2" charset="-122"/>
                        </a:rPr>
                        <a:t>$</a:t>
                      </a:r>
                      <a:r>
                        <a:rPr kumimoji="0" lang="en-US" altLang="zh-CN" sz="2800" b="1" i="1" u="none" strike="noStrike" cap="none" normalizeH="0" baseline="0">
                          <a:ln>
                            <a:noFill/>
                          </a:ln>
                          <a:solidFill>
                            <a:schemeClr val="tx1"/>
                          </a:solidFill>
                          <a:effectLst/>
                          <a:latin typeface="Times New Roman" pitchFamily="18" charset="0"/>
                          <a:ea typeface="黑体" pitchFamily="2" charset="-122"/>
                        </a:rPr>
                        <a:t>E </a:t>
                      </a:r>
                      <a:r>
                        <a:rPr kumimoji="0" lang="en-US" altLang="zh-CN" sz="2800" b="1" i="0" u="none" strike="noStrike" cap="none" normalizeH="0" baseline="0">
                          <a:ln>
                            <a:noFill/>
                          </a:ln>
                          <a:solidFill>
                            <a:schemeClr val="tx1"/>
                          </a:solidFill>
                          <a:effectLst/>
                          <a:latin typeface="Times New Roman" pitchFamily="18" charset="0"/>
                          <a:ea typeface="黑体" pitchFamily="2" charset="-122"/>
                          <a:sym typeface="Symbol" pitchFamily="18" charset="2"/>
                        </a:rPr>
                        <a:t></a:t>
                      </a:r>
                      <a:r>
                        <a:rPr kumimoji="0" lang="en-US" altLang="zh-CN" sz="2800" b="1" i="1" u="none" strike="noStrike" cap="none" normalizeH="0" baseline="0">
                          <a:ln>
                            <a:noFill/>
                          </a:ln>
                          <a:solidFill>
                            <a:schemeClr val="tx1"/>
                          </a:solidFill>
                          <a:effectLst/>
                          <a:latin typeface="Times New Roman" pitchFamily="18" charset="0"/>
                          <a:ea typeface="黑体" pitchFamily="2" charset="-122"/>
                        </a:rPr>
                        <a:t>T</a:t>
                      </a:r>
                      <a:r>
                        <a:rPr kumimoji="0" lang="en-US" altLang="zh-CN" sz="2800" b="0" i="0" u="none" strike="noStrike" cap="none" normalizeH="0" baseline="0">
                          <a:ln>
                            <a:noFill/>
                          </a:ln>
                          <a:solidFill>
                            <a:schemeClr val="tx1"/>
                          </a:solidFill>
                          <a:effectLst/>
                          <a:latin typeface="Times New Roman" pitchFamily="18" charset="0"/>
                          <a:ea typeface="黑体" pitchFamily="2" charset="-122"/>
                        </a:rPr>
                        <a:t> </a:t>
                      </a:r>
                    </a:p>
                  </a:txBody>
                  <a:tcPr horzOverflow="overflow">
                    <a:lnL w="28575"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
                          <a:schemeClr val="folHlink"/>
                        </a:buClr>
                        <a:buSzPct val="60000"/>
                        <a:buFont typeface="Wingdings" pitchFamily="2" charset="2"/>
                        <a:buNone/>
                        <a:tabLst/>
                      </a:pPr>
                      <a:r>
                        <a:rPr kumimoji="0" lang="en-US" altLang="zh-CN" sz="2800" b="1" i="0" u="none" strike="noStrike" cap="none" normalizeH="0" baseline="0">
                          <a:ln>
                            <a:noFill/>
                          </a:ln>
                          <a:solidFill>
                            <a:schemeClr val="tx1"/>
                          </a:solidFill>
                          <a:effectLst/>
                          <a:latin typeface="Times New Roman" pitchFamily="18" charset="0"/>
                          <a:ea typeface="黑体" pitchFamily="2" charset="-122"/>
                        </a:rPr>
                        <a:t>id </a:t>
                      </a:r>
                      <a:r>
                        <a:rPr kumimoji="0" lang="en-US" altLang="zh-CN" sz="2800" b="1" i="0" u="none" strike="noStrike" cap="none" normalizeH="0" baseline="0">
                          <a:ln>
                            <a:noFill/>
                          </a:ln>
                          <a:solidFill>
                            <a:schemeClr val="tx1"/>
                          </a:solidFill>
                          <a:effectLst/>
                          <a:latin typeface="Times New Roman" pitchFamily="18" charset="0"/>
                          <a:ea typeface="黑体" pitchFamily="2" charset="-122"/>
                          <a:cs typeface="Times New Roman" pitchFamily="18" charset="0"/>
                          <a:sym typeface="Symbol" pitchFamily="18" charset="2"/>
                        </a:rPr>
                        <a:t></a:t>
                      </a:r>
                      <a:r>
                        <a:rPr kumimoji="0" lang="en-US" altLang="zh-CN" sz="2800" b="1" i="0" u="none" strike="noStrike" cap="none" normalizeH="0" baseline="0">
                          <a:ln>
                            <a:noFill/>
                          </a:ln>
                          <a:solidFill>
                            <a:schemeClr val="tx1"/>
                          </a:solidFill>
                          <a:effectLst/>
                          <a:latin typeface="Times New Roman" pitchFamily="18" charset="0"/>
                          <a:ea typeface="黑体" pitchFamily="2" charset="-122"/>
                        </a:rPr>
                        <a:t> id + id$</a:t>
                      </a:r>
                      <a:r>
                        <a:rPr kumimoji="0" lang="en-US" altLang="zh-CN" sz="2800" b="0" i="0" u="none" strike="noStrike" cap="none" normalizeH="0" baseline="0">
                          <a:ln>
                            <a:noFill/>
                          </a:ln>
                          <a:solidFill>
                            <a:schemeClr val="tx1"/>
                          </a:solidFill>
                          <a:effectLst/>
                          <a:latin typeface="Times New Roman" pitchFamily="18" charset="0"/>
                          <a:ea typeface="黑体" pitchFamily="2" charset="-122"/>
                        </a:rPr>
                        <a:t> </a:t>
                      </a:r>
                    </a:p>
                  </a:txBody>
                  <a:tcPr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
                          <a:schemeClr val="folHlink"/>
                        </a:buClr>
                        <a:buSzPct val="60000"/>
                        <a:buFont typeface="Wingdings" pitchFamily="2" charset="2"/>
                        <a:buNone/>
                        <a:tabLst/>
                      </a:pPr>
                      <a:r>
                        <a:rPr kumimoji="0" lang="en-US" altLang="zh-CN" sz="2800" b="1" i="1" u="none" strike="noStrike" cap="none" normalizeH="0" baseline="0">
                          <a:ln>
                            <a:noFill/>
                          </a:ln>
                          <a:solidFill>
                            <a:schemeClr val="tx1"/>
                          </a:solidFill>
                          <a:effectLst/>
                          <a:latin typeface="Times New Roman" pitchFamily="18" charset="0"/>
                          <a:ea typeface="黑体" pitchFamily="2" charset="-122"/>
                        </a:rPr>
                        <a:t>E</a:t>
                      </a:r>
                      <a:r>
                        <a:rPr kumimoji="0" lang="en-US" altLang="zh-CN" sz="2800" b="1" i="0" u="none" strike="noStrike" cap="none" normalizeH="0" baseline="0">
                          <a:ln>
                            <a:noFill/>
                          </a:ln>
                          <a:solidFill>
                            <a:schemeClr val="tx1"/>
                          </a:solidFill>
                          <a:effectLst/>
                          <a:latin typeface="Times New Roman" pitchFamily="18" charset="0"/>
                          <a:ea typeface="黑体" pitchFamily="2" charset="-122"/>
                        </a:rPr>
                        <a:t> </a:t>
                      </a:r>
                      <a:r>
                        <a:rPr kumimoji="0" lang="en-US" altLang="zh-CN" sz="2800" b="1" i="0" u="none" strike="noStrike" cap="none" normalizeH="0" baseline="0">
                          <a:ln>
                            <a:noFill/>
                          </a:ln>
                          <a:solidFill>
                            <a:schemeClr val="tx1"/>
                          </a:solidFill>
                          <a:effectLst/>
                          <a:latin typeface="Times New Roman" pitchFamily="18" charset="0"/>
                          <a:ea typeface="黑体" pitchFamily="2" charset="-122"/>
                          <a:sym typeface="Symbol" pitchFamily="18" charset="2"/>
                        </a:rPr>
                        <a:t></a:t>
                      </a:r>
                      <a:r>
                        <a:rPr kumimoji="0" lang="en-US" altLang="zh-CN" sz="2800" b="1" i="0" u="none" strike="noStrike" cap="none" normalizeH="0" baseline="0">
                          <a:ln>
                            <a:noFill/>
                          </a:ln>
                          <a:solidFill>
                            <a:schemeClr val="tx1"/>
                          </a:solidFill>
                          <a:effectLst/>
                          <a:latin typeface="Times New Roman" pitchFamily="18" charset="0"/>
                          <a:ea typeface="黑体" pitchFamily="2" charset="-122"/>
                        </a:rPr>
                        <a:t> </a:t>
                      </a:r>
                      <a:r>
                        <a:rPr kumimoji="0" lang="en-US" altLang="zh-CN" sz="2800" b="1" i="1" u="none" strike="noStrike" cap="none" normalizeH="0" baseline="0">
                          <a:ln>
                            <a:noFill/>
                          </a:ln>
                          <a:solidFill>
                            <a:schemeClr val="tx1"/>
                          </a:solidFill>
                          <a:effectLst/>
                          <a:latin typeface="Times New Roman" pitchFamily="18" charset="0"/>
                          <a:ea typeface="黑体" pitchFamily="2" charset="-122"/>
                        </a:rPr>
                        <a:t>TE </a:t>
                      </a:r>
                      <a:r>
                        <a:rPr kumimoji="0" lang="en-US" altLang="zh-CN" sz="2800" b="1" i="0" u="none" strike="noStrike" cap="none" normalizeH="0" baseline="0">
                          <a:ln>
                            <a:noFill/>
                          </a:ln>
                          <a:solidFill>
                            <a:schemeClr val="tx1"/>
                          </a:solidFill>
                          <a:effectLst/>
                          <a:latin typeface="Times New Roman" pitchFamily="18" charset="0"/>
                          <a:ea typeface="黑体" pitchFamily="2" charset="-122"/>
                          <a:sym typeface="Symbol" pitchFamily="18" charset="2"/>
                        </a:rPr>
                        <a:t></a:t>
                      </a:r>
                      <a:r>
                        <a:rPr kumimoji="0" lang="en-US" altLang="zh-CN" sz="2800" b="0" i="0" u="none" strike="noStrike" cap="none" normalizeH="0" baseline="0">
                          <a:ln>
                            <a:noFill/>
                          </a:ln>
                          <a:solidFill>
                            <a:schemeClr val="tx1"/>
                          </a:solidFill>
                          <a:effectLst/>
                          <a:latin typeface="Times New Roman" pitchFamily="18" charset="0"/>
                          <a:ea typeface="黑体" pitchFamily="2" charset="-122"/>
                        </a:rPr>
                        <a:t> </a:t>
                      </a:r>
                    </a:p>
                  </a:txBody>
                  <a:tcPr horzOverflow="overflow">
                    <a:lnL w="12700" cap="flat" cmpd="sng" algn="ctr">
                      <a:solidFill>
                        <a:schemeClr val="tx1"/>
                      </a:solidFill>
                      <a:prstDash val="solid"/>
                      <a:round/>
                      <a:headEnd type="none" w="sm" len="sm"/>
                      <a:tailEnd type="none" w="sm" len="sm"/>
                    </a:lnL>
                    <a:lnR w="28575"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extLst>
                  <a:ext uri="{0D108BD9-81ED-4DB2-BD59-A6C34878D82A}">
                    <a16:rowId xmlns:a16="http://schemas.microsoft.com/office/drawing/2014/main" val="10002"/>
                  </a:ext>
                </a:extLst>
              </a:tr>
              <a:tr h="519113">
                <a:tc>
                  <a:txBody>
                    <a:bodyPr/>
                    <a:lstStyle/>
                    <a:p>
                      <a:pPr marL="0" marR="0" lvl="0" indent="0" algn="l" defTabSz="914400" rtl="0" eaLnBrk="1" fontAlgn="base" latinLnBrk="0" hangingPunct="1">
                        <a:lnSpc>
                          <a:spcPct val="100000"/>
                        </a:lnSpc>
                        <a:spcBef>
                          <a:spcPct val="20000"/>
                        </a:spcBef>
                        <a:spcAft>
                          <a:spcPct val="0"/>
                        </a:spcAft>
                        <a:buClr>
                          <a:schemeClr val="folHlink"/>
                        </a:buClr>
                        <a:buSzPct val="60000"/>
                        <a:buFont typeface="Wingdings" pitchFamily="2" charset="2"/>
                        <a:buNone/>
                        <a:tabLst/>
                      </a:pPr>
                      <a:r>
                        <a:rPr kumimoji="0" lang="en-US" altLang="zh-CN" sz="2800" b="1" i="0" u="none" strike="noStrike" cap="none" normalizeH="0" baseline="0">
                          <a:ln>
                            <a:noFill/>
                          </a:ln>
                          <a:solidFill>
                            <a:schemeClr val="tx1"/>
                          </a:solidFill>
                          <a:effectLst/>
                          <a:latin typeface="Times New Roman" pitchFamily="18" charset="0"/>
                          <a:ea typeface="黑体" pitchFamily="2" charset="-122"/>
                        </a:rPr>
                        <a:t>$</a:t>
                      </a:r>
                      <a:r>
                        <a:rPr kumimoji="0" lang="en-US" altLang="zh-CN" sz="2800" b="1" i="1" u="none" strike="noStrike" cap="none" normalizeH="0" baseline="0">
                          <a:ln>
                            <a:noFill/>
                          </a:ln>
                          <a:solidFill>
                            <a:schemeClr val="tx1"/>
                          </a:solidFill>
                          <a:effectLst/>
                          <a:latin typeface="Times New Roman" pitchFamily="18" charset="0"/>
                          <a:ea typeface="黑体" pitchFamily="2" charset="-122"/>
                        </a:rPr>
                        <a:t>E </a:t>
                      </a:r>
                      <a:r>
                        <a:rPr kumimoji="0" lang="en-US" altLang="zh-CN" sz="2800" b="1" i="0" u="none" strike="noStrike" cap="none" normalizeH="0" baseline="0">
                          <a:ln>
                            <a:noFill/>
                          </a:ln>
                          <a:solidFill>
                            <a:schemeClr val="tx1"/>
                          </a:solidFill>
                          <a:effectLst/>
                          <a:latin typeface="Times New Roman" pitchFamily="18" charset="0"/>
                          <a:ea typeface="黑体" pitchFamily="2" charset="-122"/>
                          <a:sym typeface="Symbol" pitchFamily="18" charset="2"/>
                        </a:rPr>
                        <a:t></a:t>
                      </a:r>
                      <a:r>
                        <a:rPr kumimoji="0" lang="en-US" altLang="zh-CN" sz="2800" b="1" i="1" u="none" strike="noStrike" cap="none" normalizeH="0" baseline="0">
                          <a:ln>
                            <a:noFill/>
                          </a:ln>
                          <a:solidFill>
                            <a:schemeClr val="tx1"/>
                          </a:solidFill>
                          <a:effectLst/>
                          <a:latin typeface="Times New Roman" pitchFamily="18" charset="0"/>
                          <a:ea typeface="黑体" pitchFamily="2" charset="-122"/>
                        </a:rPr>
                        <a:t>T </a:t>
                      </a:r>
                      <a:r>
                        <a:rPr kumimoji="0" lang="en-US" altLang="zh-CN" sz="2800" b="1" i="0" u="none" strike="noStrike" cap="none" normalizeH="0" baseline="0">
                          <a:ln>
                            <a:noFill/>
                          </a:ln>
                          <a:solidFill>
                            <a:schemeClr val="tx1"/>
                          </a:solidFill>
                          <a:effectLst/>
                          <a:latin typeface="Times New Roman" pitchFamily="18" charset="0"/>
                          <a:ea typeface="黑体" pitchFamily="2" charset="-122"/>
                          <a:sym typeface="Symbol" pitchFamily="18" charset="2"/>
                        </a:rPr>
                        <a:t></a:t>
                      </a:r>
                      <a:r>
                        <a:rPr kumimoji="0" lang="en-US" altLang="zh-CN" sz="2800" b="1" i="1" u="none" strike="noStrike" cap="none" normalizeH="0" baseline="0">
                          <a:ln>
                            <a:noFill/>
                          </a:ln>
                          <a:solidFill>
                            <a:schemeClr val="tx1"/>
                          </a:solidFill>
                          <a:effectLst/>
                          <a:latin typeface="Times New Roman" pitchFamily="18" charset="0"/>
                          <a:ea typeface="黑体" pitchFamily="2" charset="-122"/>
                        </a:rPr>
                        <a:t>F</a:t>
                      </a:r>
                      <a:r>
                        <a:rPr kumimoji="0" lang="en-US" altLang="zh-CN" sz="2800" b="0" i="0" u="none" strike="noStrike" cap="none" normalizeH="0" baseline="0">
                          <a:ln>
                            <a:noFill/>
                          </a:ln>
                          <a:solidFill>
                            <a:schemeClr val="tx1"/>
                          </a:solidFill>
                          <a:effectLst/>
                          <a:latin typeface="Times New Roman" pitchFamily="18" charset="0"/>
                          <a:ea typeface="黑体" pitchFamily="2" charset="-122"/>
                        </a:rPr>
                        <a:t> </a:t>
                      </a:r>
                    </a:p>
                  </a:txBody>
                  <a:tcPr horzOverflow="overflow">
                    <a:lnL w="28575"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
                          <a:schemeClr val="folHlink"/>
                        </a:buClr>
                        <a:buSzPct val="60000"/>
                        <a:buFont typeface="Wingdings" pitchFamily="2" charset="2"/>
                        <a:buNone/>
                        <a:tabLst/>
                      </a:pPr>
                      <a:r>
                        <a:rPr kumimoji="0" lang="en-US" altLang="zh-CN" sz="2800" b="1" i="0" u="none" strike="noStrike" cap="none" normalizeH="0" baseline="0">
                          <a:ln>
                            <a:noFill/>
                          </a:ln>
                          <a:solidFill>
                            <a:schemeClr val="tx1"/>
                          </a:solidFill>
                          <a:effectLst/>
                          <a:latin typeface="Times New Roman" pitchFamily="18" charset="0"/>
                          <a:ea typeface="黑体" pitchFamily="2" charset="-122"/>
                        </a:rPr>
                        <a:t>id </a:t>
                      </a:r>
                      <a:r>
                        <a:rPr kumimoji="0" lang="en-US" altLang="zh-CN" sz="2800" b="1" i="0" u="none" strike="noStrike" cap="none" normalizeH="0" baseline="0">
                          <a:ln>
                            <a:noFill/>
                          </a:ln>
                          <a:solidFill>
                            <a:schemeClr val="tx1"/>
                          </a:solidFill>
                          <a:effectLst/>
                          <a:latin typeface="Times New Roman" pitchFamily="18" charset="0"/>
                          <a:ea typeface="黑体" pitchFamily="2" charset="-122"/>
                          <a:cs typeface="Times New Roman" pitchFamily="18" charset="0"/>
                          <a:sym typeface="Symbol" pitchFamily="18" charset="2"/>
                        </a:rPr>
                        <a:t></a:t>
                      </a:r>
                      <a:r>
                        <a:rPr kumimoji="0" lang="en-US" altLang="zh-CN" sz="2800" b="1" i="0" u="none" strike="noStrike" cap="none" normalizeH="0" baseline="0">
                          <a:ln>
                            <a:noFill/>
                          </a:ln>
                          <a:solidFill>
                            <a:schemeClr val="tx1"/>
                          </a:solidFill>
                          <a:effectLst/>
                          <a:latin typeface="Times New Roman" pitchFamily="18" charset="0"/>
                          <a:ea typeface="黑体" pitchFamily="2" charset="-122"/>
                        </a:rPr>
                        <a:t> id + id$</a:t>
                      </a:r>
                      <a:r>
                        <a:rPr kumimoji="0" lang="en-US" altLang="zh-CN" sz="2800" b="0" i="0" u="none" strike="noStrike" cap="none" normalizeH="0" baseline="0">
                          <a:ln>
                            <a:noFill/>
                          </a:ln>
                          <a:solidFill>
                            <a:schemeClr val="tx1"/>
                          </a:solidFill>
                          <a:effectLst/>
                          <a:latin typeface="Times New Roman" pitchFamily="18" charset="0"/>
                          <a:ea typeface="黑体" pitchFamily="2" charset="-122"/>
                        </a:rPr>
                        <a:t> </a:t>
                      </a:r>
                    </a:p>
                  </a:txBody>
                  <a:tcPr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
                          <a:schemeClr val="folHlink"/>
                        </a:buClr>
                        <a:buSzPct val="60000"/>
                        <a:buFont typeface="Wingdings" pitchFamily="2" charset="2"/>
                        <a:buNone/>
                        <a:tabLst/>
                      </a:pPr>
                      <a:r>
                        <a:rPr kumimoji="0" lang="en-US" altLang="zh-CN" sz="2800" b="1" i="1" u="none" strike="noStrike" cap="none" normalizeH="0" baseline="0">
                          <a:ln>
                            <a:noFill/>
                          </a:ln>
                          <a:solidFill>
                            <a:schemeClr val="tx1"/>
                          </a:solidFill>
                          <a:effectLst/>
                          <a:latin typeface="Times New Roman" pitchFamily="18" charset="0"/>
                          <a:ea typeface="黑体" pitchFamily="2" charset="-122"/>
                        </a:rPr>
                        <a:t>T</a:t>
                      </a:r>
                      <a:r>
                        <a:rPr kumimoji="0" lang="en-US" altLang="zh-CN" sz="2800" b="1" i="0" u="none" strike="noStrike" cap="none" normalizeH="0" baseline="0">
                          <a:ln>
                            <a:noFill/>
                          </a:ln>
                          <a:solidFill>
                            <a:schemeClr val="tx1"/>
                          </a:solidFill>
                          <a:effectLst/>
                          <a:latin typeface="Times New Roman" pitchFamily="18" charset="0"/>
                          <a:ea typeface="黑体" pitchFamily="2" charset="-122"/>
                        </a:rPr>
                        <a:t> </a:t>
                      </a:r>
                      <a:r>
                        <a:rPr kumimoji="0" lang="en-US" altLang="zh-CN" sz="2800" b="1" i="0" u="none" strike="noStrike" cap="none" normalizeH="0" baseline="0">
                          <a:ln>
                            <a:noFill/>
                          </a:ln>
                          <a:solidFill>
                            <a:schemeClr val="tx1"/>
                          </a:solidFill>
                          <a:effectLst/>
                          <a:latin typeface="Times New Roman" pitchFamily="18" charset="0"/>
                          <a:ea typeface="黑体" pitchFamily="2" charset="-122"/>
                          <a:sym typeface="Symbol" pitchFamily="18" charset="2"/>
                        </a:rPr>
                        <a:t></a:t>
                      </a:r>
                      <a:r>
                        <a:rPr kumimoji="0" lang="en-US" altLang="zh-CN" sz="2800" b="1" i="0" u="none" strike="noStrike" cap="none" normalizeH="0" baseline="0">
                          <a:ln>
                            <a:noFill/>
                          </a:ln>
                          <a:solidFill>
                            <a:schemeClr val="tx1"/>
                          </a:solidFill>
                          <a:effectLst/>
                          <a:latin typeface="Times New Roman" pitchFamily="18" charset="0"/>
                          <a:ea typeface="黑体" pitchFamily="2" charset="-122"/>
                        </a:rPr>
                        <a:t> </a:t>
                      </a:r>
                      <a:r>
                        <a:rPr kumimoji="0" lang="en-US" altLang="zh-CN" sz="2800" b="1" i="1" u="none" strike="noStrike" cap="none" normalizeH="0" baseline="0">
                          <a:ln>
                            <a:noFill/>
                          </a:ln>
                          <a:solidFill>
                            <a:schemeClr val="tx1"/>
                          </a:solidFill>
                          <a:effectLst/>
                          <a:latin typeface="Times New Roman" pitchFamily="18" charset="0"/>
                          <a:ea typeface="黑体" pitchFamily="2" charset="-122"/>
                        </a:rPr>
                        <a:t>FT </a:t>
                      </a:r>
                      <a:r>
                        <a:rPr kumimoji="0" lang="en-US" altLang="zh-CN" sz="2800" b="1" i="0" u="none" strike="noStrike" cap="none" normalizeH="0" baseline="0">
                          <a:ln>
                            <a:noFill/>
                          </a:ln>
                          <a:solidFill>
                            <a:schemeClr val="tx1"/>
                          </a:solidFill>
                          <a:effectLst/>
                          <a:latin typeface="Times New Roman" pitchFamily="18" charset="0"/>
                          <a:ea typeface="黑体" pitchFamily="2" charset="-122"/>
                          <a:sym typeface="Symbol" pitchFamily="18" charset="2"/>
                        </a:rPr>
                        <a:t></a:t>
                      </a:r>
                      <a:r>
                        <a:rPr kumimoji="0" lang="en-US" altLang="zh-CN" sz="2800" b="0" i="0" u="none" strike="noStrike" cap="none" normalizeH="0" baseline="0">
                          <a:ln>
                            <a:noFill/>
                          </a:ln>
                          <a:solidFill>
                            <a:schemeClr val="tx1"/>
                          </a:solidFill>
                          <a:effectLst/>
                          <a:latin typeface="Times New Roman" pitchFamily="18" charset="0"/>
                          <a:ea typeface="黑体" pitchFamily="2" charset="-122"/>
                        </a:rPr>
                        <a:t> </a:t>
                      </a:r>
                    </a:p>
                  </a:txBody>
                  <a:tcPr horzOverflow="overflow">
                    <a:lnL w="12700" cap="flat" cmpd="sng" algn="ctr">
                      <a:solidFill>
                        <a:schemeClr val="tx1"/>
                      </a:solidFill>
                      <a:prstDash val="solid"/>
                      <a:round/>
                      <a:headEnd type="none" w="sm" len="sm"/>
                      <a:tailEnd type="none" w="sm" len="sm"/>
                    </a:lnL>
                    <a:lnR w="28575"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extLst>
                  <a:ext uri="{0D108BD9-81ED-4DB2-BD59-A6C34878D82A}">
                    <a16:rowId xmlns:a16="http://schemas.microsoft.com/office/drawing/2014/main" val="10003"/>
                  </a:ext>
                </a:extLst>
              </a:tr>
              <a:tr h="518160">
                <a:tc>
                  <a:txBody>
                    <a:bodyPr/>
                    <a:lstStyle/>
                    <a:p>
                      <a:pPr marL="0" marR="0" lvl="0" indent="0" algn="l" defTabSz="914400" rtl="0" eaLnBrk="1" fontAlgn="base" latinLnBrk="0" hangingPunct="1">
                        <a:lnSpc>
                          <a:spcPct val="100000"/>
                        </a:lnSpc>
                        <a:spcBef>
                          <a:spcPct val="20000"/>
                        </a:spcBef>
                        <a:spcAft>
                          <a:spcPct val="0"/>
                        </a:spcAft>
                        <a:buClr>
                          <a:schemeClr val="folHlink"/>
                        </a:buClr>
                        <a:buSzPct val="60000"/>
                        <a:buFont typeface="Wingdings" pitchFamily="2" charset="2"/>
                        <a:buNone/>
                        <a:tabLst/>
                      </a:pPr>
                      <a:r>
                        <a:rPr kumimoji="0" lang="en-US" altLang="zh-CN" sz="2800" b="1" i="0" u="none" strike="noStrike" cap="none" normalizeH="0" baseline="0">
                          <a:ln>
                            <a:noFill/>
                          </a:ln>
                          <a:solidFill>
                            <a:schemeClr val="tx1"/>
                          </a:solidFill>
                          <a:effectLst/>
                          <a:latin typeface="Times New Roman" pitchFamily="18" charset="0"/>
                          <a:ea typeface="黑体" pitchFamily="2" charset="-122"/>
                        </a:rPr>
                        <a:t>$</a:t>
                      </a:r>
                      <a:r>
                        <a:rPr kumimoji="0" lang="en-US" altLang="zh-CN" sz="2800" b="1" i="1" u="none" strike="noStrike" cap="none" normalizeH="0" baseline="0">
                          <a:ln>
                            <a:noFill/>
                          </a:ln>
                          <a:solidFill>
                            <a:schemeClr val="tx1"/>
                          </a:solidFill>
                          <a:effectLst/>
                          <a:latin typeface="Times New Roman" pitchFamily="18" charset="0"/>
                          <a:ea typeface="黑体" pitchFamily="2" charset="-122"/>
                        </a:rPr>
                        <a:t>E </a:t>
                      </a:r>
                      <a:r>
                        <a:rPr kumimoji="0" lang="en-US" altLang="zh-CN" sz="2800" b="1" i="0" u="none" strike="noStrike" cap="none" normalizeH="0" baseline="0">
                          <a:ln>
                            <a:noFill/>
                          </a:ln>
                          <a:solidFill>
                            <a:schemeClr val="tx1"/>
                          </a:solidFill>
                          <a:effectLst/>
                          <a:latin typeface="Times New Roman" pitchFamily="18" charset="0"/>
                          <a:ea typeface="黑体" pitchFamily="2" charset="-122"/>
                          <a:sym typeface="Symbol" pitchFamily="18" charset="2"/>
                        </a:rPr>
                        <a:t></a:t>
                      </a:r>
                      <a:r>
                        <a:rPr kumimoji="0" lang="en-US" altLang="zh-CN" sz="2800" b="1" i="1" u="none" strike="noStrike" cap="none" normalizeH="0" baseline="0">
                          <a:ln>
                            <a:noFill/>
                          </a:ln>
                          <a:solidFill>
                            <a:schemeClr val="tx1"/>
                          </a:solidFill>
                          <a:effectLst/>
                          <a:latin typeface="Times New Roman" pitchFamily="18" charset="0"/>
                          <a:ea typeface="黑体" pitchFamily="2" charset="-122"/>
                        </a:rPr>
                        <a:t>T </a:t>
                      </a:r>
                      <a:r>
                        <a:rPr kumimoji="0" lang="en-US" altLang="zh-CN" sz="2800" b="1" i="0" u="none" strike="noStrike" cap="none" normalizeH="0" baseline="0">
                          <a:ln>
                            <a:noFill/>
                          </a:ln>
                          <a:solidFill>
                            <a:schemeClr val="tx1"/>
                          </a:solidFill>
                          <a:effectLst/>
                          <a:latin typeface="Times New Roman" pitchFamily="18" charset="0"/>
                          <a:ea typeface="黑体" pitchFamily="2" charset="-122"/>
                          <a:sym typeface="Symbol" pitchFamily="18" charset="2"/>
                        </a:rPr>
                        <a:t></a:t>
                      </a:r>
                      <a:r>
                        <a:rPr kumimoji="0" lang="en-US" altLang="zh-CN" sz="2800" b="1" i="0" u="none" strike="noStrike" cap="none" normalizeH="0" baseline="0">
                          <a:ln>
                            <a:noFill/>
                          </a:ln>
                          <a:solidFill>
                            <a:schemeClr val="tx1"/>
                          </a:solidFill>
                          <a:effectLst/>
                          <a:latin typeface="Times New Roman" pitchFamily="18" charset="0"/>
                          <a:ea typeface="黑体" pitchFamily="2" charset="-122"/>
                        </a:rPr>
                        <a:t> id</a:t>
                      </a:r>
                      <a:r>
                        <a:rPr kumimoji="0" lang="en-US" altLang="zh-CN" sz="2800" b="0" i="0" u="none" strike="noStrike" cap="none" normalizeH="0" baseline="0">
                          <a:ln>
                            <a:noFill/>
                          </a:ln>
                          <a:solidFill>
                            <a:schemeClr val="tx1"/>
                          </a:solidFill>
                          <a:effectLst/>
                          <a:latin typeface="Times New Roman" pitchFamily="18" charset="0"/>
                          <a:ea typeface="黑体" pitchFamily="2" charset="-122"/>
                        </a:rPr>
                        <a:t> </a:t>
                      </a:r>
                    </a:p>
                  </a:txBody>
                  <a:tcPr horzOverflow="overflow">
                    <a:lnL w="28575"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
                          <a:schemeClr val="folHlink"/>
                        </a:buClr>
                        <a:buSzPct val="60000"/>
                        <a:buFont typeface="Wingdings" pitchFamily="2" charset="2"/>
                        <a:buNone/>
                        <a:tabLst/>
                      </a:pPr>
                      <a:r>
                        <a:rPr kumimoji="0" lang="en-US" altLang="zh-CN" sz="2800" b="1" i="0" u="none" strike="noStrike" cap="none" normalizeH="0" baseline="0">
                          <a:ln>
                            <a:noFill/>
                          </a:ln>
                          <a:solidFill>
                            <a:schemeClr val="tx1"/>
                          </a:solidFill>
                          <a:effectLst/>
                          <a:latin typeface="Times New Roman" pitchFamily="18" charset="0"/>
                          <a:ea typeface="黑体" pitchFamily="2" charset="-122"/>
                        </a:rPr>
                        <a:t>id </a:t>
                      </a:r>
                      <a:r>
                        <a:rPr kumimoji="0" lang="en-US" altLang="zh-CN" sz="2800" b="1" i="0" u="none" strike="noStrike" cap="none" normalizeH="0" baseline="0">
                          <a:ln>
                            <a:noFill/>
                          </a:ln>
                          <a:solidFill>
                            <a:schemeClr val="tx1"/>
                          </a:solidFill>
                          <a:effectLst/>
                          <a:latin typeface="Times New Roman" pitchFamily="18" charset="0"/>
                          <a:ea typeface="黑体" pitchFamily="2" charset="-122"/>
                          <a:cs typeface="Times New Roman" pitchFamily="18" charset="0"/>
                          <a:sym typeface="Symbol" pitchFamily="18" charset="2"/>
                        </a:rPr>
                        <a:t></a:t>
                      </a:r>
                      <a:r>
                        <a:rPr kumimoji="0" lang="en-US" altLang="zh-CN" sz="2800" b="1" i="0" u="none" strike="noStrike" cap="none" normalizeH="0" baseline="0">
                          <a:ln>
                            <a:noFill/>
                          </a:ln>
                          <a:solidFill>
                            <a:schemeClr val="tx1"/>
                          </a:solidFill>
                          <a:effectLst/>
                          <a:latin typeface="Times New Roman" pitchFamily="18" charset="0"/>
                          <a:ea typeface="黑体" pitchFamily="2" charset="-122"/>
                        </a:rPr>
                        <a:t> id + id$</a:t>
                      </a:r>
                      <a:r>
                        <a:rPr kumimoji="0" lang="en-US" altLang="zh-CN" sz="2800" b="0" i="0" u="none" strike="noStrike" cap="none" normalizeH="0" baseline="0">
                          <a:ln>
                            <a:noFill/>
                          </a:ln>
                          <a:solidFill>
                            <a:schemeClr val="tx1"/>
                          </a:solidFill>
                          <a:effectLst/>
                          <a:latin typeface="Times New Roman" pitchFamily="18" charset="0"/>
                          <a:ea typeface="黑体" pitchFamily="2" charset="-122"/>
                        </a:rPr>
                        <a:t> </a:t>
                      </a:r>
                    </a:p>
                  </a:txBody>
                  <a:tcPr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
                          <a:schemeClr val="folHlink"/>
                        </a:buClr>
                        <a:buSzPct val="60000"/>
                        <a:buFont typeface="Wingdings" pitchFamily="2" charset="2"/>
                        <a:buNone/>
                        <a:tabLst/>
                      </a:pPr>
                      <a:r>
                        <a:rPr kumimoji="0" lang="en-US" altLang="zh-CN" sz="2800" b="1" i="1" u="none" strike="noStrike" cap="none" normalizeH="0" baseline="0">
                          <a:ln>
                            <a:noFill/>
                          </a:ln>
                          <a:solidFill>
                            <a:schemeClr val="tx1"/>
                          </a:solidFill>
                          <a:effectLst/>
                          <a:latin typeface="Times New Roman" pitchFamily="18" charset="0"/>
                          <a:ea typeface="黑体" pitchFamily="2" charset="-122"/>
                        </a:rPr>
                        <a:t>F</a:t>
                      </a:r>
                      <a:r>
                        <a:rPr kumimoji="0" lang="en-US" altLang="zh-CN" sz="2800" b="1" i="0" u="none" strike="noStrike" cap="none" normalizeH="0" baseline="0">
                          <a:ln>
                            <a:noFill/>
                          </a:ln>
                          <a:solidFill>
                            <a:schemeClr val="tx1"/>
                          </a:solidFill>
                          <a:effectLst/>
                          <a:latin typeface="Times New Roman" pitchFamily="18" charset="0"/>
                          <a:ea typeface="黑体" pitchFamily="2" charset="-122"/>
                        </a:rPr>
                        <a:t> </a:t>
                      </a:r>
                      <a:r>
                        <a:rPr kumimoji="0" lang="en-US" altLang="zh-CN" sz="2800" b="1" i="0" u="none" strike="noStrike" cap="none" normalizeH="0" baseline="0">
                          <a:ln>
                            <a:noFill/>
                          </a:ln>
                          <a:solidFill>
                            <a:schemeClr val="tx1"/>
                          </a:solidFill>
                          <a:effectLst/>
                          <a:latin typeface="Times New Roman" pitchFamily="18" charset="0"/>
                          <a:ea typeface="黑体" pitchFamily="2" charset="-122"/>
                          <a:sym typeface="Symbol" pitchFamily="18" charset="2"/>
                        </a:rPr>
                        <a:t></a:t>
                      </a:r>
                      <a:r>
                        <a:rPr kumimoji="0" lang="en-US" altLang="zh-CN" sz="2800" b="1" i="0" u="none" strike="noStrike" cap="none" normalizeH="0" baseline="0">
                          <a:ln>
                            <a:noFill/>
                          </a:ln>
                          <a:solidFill>
                            <a:schemeClr val="tx1"/>
                          </a:solidFill>
                          <a:effectLst/>
                          <a:latin typeface="Times New Roman" pitchFamily="18" charset="0"/>
                          <a:ea typeface="黑体" pitchFamily="2" charset="-122"/>
                        </a:rPr>
                        <a:t> id</a:t>
                      </a:r>
                      <a:r>
                        <a:rPr kumimoji="0" lang="en-US" altLang="zh-CN" sz="2800" b="0" i="0" u="none" strike="noStrike" cap="none" normalizeH="0" baseline="0">
                          <a:ln>
                            <a:noFill/>
                          </a:ln>
                          <a:solidFill>
                            <a:schemeClr val="tx1"/>
                          </a:solidFill>
                          <a:effectLst/>
                          <a:latin typeface="Times New Roman" pitchFamily="18" charset="0"/>
                          <a:ea typeface="黑体" pitchFamily="2" charset="-122"/>
                        </a:rPr>
                        <a:t> </a:t>
                      </a:r>
                    </a:p>
                  </a:txBody>
                  <a:tcPr horzOverflow="overflow">
                    <a:lnL w="12700" cap="flat" cmpd="sng" algn="ctr">
                      <a:solidFill>
                        <a:schemeClr val="tx1"/>
                      </a:solidFill>
                      <a:prstDash val="solid"/>
                      <a:round/>
                      <a:headEnd type="none" w="sm" len="sm"/>
                      <a:tailEnd type="none" w="sm" len="sm"/>
                    </a:lnL>
                    <a:lnR w="28575"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extLst>
                  <a:ext uri="{0D108BD9-81ED-4DB2-BD59-A6C34878D82A}">
                    <a16:rowId xmlns:a16="http://schemas.microsoft.com/office/drawing/2014/main" val="10004"/>
                  </a:ext>
                </a:extLst>
              </a:tr>
              <a:tr h="518160">
                <a:tc>
                  <a:txBody>
                    <a:bodyPr/>
                    <a:lstStyle/>
                    <a:p>
                      <a:pPr marL="0" marR="0" lvl="0" indent="0" algn="l" defTabSz="914400" rtl="0" eaLnBrk="1" fontAlgn="base" latinLnBrk="0" hangingPunct="1">
                        <a:lnSpc>
                          <a:spcPct val="100000"/>
                        </a:lnSpc>
                        <a:spcBef>
                          <a:spcPct val="20000"/>
                        </a:spcBef>
                        <a:spcAft>
                          <a:spcPct val="0"/>
                        </a:spcAft>
                        <a:buClr>
                          <a:schemeClr val="folHlink"/>
                        </a:buClr>
                        <a:buSzPct val="60000"/>
                        <a:buFont typeface="Wingdings" pitchFamily="2" charset="2"/>
                        <a:buNone/>
                        <a:tabLst/>
                      </a:pPr>
                      <a:r>
                        <a:rPr kumimoji="0" lang="en-US" altLang="zh-CN" sz="2800" b="1" i="0" u="none" strike="noStrike" cap="none" normalizeH="0" baseline="0">
                          <a:ln>
                            <a:noFill/>
                          </a:ln>
                          <a:solidFill>
                            <a:schemeClr val="tx1"/>
                          </a:solidFill>
                          <a:effectLst/>
                          <a:latin typeface="Times New Roman" pitchFamily="18" charset="0"/>
                          <a:ea typeface="黑体" pitchFamily="2" charset="-122"/>
                        </a:rPr>
                        <a:t>$</a:t>
                      </a:r>
                      <a:r>
                        <a:rPr kumimoji="0" lang="en-US" altLang="zh-CN" sz="2800" b="1" i="1" u="none" strike="noStrike" cap="none" normalizeH="0" baseline="0">
                          <a:ln>
                            <a:noFill/>
                          </a:ln>
                          <a:solidFill>
                            <a:schemeClr val="tx1"/>
                          </a:solidFill>
                          <a:effectLst/>
                          <a:latin typeface="Times New Roman" pitchFamily="18" charset="0"/>
                          <a:ea typeface="黑体" pitchFamily="2" charset="-122"/>
                        </a:rPr>
                        <a:t>E </a:t>
                      </a:r>
                      <a:r>
                        <a:rPr kumimoji="0" lang="en-US" altLang="zh-CN" sz="2800" b="1" i="0" u="none" strike="noStrike" cap="none" normalizeH="0" baseline="0">
                          <a:ln>
                            <a:noFill/>
                          </a:ln>
                          <a:solidFill>
                            <a:schemeClr val="tx1"/>
                          </a:solidFill>
                          <a:effectLst/>
                          <a:latin typeface="Times New Roman" pitchFamily="18" charset="0"/>
                          <a:ea typeface="黑体" pitchFamily="2" charset="-122"/>
                          <a:sym typeface="Symbol" pitchFamily="18" charset="2"/>
                        </a:rPr>
                        <a:t></a:t>
                      </a:r>
                      <a:r>
                        <a:rPr kumimoji="0" lang="en-US" altLang="zh-CN" sz="2800" b="1" i="1" u="none" strike="noStrike" cap="none" normalizeH="0" baseline="0">
                          <a:ln>
                            <a:noFill/>
                          </a:ln>
                          <a:solidFill>
                            <a:schemeClr val="tx1"/>
                          </a:solidFill>
                          <a:effectLst/>
                          <a:latin typeface="Times New Roman" pitchFamily="18" charset="0"/>
                          <a:ea typeface="黑体" pitchFamily="2" charset="-122"/>
                        </a:rPr>
                        <a:t>T </a:t>
                      </a:r>
                      <a:r>
                        <a:rPr kumimoji="0" lang="en-US" altLang="zh-CN" sz="2800" b="1" i="0" u="none" strike="noStrike" cap="none" normalizeH="0" baseline="0">
                          <a:ln>
                            <a:noFill/>
                          </a:ln>
                          <a:solidFill>
                            <a:schemeClr val="tx1"/>
                          </a:solidFill>
                          <a:effectLst/>
                          <a:latin typeface="Times New Roman" pitchFamily="18" charset="0"/>
                          <a:ea typeface="黑体" pitchFamily="2" charset="-122"/>
                          <a:sym typeface="Symbol" pitchFamily="18" charset="2"/>
                        </a:rPr>
                        <a:t></a:t>
                      </a:r>
                      <a:r>
                        <a:rPr kumimoji="0" lang="en-US" altLang="zh-CN" sz="2800" b="0" i="0" u="none" strike="noStrike" cap="none" normalizeH="0" baseline="0">
                          <a:ln>
                            <a:noFill/>
                          </a:ln>
                          <a:solidFill>
                            <a:schemeClr val="tx1"/>
                          </a:solidFill>
                          <a:effectLst/>
                          <a:latin typeface="Times New Roman" pitchFamily="18" charset="0"/>
                          <a:ea typeface="黑体" pitchFamily="2" charset="-122"/>
                        </a:rPr>
                        <a:t> </a:t>
                      </a:r>
                    </a:p>
                  </a:txBody>
                  <a:tcPr horzOverflow="overflow">
                    <a:lnL w="28575"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
                          <a:schemeClr val="folHlink"/>
                        </a:buClr>
                        <a:buSzPct val="60000"/>
                        <a:buFont typeface="Wingdings" pitchFamily="2" charset="2"/>
                        <a:buNone/>
                        <a:tabLst/>
                      </a:pPr>
                      <a:r>
                        <a:rPr kumimoji="0" lang="en-US" altLang="zh-CN" sz="2800" b="0" i="0" u="none" strike="noStrike" cap="none" normalizeH="0" baseline="0">
                          <a:ln>
                            <a:noFill/>
                          </a:ln>
                          <a:solidFill>
                            <a:schemeClr val="tx1"/>
                          </a:solidFill>
                          <a:effectLst/>
                          <a:latin typeface="Times New Roman" pitchFamily="18" charset="0"/>
                          <a:ea typeface="黑体" pitchFamily="2" charset="-122"/>
                        </a:rPr>
                        <a:t>  </a:t>
                      </a:r>
                      <a:r>
                        <a:rPr kumimoji="0" lang="en-US" altLang="zh-CN" sz="2800" b="1" i="0" u="none" strike="noStrike" cap="none" normalizeH="0" baseline="0">
                          <a:ln>
                            <a:noFill/>
                          </a:ln>
                          <a:solidFill>
                            <a:schemeClr val="tx1"/>
                          </a:solidFill>
                          <a:effectLst/>
                          <a:latin typeface="Times New Roman" pitchFamily="18" charset="0"/>
                          <a:ea typeface="黑体" pitchFamily="2" charset="-122"/>
                          <a:cs typeface="Times New Roman" pitchFamily="18" charset="0"/>
                          <a:sym typeface="Symbol" pitchFamily="18" charset="2"/>
                        </a:rPr>
                        <a:t></a:t>
                      </a:r>
                      <a:r>
                        <a:rPr kumimoji="0" lang="en-US" altLang="zh-CN" sz="2800" b="1" i="0" u="none" strike="noStrike" cap="none" normalizeH="0" baseline="0">
                          <a:ln>
                            <a:noFill/>
                          </a:ln>
                          <a:solidFill>
                            <a:schemeClr val="tx1"/>
                          </a:solidFill>
                          <a:effectLst/>
                          <a:latin typeface="Times New Roman" pitchFamily="18" charset="0"/>
                          <a:ea typeface="黑体" pitchFamily="2" charset="-122"/>
                        </a:rPr>
                        <a:t> id + id$</a:t>
                      </a:r>
                      <a:r>
                        <a:rPr kumimoji="0" lang="en-US" altLang="zh-CN" sz="2800" b="0" i="0" u="none" strike="noStrike" cap="none" normalizeH="0" baseline="0">
                          <a:ln>
                            <a:noFill/>
                          </a:ln>
                          <a:solidFill>
                            <a:schemeClr val="tx1"/>
                          </a:solidFill>
                          <a:effectLst/>
                          <a:latin typeface="Times New Roman" pitchFamily="18" charset="0"/>
                          <a:ea typeface="黑体" pitchFamily="2" charset="-122"/>
                        </a:rPr>
                        <a:t> </a:t>
                      </a:r>
                    </a:p>
                  </a:txBody>
                  <a:tcPr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
                          <a:schemeClr val="folHlink"/>
                        </a:buClr>
                        <a:buSzPct val="60000"/>
                        <a:buFont typeface="Wingdings" pitchFamily="2" charset="2"/>
                        <a:buNone/>
                        <a:tabLst/>
                      </a:pPr>
                      <a:endParaRPr kumimoji="0" lang="zh-CN" altLang="zh-CN" sz="2800" b="0" i="0" u="none" strike="noStrike" cap="none" normalizeH="0" baseline="0">
                        <a:ln>
                          <a:noFill/>
                        </a:ln>
                        <a:solidFill>
                          <a:schemeClr val="tx1"/>
                        </a:solidFill>
                        <a:effectLst/>
                        <a:latin typeface="Times New Roman" pitchFamily="18" charset="0"/>
                        <a:ea typeface="黑体" pitchFamily="2" charset="-122"/>
                      </a:endParaRPr>
                    </a:p>
                  </a:txBody>
                  <a:tcPr horzOverflow="overflow">
                    <a:lnL w="12700" cap="flat" cmpd="sng" algn="ctr">
                      <a:solidFill>
                        <a:schemeClr val="tx1"/>
                      </a:solidFill>
                      <a:prstDash val="solid"/>
                      <a:round/>
                      <a:headEnd type="none" w="sm" len="sm"/>
                      <a:tailEnd type="none" w="sm" len="sm"/>
                    </a:lnL>
                    <a:lnR w="28575"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extLst>
                  <a:ext uri="{0D108BD9-81ED-4DB2-BD59-A6C34878D82A}">
                    <a16:rowId xmlns:a16="http://schemas.microsoft.com/office/drawing/2014/main" val="10005"/>
                  </a:ext>
                </a:extLst>
              </a:tr>
              <a:tr h="519113">
                <a:tc>
                  <a:txBody>
                    <a:bodyPr/>
                    <a:lstStyle/>
                    <a:p>
                      <a:pPr marL="0" marR="0" lvl="0" indent="0" algn="l" defTabSz="914400" rtl="0" eaLnBrk="1" fontAlgn="base" latinLnBrk="0" hangingPunct="1">
                        <a:lnSpc>
                          <a:spcPct val="100000"/>
                        </a:lnSpc>
                        <a:spcBef>
                          <a:spcPct val="20000"/>
                        </a:spcBef>
                        <a:spcAft>
                          <a:spcPct val="0"/>
                        </a:spcAft>
                        <a:buClr>
                          <a:schemeClr val="folHlink"/>
                        </a:buClr>
                        <a:buSzPct val="60000"/>
                        <a:buFont typeface="Wingdings" pitchFamily="2" charset="2"/>
                        <a:buNone/>
                        <a:tabLst/>
                      </a:pPr>
                      <a:r>
                        <a:rPr kumimoji="0" lang="en-US" altLang="zh-CN" sz="2800" b="1" i="0" u="none" strike="noStrike" cap="none" normalizeH="0" baseline="0">
                          <a:ln>
                            <a:noFill/>
                          </a:ln>
                          <a:solidFill>
                            <a:schemeClr val="tx1"/>
                          </a:solidFill>
                          <a:effectLst/>
                          <a:latin typeface="Times New Roman" pitchFamily="18" charset="0"/>
                          <a:ea typeface="黑体" pitchFamily="2" charset="-122"/>
                        </a:rPr>
                        <a:t>$</a:t>
                      </a:r>
                      <a:r>
                        <a:rPr kumimoji="0" lang="en-US" altLang="zh-CN" sz="2800" b="1" i="1" u="none" strike="noStrike" cap="none" normalizeH="0" baseline="0">
                          <a:ln>
                            <a:noFill/>
                          </a:ln>
                          <a:solidFill>
                            <a:schemeClr val="tx1"/>
                          </a:solidFill>
                          <a:effectLst/>
                          <a:latin typeface="Times New Roman" pitchFamily="18" charset="0"/>
                          <a:ea typeface="黑体" pitchFamily="2" charset="-122"/>
                        </a:rPr>
                        <a:t>E </a:t>
                      </a:r>
                      <a:r>
                        <a:rPr kumimoji="0" lang="en-US" altLang="zh-CN" sz="2800" b="1" i="0" u="none" strike="noStrike" cap="none" normalizeH="0" baseline="0">
                          <a:ln>
                            <a:noFill/>
                          </a:ln>
                          <a:solidFill>
                            <a:schemeClr val="tx1"/>
                          </a:solidFill>
                          <a:effectLst/>
                          <a:latin typeface="Times New Roman" pitchFamily="18" charset="0"/>
                          <a:ea typeface="黑体" pitchFamily="2" charset="-122"/>
                          <a:sym typeface="Symbol" pitchFamily="18" charset="2"/>
                        </a:rPr>
                        <a:t></a:t>
                      </a:r>
                      <a:r>
                        <a:rPr kumimoji="0" lang="en-US" altLang="zh-CN" sz="2800" b="1" i="1" u="none" strike="noStrike" cap="none" normalizeH="0" baseline="0">
                          <a:ln>
                            <a:noFill/>
                          </a:ln>
                          <a:solidFill>
                            <a:schemeClr val="tx1"/>
                          </a:solidFill>
                          <a:effectLst/>
                          <a:latin typeface="Times New Roman" pitchFamily="18" charset="0"/>
                          <a:ea typeface="黑体" pitchFamily="2" charset="-122"/>
                        </a:rPr>
                        <a:t>T </a:t>
                      </a:r>
                      <a:r>
                        <a:rPr kumimoji="0" lang="en-US" altLang="zh-CN" sz="2800" b="1" i="0" u="none" strike="noStrike" cap="none" normalizeH="0" baseline="0">
                          <a:ln>
                            <a:noFill/>
                          </a:ln>
                          <a:solidFill>
                            <a:schemeClr val="tx1"/>
                          </a:solidFill>
                          <a:effectLst/>
                          <a:latin typeface="Times New Roman" pitchFamily="18" charset="0"/>
                          <a:ea typeface="黑体" pitchFamily="2" charset="-122"/>
                          <a:sym typeface="Symbol" pitchFamily="18" charset="2"/>
                        </a:rPr>
                        <a:t></a:t>
                      </a:r>
                      <a:r>
                        <a:rPr kumimoji="0" lang="en-US" altLang="zh-CN" sz="2800" b="1" i="1" u="none" strike="noStrike" cap="none" normalizeH="0" baseline="0">
                          <a:ln>
                            <a:noFill/>
                          </a:ln>
                          <a:solidFill>
                            <a:schemeClr val="tx1"/>
                          </a:solidFill>
                          <a:effectLst/>
                          <a:latin typeface="Times New Roman" pitchFamily="18" charset="0"/>
                          <a:ea typeface="黑体" pitchFamily="2" charset="-122"/>
                        </a:rPr>
                        <a:t>F </a:t>
                      </a:r>
                      <a:r>
                        <a:rPr kumimoji="0" lang="en-US" altLang="zh-CN" sz="2800" b="1" i="0" u="none" strike="noStrike" cap="none" normalizeH="0" baseline="0">
                          <a:ln>
                            <a:noFill/>
                          </a:ln>
                          <a:solidFill>
                            <a:schemeClr val="tx1"/>
                          </a:solidFill>
                          <a:effectLst/>
                          <a:latin typeface="Times New Roman" pitchFamily="18" charset="0"/>
                          <a:ea typeface="黑体" pitchFamily="2" charset="-122"/>
                          <a:cs typeface="Times New Roman" pitchFamily="18" charset="0"/>
                          <a:sym typeface="Symbol" pitchFamily="18" charset="2"/>
                        </a:rPr>
                        <a:t></a:t>
                      </a:r>
                      <a:r>
                        <a:rPr kumimoji="0" lang="en-US" altLang="zh-CN" sz="2800" b="0" i="0" u="none" strike="noStrike" cap="none" normalizeH="0" baseline="0">
                          <a:ln>
                            <a:noFill/>
                          </a:ln>
                          <a:solidFill>
                            <a:schemeClr val="tx1"/>
                          </a:solidFill>
                          <a:effectLst/>
                          <a:latin typeface="Times New Roman" pitchFamily="18" charset="0"/>
                          <a:ea typeface="黑体" pitchFamily="2" charset="-122"/>
                        </a:rPr>
                        <a:t> </a:t>
                      </a:r>
                    </a:p>
                  </a:txBody>
                  <a:tcPr horzOverflow="overflow">
                    <a:lnL w="28575"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
                          <a:schemeClr val="folHlink"/>
                        </a:buClr>
                        <a:buSzPct val="60000"/>
                        <a:buFont typeface="Wingdings" pitchFamily="2" charset="2"/>
                        <a:buNone/>
                        <a:tabLst/>
                      </a:pPr>
                      <a:r>
                        <a:rPr kumimoji="0" lang="en-US" altLang="zh-CN" sz="2800" b="0" i="0" u="none" strike="noStrike" cap="none" normalizeH="0" baseline="0">
                          <a:ln>
                            <a:noFill/>
                          </a:ln>
                          <a:solidFill>
                            <a:schemeClr val="tx1"/>
                          </a:solidFill>
                          <a:effectLst/>
                          <a:latin typeface="Times New Roman" pitchFamily="18" charset="0"/>
                          <a:ea typeface="黑体" pitchFamily="2" charset="-122"/>
                        </a:rPr>
                        <a:t>  </a:t>
                      </a:r>
                      <a:r>
                        <a:rPr kumimoji="0" lang="en-US" altLang="zh-CN" sz="2800" b="1" i="0" u="none" strike="noStrike" cap="none" normalizeH="0" baseline="0">
                          <a:ln>
                            <a:noFill/>
                          </a:ln>
                          <a:solidFill>
                            <a:schemeClr val="tx1"/>
                          </a:solidFill>
                          <a:effectLst/>
                          <a:latin typeface="Times New Roman" pitchFamily="18" charset="0"/>
                          <a:ea typeface="黑体" pitchFamily="2" charset="-122"/>
                          <a:cs typeface="Times New Roman" pitchFamily="18" charset="0"/>
                          <a:sym typeface="Symbol" pitchFamily="18" charset="2"/>
                        </a:rPr>
                        <a:t></a:t>
                      </a:r>
                      <a:r>
                        <a:rPr kumimoji="0" lang="en-US" altLang="zh-CN" sz="2800" b="1" i="0" u="none" strike="noStrike" cap="none" normalizeH="0" baseline="0">
                          <a:ln>
                            <a:noFill/>
                          </a:ln>
                          <a:solidFill>
                            <a:schemeClr val="tx1"/>
                          </a:solidFill>
                          <a:effectLst/>
                          <a:latin typeface="Times New Roman" pitchFamily="18" charset="0"/>
                          <a:ea typeface="黑体" pitchFamily="2" charset="-122"/>
                        </a:rPr>
                        <a:t> id + id$</a:t>
                      </a:r>
                      <a:r>
                        <a:rPr kumimoji="0" lang="en-US" altLang="zh-CN" sz="2800" b="0" i="0" u="none" strike="noStrike" cap="none" normalizeH="0" baseline="0">
                          <a:ln>
                            <a:noFill/>
                          </a:ln>
                          <a:solidFill>
                            <a:schemeClr val="tx1"/>
                          </a:solidFill>
                          <a:effectLst/>
                          <a:latin typeface="Times New Roman" pitchFamily="18" charset="0"/>
                          <a:ea typeface="黑体" pitchFamily="2" charset="-122"/>
                        </a:rPr>
                        <a:t>  </a:t>
                      </a:r>
                    </a:p>
                  </a:txBody>
                  <a:tcPr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
                          <a:schemeClr val="folHlink"/>
                        </a:buClr>
                        <a:buSzPct val="60000"/>
                        <a:buFont typeface="Wingdings" pitchFamily="2" charset="2"/>
                        <a:buNone/>
                        <a:tabLst/>
                      </a:pPr>
                      <a:r>
                        <a:rPr kumimoji="0" lang="en-US" altLang="zh-CN" sz="2800" b="1" i="1" u="none" strike="noStrike" cap="none" normalizeH="0" baseline="0">
                          <a:ln>
                            <a:noFill/>
                          </a:ln>
                          <a:solidFill>
                            <a:schemeClr val="tx1"/>
                          </a:solidFill>
                          <a:effectLst/>
                          <a:latin typeface="Times New Roman" pitchFamily="18" charset="0"/>
                          <a:ea typeface="黑体" pitchFamily="2" charset="-122"/>
                        </a:rPr>
                        <a:t>T </a:t>
                      </a:r>
                      <a:r>
                        <a:rPr kumimoji="0" lang="en-US" altLang="zh-CN" sz="2800" b="1" i="0" u="none" strike="noStrike" cap="none" normalizeH="0" baseline="0">
                          <a:ln>
                            <a:noFill/>
                          </a:ln>
                          <a:solidFill>
                            <a:schemeClr val="tx1"/>
                          </a:solidFill>
                          <a:effectLst/>
                          <a:latin typeface="Times New Roman" pitchFamily="18" charset="0"/>
                          <a:ea typeface="黑体" pitchFamily="2" charset="-122"/>
                          <a:sym typeface="Symbol" pitchFamily="18" charset="2"/>
                        </a:rPr>
                        <a:t></a:t>
                      </a:r>
                      <a:r>
                        <a:rPr kumimoji="0" lang="en-US" altLang="zh-CN" sz="2800" b="1" i="0" u="none" strike="noStrike" cap="none" normalizeH="0" baseline="0">
                          <a:ln>
                            <a:noFill/>
                          </a:ln>
                          <a:solidFill>
                            <a:schemeClr val="tx1"/>
                          </a:solidFill>
                          <a:effectLst/>
                          <a:latin typeface="Times New Roman" pitchFamily="18" charset="0"/>
                          <a:ea typeface="黑体" pitchFamily="2" charset="-122"/>
                        </a:rPr>
                        <a:t> </a:t>
                      </a:r>
                      <a:r>
                        <a:rPr kumimoji="0" lang="en-US" altLang="zh-CN" sz="2800" b="1" i="0" u="none" strike="noStrike" cap="none" normalizeH="0" baseline="0">
                          <a:ln>
                            <a:noFill/>
                          </a:ln>
                          <a:solidFill>
                            <a:schemeClr val="tx1"/>
                          </a:solidFill>
                          <a:effectLst/>
                          <a:latin typeface="Times New Roman" pitchFamily="18" charset="0"/>
                          <a:ea typeface="黑体" pitchFamily="2" charset="-122"/>
                          <a:sym typeface="Symbol" pitchFamily="18" charset="2"/>
                        </a:rPr>
                        <a:t></a:t>
                      </a:r>
                      <a:r>
                        <a:rPr kumimoji="0" lang="en-US" altLang="zh-CN" sz="2800" b="1" i="0" u="none" strike="noStrike" cap="none" normalizeH="0" baseline="0">
                          <a:ln>
                            <a:noFill/>
                          </a:ln>
                          <a:solidFill>
                            <a:schemeClr val="tx1"/>
                          </a:solidFill>
                          <a:effectLst/>
                          <a:latin typeface="Times New Roman" pitchFamily="18" charset="0"/>
                          <a:ea typeface="黑体" pitchFamily="2" charset="-122"/>
                        </a:rPr>
                        <a:t> </a:t>
                      </a:r>
                      <a:r>
                        <a:rPr kumimoji="0" lang="en-US" altLang="zh-CN" sz="2800" b="1" i="0" u="none" strike="noStrike" cap="none" normalizeH="0" baseline="0">
                          <a:ln>
                            <a:noFill/>
                          </a:ln>
                          <a:solidFill>
                            <a:schemeClr val="tx1"/>
                          </a:solidFill>
                          <a:effectLst/>
                          <a:latin typeface="Times New Roman" pitchFamily="18" charset="0"/>
                          <a:ea typeface="黑体" pitchFamily="2" charset="-122"/>
                          <a:cs typeface="Times New Roman" pitchFamily="18" charset="0"/>
                          <a:sym typeface="Symbol" pitchFamily="18" charset="2"/>
                        </a:rPr>
                        <a:t></a:t>
                      </a:r>
                      <a:r>
                        <a:rPr kumimoji="0" lang="en-US" altLang="zh-CN" sz="2800" b="1" i="1" u="none" strike="noStrike" cap="none" normalizeH="0" baseline="0">
                          <a:ln>
                            <a:noFill/>
                          </a:ln>
                          <a:solidFill>
                            <a:schemeClr val="tx1"/>
                          </a:solidFill>
                          <a:effectLst/>
                          <a:latin typeface="Times New Roman" pitchFamily="18" charset="0"/>
                          <a:ea typeface="黑体" pitchFamily="2" charset="-122"/>
                        </a:rPr>
                        <a:t>FT </a:t>
                      </a:r>
                      <a:r>
                        <a:rPr kumimoji="0" lang="en-US" altLang="zh-CN" sz="2800" b="1" i="0" u="none" strike="noStrike" cap="none" normalizeH="0" baseline="0">
                          <a:ln>
                            <a:noFill/>
                          </a:ln>
                          <a:solidFill>
                            <a:schemeClr val="tx1"/>
                          </a:solidFill>
                          <a:effectLst/>
                          <a:latin typeface="Times New Roman" pitchFamily="18" charset="0"/>
                          <a:ea typeface="黑体" pitchFamily="2" charset="-122"/>
                          <a:sym typeface="Symbol" pitchFamily="18" charset="2"/>
                        </a:rPr>
                        <a:t></a:t>
                      </a:r>
                      <a:r>
                        <a:rPr kumimoji="0" lang="en-US" altLang="zh-CN" sz="2800" b="0" i="0" u="none" strike="noStrike" cap="none" normalizeH="0" baseline="0">
                          <a:ln>
                            <a:noFill/>
                          </a:ln>
                          <a:solidFill>
                            <a:schemeClr val="tx1"/>
                          </a:solidFill>
                          <a:effectLst/>
                          <a:latin typeface="Times New Roman" pitchFamily="18" charset="0"/>
                          <a:ea typeface="黑体" pitchFamily="2" charset="-122"/>
                        </a:rPr>
                        <a:t> </a:t>
                      </a:r>
                    </a:p>
                  </a:txBody>
                  <a:tcPr horzOverflow="overflow">
                    <a:lnL w="12700" cap="flat" cmpd="sng" algn="ctr">
                      <a:solidFill>
                        <a:schemeClr val="tx1"/>
                      </a:solidFill>
                      <a:prstDash val="solid"/>
                      <a:round/>
                      <a:headEnd type="none" w="sm" len="sm"/>
                      <a:tailEnd type="none" w="sm" len="sm"/>
                    </a:lnL>
                    <a:lnR w="28575"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extLst>
                  <a:ext uri="{0D108BD9-81ED-4DB2-BD59-A6C34878D82A}">
                    <a16:rowId xmlns:a16="http://schemas.microsoft.com/office/drawing/2014/main" val="10006"/>
                  </a:ext>
                </a:extLst>
              </a:tr>
              <a:tr h="518160">
                <a:tc>
                  <a:txBody>
                    <a:bodyPr/>
                    <a:lstStyle/>
                    <a:p>
                      <a:pPr marL="0" marR="0" lvl="0" indent="0" algn="l" defTabSz="914400" rtl="0" eaLnBrk="1" fontAlgn="base" latinLnBrk="0" hangingPunct="1">
                        <a:lnSpc>
                          <a:spcPct val="100000"/>
                        </a:lnSpc>
                        <a:spcBef>
                          <a:spcPct val="20000"/>
                        </a:spcBef>
                        <a:spcAft>
                          <a:spcPct val="0"/>
                        </a:spcAft>
                        <a:buClr>
                          <a:schemeClr val="folHlink"/>
                        </a:buClr>
                        <a:buSzPct val="60000"/>
                        <a:buFont typeface="Wingdings" pitchFamily="2" charset="2"/>
                        <a:buNone/>
                        <a:tabLst/>
                      </a:pPr>
                      <a:r>
                        <a:rPr kumimoji="0" lang="en-US" altLang="zh-CN" sz="2800" b="1" i="0" u="none" strike="noStrike" cap="none" normalizeH="0" baseline="0">
                          <a:ln>
                            <a:noFill/>
                          </a:ln>
                          <a:solidFill>
                            <a:schemeClr val="tx1"/>
                          </a:solidFill>
                          <a:effectLst/>
                          <a:latin typeface="Times New Roman" pitchFamily="18" charset="0"/>
                          <a:ea typeface="黑体" pitchFamily="2" charset="-122"/>
                        </a:rPr>
                        <a:t>$</a:t>
                      </a:r>
                      <a:r>
                        <a:rPr kumimoji="0" lang="en-US" altLang="zh-CN" sz="2800" b="1" i="1" u="none" strike="noStrike" cap="none" normalizeH="0" baseline="0">
                          <a:ln>
                            <a:noFill/>
                          </a:ln>
                          <a:solidFill>
                            <a:schemeClr val="tx1"/>
                          </a:solidFill>
                          <a:effectLst/>
                          <a:latin typeface="Times New Roman" pitchFamily="18" charset="0"/>
                          <a:ea typeface="黑体" pitchFamily="2" charset="-122"/>
                        </a:rPr>
                        <a:t>E </a:t>
                      </a:r>
                      <a:r>
                        <a:rPr kumimoji="0" lang="en-US" altLang="zh-CN" sz="2800" b="1" i="0" u="none" strike="noStrike" cap="none" normalizeH="0" baseline="0">
                          <a:ln>
                            <a:noFill/>
                          </a:ln>
                          <a:solidFill>
                            <a:schemeClr val="tx1"/>
                          </a:solidFill>
                          <a:effectLst/>
                          <a:latin typeface="Times New Roman" pitchFamily="18" charset="0"/>
                          <a:ea typeface="黑体" pitchFamily="2" charset="-122"/>
                          <a:sym typeface="Symbol" pitchFamily="18" charset="2"/>
                        </a:rPr>
                        <a:t></a:t>
                      </a:r>
                      <a:r>
                        <a:rPr kumimoji="0" lang="en-US" altLang="zh-CN" sz="2800" b="1" i="1" u="none" strike="noStrike" cap="none" normalizeH="0" baseline="0">
                          <a:ln>
                            <a:noFill/>
                          </a:ln>
                          <a:solidFill>
                            <a:schemeClr val="tx1"/>
                          </a:solidFill>
                          <a:effectLst/>
                          <a:latin typeface="Times New Roman" pitchFamily="18" charset="0"/>
                          <a:ea typeface="黑体" pitchFamily="2" charset="-122"/>
                        </a:rPr>
                        <a:t>T </a:t>
                      </a:r>
                      <a:r>
                        <a:rPr kumimoji="0" lang="en-US" altLang="zh-CN" sz="2800" b="1" i="0" u="none" strike="noStrike" cap="none" normalizeH="0" baseline="0">
                          <a:ln>
                            <a:noFill/>
                          </a:ln>
                          <a:solidFill>
                            <a:schemeClr val="tx1"/>
                          </a:solidFill>
                          <a:effectLst/>
                          <a:latin typeface="Times New Roman" pitchFamily="18" charset="0"/>
                          <a:ea typeface="黑体" pitchFamily="2" charset="-122"/>
                          <a:sym typeface="Symbol" pitchFamily="18" charset="2"/>
                        </a:rPr>
                        <a:t></a:t>
                      </a:r>
                      <a:r>
                        <a:rPr kumimoji="0" lang="en-US" altLang="zh-CN" sz="2800" b="1" i="1" u="none" strike="noStrike" cap="none" normalizeH="0" baseline="0">
                          <a:ln>
                            <a:noFill/>
                          </a:ln>
                          <a:solidFill>
                            <a:schemeClr val="tx1"/>
                          </a:solidFill>
                          <a:effectLst/>
                          <a:latin typeface="Times New Roman" pitchFamily="18" charset="0"/>
                          <a:ea typeface="黑体" pitchFamily="2" charset="-122"/>
                        </a:rPr>
                        <a:t>F</a:t>
                      </a:r>
                      <a:r>
                        <a:rPr kumimoji="0" lang="en-US" altLang="zh-CN" sz="2800" b="0" i="0" u="none" strike="noStrike" cap="none" normalizeH="0" baseline="0">
                          <a:ln>
                            <a:noFill/>
                          </a:ln>
                          <a:solidFill>
                            <a:schemeClr val="tx1"/>
                          </a:solidFill>
                          <a:effectLst/>
                          <a:latin typeface="Times New Roman" pitchFamily="18" charset="0"/>
                          <a:ea typeface="黑体" pitchFamily="2" charset="-122"/>
                        </a:rPr>
                        <a:t> </a:t>
                      </a:r>
                    </a:p>
                  </a:txBody>
                  <a:tcPr horzOverflow="overflow">
                    <a:lnL w="28575"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
                          <a:schemeClr val="folHlink"/>
                        </a:buClr>
                        <a:buSzPct val="60000"/>
                        <a:buFont typeface="Wingdings" pitchFamily="2" charset="2"/>
                        <a:buNone/>
                        <a:tabLst/>
                      </a:pPr>
                      <a:r>
                        <a:rPr kumimoji="0" lang="en-US" altLang="zh-CN" sz="2800" b="1" i="0" u="none" strike="noStrike" cap="none" normalizeH="0" baseline="0">
                          <a:ln>
                            <a:noFill/>
                          </a:ln>
                          <a:solidFill>
                            <a:schemeClr val="tx1"/>
                          </a:solidFill>
                          <a:effectLst/>
                          <a:latin typeface="Times New Roman" pitchFamily="18" charset="0"/>
                          <a:ea typeface="黑体" pitchFamily="2" charset="-122"/>
                        </a:rPr>
                        <a:t>       id + id$</a:t>
                      </a:r>
                      <a:r>
                        <a:rPr kumimoji="0" lang="en-US" altLang="zh-CN" sz="2800" b="0" i="0" u="none" strike="noStrike" cap="none" normalizeH="0" baseline="0">
                          <a:ln>
                            <a:noFill/>
                          </a:ln>
                          <a:solidFill>
                            <a:schemeClr val="tx1"/>
                          </a:solidFill>
                          <a:effectLst/>
                          <a:latin typeface="Times New Roman" pitchFamily="18" charset="0"/>
                          <a:ea typeface="黑体" pitchFamily="2" charset="-122"/>
                        </a:rPr>
                        <a:t> </a:t>
                      </a:r>
                    </a:p>
                  </a:txBody>
                  <a:tcPr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
                          <a:schemeClr val="folHlink"/>
                        </a:buClr>
                        <a:buSzPct val="60000"/>
                        <a:buFont typeface="Wingdings" pitchFamily="2" charset="2"/>
                        <a:buNone/>
                        <a:tabLst/>
                      </a:pPr>
                      <a:endParaRPr kumimoji="0" lang="zh-CN" altLang="zh-CN" sz="2800" b="0" i="0" u="none" strike="noStrike" cap="none" normalizeH="0" baseline="0">
                        <a:ln>
                          <a:noFill/>
                        </a:ln>
                        <a:solidFill>
                          <a:schemeClr val="tx1"/>
                        </a:solidFill>
                        <a:effectLst/>
                        <a:latin typeface="Times New Roman" pitchFamily="18" charset="0"/>
                        <a:ea typeface="黑体" pitchFamily="2" charset="-122"/>
                      </a:endParaRPr>
                    </a:p>
                  </a:txBody>
                  <a:tcPr horzOverflow="overflow">
                    <a:lnL w="12700" cap="flat" cmpd="sng" algn="ctr">
                      <a:solidFill>
                        <a:schemeClr val="tx1"/>
                      </a:solidFill>
                      <a:prstDash val="solid"/>
                      <a:round/>
                      <a:headEnd type="none" w="sm" len="sm"/>
                      <a:tailEnd type="none" w="sm" len="sm"/>
                    </a:lnL>
                    <a:lnR w="28575"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extLst>
                  <a:ext uri="{0D108BD9-81ED-4DB2-BD59-A6C34878D82A}">
                    <a16:rowId xmlns:a16="http://schemas.microsoft.com/office/drawing/2014/main" val="10007"/>
                  </a:ext>
                </a:extLst>
              </a:tr>
              <a:tr h="519113">
                <a:tc>
                  <a:txBody>
                    <a:bodyPr/>
                    <a:lstStyle/>
                    <a:p>
                      <a:pPr marL="0" marR="0" lvl="0" indent="0" algn="l" defTabSz="914400" rtl="0" eaLnBrk="1" fontAlgn="base" latinLnBrk="0" hangingPunct="1">
                        <a:lnSpc>
                          <a:spcPct val="100000"/>
                        </a:lnSpc>
                        <a:spcBef>
                          <a:spcPct val="20000"/>
                        </a:spcBef>
                        <a:spcAft>
                          <a:spcPct val="0"/>
                        </a:spcAft>
                        <a:buClr>
                          <a:schemeClr val="folHlink"/>
                        </a:buClr>
                        <a:buSzPct val="60000"/>
                        <a:buFont typeface="Wingdings" pitchFamily="2" charset="2"/>
                        <a:buNone/>
                        <a:tabLst/>
                      </a:pPr>
                      <a:r>
                        <a:rPr kumimoji="0" lang="en-US" altLang="zh-CN" sz="2800" b="1" i="0" u="none" strike="noStrike" cap="none" normalizeH="0" baseline="0">
                          <a:ln>
                            <a:noFill/>
                          </a:ln>
                          <a:solidFill>
                            <a:schemeClr val="tx1"/>
                          </a:solidFill>
                          <a:effectLst/>
                          <a:latin typeface="Times New Roman" pitchFamily="18" charset="0"/>
                          <a:ea typeface="黑体" pitchFamily="2" charset="-122"/>
                        </a:rPr>
                        <a:t>$</a:t>
                      </a:r>
                      <a:r>
                        <a:rPr kumimoji="0" lang="en-US" altLang="zh-CN" sz="2800" b="1" i="1" u="none" strike="noStrike" cap="none" normalizeH="0" baseline="0">
                          <a:ln>
                            <a:noFill/>
                          </a:ln>
                          <a:solidFill>
                            <a:schemeClr val="tx1"/>
                          </a:solidFill>
                          <a:effectLst/>
                          <a:latin typeface="Times New Roman" pitchFamily="18" charset="0"/>
                          <a:ea typeface="黑体" pitchFamily="2" charset="-122"/>
                        </a:rPr>
                        <a:t>E </a:t>
                      </a:r>
                      <a:r>
                        <a:rPr kumimoji="0" lang="en-US" altLang="zh-CN" sz="2800" b="1" i="0" u="none" strike="noStrike" cap="none" normalizeH="0" baseline="0">
                          <a:ln>
                            <a:noFill/>
                          </a:ln>
                          <a:solidFill>
                            <a:schemeClr val="tx1"/>
                          </a:solidFill>
                          <a:effectLst/>
                          <a:latin typeface="Times New Roman" pitchFamily="18" charset="0"/>
                          <a:ea typeface="黑体" pitchFamily="2" charset="-122"/>
                          <a:sym typeface="Symbol" pitchFamily="18" charset="2"/>
                        </a:rPr>
                        <a:t></a:t>
                      </a:r>
                      <a:r>
                        <a:rPr kumimoji="0" lang="en-US" altLang="zh-CN" sz="2800" b="1" i="1" u="none" strike="noStrike" cap="none" normalizeH="0" baseline="0">
                          <a:ln>
                            <a:noFill/>
                          </a:ln>
                          <a:solidFill>
                            <a:schemeClr val="tx1"/>
                          </a:solidFill>
                          <a:effectLst/>
                          <a:latin typeface="Times New Roman" pitchFamily="18" charset="0"/>
                          <a:ea typeface="黑体" pitchFamily="2" charset="-122"/>
                        </a:rPr>
                        <a:t>T </a:t>
                      </a:r>
                      <a:r>
                        <a:rPr kumimoji="0" lang="en-US" altLang="zh-CN" sz="2800" b="1" i="0" u="none" strike="noStrike" cap="none" normalizeH="0" baseline="0">
                          <a:ln>
                            <a:noFill/>
                          </a:ln>
                          <a:solidFill>
                            <a:schemeClr val="tx1"/>
                          </a:solidFill>
                          <a:effectLst/>
                          <a:latin typeface="Times New Roman" pitchFamily="18" charset="0"/>
                          <a:ea typeface="黑体" pitchFamily="2" charset="-122"/>
                          <a:sym typeface="Symbol" pitchFamily="18" charset="2"/>
                        </a:rPr>
                        <a:t></a:t>
                      </a:r>
                      <a:r>
                        <a:rPr kumimoji="0" lang="en-US" altLang="zh-CN" sz="2800" b="1" i="0" u="none" strike="noStrike" cap="none" normalizeH="0" baseline="0">
                          <a:ln>
                            <a:noFill/>
                          </a:ln>
                          <a:solidFill>
                            <a:schemeClr val="tx1"/>
                          </a:solidFill>
                          <a:effectLst/>
                          <a:latin typeface="Times New Roman" pitchFamily="18" charset="0"/>
                          <a:ea typeface="黑体" pitchFamily="2" charset="-122"/>
                        </a:rPr>
                        <a:t> id</a:t>
                      </a:r>
                      <a:r>
                        <a:rPr kumimoji="0" lang="en-US" altLang="zh-CN" sz="2800" b="0" i="0" u="none" strike="noStrike" cap="none" normalizeH="0" baseline="0">
                          <a:ln>
                            <a:noFill/>
                          </a:ln>
                          <a:solidFill>
                            <a:schemeClr val="tx1"/>
                          </a:solidFill>
                          <a:effectLst/>
                          <a:latin typeface="Times New Roman" pitchFamily="18" charset="0"/>
                          <a:ea typeface="黑体" pitchFamily="2" charset="-122"/>
                        </a:rPr>
                        <a:t> </a:t>
                      </a:r>
                    </a:p>
                  </a:txBody>
                  <a:tcPr horzOverflow="overflow">
                    <a:lnL w="28575"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28575" cap="flat" cmpd="sng" algn="ctr">
                      <a:solidFill>
                        <a:schemeClr val="tx1"/>
                      </a:solidFill>
                      <a:prstDash val="solid"/>
                      <a:round/>
                      <a:headEnd type="none" w="sm" len="sm"/>
                      <a:tailEnd type="none" w="sm" len="sm"/>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
                          <a:schemeClr val="folHlink"/>
                        </a:buClr>
                        <a:buSzPct val="60000"/>
                        <a:buFont typeface="Wingdings" pitchFamily="2" charset="2"/>
                        <a:buNone/>
                        <a:tabLst/>
                      </a:pPr>
                      <a:r>
                        <a:rPr kumimoji="0" lang="en-US" altLang="zh-CN" sz="2800" b="1" i="0" u="none" strike="noStrike" cap="none" normalizeH="0" baseline="0">
                          <a:ln>
                            <a:noFill/>
                          </a:ln>
                          <a:solidFill>
                            <a:schemeClr val="tx1"/>
                          </a:solidFill>
                          <a:effectLst/>
                          <a:latin typeface="Times New Roman" pitchFamily="18" charset="0"/>
                          <a:ea typeface="黑体" pitchFamily="2" charset="-122"/>
                        </a:rPr>
                        <a:t>       id + id$</a:t>
                      </a:r>
                      <a:r>
                        <a:rPr kumimoji="0" lang="en-US" altLang="zh-CN" sz="2800" b="0" i="0" u="none" strike="noStrike" cap="none" normalizeH="0" baseline="0">
                          <a:ln>
                            <a:noFill/>
                          </a:ln>
                          <a:solidFill>
                            <a:schemeClr val="tx1"/>
                          </a:solidFill>
                          <a:effectLst/>
                          <a:latin typeface="Times New Roman" pitchFamily="18" charset="0"/>
                          <a:ea typeface="黑体" pitchFamily="2" charset="-122"/>
                        </a:rPr>
                        <a:t>  </a:t>
                      </a:r>
                    </a:p>
                  </a:txBody>
                  <a:tcPr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28575" cap="flat" cmpd="sng" algn="ctr">
                      <a:solidFill>
                        <a:schemeClr val="tx1"/>
                      </a:solidFill>
                      <a:prstDash val="solid"/>
                      <a:round/>
                      <a:headEnd type="none" w="sm" len="sm"/>
                      <a:tailEnd type="none" w="sm" len="sm"/>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
                          <a:schemeClr val="folHlink"/>
                        </a:buClr>
                        <a:buSzPct val="60000"/>
                        <a:buFont typeface="Wingdings" pitchFamily="2" charset="2"/>
                        <a:buNone/>
                        <a:tabLst/>
                      </a:pPr>
                      <a:r>
                        <a:rPr kumimoji="0" lang="en-US" altLang="zh-CN" sz="2800" b="1" i="1" u="none" strike="noStrike" cap="none" normalizeH="0" baseline="0" dirty="0">
                          <a:ln>
                            <a:noFill/>
                          </a:ln>
                          <a:solidFill>
                            <a:schemeClr val="tx1"/>
                          </a:solidFill>
                          <a:effectLst/>
                          <a:latin typeface="Times New Roman" pitchFamily="18" charset="0"/>
                          <a:ea typeface="黑体" pitchFamily="2" charset="-122"/>
                        </a:rPr>
                        <a:t>F</a:t>
                      </a:r>
                      <a:r>
                        <a:rPr kumimoji="0" lang="en-US" altLang="zh-CN" sz="2800" b="1" i="0" u="none" strike="noStrike" cap="none" normalizeH="0" baseline="0" dirty="0">
                          <a:ln>
                            <a:noFill/>
                          </a:ln>
                          <a:solidFill>
                            <a:schemeClr val="tx1"/>
                          </a:solidFill>
                          <a:effectLst/>
                          <a:latin typeface="Times New Roman" pitchFamily="18" charset="0"/>
                          <a:ea typeface="黑体" pitchFamily="2" charset="-122"/>
                        </a:rPr>
                        <a:t> </a:t>
                      </a:r>
                      <a:r>
                        <a:rPr kumimoji="0" lang="en-US" altLang="zh-CN" sz="2800" b="1" i="0" u="none" strike="noStrike" cap="none" normalizeH="0" baseline="0" dirty="0">
                          <a:ln>
                            <a:noFill/>
                          </a:ln>
                          <a:solidFill>
                            <a:schemeClr val="tx1"/>
                          </a:solidFill>
                          <a:effectLst/>
                          <a:latin typeface="Times New Roman" pitchFamily="18" charset="0"/>
                          <a:ea typeface="黑体" pitchFamily="2" charset="-122"/>
                          <a:sym typeface="Symbol" pitchFamily="18" charset="2"/>
                        </a:rPr>
                        <a:t></a:t>
                      </a:r>
                      <a:r>
                        <a:rPr kumimoji="0" lang="en-US" altLang="zh-CN" sz="2800" b="1" i="0" u="none" strike="noStrike" cap="none" normalizeH="0" baseline="0" dirty="0">
                          <a:ln>
                            <a:noFill/>
                          </a:ln>
                          <a:solidFill>
                            <a:schemeClr val="tx1"/>
                          </a:solidFill>
                          <a:effectLst/>
                          <a:latin typeface="Times New Roman" pitchFamily="18" charset="0"/>
                          <a:ea typeface="黑体" pitchFamily="2" charset="-122"/>
                        </a:rPr>
                        <a:t> id</a:t>
                      </a:r>
                      <a:r>
                        <a:rPr kumimoji="0" lang="en-US" altLang="zh-CN" sz="2800" b="0" i="0" u="none" strike="noStrike" cap="none" normalizeH="0" baseline="0" dirty="0">
                          <a:ln>
                            <a:noFill/>
                          </a:ln>
                          <a:solidFill>
                            <a:schemeClr val="tx1"/>
                          </a:solidFill>
                          <a:effectLst/>
                          <a:latin typeface="Times New Roman" pitchFamily="18" charset="0"/>
                          <a:ea typeface="黑体" pitchFamily="2" charset="-122"/>
                        </a:rPr>
                        <a:t> </a:t>
                      </a:r>
                    </a:p>
                  </a:txBody>
                  <a:tcPr horzOverflow="overflow">
                    <a:lnL w="12700" cap="flat" cmpd="sng" algn="ctr">
                      <a:solidFill>
                        <a:schemeClr val="tx1"/>
                      </a:solidFill>
                      <a:prstDash val="solid"/>
                      <a:round/>
                      <a:headEnd type="none" w="sm" len="sm"/>
                      <a:tailEnd type="none" w="sm" len="sm"/>
                    </a:lnL>
                    <a:lnR w="28575"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28575" cap="flat" cmpd="sng" algn="ctr">
                      <a:solidFill>
                        <a:schemeClr val="tx1"/>
                      </a:solidFill>
                      <a:prstDash val="solid"/>
                      <a:round/>
                      <a:headEnd type="none" w="sm" len="sm"/>
                      <a:tailEnd type="none" w="sm" len="sm"/>
                    </a:lnB>
                    <a:lnTlToBr>
                      <a:noFill/>
                    </a:lnTlToBr>
                    <a:lnBlToTr>
                      <a:noFill/>
                    </a:lnBlToTr>
                    <a:noFill/>
                  </a:tcPr>
                </a:tc>
                <a:extLst>
                  <a:ext uri="{0D108BD9-81ED-4DB2-BD59-A6C34878D82A}">
                    <a16:rowId xmlns:a16="http://schemas.microsoft.com/office/drawing/2014/main" val="10008"/>
                  </a:ext>
                </a:extLst>
              </a:tr>
            </a:tbl>
          </a:graphicData>
        </a:graphic>
      </p:graphicFrame>
      <p:sp>
        <p:nvSpPr>
          <p:cNvPr id="2" name="日期占位符 1">
            <a:extLst>
              <a:ext uri="{FF2B5EF4-FFF2-40B4-BE49-F238E27FC236}">
                <a16:creationId xmlns:a16="http://schemas.microsoft.com/office/drawing/2014/main" id="{DC1E5EB6-726F-7DD1-FF45-FBA44C994FC9}"/>
              </a:ext>
            </a:extLst>
          </p:cNvPr>
          <p:cNvSpPr>
            <a:spLocks noGrp="1"/>
          </p:cNvSpPr>
          <p:nvPr>
            <p:ph type="dt" sz="half" idx="10"/>
          </p:nvPr>
        </p:nvSpPr>
        <p:spPr/>
        <p:txBody>
          <a:bodyPr/>
          <a:lstStyle/>
          <a:p>
            <a:fld id="{416AD154-8184-489A-904F-8E6BABA2CE66}" type="datetime2">
              <a:rPr lang="zh-CN" altLang="en-US" smtClean="0"/>
              <a:pPr/>
              <a:t>2025年11月26日</a:t>
            </a:fld>
            <a:endParaRPr lang="zh-CN" altLang="en-US"/>
          </a:p>
        </p:txBody>
      </p:sp>
      <p:sp>
        <p:nvSpPr>
          <p:cNvPr id="3" name="页脚占位符 2">
            <a:extLst>
              <a:ext uri="{FF2B5EF4-FFF2-40B4-BE49-F238E27FC236}">
                <a16:creationId xmlns:a16="http://schemas.microsoft.com/office/drawing/2014/main" id="{BF632C39-B548-B328-0658-75846F3603AA}"/>
              </a:ext>
            </a:extLst>
          </p:cNvPr>
          <p:cNvSpPr>
            <a:spLocks noGrp="1"/>
          </p:cNvSpPr>
          <p:nvPr>
            <p:ph type="ftr" sz="quarter" idx="11"/>
          </p:nvPr>
        </p:nvSpPr>
        <p:spPr/>
        <p:txBody>
          <a:bodyPr/>
          <a:lstStyle/>
          <a:p>
            <a:r>
              <a:rPr lang="zh-CN" altLang="en-US"/>
              <a:t>编译原理</a:t>
            </a:r>
            <a:r>
              <a:rPr lang="en-US" altLang="zh-CN"/>
              <a:t>-</a:t>
            </a:r>
            <a:r>
              <a:rPr lang="zh-CN" altLang="en-US"/>
              <a:t>王欣捷</a:t>
            </a:r>
            <a:r>
              <a:rPr lang="en-US" altLang="zh-CN"/>
              <a:t>-</a:t>
            </a:r>
            <a:r>
              <a:rPr lang="zh-CN" altLang="en-US"/>
              <a:t>第三章 语法分析</a:t>
            </a:r>
            <a:r>
              <a:rPr lang="en-US" altLang="zh-CN"/>
              <a:t>(4)</a:t>
            </a:r>
            <a:endParaRPr lang="zh-CN" altLang="en-US"/>
          </a:p>
        </p:txBody>
      </p:sp>
      <p:sp>
        <p:nvSpPr>
          <p:cNvPr id="4" name="灯片编号占位符 3">
            <a:extLst>
              <a:ext uri="{FF2B5EF4-FFF2-40B4-BE49-F238E27FC236}">
                <a16:creationId xmlns:a16="http://schemas.microsoft.com/office/drawing/2014/main" id="{5CD5B830-CFC1-5C24-50DD-8BFD57F13E82}"/>
              </a:ext>
            </a:extLst>
          </p:cNvPr>
          <p:cNvSpPr>
            <a:spLocks noGrp="1"/>
          </p:cNvSpPr>
          <p:nvPr>
            <p:ph type="sldNum" sz="quarter" idx="12"/>
          </p:nvPr>
        </p:nvSpPr>
        <p:spPr/>
        <p:txBody>
          <a:bodyPr/>
          <a:lstStyle/>
          <a:p>
            <a:fld id="{094DEB03-EFC6-4C20-8FC8-295189A5386F}" type="slidenum">
              <a:rPr lang="zh-CN" altLang="en-US" smtClean="0"/>
              <a:pPr/>
              <a:t>20</a:t>
            </a:fld>
            <a:endParaRPr lang="zh-CN" altLang="en-US"/>
          </a:p>
        </p:txBody>
      </p:sp>
      <p:graphicFrame>
        <p:nvGraphicFramePr>
          <p:cNvPr id="6" name="Group 3">
            <a:extLst>
              <a:ext uri="{FF2B5EF4-FFF2-40B4-BE49-F238E27FC236}">
                <a16:creationId xmlns:a16="http://schemas.microsoft.com/office/drawing/2014/main" id="{5072C9FF-A81F-8F44-5B6C-CEE5A636DF8F}"/>
              </a:ext>
            </a:extLst>
          </p:cNvPr>
          <p:cNvGraphicFramePr>
            <a:graphicFrameLocks/>
          </p:cNvGraphicFramePr>
          <p:nvPr>
            <p:extLst>
              <p:ext uri="{D42A27DB-BD31-4B8C-83A1-F6EECF244321}">
                <p14:modId xmlns:p14="http://schemas.microsoft.com/office/powerpoint/2010/main" val="1212291611"/>
              </p:ext>
            </p:extLst>
          </p:nvPr>
        </p:nvGraphicFramePr>
        <p:xfrm>
          <a:off x="1681224" y="1333499"/>
          <a:ext cx="6162551" cy="2535464"/>
        </p:xfrm>
        <a:graphic>
          <a:graphicData uri="http://schemas.openxmlformats.org/drawingml/2006/table">
            <a:tbl>
              <a:tblPr>
                <a:effectLst>
                  <a:outerShdw blurRad="63500" sx="102000" sy="102000" algn="ctr" rotWithShape="0">
                    <a:prstClr val="black">
                      <a:alpha val="40000"/>
                    </a:prstClr>
                  </a:outerShdw>
                </a:effectLst>
              </a:tblPr>
              <a:tblGrid>
                <a:gridCol w="753362">
                  <a:extLst>
                    <a:ext uri="{9D8B030D-6E8A-4147-A177-3AD203B41FA5}">
                      <a16:colId xmlns:a16="http://schemas.microsoft.com/office/drawing/2014/main" val="20000"/>
                    </a:ext>
                  </a:extLst>
                </a:gridCol>
                <a:gridCol w="914796">
                  <a:extLst>
                    <a:ext uri="{9D8B030D-6E8A-4147-A177-3AD203B41FA5}">
                      <a16:colId xmlns:a16="http://schemas.microsoft.com/office/drawing/2014/main" val="20001"/>
                    </a:ext>
                  </a:extLst>
                </a:gridCol>
                <a:gridCol w="974215">
                  <a:extLst>
                    <a:ext uri="{9D8B030D-6E8A-4147-A177-3AD203B41FA5}">
                      <a16:colId xmlns:a16="http://schemas.microsoft.com/office/drawing/2014/main" val="20002"/>
                    </a:ext>
                  </a:extLst>
                </a:gridCol>
                <a:gridCol w="1010203">
                  <a:extLst>
                    <a:ext uri="{9D8B030D-6E8A-4147-A177-3AD203B41FA5}">
                      <a16:colId xmlns:a16="http://schemas.microsoft.com/office/drawing/2014/main" val="20003"/>
                    </a:ext>
                  </a:extLst>
                </a:gridCol>
                <a:gridCol w="867599">
                  <a:extLst>
                    <a:ext uri="{9D8B030D-6E8A-4147-A177-3AD203B41FA5}">
                      <a16:colId xmlns:a16="http://schemas.microsoft.com/office/drawing/2014/main" val="20004"/>
                    </a:ext>
                  </a:extLst>
                </a:gridCol>
                <a:gridCol w="860986">
                  <a:extLst>
                    <a:ext uri="{9D8B030D-6E8A-4147-A177-3AD203B41FA5}">
                      <a16:colId xmlns:a16="http://schemas.microsoft.com/office/drawing/2014/main" val="20005"/>
                    </a:ext>
                  </a:extLst>
                </a:gridCol>
                <a:gridCol w="781390">
                  <a:extLst>
                    <a:ext uri="{9D8B030D-6E8A-4147-A177-3AD203B41FA5}">
                      <a16:colId xmlns:a16="http://schemas.microsoft.com/office/drawing/2014/main" val="20006"/>
                    </a:ext>
                  </a:extLst>
                </a:gridCol>
              </a:tblGrid>
              <a:tr h="361994">
                <a:tc rowSpan="2">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r>
                        <a:rPr kumimoji="0" lang="zh-CN" altLang="en-US" sz="1500" b="0" i="0" u="none" strike="noStrike" cap="none" normalizeH="0" baseline="0">
                          <a:ln>
                            <a:noFill/>
                          </a:ln>
                          <a:solidFill>
                            <a:schemeClr val="tx1"/>
                          </a:solidFill>
                          <a:effectLst/>
                          <a:latin typeface="Times New Roman" panose="02020603050405020304" pitchFamily="18" charset="0"/>
                          <a:ea typeface="黑体" panose="02010609060101010101" pitchFamily="49" charset="-122"/>
                        </a:rPr>
                        <a:t>非 终</a:t>
                      </a:r>
                      <a:endParaRPr kumimoji="0" lang="en-US" altLang="zh-CN" sz="1500" b="0" i="0" u="none" strike="noStrike" cap="none" normalizeH="0" baseline="0">
                        <a:ln>
                          <a:noFill/>
                        </a:ln>
                        <a:solidFill>
                          <a:schemeClr val="tx1"/>
                        </a:solidFill>
                        <a:effectLst/>
                        <a:latin typeface="Times New Roman" panose="02020603050405020304" pitchFamily="18" charset="0"/>
                        <a:ea typeface="黑体" panose="02010609060101010101" pitchFamily="49" charset="-122"/>
                      </a:endParaRPr>
                    </a:p>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r>
                        <a:rPr kumimoji="0" lang="zh-CN" altLang="en-US" sz="1500" b="0" i="0" u="none" strike="noStrike" cap="none" normalizeH="0" baseline="0">
                          <a:ln>
                            <a:noFill/>
                          </a:ln>
                          <a:solidFill>
                            <a:schemeClr val="tx1"/>
                          </a:solidFill>
                          <a:effectLst/>
                          <a:latin typeface="Times New Roman" panose="02020603050405020304" pitchFamily="18" charset="0"/>
                          <a:ea typeface="黑体" panose="02010609060101010101" pitchFamily="49" charset="-122"/>
                        </a:rPr>
                        <a:t>结 符</a:t>
                      </a:r>
                    </a:p>
                  </a:txBody>
                  <a:tcPr marL="139781" marR="139781" marT="69890" marB="69890" anchor="ct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accent4">
                        <a:lumMod val="20000"/>
                        <a:lumOff val="80000"/>
                      </a:schemeClr>
                    </a:solidFill>
                  </a:tcPr>
                </a:tc>
                <a:tc gridSpan="6">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r>
                        <a:rPr kumimoji="0" lang="zh-CN" altLang="en-US" sz="1500" b="0" i="0" u="none" strike="noStrike" cap="none" normalizeH="0" baseline="0">
                          <a:ln>
                            <a:noFill/>
                          </a:ln>
                          <a:solidFill>
                            <a:schemeClr val="tx1"/>
                          </a:solidFill>
                          <a:effectLst/>
                          <a:latin typeface="Times New Roman" panose="02020603050405020304" pitchFamily="18" charset="0"/>
                          <a:ea typeface="黑体" panose="02010609060101010101" pitchFamily="49" charset="-122"/>
                        </a:rPr>
                        <a:t>输 入 符 号</a:t>
                      </a:r>
                    </a:p>
                  </a:txBody>
                  <a:tcPr marL="139781" marR="139781" marT="69890" marB="69890" anchor="ct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accent4">
                        <a:lumMod val="20000"/>
                        <a:lumOff val="80000"/>
                      </a:schemeClr>
                    </a:solidFill>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extLst>
                  <a:ext uri="{0D108BD9-81ED-4DB2-BD59-A6C34878D82A}">
                    <a16:rowId xmlns:a16="http://schemas.microsoft.com/office/drawing/2014/main" val="10000"/>
                  </a:ext>
                </a:extLst>
              </a:tr>
              <a:tr h="360042">
                <a:tc vMerge="1">
                  <a:txBody>
                    <a:bodyPr/>
                    <a:lstStyle/>
                    <a:p>
                      <a:endParaRPr lang="zh-CN" altLang="en-US"/>
                    </a:p>
                  </a:txBody>
                  <a:tcPr/>
                </a:tc>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r>
                        <a:rPr kumimoji="0" lang="en-US" altLang="zh-CN" sz="1500" b="1" i="0" u="none" strike="noStrike" cap="none" normalizeH="0" baseline="0">
                          <a:ln>
                            <a:noFill/>
                          </a:ln>
                          <a:solidFill>
                            <a:schemeClr val="tx1"/>
                          </a:solidFill>
                          <a:effectLst/>
                          <a:latin typeface="Times New Roman" panose="02020603050405020304" pitchFamily="18" charset="0"/>
                          <a:ea typeface="黑体" panose="02010609060101010101" pitchFamily="49" charset="-122"/>
                        </a:rPr>
                        <a:t>id</a:t>
                      </a:r>
                    </a:p>
                  </a:txBody>
                  <a:tcPr marL="46132" marR="46132" marT="24604" marB="24604"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accent4">
                        <a:lumMod val="20000"/>
                        <a:lumOff val="80000"/>
                      </a:schemeClr>
                    </a:solidFill>
                  </a:tcPr>
                </a:tc>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r>
                        <a:rPr kumimoji="0" lang="en-US" altLang="zh-CN" sz="1500" b="1" i="0" u="none" strike="noStrike" cap="none" normalizeH="0" baseline="0">
                          <a:ln>
                            <a:noFill/>
                          </a:ln>
                          <a:solidFill>
                            <a:schemeClr val="tx1"/>
                          </a:solidFill>
                          <a:effectLst/>
                          <a:latin typeface="Times New Roman" panose="02020603050405020304" pitchFamily="18" charset="0"/>
                          <a:ea typeface="黑体" panose="02010609060101010101" pitchFamily="49" charset="-122"/>
                        </a:rPr>
                        <a:t>+</a:t>
                      </a:r>
                    </a:p>
                  </a:txBody>
                  <a:tcPr marL="46132" marR="46132" marT="24604" marB="24604"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accent4">
                        <a:lumMod val="20000"/>
                        <a:lumOff val="80000"/>
                      </a:schemeClr>
                    </a:solidFill>
                  </a:tcPr>
                </a:tc>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r>
                        <a:rPr kumimoji="0" lang="en-US" altLang="zh-CN" sz="1500" b="1" i="0" u="none" strike="noStrike" cap="none" normalizeH="0" baseline="0">
                          <a:ln>
                            <a:noFill/>
                          </a:ln>
                          <a:solidFill>
                            <a:schemeClr val="tx1"/>
                          </a:solidFill>
                          <a:effectLst/>
                          <a:latin typeface="Times New Roman" panose="02020603050405020304" pitchFamily="18" charset="0"/>
                          <a:ea typeface="黑体" panose="02010609060101010101" pitchFamily="49" charset="-122"/>
                        </a:rPr>
                        <a:t>*</a:t>
                      </a:r>
                    </a:p>
                  </a:txBody>
                  <a:tcPr marL="46132" marR="46132" marT="24604" marB="24604"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accent4">
                        <a:lumMod val="20000"/>
                        <a:lumOff val="80000"/>
                      </a:schemeClr>
                    </a:solidFill>
                  </a:tcPr>
                </a:tc>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r>
                        <a:rPr kumimoji="0" lang="en-US" altLang="zh-CN" sz="1500" b="1" i="0" u="none" strike="noStrike" cap="none" normalizeH="0" baseline="0">
                          <a:ln>
                            <a:noFill/>
                          </a:ln>
                          <a:solidFill>
                            <a:schemeClr val="tx1"/>
                          </a:solidFill>
                          <a:effectLst/>
                          <a:latin typeface="Times New Roman" panose="02020603050405020304" pitchFamily="18" charset="0"/>
                          <a:ea typeface="黑体" panose="02010609060101010101" pitchFamily="49" charset="-122"/>
                        </a:rPr>
                        <a:t>(</a:t>
                      </a:r>
                    </a:p>
                  </a:txBody>
                  <a:tcPr marL="46132" marR="46132" marT="24604" marB="24604"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accent4">
                        <a:lumMod val="20000"/>
                        <a:lumOff val="80000"/>
                      </a:schemeClr>
                    </a:solidFill>
                  </a:tcPr>
                </a:tc>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r>
                        <a:rPr kumimoji="0" lang="en-US" altLang="zh-CN" sz="1500" b="1" i="0" u="none" strike="noStrike" cap="none" normalizeH="0" baseline="0">
                          <a:ln>
                            <a:noFill/>
                          </a:ln>
                          <a:solidFill>
                            <a:schemeClr val="tx1"/>
                          </a:solidFill>
                          <a:effectLst/>
                          <a:latin typeface="Times New Roman" panose="02020603050405020304" pitchFamily="18" charset="0"/>
                          <a:ea typeface="黑体" panose="02010609060101010101" pitchFamily="49" charset="-122"/>
                        </a:rPr>
                        <a:t>)</a:t>
                      </a:r>
                    </a:p>
                  </a:txBody>
                  <a:tcPr marL="46132" marR="46132" marT="24604" marB="24604"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accent4">
                        <a:lumMod val="20000"/>
                        <a:lumOff val="80000"/>
                      </a:schemeClr>
                    </a:solidFill>
                  </a:tcPr>
                </a:tc>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r>
                        <a:rPr kumimoji="0" lang="en-US" altLang="zh-CN" sz="1500" b="1" i="0" u="none" strike="noStrike" cap="none" normalizeH="0" baseline="0">
                          <a:ln>
                            <a:noFill/>
                          </a:ln>
                          <a:solidFill>
                            <a:schemeClr val="tx1"/>
                          </a:solidFill>
                          <a:effectLst/>
                          <a:latin typeface="Times New Roman" panose="02020603050405020304" pitchFamily="18" charset="0"/>
                          <a:ea typeface="黑体" panose="02010609060101010101" pitchFamily="49" charset="-122"/>
                        </a:rPr>
                        <a:t>$</a:t>
                      </a:r>
                    </a:p>
                  </a:txBody>
                  <a:tcPr marL="46132" marR="46132" marT="24604" marB="24604" anchor="ct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accent4">
                        <a:lumMod val="20000"/>
                        <a:lumOff val="80000"/>
                      </a:schemeClr>
                    </a:solidFill>
                  </a:tcPr>
                </a:tc>
                <a:extLst>
                  <a:ext uri="{0D108BD9-81ED-4DB2-BD59-A6C34878D82A}">
                    <a16:rowId xmlns:a16="http://schemas.microsoft.com/office/drawing/2014/main" val="10001"/>
                  </a:ext>
                </a:extLst>
              </a:tr>
              <a:tr h="361994">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r>
                        <a:rPr kumimoji="0" lang="en-US" altLang="zh-CN" sz="1500" b="1" i="1" u="none" strike="noStrike" cap="none" normalizeH="0" baseline="0">
                          <a:ln>
                            <a:noFill/>
                          </a:ln>
                          <a:solidFill>
                            <a:schemeClr val="tx1"/>
                          </a:solidFill>
                          <a:effectLst/>
                          <a:latin typeface="Times New Roman" panose="02020603050405020304" pitchFamily="18" charset="0"/>
                          <a:ea typeface="黑体" panose="02010609060101010101" pitchFamily="49" charset="-122"/>
                        </a:rPr>
                        <a:t>E</a:t>
                      </a:r>
                    </a:p>
                  </a:txBody>
                  <a:tcPr marL="46132" marR="46132" marT="24604" marB="24604" anchor="ct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accent4">
                        <a:lumMod val="20000"/>
                        <a:lumOff val="80000"/>
                      </a:schemeClr>
                    </a:solidFill>
                  </a:tcPr>
                </a:tc>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r>
                        <a:rPr kumimoji="0" lang="en-US" altLang="zh-CN" sz="1500" b="1" i="1" u="none" strike="noStrike" cap="none" normalizeH="0" baseline="0">
                          <a:ln>
                            <a:noFill/>
                          </a:ln>
                          <a:solidFill>
                            <a:schemeClr val="tx1"/>
                          </a:solidFill>
                          <a:effectLst/>
                          <a:latin typeface="Times New Roman" panose="02020603050405020304" pitchFamily="18" charset="0"/>
                          <a:ea typeface="黑体" panose="02010609060101010101" pitchFamily="49" charset="-122"/>
                        </a:rPr>
                        <a:t>E</a:t>
                      </a:r>
                      <a:r>
                        <a:rPr kumimoji="0" lang="en-US" altLang="zh-CN" sz="1500" b="1" i="0" u="none" strike="noStrike" cap="none" normalizeH="0" baseline="0">
                          <a:ln>
                            <a:noFill/>
                          </a:ln>
                          <a:solidFill>
                            <a:schemeClr val="tx1"/>
                          </a:solidFill>
                          <a:effectLst/>
                          <a:latin typeface="Times New Roman" panose="02020603050405020304" pitchFamily="18" charset="0"/>
                          <a:ea typeface="黑体" panose="02010609060101010101" pitchFamily="49" charset="-122"/>
                          <a:sym typeface="Symbol" panose="05050102010706020507" pitchFamily="18" charset="2"/>
                        </a:rPr>
                        <a:t></a:t>
                      </a:r>
                      <a:r>
                        <a:rPr kumimoji="0" lang="en-US" altLang="zh-CN" sz="1500" b="1" i="1" u="none" strike="noStrike" cap="none" normalizeH="0" baseline="0">
                          <a:ln>
                            <a:noFill/>
                          </a:ln>
                          <a:solidFill>
                            <a:schemeClr val="tx1"/>
                          </a:solidFill>
                          <a:effectLst/>
                          <a:latin typeface="Times New Roman" panose="02020603050405020304" pitchFamily="18" charset="0"/>
                          <a:ea typeface="黑体" panose="02010609060101010101" pitchFamily="49" charset="-122"/>
                          <a:sym typeface="Symbol" panose="05050102010706020507" pitchFamily="18" charset="2"/>
                        </a:rPr>
                        <a:t>TE</a:t>
                      </a:r>
                      <a:r>
                        <a:rPr kumimoji="0" lang="en-US" altLang="zh-CN" sz="1500" b="1" i="0" u="none" strike="noStrike" cap="none" normalizeH="0" baseline="0">
                          <a:ln>
                            <a:noFill/>
                          </a:ln>
                          <a:solidFill>
                            <a:schemeClr val="tx1"/>
                          </a:solidFill>
                          <a:effectLst/>
                          <a:latin typeface="Times New Roman" panose="02020603050405020304" pitchFamily="18" charset="0"/>
                          <a:ea typeface="黑体" panose="02010609060101010101" pitchFamily="49" charset="-122"/>
                          <a:sym typeface="Symbol" panose="05050102010706020507" pitchFamily="18" charset="2"/>
                        </a:rPr>
                        <a:t></a:t>
                      </a:r>
                    </a:p>
                  </a:txBody>
                  <a:tcPr marL="46132" marR="46132" marT="24604" marB="24604"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accent4">
                        <a:lumMod val="20000"/>
                        <a:lumOff val="80000"/>
                      </a:schemeClr>
                    </a:solidFill>
                  </a:tcPr>
                </a:tc>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endParaRPr kumimoji="0" lang="zh-CN" altLang="zh-CN" sz="1500" b="0" i="0" u="none" strike="noStrike" cap="none" normalizeH="0" baseline="0">
                        <a:ln>
                          <a:noFill/>
                        </a:ln>
                        <a:solidFill>
                          <a:schemeClr val="tx1"/>
                        </a:solidFill>
                        <a:effectLst/>
                        <a:latin typeface="Times New Roman" panose="02020603050405020304" pitchFamily="18" charset="0"/>
                        <a:ea typeface="黑体" panose="02010609060101010101" pitchFamily="49" charset="-122"/>
                      </a:endParaRPr>
                    </a:p>
                  </a:txBody>
                  <a:tcPr marL="46132" marR="46132" marT="24604" marB="24604"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accent4">
                        <a:lumMod val="20000"/>
                        <a:lumOff val="80000"/>
                      </a:schemeClr>
                    </a:solidFill>
                  </a:tcPr>
                </a:tc>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endParaRPr kumimoji="0" lang="zh-CN" altLang="zh-CN" sz="1500" b="0" i="0" u="none" strike="noStrike" cap="none" normalizeH="0" baseline="0">
                        <a:ln>
                          <a:noFill/>
                        </a:ln>
                        <a:solidFill>
                          <a:schemeClr val="tx1"/>
                        </a:solidFill>
                        <a:effectLst/>
                        <a:latin typeface="Times New Roman" panose="02020603050405020304" pitchFamily="18" charset="0"/>
                        <a:ea typeface="黑体" panose="02010609060101010101" pitchFamily="49" charset="-122"/>
                      </a:endParaRPr>
                    </a:p>
                  </a:txBody>
                  <a:tcPr marL="46132" marR="46132" marT="24604" marB="24604"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accent4">
                        <a:lumMod val="20000"/>
                        <a:lumOff val="80000"/>
                      </a:schemeClr>
                    </a:solidFill>
                  </a:tcPr>
                </a:tc>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r>
                        <a:rPr kumimoji="0" lang="en-US" altLang="zh-CN" sz="1500" b="1" i="1" u="none" strike="noStrike" cap="none" normalizeH="0" baseline="0">
                          <a:ln>
                            <a:noFill/>
                          </a:ln>
                          <a:solidFill>
                            <a:schemeClr val="tx1"/>
                          </a:solidFill>
                          <a:effectLst/>
                          <a:latin typeface="Times New Roman" panose="02020603050405020304" pitchFamily="18" charset="0"/>
                          <a:ea typeface="黑体" panose="02010609060101010101" pitchFamily="49" charset="-122"/>
                        </a:rPr>
                        <a:t>E</a:t>
                      </a:r>
                      <a:r>
                        <a:rPr kumimoji="0" lang="en-US" altLang="zh-CN" sz="1500" b="1" i="1" u="none" strike="noStrike" cap="none" normalizeH="0" baseline="0">
                          <a:ln>
                            <a:noFill/>
                          </a:ln>
                          <a:solidFill>
                            <a:schemeClr val="tx1"/>
                          </a:solidFill>
                          <a:effectLst/>
                          <a:latin typeface="Times New Roman" panose="02020603050405020304" pitchFamily="18" charset="0"/>
                          <a:ea typeface="黑体" panose="02010609060101010101" pitchFamily="49" charset="-122"/>
                          <a:sym typeface="Symbol" panose="05050102010706020507" pitchFamily="18" charset="2"/>
                        </a:rPr>
                        <a:t>TE</a:t>
                      </a:r>
                      <a:r>
                        <a:rPr kumimoji="0" lang="en-US" altLang="zh-CN" sz="1500" b="1" i="0" u="none" strike="noStrike" cap="none" normalizeH="0" baseline="0">
                          <a:ln>
                            <a:noFill/>
                          </a:ln>
                          <a:solidFill>
                            <a:schemeClr val="tx1"/>
                          </a:solidFill>
                          <a:effectLst/>
                          <a:latin typeface="Times New Roman" panose="02020603050405020304" pitchFamily="18" charset="0"/>
                          <a:ea typeface="黑体" panose="02010609060101010101" pitchFamily="49" charset="-122"/>
                          <a:sym typeface="Symbol" panose="05050102010706020507" pitchFamily="18" charset="2"/>
                        </a:rPr>
                        <a:t></a:t>
                      </a:r>
                    </a:p>
                  </a:txBody>
                  <a:tcPr marL="46132" marR="46132" marT="24604" marB="24604"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accent4">
                        <a:lumMod val="20000"/>
                        <a:lumOff val="80000"/>
                      </a:schemeClr>
                    </a:solidFill>
                  </a:tcPr>
                </a:tc>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endParaRPr kumimoji="0" lang="zh-CN" altLang="zh-CN" sz="1500" b="0" i="0" u="none" strike="noStrike" cap="none" normalizeH="0" baseline="0">
                        <a:ln>
                          <a:noFill/>
                        </a:ln>
                        <a:solidFill>
                          <a:schemeClr val="tx1"/>
                        </a:solidFill>
                        <a:effectLst/>
                        <a:latin typeface="Times New Roman" panose="02020603050405020304" pitchFamily="18" charset="0"/>
                        <a:ea typeface="黑体" panose="02010609060101010101" pitchFamily="49" charset="-122"/>
                      </a:endParaRPr>
                    </a:p>
                  </a:txBody>
                  <a:tcPr marL="46132" marR="46132" marT="24604" marB="24604"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accent4">
                        <a:lumMod val="20000"/>
                        <a:lumOff val="80000"/>
                      </a:schemeClr>
                    </a:solidFill>
                  </a:tcPr>
                </a:tc>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endParaRPr kumimoji="0" lang="zh-CN" altLang="zh-CN" sz="1500" b="0" i="0" u="none" strike="noStrike" cap="none" normalizeH="0" baseline="0">
                        <a:ln>
                          <a:noFill/>
                        </a:ln>
                        <a:solidFill>
                          <a:schemeClr val="tx1"/>
                        </a:solidFill>
                        <a:effectLst/>
                        <a:latin typeface="Times New Roman" panose="02020603050405020304" pitchFamily="18" charset="0"/>
                        <a:ea typeface="黑体" panose="02010609060101010101" pitchFamily="49" charset="-122"/>
                      </a:endParaRPr>
                    </a:p>
                  </a:txBody>
                  <a:tcPr marL="46132" marR="46132" marT="24604" marB="24604" anchor="ct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accent4">
                        <a:lumMod val="20000"/>
                        <a:lumOff val="80000"/>
                      </a:schemeClr>
                    </a:solidFill>
                  </a:tcPr>
                </a:tc>
                <a:extLst>
                  <a:ext uri="{0D108BD9-81ED-4DB2-BD59-A6C34878D82A}">
                    <a16:rowId xmlns:a16="http://schemas.microsoft.com/office/drawing/2014/main" val="10002"/>
                  </a:ext>
                </a:extLst>
              </a:tr>
              <a:tr h="361018">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r>
                        <a:rPr kumimoji="0" lang="en-US" altLang="zh-CN" sz="1500" b="1" i="1" u="none" strike="noStrike" cap="none" normalizeH="0" baseline="0">
                          <a:ln>
                            <a:noFill/>
                          </a:ln>
                          <a:solidFill>
                            <a:schemeClr val="tx1"/>
                          </a:solidFill>
                          <a:effectLst/>
                          <a:latin typeface="Times New Roman" panose="02020603050405020304" pitchFamily="18" charset="0"/>
                          <a:ea typeface="黑体" panose="02010609060101010101" pitchFamily="49" charset="-122"/>
                        </a:rPr>
                        <a:t>E </a:t>
                      </a:r>
                      <a:r>
                        <a:rPr kumimoji="0" lang="en-US" altLang="zh-CN" sz="1500" b="1" i="0" u="none" strike="noStrike" cap="none" normalizeH="0" baseline="0">
                          <a:ln>
                            <a:noFill/>
                          </a:ln>
                          <a:solidFill>
                            <a:schemeClr val="tx1"/>
                          </a:solidFill>
                          <a:effectLst/>
                          <a:latin typeface="Times New Roman" panose="02020603050405020304" pitchFamily="18" charset="0"/>
                          <a:ea typeface="黑体" panose="02010609060101010101" pitchFamily="49" charset="-122"/>
                          <a:sym typeface="Symbol" panose="05050102010706020507" pitchFamily="18" charset="2"/>
                        </a:rPr>
                        <a:t></a:t>
                      </a:r>
                    </a:p>
                  </a:txBody>
                  <a:tcPr marL="46132" marR="46132" marT="24604" marB="24604" anchor="ct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accent4">
                        <a:lumMod val="20000"/>
                        <a:lumOff val="80000"/>
                      </a:schemeClr>
                    </a:solidFill>
                  </a:tcPr>
                </a:tc>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endParaRPr kumimoji="0" lang="zh-CN" altLang="zh-CN" sz="1500" b="0" i="0" u="none" strike="noStrike" cap="none" normalizeH="0" baseline="0">
                        <a:ln>
                          <a:noFill/>
                        </a:ln>
                        <a:solidFill>
                          <a:schemeClr val="tx1"/>
                        </a:solidFill>
                        <a:effectLst/>
                        <a:latin typeface="Times New Roman" panose="02020603050405020304" pitchFamily="18" charset="0"/>
                        <a:ea typeface="黑体" panose="02010609060101010101" pitchFamily="49" charset="-122"/>
                      </a:endParaRPr>
                    </a:p>
                  </a:txBody>
                  <a:tcPr marL="46132" marR="46132" marT="24604" marB="24604"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accent4">
                        <a:lumMod val="20000"/>
                        <a:lumOff val="80000"/>
                      </a:schemeClr>
                    </a:solidFill>
                  </a:tcPr>
                </a:tc>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r>
                        <a:rPr kumimoji="0" lang="en-US" altLang="zh-CN" sz="1500" b="1" i="1" u="none" strike="noStrike" cap="none" normalizeH="0" baseline="0">
                          <a:ln>
                            <a:noFill/>
                          </a:ln>
                          <a:solidFill>
                            <a:schemeClr val="tx1"/>
                          </a:solidFill>
                          <a:effectLst/>
                          <a:latin typeface="Times New Roman" panose="02020603050405020304" pitchFamily="18" charset="0"/>
                          <a:ea typeface="黑体" panose="02010609060101010101" pitchFamily="49" charset="-122"/>
                        </a:rPr>
                        <a:t>E</a:t>
                      </a:r>
                      <a:r>
                        <a:rPr kumimoji="0" lang="en-US" altLang="zh-CN" sz="1500" b="1" i="0" u="none" strike="noStrike" cap="none" normalizeH="0" baseline="0">
                          <a:ln>
                            <a:noFill/>
                          </a:ln>
                          <a:solidFill>
                            <a:schemeClr val="tx1"/>
                          </a:solidFill>
                          <a:effectLst/>
                          <a:latin typeface="Times New Roman" panose="02020603050405020304" pitchFamily="18" charset="0"/>
                          <a:ea typeface="黑体" panose="02010609060101010101" pitchFamily="49" charset="-122"/>
                          <a:sym typeface="Symbol" panose="05050102010706020507" pitchFamily="18" charset="2"/>
                        </a:rPr>
                        <a:t>+</a:t>
                      </a:r>
                      <a:r>
                        <a:rPr kumimoji="0" lang="en-US" altLang="zh-CN" sz="1500" b="1" i="1" u="none" strike="noStrike" cap="none" normalizeH="0" baseline="0">
                          <a:ln>
                            <a:noFill/>
                          </a:ln>
                          <a:solidFill>
                            <a:schemeClr val="tx1"/>
                          </a:solidFill>
                          <a:effectLst/>
                          <a:latin typeface="Times New Roman" panose="02020603050405020304" pitchFamily="18" charset="0"/>
                          <a:ea typeface="黑体" panose="02010609060101010101" pitchFamily="49" charset="-122"/>
                          <a:sym typeface="Symbol" panose="05050102010706020507" pitchFamily="18" charset="2"/>
                        </a:rPr>
                        <a:t>TE</a:t>
                      </a:r>
                      <a:r>
                        <a:rPr kumimoji="0" lang="en-US" altLang="zh-CN" sz="1500" b="1" i="0" u="none" strike="noStrike" cap="none" normalizeH="0" baseline="0">
                          <a:ln>
                            <a:noFill/>
                          </a:ln>
                          <a:solidFill>
                            <a:schemeClr val="tx1"/>
                          </a:solidFill>
                          <a:effectLst/>
                          <a:latin typeface="Times New Roman" panose="02020603050405020304" pitchFamily="18" charset="0"/>
                          <a:ea typeface="黑体" panose="02010609060101010101" pitchFamily="49" charset="-122"/>
                          <a:sym typeface="Symbol" panose="05050102010706020507" pitchFamily="18" charset="2"/>
                        </a:rPr>
                        <a:t></a:t>
                      </a:r>
                    </a:p>
                  </a:txBody>
                  <a:tcPr marL="46132" marR="46132" marT="24604" marB="24604"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accent4">
                        <a:lumMod val="20000"/>
                        <a:lumOff val="80000"/>
                      </a:schemeClr>
                    </a:solidFill>
                  </a:tcPr>
                </a:tc>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endParaRPr kumimoji="0" lang="zh-CN" altLang="zh-CN" sz="1500" b="0" i="0" u="none" strike="noStrike" cap="none" normalizeH="0" baseline="0">
                        <a:ln>
                          <a:noFill/>
                        </a:ln>
                        <a:solidFill>
                          <a:schemeClr val="tx1"/>
                        </a:solidFill>
                        <a:effectLst/>
                        <a:latin typeface="Times New Roman" panose="02020603050405020304" pitchFamily="18" charset="0"/>
                        <a:ea typeface="黑体" panose="02010609060101010101" pitchFamily="49" charset="-122"/>
                      </a:endParaRPr>
                    </a:p>
                  </a:txBody>
                  <a:tcPr marL="46132" marR="46132" marT="24604" marB="24604"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accent4">
                        <a:lumMod val="20000"/>
                        <a:lumOff val="80000"/>
                      </a:schemeClr>
                    </a:solidFill>
                  </a:tcPr>
                </a:tc>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endParaRPr kumimoji="0" lang="zh-CN" altLang="zh-CN" sz="1500" b="0" i="0" u="none" strike="noStrike" cap="none" normalizeH="0" baseline="0">
                        <a:ln>
                          <a:noFill/>
                        </a:ln>
                        <a:solidFill>
                          <a:schemeClr val="tx1"/>
                        </a:solidFill>
                        <a:effectLst/>
                        <a:latin typeface="Times New Roman" panose="02020603050405020304" pitchFamily="18" charset="0"/>
                        <a:ea typeface="黑体" panose="02010609060101010101" pitchFamily="49" charset="-122"/>
                      </a:endParaRPr>
                    </a:p>
                  </a:txBody>
                  <a:tcPr marL="46132" marR="46132" marT="24604" marB="24604"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accent4">
                        <a:lumMod val="20000"/>
                        <a:lumOff val="80000"/>
                      </a:schemeClr>
                    </a:solidFill>
                  </a:tcPr>
                </a:tc>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r>
                        <a:rPr kumimoji="0" lang="en-US" altLang="zh-CN" sz="1500" b="1" i="1" u="none" strike="noStrike" cap="none" normalizeH="0" baseline="0">
                          <a:ln>
                            <a:noFill/>
                          </a:ln>
                          <a:solidFill>
                            <a:schemeClr val="tx1"/>
                          </a:solidFill>
                          <a:effectLst/>
                          <a:latin typeface="Times New Roman" panose="02020603050405020304" pitchFamily="18" charset="0"/>
                          <a:ea typeface="黑体" panose="02010609060101010101" pitchFamily="49" charset="-122"/>
                        </a:rPr>
                        <a:t>E</a:t>
                      </a:r>
                      <a:r>
                        <a:rPr kumimoji="0" lang="en-US" altLang="zh-CN" sz="1700" b="1" i="0" u="none" strike="noStrike" cap="none" normalizeH="0" baseline="0">
                          <a:ln>
                            <a:noFill/>
                          </a:ln>
                          <a:solidFill>
                            <a:schemeClr val="tx1"/>
                          </a:solidFill>
                          <a:effectLst/>
                          <a:latin typeface="Times New Roman" panose="02020603050405020304" pitchFamily="18" charset="0"/>
                          <a:ea typeface="黑体" panose="02010609060101010101" pitchFamily="49" charset="-122"/>
                          <a:sym typeface="Symbol" panose="05050102010706020507" pitchFamily="18" charset="2"/>
                        </a:rPr>
                        <a:t></a:t>
                      </a:r>
                    </a:p>
                  </a:txBody>
                  <a:tcPr marL="46132" marR="46132" marT="24604" marB="24604"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accent4">
                        <a:lumMod val="20000"/>
                        <a:lumOff val="80000"/>
                      </a:schemeClr>
                    </a:solidFill>
                  </a:tcPr>
                </a:tc>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r>
                        <a:rPr kumimoji="0" lang="en-US" altLang="zh-CN" sz="1500" b="1" i="1" u="none" strike="noStrike" cap="none" normalizeH="0" baseline="0">
                          <a:ln>
                            <a:noFill/>
                          </a:ln>
                          <a:solidFill>
                            <a:schemeClr val="tx1"/>
                          </a:solidFill>
                          <a:effectLst/>
                          <a:latin typeface="Times New Roman" panose="02020603050405020304" pitchFamily="18" charset="0"/>
                          <a:ea typeface="黑体" panose="02010609060101010101" pitchFamily="49" charset="-122"/>
                        </a:rPr>
                        <a:t>E</a:t>
                      </a:r>
                      <a:r>
                        <a:rPr kumimoji="0" lang="en-US" altLang="zh-CN" sz="1700" b="1" i="0" u="none" strike="noStrike" cap="none" normalizeH="0" baseline="0">
                          <a:ln>
                            <a:noFill/>
                          </a:ln>
                          <a:solidFill>
                            <a:schemeClr val="tx1"/>
                          </a:solidFill>
                          <a:effectLst/>
                          <a:latin typeface="Times New Roman" panose="02020603050405020304" pitchFamily="18" charset="0"/>
                          <a:ea typeface="黑体" panose="02010609060101010101" pitchFamily="49" charset="-122"/>
                          <a:sym typeface="Symbol" panose="05050102010706020507" pitchFamily="18" charset="2"/>
                        </a:rPr>
                        <a:t></a:t>
                      </a:r>
                    </a:p>
                  </a:txBody>
                  <a:tcPr marL="46132" marR="46132" marT="24604" marB="24604" anchor="ct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accent4">
                        <a:lumMod val="20000"/>
                        <a:lumOff val="80000"/>
                      </a:schemeClr>
                    </a:solidFill>
                  </a:tcPr>
                </a:tc>
                <a:extLst>
                  <a:ext uri="{0D108BD9-81ED-4DB2-BD59-A6C34878D82A}">
                    <a16:rowId xmlns:a16="http://schemas.microsoft.com/office/drawing/2014/main" val="10003"/>
                  </a:ext>
                </a:extLst>
              </a:tr>
              <a:tr h="361994">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r>
                        <a:rPr kumimoji="0" lang="en-US" altLang="zh-CN" sz="1500" b="1" i="1" u="none" strike="noStrike" cap="none" normalizeH="0" baseline="0">
                          <a:ln>
                            <a:noFill/>
                          </a:ln>
                          <a:solidFill>
                            <a:schemeClr val="tx1"/>
                          </a:solidFill>
                          <a:effectLst/>
                          <a:latin typeface="Times New Roman" panose="02020603050405020304" pitchFamily="18" charset="0"/>
                          <a:ea typeface="黑体" panose="02010609060101010101" pitchFamily="49" charset="-122"/>
                        </a:rPr>
                        <a:t>T</a:t>
                      </a:r>
                    </a:p>
                  </a:txBody>
                  <a:tcPr marL="46132" marR="46132" marT="24604" marB="24604" anchor="ct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accent4">
                        <a:lumMod val="20000"/>
                        <a:lumOff val="80000"/>
                      </a:schemeClr>
                    </a:solidFill>
                  </a:tcPr>
                </a:tc>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r>
                        <a:rPr kumimoji="0" lang="en-US" altLang="zh-CN" sz="1500" b="1" i="1" u="none" strike="noStrike" cap="none" normalizeH="0" baseline="0">
                          <a:ln>
                            <a:noFill/>
                          </a:ln>
                          <a:solidFill>
                            <a:schemeClr val="tx1"/>
                          </a:solidFill>
                          <a:effectLst/>
                          <a:latin typeface="Times New Roman" panose="02020603050405020304" pitchFamily="18" charset="0"/>
                          <a:ea typeface="黑体" panose="02010609060101010101" pitchFamily="49" charset="-122"/>
                        </a:rPr>
                        <a:t>T</a:t>
                      </a:r>
                      <a:r>
                        <a:rPr kumimoji="0" lang="en-US" altLang="zh-CN" sz="1500" b="1" i="0" u="none" strike="noStrike" cap="none" normalizeH="0" baseline="0">
                          <a:ln>
                            <a:noFill/>
                          </a:ln>
                          <a:solidFill>
                            <a:schemeClr val="tx1"/>
                          </a:solidFill>
                          <a:effectLst/>
                          <a:latin typeface="Times New Roman" panose="02020603050405020304" pitchFamily="18" charset="0"/>
                          <a:ea typeface="黑体" panose="02010609060101010101" pitchFamily="49" charset="-122"/>
                          <a:sym typeface="Symbol" panose="05050102010706020507" pitchFamily="18" charset="2"/>
                        </a:rPr>
                        <a:t></a:t>
                      </a:r>
                      <a:r>
                        <a:rPr kumimoji="0" lang="en-US" altLang="zh-CN" sz="1500" b="1" i="1" u="none" strike="noStrike" cap="none" normalizeH="0" baseline="0">
                          <a:ln>
                            <a:noFill/>
                          </a:ln>
                          <a:solidFill>
                            <a:schemeClr val="tx1"/>
                          </a:solidFill>
                          <a:effectLst/>
                          <a:latin typeface="Times New Roman" panose="02020603050405020304" pitchFamily="18" charset="0"/>
                          <a:ea typeface="黑体" panose="02010609060101010101" pitchFamily="49" charset="-122"/>
                          <a:sym typeface="Symbol" panose="05050102010706020507" pitchFamily="18" charset="2"/>
                        </a:rPr>
                        <a:t>FT </a:t>
                      </a:r>
                      <a:r>
                        <a:rPr kumimoji="0" lang="en-US" altLang="zh-CN" sz="1700" b="1" i="0" u="none" strike="noStrike" cap="none" normalizeH="0" baseline="0">
                          <a:ln>
                            <a:noFill/>
                          </a:ln>
                          <a:solidFill>
                            <a:schemeClr val="tx1"/>
                          </a:solidFill>
                          <a:effectLst/>
                          <a:latin typeface="Times New Roman" panose="02020603050405020304" pitchFamily="18" charset="0"/>
                          <a:ea typeface="黑体" panose="02010609060101010101" pitchFamily="49" charset="-122"/>
                          <a:sym typeface="Symbol" panose="05050102010706020507" pitchFamily="18" charset="2"/>
                        </a:rPr>
                        <a:t></a:t>
                      </a:r>
                    </a:p>
                  </a:txBody>
                  <a:tcPr marL="46132" marR="46132" marT="24604" marB="24604"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accent4">
                        <a:lumMod val="20000"/>
                        <a:lumOff val="80000"/>
                      </a:schemeClr>
                    </a:solidFill>
                  </a:tcPr>
                </a:tc>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endParaRPr kumimoji="0" lang="zh-CN" altLang="zh-CN" sz="1500" b="0" i="0" u="none" strike="noStrike" cap="none" normalizeH="0" baseline="0">
                        <a:ln>
                          <a:noFill/>
                        </a:ln>
                        <a:solidFill>
                          <a:schemeClr val="tx1"/>
                        </a:solidFill>
                        <a:effectLst/>
                        <a:latin typeface="Times New Roman" panose="02020603050405020304" pitchFamily="18" charset="0"/>
                        <a:ea typeface="黑体" panose="02010609060101010101" pitchFamily="49" charset="-122"/>
                      </a:endParaRPr>
                    </a:p>
                  </a:txBody>
                  <a:tcPr marL="46132" marR="46132" marT="24604" marB="24604"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accent4">
                        <a:lumMod val="20000"/>
                        <a:lumOff val="80000"/>
                      </a:schemeClr>
                    </a:solidFill>
                  </a:tcPr>
                </a:tc>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endParaRPr kumimoji="0" lang="zh-CN" altLang="zh-CN" sz="1500" b="0" i="0" u="none" strike="noStrike" cap="none" normalizeH="0" baseline="0">
                        <a:ln>
                          <a:noFill/>
                        </a:ln>
                        <a:solidFill>
                          <a:schemeClr val="tx1"/>
                        </a:solidFill>
                        <a:effectLst/>
                        <a:latin typeface="Times New Roman" panose="02020603050405020304" pitchFamily="18" charset="0"/>
                        <a:ea typeface="黑体" panose="02010609060101010101" pitchFamily="49" charset="-122"/>
                      </a:endParaRPr>
                    </a:p>
                  </a:txBody>
                  <a:tcPr marL="46132" marR="46132" marT="24604" marB="24604"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accent4">
                        <a:lumMod val="20000"/>
                        <a:lumOff val="80000"/>
                      </a:schemeClr>
                    </a:solidFill>
                  </a:tcPr>
                </a:tc>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r>
                        <a:rPr kumimoji="0" lang="en-US" altLang="zh-CN" sz="1500" b="1" i="1" u="none" strike="noStrike" cap="none" normalizeH="0" baseline="0">
                          <a:ln>
                            <a:noFill/>
                          </a:ln>
                          <a:solidFill>
                            <a:schemeClr val="tx1"/>
                          </a:solidFill>
                          <a:effectLst/>
                          <a:latin typeface="Times New Roman" panose="02020603050405020304" pitchFamily="18" charset="0"/>
                          <a:ea typeface="黑体" panose="02010609060101010101" pitchFamily="49" charset="-122"/>
                        </a:rPr>
                        <a:t>T</a:t>
                      </a:r>
                      <a:r>
                        <a:rPr kumimoji="0" lang="en-US" altLang="zh-CN" sz="1500" b="1" i="0" u="none" strike="noStrike" cap="none" normalizeH="0" baseline="0">
                          <a:ln>
                            <a:noFill/>
                          </a:ln>
                          <a:solidFill>
                            <a:schemeClr val="tx1"/>
                          </a:solidFill>
                          <a:effectLst/>
                          <a:latin typeface="Times New Roman" panose="02020603050405020304" pitchFamily="18" charset="0"/>
                          <a:ea typeface="黑体" panose="02010609060101010101" pitchFamily="49" charset="-122"/>
                          <a:sym typeface="Symbol" panose="05050102010706020507" pitchFamily="18" charset="2"/>
                        </a:rPr>
                        <a:t></a:t>
                      </a:r>
                      <a:r>
                        <a:rPr kumimoji="0" lang="en-US" altLang="zh-CN" sz="1500" b="1" i="1" u="none" strike="noStrike" cap="none" normalizeH="0" baseline="0">
                          <a:ln>
                            <a:noFill/>
                          </a:ln>
                          <a:solidFill>
                            <a:schemeClr val="tx1"/>
                          </a:solidFill>
                          <a:effectLst/>
                          <a:latin typeface="Times New Roman" panose="02020603050405020304" pitchFamily="18" charset="0"/>
                          <a:ea typeface="黑体" panose="02010609060101010101" pitchFamily="49" charset="-122"/>
                          <a:sym typeface="Symbol" panose="05050102010706020507" pitchFamily="18" charset="2"/>
                        </a:rPr>
                        <a:t>FT </a:t>
                      </a:r>
                      <a:r>
                        <a:rPr kumimoji="0" lang="en-US" altLang="zh-CN" sz="1700" b="1" i="0" u="none" strike="noStrike" cap="none" normalizeH="0" baseline="0">
                          <a:ln>
                            <a:noFill/>
                          </a:ln>
                          <a:solidFill>
                            <a:schemeClr val="tx1"/>
                          </a:solidFill>
                          <a:effectLst/>
                          <a:latin typeface="Times New Roman" panose="02020603050405020304" pitchFamily="18" charset="0"/>
                          <a:ea typeface="黑体" panose="02010609060101010101" pitchFamily="49" charset="-122"/>
                          <a:sym typeface="Symbol" panose="05050102010706020507" pitchFamily="18" charset="2"/>
                        </a:rPr>
                        <a:t></a:t>
                      </a:r>
                    </a:p>
                  </a:txBody>
                  <a:tcPr marL="46132" marR="46132" marT="24604" marB="24604"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accent4">
                        <a:lumMod val="20000"/>
                        <a:lumOff val="80000"/>
                      </a:schemeClr>
                    </a:solidFill>
                  </a:tcPr>
                </a:tc>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endParaRPr kumimoji="0" lang="zh-CN" altLang="zh-CN" sz="1500" b="0" i="0" u="none" strike="noStrike" cap="none" normalizeH="0" baseline="0">
                        <a:ln>
                          <a:noFill/>
                        </a:ln>
                        <a:solidFill>
                          <a:schemeClr val="tx1"/>
                        </a:solidFill>
                        <a:effectLst/>
                        <a:latin typeface="Times New Roman" panose="02020603050405020304" pitchFamily="18" charset="0"/>
                        <a:ea typeface="黑体" panose="02010609060101010101" pitchFamily="49" charset="-122"/>
                      </a:endParaRPr>
                    </a:p>
                  </a:txBody>
                  <a:tcPr marL="46132" marR="46132" marT="24604" marB="24604"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accent4">
                        <a:lumMod val="20000"/>
                        <a:lumOff val="80000"/>
                      </a:schemeClr>
                    </a:solidFill>
                  </a:tcPr>
                </a:tc>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endParaRPr kumimoji="0" lang="zh-CN" altLang="zh-CN" sz="1500" b="0" i="0" u="none" strike="noStrike" cap="none" normalizeH="0" baseline="0">
                        <a:ln>
                          <a:noFill/>
                        </a:ln>
                        <a:solidFill>
                          <a:schemeClr val="tx1"/>
                        </a:solidFill>
                        <a:effectLst/>
                        <a:latin typeface="Times New Roman" panose="02020603050405020304" pitchFamily="18" charset="0"/>
                        <a:ea typeface="黑体" panose="02010609060101010101" pitchFamily="49" charset="-122"/>
                      </a:endParaRPr>
                    </a:p>
                  </a:txBody>
                  <a:tcPr marL="46132" marR="46132" marT="24604" marB="24604" anchor="ct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accent4">
                        <a:lumMod val="20000"/>
                        <a:lumOff val="80000"/>
                      </a:schemeClr>
                    </a:solidFill>
                  </a:tcPr>
                </a:tc>
                <a:extLst>
                  <a:ext uri="{0D108BD9-81ED-4DB2-BD59-A6C34878D82A}">
                    <a16:rowId xmlns:a16="http://schemas.microsoft.com/office/drawing/2014/main" val="10004"/>
                  </a:ext>
                </a:extLst>
              </a:tr>
              <a:tr h="360042">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r>
                        <a:rPr kumimoji="0" lang="en-US" altLang="zh-CN" sz="1500" b="1" i="1" u="none" strike="noStrike" cap="none" normalizeH="0" baseline="0">
                          <a:ln>
                            <a:noFill/>
                          </a:ln>
                          <a:solidFill>
                            <a:schemeClr val="tx1"/>
                          </a:solidFill>
                          <a:effectLst/>
                          <a:latin typeface="Times New Roman" panose="02020603050405020304" pitchFamily="18" charset="0"/>
                          <a:ea typeface="黑体" panose="02010609060101010101" pitchFamily="49" charset="-122"/>
                        </a:rPr>
                        <a:t>T </a:t>
                      </a:r>
                      <a:r>
                        <a:rPr kumimoji="0" lang="en-US" altLang="zh-CN" sz="1500" b="1" i="0" u="none" strike="noStrike" cap="none" normalizeH="0" baseline="0">
                          <a:ln>
                            <a:noFill/>
                          </a:ln>
                          <a:solidFill>
                            <a:schemeClr val="tx1"/>
                          </a:solidFill>
                          <a:effectLst/>
                          <a:latin typeface="Times New Roman" panose="02020603050405020304" pitchFamily="18" charset="0"/>
                          <a:ea typeface="黑体" panose="02010609060101010101" pitchFamily="49" charset="-122"/>
                          <a:sym typeface="Symbol" panose="05050102010706020507" pitchFamily="18" charset="2"/>
                        </a:rPr>
                        <a:t></a:t>
                      </a:r>
                    </a:p>
                  </a:txBody>
                  <a:tcPr marL="46132" marR="46132" marT="24604" marB="24604" anchor="ct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accent4">
                        <a:lumMod val="20000"/>
                        <a:lumOff val="80000"/>
                      </a:schemeClr>
                    </a:solidFill>
                  </a:tcPr>
                </a:tc>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endParaRPr kumimoji="0" lang="zh-CN" altLang="zh-CN" sz="1500" b="0" i="0" u="none" strike="noStrike" cap="none" normalizeH="0" baseline="0">
                        <a:ln>
                          <a:noFill/>
                        </a:ln>
                        <a:solidFill>
                          <a:schemeClr val="tx1"/>
                        </a:solidFill>
                        <a:effectLst/>
                        <a:latin typeface="Times New Roman" panose="02020603050405020304" pitchFamily="18" charset="0"/>
                        <a:ea typeface="黑体" panose="02010609060101010101" pitchFamily="49" charset="-122"/>
                      </a:endParaRPr>
                    </a:p>
                  </a:txBody>
                  <a:tcPr marL="46132" marR="46132" marT="24604" marB="24604"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accent4">
                        <a:lumMod val="20000"/>
                        <a:lumOff val="80000"/>
                      </a:schemeClr>
                    </a:solidFill>
                  </a:tcPr>
                </a:tc>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r>
                        <a:rPr kumimoji="0" lang="en-US" altLang="zh-CN" sz="1500" b="1" i="1" u="none" strike="noStrike" cap="none" normalizeH="0" baseline="0">
                          <a:ln>
                            <a:noFill/>
                          </a:ln>
                          <a:solidFill>
                            <a:schemeClr val="tx1"/>
                          </a:solidFill>
                          <a:effectLst/>
                          <a:latin typeface="Times New Roman" panose="02020603050405020304" pitchFamily="18" charset="0"/>
                          <a:ea typeface="黑体" panose="02010609060101010101" pitchFamily="49" charset="-122"/>
                        </a:rPr>
                        <a:t>T </a:t>
                      </a:r>
                      <a:r>
                        <a:rPr kumimoji="0" lang="en-US" altLang="zh-CN" sz="1500" b="1" i="0" u="none" strike="noStrike" cap="none" normalizeH="0" baseline="0">
                          <a:ln>
                            <a:noFill/>
                          </a:ln>
                          <a:solidFill>
                            <a:schemeClr val="tx1"/>
                          </a:solidFill>
                          <a:effectLst/>
                          <a:latin typeface="Times New Roman" panose="02020603050405020304" pitchFamily="18" charset="0"/>
                          <a:ea typeface="黑体" panose="02010609060101010101" pitchFamily="49" charset="-122"/>
                          <a:sym typeface="Symbol" panose="05050102010706020507" pitchFamily="18" charset="2"/>
                        </a:rPr>
                        <a:t></a:t>
                      </a:r>
                    </a:p>
                  </a:txBody>
                  <a:tcPr marL="46132" marR="46132" marT="24604" marB="24604"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accent4">
                        <a:lumMod val="20000"/>
                        <a:lumOff val="80000"/>
                      </a:schemeClr>
                    </a:solidFill>
                  </a:tcPr>
                </a:tc>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r>
                        <a:rPr kumimoji="0" lang="en-US" altLang="zh-CN" sz="1500" b="1" i="1" u="none" strike="noStrike" cap="none" normalizeH="0" baseline="0">
                          <a:ln>
                            <a:noFill/>
                          </a:ln>
                          <a:solidFill>
                            <a:schemeClr val="tx1"/>
                          </a:solidFill>
                          <a:effectLst/>
                          <a:latin typeface="Times New Roman" panose="02020603050405020304" pitchFamily="18" charset="0"/>
                          <a:ea typeface="黑体" panose="02010609060101010101" pitchFamily="49" charset="-122"/>
                        </a:rPr>
                        <a:t>T</a:t>
                      </a:r>
                      <a:r>
                        <a:rPr kumimoji="0" lang="en-US" altLang="zh-CN" sz="1500" b="1" i="0" u="none" strike="noStrike" cap="none" normalizeH="0" baseline="0">
                          <a:ln>
                            <a:noFill/>
                          </a:ln>
                          <a:solidFill>
                            <a:schemeClr val="tx1"/>
                          </a:solidFill>
                          <a:effectLst/>
                          <a:latin typeface="Times New Roman" panose="02020603050405020304" pitchFamily="18" charset="0"/>
                          <a:ea typeface="黑体" panose="02010609060101010101" pitchFamily="49" charset="-122"/>
                          <a:sym typeface="Symbol" panose="05050102010706020507" pitchFamily="18" charset="2"/>
                        </a:rPr>
                        <a:t>*</a:t>
                      </a:r>
                      <a:r>
                        <a:rPr kumimoji="0" lang="en-US" altLang="zh-CN" sz="1500" b="1" i="1" u="none" strike="noStrike" cap="none" normalizeH="0" baseline="0">
                          <a:ln>
                            <a:noFill/>
                          </a:ln>
                          <a:solidFill>
                            <a:schemeClr val="tx1"/>
                          </a:solidFill>
                          <a:effectLst/>
                          <a:latin typeface="Times New Roman" panose="02020603050405020304" pitchFamily="18" charset="0"/>
                          <a:ea typeface="黑体" panose="02010609060101010101" pitchFamily="49" charset="-122"/>
                          <a:sym typeface="Symbol" panose="05050102010706020507" pitchFamily="18" charset="2"/>
                        </a:rPr>
                        <a:t>FT </a:t>
                      </a:r>
                      <a:r>
                        <a:rPr kumimoji="0" lang="en-US" altLang="zh-CN" sz="1500" b="1" i="0" u="none" strike="noStrike" cap="none" normalizeH="0" baseline="0">
                          <a:ln>
                            <a:noFill/>
                          </a:ln>
                          <a:solidFill>
                            <a:schemeClr val="tx1"/>
                          </a:solidFill>
                          <a:effectLst/>
                          <a:latin typeface="Times New Roman" panose="02020603050405020304" pitchFamily="18" charset="0"/>
                          <a:ea typeface="黑体" panose="02010609060101010101" pitchFamily="49" charset="-122"/>
                          <a:sym typeface="Symbol" panose="05050102010706020507" pitchFamily="18" charset="2"/>
                        </a:rPr>
                        <a:t></a:t>
                      </a:r>
                    </a:p>
                  </a:txBody>
                  <a:tcPr marL="46132" marR="46132" marT="24604" marB="24604"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accent4">
                        <a:lumMod val="20000"/>
                        <a:lumOff val="80000"/>
                      </a:schemeClr>
                    </a:solidFill>
                  </a:tcPr>
                </a:tc>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endParaRPr kumimoji="0" lang="zh-CN" altLang="zh-CN" sz="1500" b="0" i="0" u="none" strike="noStrike" cap="none" normalizeH="0" baseline="0">
                        <a:ln>
                          <a:noFill/>
                        </a:ln>
                        <a:solidFill>
                          <a:schemeClr val="tx1"/>
                        </a:solidFill>
                        <a:effectLst/>
                        <a:latin typeface="Times New Roman" panose="02020603050405020304" pitchFamily="18" charset="0"/>
                        <a:ea typeface="黑体" panose="02010609060101010101" pitchFamily="49" charset="-122"/>
                      </a:endParaRPr>
                    </a:p>
                  </a:txBody>
                  <a:tcPr marL="46132" marR="46132" marT="24604" marB="24604"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accent4">
                        <a:lumMod val="20000"/>
                        <a:lumOff val="80000"/>
                      </a:schemeClr>
                    </a:solidFill>
                  </a:tcPr>
                </a:tc>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r>
                        <a:rPr kumimoji="0" lang="en-US" altLang="zh-CN" sz="1500" b="1" i="1" u="none" strike="noStrike" cap="none" normalizeH="0" baseline="0">
                          <a:ln>
                            <a:noFill/>
                          </a:ln>
                          <a:solidFill>
                            <a:schemeClr val="tx1"/>
                          </a:solidFill>
                          <a:effectLst/>
                          <a:latin typeface="Times New Roman" panose="02020603050405020304" pitchFamily="18" charset="0"/>
                          <a:ea typeface="黑体" panose="02010609060101010101" pitchFamily="49" charset="-122"/>
                        </a:rPr>
                        <a:t>T </a:t>
                      </a:r>
                      <a:r>
                        <a:rPr kumimoji="0" lang="en-US" altLang="zh-CN" sz="1500" b="1" i="0" u="none" strike="noStrike" cap="none" normalizeH="0" baseline="0">
                          <a:ln>
                            <a:noFill/>
                          </a:ln>
                          <a:solidFill>
                            <a:schemeClr val="tx1"/>
                          </a:solidFill>
                          <a:effectLst/>
                          <a:latin typeface="Times New Roman" panose="02020603050405020304" pitchFamily="18" charset="0"/>
                          <a:ea typeface="黑体" panose="02010609060101010101" pitchFamily="49" charset="-122"/>
                          <a:sym typeface="Symbol" panose="05050102010706020507" pitchFamily="18" charset="2"/>
                        </a:rPr>
                        <a:t></a:t>
                      </a:r>
                    </a:p>
                  </a:txBody>
                  <a:tcPr marL="46132" marR="46132" marT="24604" marB="24604"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accent4">
                        <a:lumMod val="20000"/>
                        <a:lumOff val="80000"/>
                      </a:schemeClr>
                    </a:solidFill>
                  </a:tcPr>
                </a:tc>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r>
                        <a:rPr kumimoji="0" lang="en-US" altLang="zh-CN" sz="1500" b="1" i="1" u="none" strike="noStrike" cap="none" normalizeH="0" baseline="0">
                          <a:ln>
                            <a:noFill/>
                          </a:ln>
                          <a:solidFill>
                            <a:schemeClr val="tx1"/>
                          </a:solidFill>
                          <a:effectLst/>
                          <a:latin typeface="Times New Roman" panose="02020603050405020304" pitchFamily="18" charset="0"/>
                          <a:ea typeface="黑体" panose="02010609060101010101" pitchFamily="49" charset="-122"/>
                        </a:rPr>
                        <a:t>T </a:t>
                      </a:r>
                      <a:r>
                        <a:rPr kumimoji="0" lang="en-US" altLang="zh-CN" sz="1500" b="1" i="0" u="none" strike="noStrike" cap="none" normalizeH="0" baseline="0">
                          <a:ln>
                            <a:noFill/>
                          </a:ln>
                          <a:solidFill>
                            <a:schemeClr val="tx1"/>
                          </a:solidFill>
                          <a:effectLst/>
                          <a:latin typeface="Times New Roman" panose="02020603050405020304" pitchFamily="18" charset="0"/>
                          <a:ea typeface="黑体" panose="02010609060101010101" pitchFamily="49" charset="-122"/>
                          <a:sym typeface="Symbol" panose="05050102010706020507" pitchFamily="18" charset="2"/>
                        </a:rPr>
                        <a:t></a:t>
                      </a:r>
                    </a:p>
                  </a:txBody>
                  <a:tcPr marL="46132" marR="46132" marT="24604" marB="24604" anchor="ct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accent4">
                        <a:lumMod val="20000"/>
                        <a:lumOff val="80000"/>
                      </a:schemeClr>
                    </a:solidFill>
                  </a:tcPr>
                </a:tc>
                <a:extLst>
                  <a:ext uri="{0D108BD9-81ED-4DB2-BD59-A6C34878D82A}">
                    <a16:rowId xmlns:a16="http://schemas.microsoft.com/office/drawing/2014/main" val="10005"/>
                  </a:ext>
                </a:extLst>
              </a:tr>
              <a:tr h="361994">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r>
                        <a:rPr kumimoji="0" lang="en-US" altLang="zh-CN" sz="1500" b="1" i="1" u="none" strike="noStrike" cap="none" normalizeH="0" baseline="0">
                          <a:ln>
                            <a:noFill/>
                          </a:ln>
                          <a:solidFill>
                            <a:schemeClr val="tx1"/>
                          </a:solidFill>
                          <a:effectLst/>
                          <a:latin typeface="Times New Roman" panose="02020603050405020304" pitchFamily="18" charset="0"/>
                          <a:ea typeface="黑体" panose="02010609060101010101" pitchFamily="49" charset="-122"/>
                        </a:rPr>
                        <a:t>F</a:t>
                      </a:r>
                    </a:p>
                  </a:txBody>
                  <a:tcPr marL="46132" marR="46132" marT="24604" marB="24604" anchor="ct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chemeClr val="accent4">
                        <a:lumMod val="20000"/>
                        <a:lumOff val="80000"/>
                      </a:schemeClr>
                    </a:solidFill>
                  </a:tcPr>
                </a:tc>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r>
                        <a:rPr kumimoji="0" lang="en-US" altLang="zh-CN" sz="1500" b="1" i="1" u="none" strike="noStrike" cap="none" normalizeH="0" baseline="0" err="1">
                          <a:ln>
                            <a:noFill/>
                          </a:ln>
                          <a:solidFill>
                            <a:schemeClr val="tx1"/>
                          </a:solidFill>
                          <a:effectLst/>
                          <a:latin typeface="Times New Roman" panose="02020603050405020304" pitchFamily="18" charset="0"/>
                          <a:ea typeface="黑体" panose="02010609060101010101" pitchFamily="49" charset="-122"/>
                        </a:rPr>
                        <a:t>F</a:t>
                      </a:r>
                      <a:r>
                        <a:rPr kumimoji="0" lang="en-US" altLang="zh-CN" sz="1500" b="1" i="0" u="none" strike="noStrike" cap="none" normalizeH="0" baseline="0" err="1">
                          <a:ln>
                            <a:noFill/>
                          </a:ln>
                          <a:solidFill>
                            <a:schemeClr val="tx1"/>
                          </a:solidFill>
                          <a:effectLst/>
                          <a:latin typeface="Times New Roman" panose="02020603050405020304" pitchFamily="18" charset="0"/>
                          <a:ea typeface="黑体" panose="02010609060101010101" pitchFamily="49" charset="-122"/>
                          <a:sym typeface="Symbol" panose="05050102010706020507" pitchFamily="18" charset="2"/>
                        </a:rPr>
                        <a:t>id</a:t>
                      </a:r>
                      <a:endParaRPr kumimoji="0" lang="en-US" altLang="zh-CN" sz="1500" b="1" i="0" u="none" strike="noStrike" cap="none" normalizeH="0" baseline="0">
                        <a:ln>
                          <a:noFill/>
                        </a:ln>
                        <a:solidFill>
                          <a:schemeClr val="tx1"/>
                        </a:solidFill>
                        <a:effectLst/>
                        <a:latin typeface="Times New Roman" panose="02020603050405020304" pitchFamily="18" charset="0"/>
                        <a:ea typeface="黑体" panose="02010609060101010101" pitchFamily="49" charset="-122"/>
                        <a:sym typeface="Symbol" panose="05050102010706020507" pitchFamily="18" charset="2"/>
                      </a:endParaRPr>
                    </a:p>
                  </a:txBody>
                  <a:tcPr marL="46132" marR="46132" marT="24604" marB="24604"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chemeClr val="accent4">
                        <a:lumMod val="20000"/>
                        <a:lumOff val="80000"/>
                      </a:schemeClr>
                    </a:solidFill>
                  </a:tcPr>
                </a:tc>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endParaRPr kumimoji="0" lang="zh-CN" altLang="zh-CN" sz="1500" b="0" i="0" u="none" strike="noStrike" cap="none" normalizeH="0" baseline="0">
                        <a:ln>
                          <a:noFill/>
                        </a:ln>
                        <a:solidFill>
                          <a:schemeClr val="tx1"/>
                        </a:solidFill>
                        <a:effectLst/>
                        <a:latin typeface="Times New Roman" panose="02020603050405020304" pitchFamily="18" charset="0"/>
                        <a:ea typeface="黑体" panose="02010609060101010101" pitchFamily="49" charset="-122"/>
                      </a:endParaRPr>
                    </a:p>
                  </a:txBody>
                  <a:tcPr marL="46132" marR="46132" marT="24604" marB="24604"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chemeClr val="accent4">
                        <a:lumMod val="20000"/>
                        <a:lumOff val="80000"/>
                      </a:schemeClr>
                    </a:solidFill>
                  </a:tcPr>
                </a:tc>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endParaRPr kumimoji="0" lang="zh-CN" altLang="zh-CN" sz="1500" b="0" i="0" u="none" strike="noStrike" cap="none" normalizeH="0" baseline="0">
                        <a:ln>
                          <a:noFill/>
                        </a:ln>
                        <a:solidFill>
                          <a:schemeClr val="tx1"/>
                        </a:solidFill>
                        <a:effectLst/>
                        <a:latin typeface="Times New Roman" panose="02020603050405020304" pitchFamily="18" charset="0"/>
                        <a:ea typeface="黑体" panose="02010609060101010101" pitchFamily="49" charset="-122"/>
                      </a:endParaRPr>
                    </a:p>
                  </a:txBody>
                  <a:tcPr marL="46132" marR="46132" marT="24604" marB="24604"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chemeClr val="accent4">
                        <a:lumMod val="20000"/>
                        <a:lumOff val="80000"/>
                      </a:schemeClr>
                    </a:solidFill>
                  </a:tcPr>
                </a:tc>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r>
                        <a:rPr kumimoji="0" lang="en-US" altLang="zh-CN" sz="1500" b="1" i="1" u="none" strike="noStrike" cap="none" normalizeH="0" baseline="0">
                          <a:ln>
                            <a:noFill/>
                          </a:ln>
                          <a:solidFill>
                            <a:schemeClr val="tx1"/>
                          </a:solidFill>
                          <a:effectLst/>
                          <a:latin typeface="Times New Roman" panose="02020603050405020304" pitchFamily="18" charset="0"/>
                          <a:ea typeface="黑体" panose="02010609060101010101" pitchFamily="49" charset="-122"/>
                        </a:rPr>
                        <a:t>F</a:t>
                      </a:r>
                      <a:r>
                        <a:rPr kumimoji="0" lang="en-US" altLang="zh-CN" sz="1500" b="1" i="0" u="none" strike="noStrike" cap="none" normalizeH="0" baseline="0">
                          <a:ln>
                            <a:noFill/>
                          </a:ln>
                          <a:solidFill>
                            <a:schemeClr val="tx1"/>
                          </a:solidFill>
                          <a:effectLst/>
                          <a:latin typeface="Times New Roman" panose="02020603050405020304" pitchFamily="18" charset="0"/>
                          <a:ea typeface="黑体" panose="02010609060101010101" pitchFamily="49" charset="-122"/>
                          <a:sym typeface="Symbol" panose="05050102010706020507" pitchFamily="18" charset="2"/>
                        </a:rPr>
                        <a:t>(</a:t>
                      </a:r>
                      <a:r>
                        <a:rPr kumimoji="0" lang="en-US" altLang="zh-CN" sz="1500" b="1" i="1" u="none" strike="noStrike" cap="none" normalizeH="0" baseline="0">
                          <a:ln>
                            <a:noFill/>
                          </a:ln>
                          <a:solidFill>
                            <a:schemeClr val="tx1"/>
                          </a:solidFill>
                          <a:effectLst/>
                          <a:latin typeface="Times New Roman" panose="02020603050405020304" pitchFamily="18" charset="0"/>
                          <a:ea typeface="黑体" panose="02010609060101010101" pitchFamily="49" charset="-122"/>
                          <a:sym typeface="Symbol" panose="05050102010706020507" pitchFamily="18" charset="2"/>
                        </a:rPr>
                        <a:t>E</a:t>
                      </a:r>
                      <a:r>
                        <a:rPr kumimoji="0" lang="en-US" altLang="zh-CN" sz="1500" b="1" i="0" u="none" strike="noStrike" cap="none" normalizeH="0" baseline="0">
                          <a:ln>
                            <a:noFill/>
                          </a:ln>
                          <a:solidFill>
                            <a:schemeClr val="tx1"/>
                          </a:solidFill>
                          <a:effectLst/>
                          <a:latin typeface="Times New Roman" panose="02020603050405020304" pitchFamily="18" charset="0"/>
                          <a:ea typeface="黑体" panose="02010609060101010101" pitchFamily="49" charset="-122"/>
                          <a:sym typeface="Symbol" panose="05050102010706020507" pitchFamily="18" charset="2"/>
                        </a:rPr>
                        <a:t>)</a:t>
                      </a:r>
                      <a:endParaRPr kumimoji="0" lang="en-US" altLang="zh-CN" sz="1500" b="0" i="0" u="none" strike="noStrike" cap="none" normalizeH="0" baseline="0">
                        <a:ln>
                          <a:noFill/>
                        </a:ln>
                        <a:solidFill>
                          <a:schemeClr val="tx1"/>
                        </a:solidFill>
                        <a:effectLst/>
                        <a:latin typeface="Times New Roman" panose="02020603050405020304" pitchFamily="18" charset="0"/>
                        <a:ea typeface="黑体" panose="02010609060101010101" pitchFamily="49" charset="-122"/>
                      </a:endParaRPr>
                    </a:p>
                  </a:txBody>
                  <a:tcPr marL="46132" marR="46132" marT="24604" marB="24604"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chemeClr val="accent4">
                        <a:lumMod val="20000"/>
                        <a:lumOff val="80000"/>
                      </a:schemeClr>
                    </a:solidFill>
                  </a:tcPr>
                </a:tc>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endParaRPr kumimoji="0" lang="zh-CN" altLang="zh-CN" sz="1500" b="0" i="0" u="none" strike="noStrike" cap="none" normalizeH="0" baseline="0">
                        <a:ln>
                          <a:noFill/>
                        </a:ln>
                        <a:solidFill>
                          <a:schemeClr val="tx1"/>
                        </a:solidFill>
                        <a:effectLst/>
                        <a:latin typeface="Times New Roman" panose="02020603050405020304" pitchFamily="18" charset="0"/>
                        <a:ea typeface="黑体" panose="02010609060101010101" pitchFamily="49" charset="-122"/>
                      </a:endParaRPr>
                    </a:p>
                  </a:txBody>
                  <a:tcPr marL="46132" marR="46132" marT="24604" marB="24604"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chemeClr val="accent4">
                        <a:lumMod val="20000"/>
                        <a:lumOff val="80000"/>
                      </a:schemeClr>
                    </a:solidFill>
                  </a:tcPr>
                </a:tc>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endParaRPr kumimoji="0" lang="zh-CN" altLang="zh-CN" sz="1500" b="0" i="0" u="none" strike="noStrike" cap="none" normalizeH="0" baseline="0" dirty="0">
                        <a:ln>
                          <a:noFill/>
                        </a:ln>
                        <a:solidFill>
                          <a:schemeClr val="tx1"/>
                        </a:solidFill>
                        <a:effectLst/>
                        <a:latin typeface="Times New Roman" panose="02020603050405020304" pitchFamily="18" charset="0"/>
                        <a:ea typeface="黑体" panose="02010609060101010101" pitchFamily="49" charset="-122"/>
                      </a:endParaRPr>
                    </a:p>
                  </a:txBody>
                  <a:tcPr marL="46132" marR="46132" marT="24604" marB="24604" anchor="ct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chemeClr val="accent4">
                        <a:lumMod val="20000"/>
                        <a:lumOff val="80000"/>
                      </a:schemeClr>
                    </a:solidFill>
                  </a:tcPr>
                </a:tc>
                <a:extLst>
                  <a:ext uri="{0D108BD9-81ED-4DB2-BD59-A6C34878D82A}">
                    <a16:rowId xmlns:a16="http://schemas.microsoft.com/office/drawing/2014/main" val="10006"/>
                  </a:ext>
                </a:extLst>
              </a:tr>
            </a:tbl>
          </a:graphicData>
        </a:graphic>
      </p:graphicFrame>
      <p:sp>
        <p:nvSpPr>
          <p:cNvPr id="7" name="箭头: 下 6">
            <a:extLst>
              <a:ext uri="{FF2B5EF4-FFF2-40B4-BE49-F238E27FC236}">
                <a16:creationId xmlns:a16="http://schemas.microsoft.com/office/drawing/2014/main" id="{D2F9E316-3F04-CE6D-C937-073931596D37}"/>
              </a:ext>
            </a:extLst>
          </p:cNvPr>
          <p:cNvSpPr/>
          <p:nvPr/>
        </p:nvSpPr>
        <p:spPr>
          <a:xfrm>
            <a:off x="1793290" y="5895988"/>
            <a:ext cx="275207" cy="319596"/>
          </a:xfrm>
          <a:prstGeom prst="downArrow">
            <a:avLst/>
          </a:prstGeom>
          <a:solidFill>
            <a:srgbClr val="FF0000"/>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8" name="箭头: 下 7">
            <a:extLst>
              <a:ext uri="{FF2B5EF4-FFF2-40B4-BE49-F238E27FC236}">
                <a16:creationId xmlns:a16="http://schemas.microsoft.com/office/drawing/2014/main" id="{DCBB4471-7AF7-E712-E08C-F86B2EF95640}"/>
              </a:ext>
            </a:extLst>
          </p:cNvPr>
          <p:cNvSpPr/>
          <p:nvPr/>
        </p:nvSpPr>
        <p:spPr>
          <a:xfrm>
            <a:off x="4031943" y="5895988"/>
            <a:ext cx="275207" cy="319596"/>
          </a:xfrm>
          <a:prstGeom prst="downArrow">
            <a:avLst/>
          </a:prstGeom>
          <a:solidFill>
            <a:srgbClr val="FF0000"/>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zh-CN" altLang="en-US"/>
          </a:p>
        </p:txBody>
      </p:sp>
    </p:spTree>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7"/>
                                        </p:tgtEl>
                                        <p:attrNameLst>
                                          <p:attrName>style.visibility</p:attrName>
                                        </p:attrNameLst>
                                      </p:cBhvr>
                                      <p:to>
                                        <p:strVal val="visible"/>
                                      </p:to>
                                    </p:set>
                                    <p:animEffect transition="in" filter="fade">
                                      <p:cBhvr>
                                        <p:cTn id="7" dur="500"/>
                                        <p:tgtEl>
                                          <p:spTgt spid="7"/>
                                        </p:tgtEl>
                                      </p:cBhvr>
                                    </p:animEffect>
                                  </p:childTnLst>
                                </p:cTn>
                              </p:par>
                              <p:par>
                                <p:cTn id="8" presetID="10" presetClass="entr" presetSubtype="0" fill="hold" grpId="0" nodeType="withEffect">
                                  <p:stCondLst>
                                    <p:cond delay="0"/>
                                  </p:stCondLst>
                                  <p:childTnLst>
                                    <p:set>
                                      <p:cBhvr>
                                        <p:cTn id="9" dur="1" fill="hold">
                                          <p:stCondLst>
                                            <p:cond delay="0"/>
                                          </p:stCondLst>
                                        </p:cTn>
                                        <p:tgtEl>
                                          <p:spTgt spid="8"/>
                                        </p:tgtEl>
                                        <p:attrNameLst>
                                          <p:attrName>style.visibility</p:attrName>
                                        </p:attrNameLst>
                                      </p:cBhvr>
                                      <p:to>
                                        <p:strVal val="visible"/>
                                      </p:to>
                                    </p:set>
                                    <p:animEffect transition="in" filter="fade">
                                      <p:cBhvr>
                                        <p:cTn id="10" dur="500"/>
                                        <p:tgtEl>
                                          <p:spTgt spid="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animBg="1"/>
      <p:bldP spid="8" grpId="0" animBg="1"/>
    </p:bldLst>
  </p:timing>
</p:sld>
</file>

<file path=ppt/slides/slide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0722" name="Rectangle 2">
            <a:extLst>
              <a:ext uri="{FF2B5EF4-FFF2-40B4-BE49-F238E27FC236}">
                <a16:creationId xmlns:a16="http://schemas.microsoft.com/office/drawing/2014/main" id="{76B02706-20ED-4318-9C6E-04A12965F2B3}"/>
              </a:ext>
            </a:extLst>
          </p:cNvPr>
          <p:cNvSpPr>
            <a:spLocks noGrp="1" noChangeArrowheads="1"/>
          </p:cNvSpPr>
          <p:nvPr>
            <p:ph type="title"/>
          </p:nvPr>
        </p:nvSpPr>
        <p:spPr/>
        <p:txBody>
          <a:bodyPr/>
          <a:lstStyle/>
          <a:p>
            <a:pPr eaLnBrk="1" hangingPunct="1"/>
            <a:r>
              <a:rPr lang="en-US" altLang="zh-CN"/>
              <a:t>3.3.4 </a:t>
            </a:r>
            <a:r>
              <a:rPr lang="zh-CN" altLang="en-US"/>
              <a:t>非递归的预测分析</a:t>
            </a:r>
          </a:p>
        </p:txBody>
      </p:sp>
      <p:sp>
        <p:nvSpPr>
          <p:cNvPr id="30723" name="Rectangle 3">
            <a:extLst>
              <a:ext uri="{FF2B5EF4-FFF2-40B4-BE49-F238E27FC236}">
                <a16:creationId xmlns:a16="http://schemas.microsoft.com/office/drawing/2014/main" id="{F3C66483-EA5F-49BA-96A2-0883B8096E91}"/>
              </a:ext>
            </a:extLst>
          </p:cNvPr>
          <p:cNvSpPr>
            <a:spLocks noGrp="1" noChangeArrowheads="1"/>
          </p:cNvSpPr>
          <p:nvPr>
            <p:ph idx="1"/>
          </p:nvPr>
        </p:nvSpPr>
        <p:spPr/>
        <p:txBody>
          <a:bodyPr/>
          <a:lstStyle/>
          <a:p>
            <a:pPr eaLnBrk="1" hangingPunct="1">
              <a:lnSpc>
                <a:spcPct val="90000"/>
              </a:lnSpc>
              <a:buFont typeface="Wingdings" panose="05000000000000000000" pitchFamily="2" charset="2"/>
              <a:buNone/>
            </a:pPr>
            <a:r>
              <a:rPr lang="zh-CN" altLang="en-US" sz="2800"/>
              <a:t>预测分析器接受输入</a:t>
            </a:r>
            <a:r>
              <a:rPr lang="en-US" altLang="zh-CN" sz="2800" b="1">
                <a:latin typeface="Times New Roman" panose="02020603050405020304" pitchFamily="18" charset="0"/>
              </a:rPr>
              <a:t>id</a:t>
            </a:r>
            <a:r>
              <a:rPr lang="en-US" altLang="zh-CN" sz="2800">
                <a:latin typeface="Times New Roman" panose="02020603050405020304" pitchFamily="18" charset="0"/>
              </a:rPr>
              <a:t> * </a:t>
            </a:r>
            <a:r>
              <a:rPr lang="en-US" altLang="zh-CN" sz="2800" b="1">
                <a:latin typeface="Times New Roman" panose="02020603050405020304" pitchFamily="18" charset="0"/>
              </a:rPr>
              <a:t>id</a:t>
            </a:r>
            <a:r>
              <a:rPr lang="en-US" altLang="zh-CN" sz="2800">
                <a:latin typeface="Times New Roman" panose="02020603050405020304" pitchFamily="18" charset="0"/>
              </a:rPr>
              <a:t> + </a:t>
            </a:r>
            <a:r>
              <a:rPr lang="en-US" altLang="zh-CN" sz="2800" b="1">
                <a:latin typeface="Times New Roman" panose="02020603050405020304" pitchFamily="18" charset="0"/>
              </a:rPr>
              <a:t>id</a:t>
            </a:r>
            <a:r>
              <a:rPr lang="zh-CN" altLang="en-US" sz="2800"/>
              <a:t>的动作</a:t>
            </a:r>
          </a:p>
        </p:txBody>
      </p:sp>
      <p:graphicFrame>
        <p:nvGraphicFramePr>
          <p:cNvPr id="5" name="Group 4">
            <a:extLst>
              <a:ext uri="{FF2B5EF4-FFF2-40B4-BE49-F238E27FC236}">
                <a16:creationId xmlns:a16="http://schemas.microsoft.com/office/drawing/2014/main" id="{1F73D634-8E0A-46B9-884F-35C359DF6985}"/>
              </a:ext>
            </a:extLst>
          </p:cNvPr>
          <p:cNvGraphicFramePr>
            <a:graphicFrameLocks/>
          </p:cNvGraphicFramePr>
          <p:nvPr/>
        </p:nvGraphicFramePr>
        <p:xfrm>
          <a:off x="609600" y="1981200"/>
          <a:ext cx="8305800" cy="4667252"/>
        </p:xfrm>
        <a:graphic>
          <a:graphicData uri="http://schemas.openxmlformats.org/drawingml/2006/table">
            <a:tbl>
              <a:tblPr/>
              <a:tblGrid>
                <a:gridCol w="2667000">
                  <a:extLst>
                    <a:ext uri="{9D8B030D-6E8A-4147-A177-3AD203B41FA5}">
                      <a16:colId xmlns:a16="http://schemas.microsoft.com/office/drawing/2014/main" val="20000"/>
                    </a:ext>
                  </a:extLst>
                </a:gridCol>
                <a:gridCol w="2832100">
                  <a:extLst>
                    <a:ext uri="{9D8B030D-6E8A-4147-A177-3AD203B41FA5}">
                      <a16:colId xmlns:a16="http://schemas.microsoft.com/office/drawing/2014/main" val="20001"/>
                    </a:ext>
                  </a:extLst>
                </a:gridCol>
                <a:gridCol w="2806700">
                  <a:extLst>
                    <a:ext uri="{9D8B030D-6E8A-4147-A177-3AD203B41FA5}">
                      <a16:colId xmlns:a16="http://schemas.microsoft.com/office/drawing/2014/main" val="20002"/>
                    </a:ext>
                  </a:extLst>
                </a:gridCol>
              </a:tblGrid>
              <a:tr h="518160">
                <a:tc>
                  <a:txBody>
                    <a:body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itchFamily="2" charset="2"/>
                        <a:buNone/>
                        <a:tabLst/>
                      </a:pPr>
                      <a:r>
                        <a:rPr kumimoji="0" lang="zh-CN" altLang="en-US" sz="2800" b="0" i="0" u="none" strike="noStrike" cap="none" normalizeH="0" baseline="0">
                          <a:ln>
                            <a:noFill/>
                          </a:ln>
                          <a:solidFill>
                            <a:schemeClr val="tx1"/>
                          </a:solidFill>
                          <a:effectLst/>
                          <a:latin typeface="Times New Roman" pitchFamily="18" charset="0"/>
                          <a:ea typeface="黑体" pitchFamily="2" charset="-122"/>
                        </a:rPr>
                        <a:t>栈 </a:t>
                      </a:r>
                    </a:p>
                  </a:txBody>
                  <a:tcPr horzOverflow="overflow">
                    <a:lnL w="28575"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28575"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a:txBody>
                    <a:body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itchFamily="2" charset="2"/>
                        <a:buNone/>
                        <a:tabLst/>
                      </a:pPr>
                      <a:r>
                        <a:rPr kumimoji="0" lang="zh-CN" altLang="en-US" sz="2800" b="0" i="0" u="none" strike="noStrike" cap="none" normalizeH="0" baseline="0">
                          <a:ln>
                            <a:noFill/>
                          </a:ln>
                          <a:solidFill>
                            <a:schemeClr val="tx1"/>
                          </a:solidFill>
                          <a:effectLst/>
                          <a:latin typeface="Times New Roman" pitchFamily="18" charset="0"/>
                          <a:ea typeface="黑体" pitchFamily="2" charset="-122"/>
                        </a:rPr>
                        <a:t>输    入 </a:t>
                      </a:r>
                    </a:p>
                  </a:txBody>
                  <a:tcPr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28575"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a:txBody>
                    <a:body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itchFamily="2" charset="2"/>
                        <a:buNone/>
                        <a:tabLst/>
                      </a:pPr>
                      <a:r>
                        <a:rPr kumimoji="0" lang="zh-CN" altLang="en-US" sz="2800" b="0" i="0" u="none" strike="noStrike" cap="none" normalizeH="0" baseline="0">
                          <a:ln>
                            <a:noFill/>
                          </a:ln>
                          <a:solidFill>
                            <a:schemeClr val="tx1"/>
                          </a:solidFill>
                          <a:effectLst/>
                          <a:latin typeface="Times New Roman" pitchFamily="18" charset="0"/>
                          <a:ea typeface="黑体" pitchFamily="2" charset="-122"/>
                        </a:rPr>
                        <a:t>输    出 </a:t>
                      </a:r>
                    </a:p>
                  </a:txBody>
                  <a:tcPr horzOverflow="overflow">
                    <a:lnL w="12700" cap="flat" cmpd="sng" algn="ctr">
                      <a:solidFill>
                        <a:schemeClr val="tx1"/>
                      </a:solidFill>
                      <a:prstDash val="solid"/>
                      <a:round/>
                      <a:headEnd type="none" w="sm" len="sm"/>
                      <a:tailEnd type="none" w="sm" len="sm"/>
                    </a:lnL>
                    <a:lnR w="28575" cap="flat" cmpd="sng" algn="ctr">
                      <a:solidFill>
                        <a:schemeClr val="tx1"/>
                      </a:solidFill>
                      <a:prstDash val="solid"/>
                      <a:round/>
                      <a:headEnd type="none" w="sm" len="sm"/>
                      <a:tailEnd type="none" w="sm" len="sm"/>
                    </a:lnR>
                    <a:lnT w="28575"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extLst>
                  <a:ext uri="{0D108BD9-81ED-4DB2-BD59-A6C34878D82A}">
                    <a16:rowId xmlns:a16="http://schemas.microsoft.com/office/drawing/2014/main" val="10000"/>
                  </a:ext>
                </a:extLst>
              </a:tr>
              <a:tr h="519113">
                <a:tc>
                  <a:txBody>
                    <a:bodyPr/>
                    <a:lstStyle/>
                    <a:p>
                      <a:pPr marL="0" marR="0" lvl="0" indent="0" algn="l" defTabSz="914400" rtl="0" eaLnBrk="1" fontAlgn="base" latinLnBrk="0" hangingPunct="1">
                        <a:lnSpc>
                          <a:spcPct val="100000"/>
                        </a:lnSpc>
                        <a:spcBef>
                          <a:spcPct val="20000"/>
                        </a:spcBef>
                        <a:spcAft>
                          <a:spcPct val="0"/>
                        </a:spcAft>
                        <a:buClr>
                          <a:schemeClr val="folHlink"/>
                        </a:buClr>
                        <a:buSzPct val="60000"/>
                        <a:buFont typeface="Wingdings" pitchFamily="2" charset="2"/>
                        <a:buNone/>
                        <a:tabLst/>
                      </a:pPr>
                      <a:r>
                        <a:rPr kumimoji="0" lang="en-US" altLang="zh-CN" sz="2800" b="1" i="0" u="none" strike="noStrike" cap="none" normalizeH="0" baseline="0">
                          <a:ln>
                            <a:noFill/>
                          </a:ln>
                          <a:solidFill>
                            <a:schemeClr val="tx1"/>
                          </a:solidFill>
                          <a:effectLst/>
                          <a:latin typeface="Times New Roman" pitchFamily="18" charset="0"/>
                          <a:ea typeface="黑体" pitchFamily="2" charset="-122"/>
                        </a:rPr>
                        <a:t>$</a:t>
                      </a:r>
                      <a:r>
                        <a:rPr kumimoji="0" lang="en-US" altLang="zh-CN" sz="2800" b="1" i="1" u="none" strike="noStrike" cap="none" normalizeH="0" baseline="0">
                          <a:ln>
                            <a:noFill/>
                          </a:ln>
                          <a:solidFill>
                            <a:schemeClr val="tx1"/>
                          </a:solidFill>
                          <a:effectLst/>
                          <a:latin typeface="Times New Roman" pitchFamily="18" charset="0"/>
                          <a:ea typeface="黑体" pitchFamily="2" charset="-122"/>
                        </a:rPr>
                        <a:t>E </a:t>
                      </a:r>
                      <a:r>
                        <a:rPr kumimoji="0" lang="en-US" altLang="zh-CN" sz="2800" b="1" i="0" u="none" strike="noStrike" cap="none" normalizeH="0" baseline="0">
                          <a:ln>
                            <a:noFill/>
                          </a:ln>
                          <a:solidFill>
                            <a:schemeClr val="tx1"/>
                          </a:solidFill>
                          <a:effectLst/>
                          <a:latin typeface="Times New Roman" pitchFamily="18" charset="0"/>
                          <a:ea typeface="黑体" pitchFamily="2" charset="-122"/>
                          <a:sym typeface="Symbol" pitchFamily="18" charset="2"/>
                        </a:rPr>
                        <a:t></a:t>
                      </a:r>
                      <a:r>
                        <a:rPr kumimoji="0" lang="en-US" altLang="zh-CN" sz="2800" b="1" i="1" u="none" strike="noStrike" cap="none" normalizeH="0" baseline="0">
                          <a:ln>
                            <a:noFill/>
                          </a:ln>
                          <a:solidFill>
                            <a:schemeClr val="tx1"/>
                          </a:solidFill>
                          <a:effectLst/>
                          <a:latin typeface="Times New Roman" pitchFamily="18" charset="0"/>
                          <a:ea typeface="黑体" pitchFamily="2" charset="-122"/>
                        </a:rPr>
                        <a:t>T </a:t>
                      </a:r>
                      <a:r>
                        <a:rPr kumimoji="0" lang="en-US" altLang="zh-CN" sz="2800" b="1" i="0" u="none" strike="noStrike" cap="none" normalizeH="0" baseline="0">
                          <a:ln>
                            <a:noFill/>
                          </a:ln>
                          <a:solidFill>
                            <a:schemeClr val="tx1"/>
                          </a:solidFill>
                          <a:effectLst/>
                          <a:latin typeface="Times New Roman" pitchFamily="18" charset="0"/>
                          <a:ea typeface="黑体" pitchFamily="2" charset="-122"/>
                          <a:sym typeface="Symbol" pitchFamily="18" charset="2"/>
                        </a:rPr>
                        <a:t></a:t>
                      </a:r>
                      <a:r>
                        <a:rPr kumimoji="0" lang="en-US" altLang="zh-CN" sz="2800" b="1" i="0" u="none" strike="noStrike" cap="none" normalizeH="0" baseline="0">
                          <a:ln>
                            <a:noFill/>
                          </a:ln>
                          <a:solidFill>
                            <a:schemeClr val="tx1"/>
                          </a:solidFill>
                          <a:effectLst/>
                          <a:latin typeface="Times New Roman" pitchFamily="18" charset="0"/>
                          <a:ea typeface="黑体" pitchFamily="2" charset="-122"/>
                        </a:rPr>
                        <a:t> id</a:t>
                      </a:r>
                      <a:r>
                        <a:rPr kumimoji="0" lang="en-US" altLang="zh-CN" sz="2800" b="0" i="0" u="none" strike="noStrike" cap="none" normalizeH="0" baseline="0">
                          <a:ln>
                            <a:noFill/>
                          </a:ln>
                          <a:solidFill>
                            <a:schemeClr val="tx1"/>
                          </a:solidFill>
                          <a:effectLst/>
                          <a:latin typeface="Times New Roman" pitchFamily="18" charset="0"/>
                          <a:ea typeface="黑体" pitchFamily="2" charset="-122"/>
                        </a:rPr>
                        <a:t> </a:t>
                      </a:r>
                    </a:p>
                  </a:txBody>
                  <a:tcPr horzOverflow="overflow">
                    <a:lnL w="28575"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
                          <a:schemeClr val="folHlink"/>
                        </a:buClr>
                        <a:buSzPct val="60000"/>
                        <a:buFont typeface="Wingdings" pitchFamily="2" charset="2"/>
                        <a:buNone/>
                        <a:tabLst/>
                      </a:pPr>
                      <a:r>
                        <a:rPr kumimoji="0" lang="en-US" altLang="zh-CN" sz="2800" b="1" i="0" u="none" strike="noStrike" cap="none" normalizeH="0" baseline="0">
                          <a:ln>
                            <a:noFill/>
                          </a:ln>
                          <a:solidFill>
                            <a:schemeClr val="tx1"/>
                          </a:solidFill>
                          <a:effectLst/>
                          <a:latin typeface="Times New Roman" pitchFamily="18" charset="0"/>
                          <a:ea typeface="黑体" pitchFamily="2" charset="-122"/>
                        </a:rPr>
                        <a:t>       id + id$</a:t>
                      </a:r>
                      <a:r>
                        <a:rPr kumimoji="0" lang="en-US" altLang="zh-CN" sz="2800" b="0" i="0" u="none" strike="noStrike" cap="none" normalizeH="0" baseline="0">
                          <a:ln>
                            <a:noFill/>
                          </a:ln>
                          <a:solidFill>
                            <a:schemeClr val="tx1"/>
                          </a:solidFill>
                          <a:effectLst/>
                          <a:latin typeface="Times New Roman" pitchFamily="18" charset="0"/>
                          <a:ea typeface="黑体" pitchFamily="2" charset="-122"/>
                        </a:rPr>
                        <a:t>  </a:t>
                      </a:r>
                    </a:p>
                  </a:txBody>
                  <a:tcPr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
                          <a:schemeClr val="folHlink"/>
                        </a:buClr>
                        <a:buSzPct val="60000"/>
                        <a:buFont typeface="Wingdings" pitchFamily="2" charset="2"/>
                        <a:buNone/>
                        <a:tabLst/>
                      </a:pPr>
                      <a:r>
                        <a:rPr kumimoji="0" lang="en-US" altLang="zh-CN" sz="2800" b="1" i="1" u="none" strike="noStrike" cap="none" normalizeH="0" baseline="0">
                          <a:ln>
                            <a:noFill/>
                          </a:ln>
                          <a:solidFill>
                            <a:schemeClr val="tx1"/>
                          </a:solidFill>
                          <a:effectLst/>
                          <a:latin typeface="Times New Roman" pitchFamily="18" charset="0"/>
                          <a:ea typeface="黑体" pitchFamily="2" charset="-122"/>
                        </a:rPr>
                        <a:t>F</a:t>
                      </a:r>
                      <a:r>
                        <a:rPr kumimoji="0" lang="en-US" altLang="zh-CN" sz="2800" b="1" i="0" u="none" strike="noStrike" cap="none" normalizeH="0" baseline="0">
                          <a:ln>
                            <a:noFill/>
                          </a:ln>
                          <a:solidFill>
                            <a:schemeClr val="tx1"/>
                          </a:solidFill>
                          <a:effectLst/>
                          <a:latin typeface="Times New Roman" pitchFamily="18" charset="0"/>
                          <a:ea typeface="黑体" pitchFamily="2" charset="-122"/>
                        </a:rPr>
                        <a:t> </a:t>
                      </a:r>
                      <a:r>
                        <a:rPr kumimoji="0" lang="en-US" altLang="zh-CN" sz="2800" b="1" i="0" u="none" strike="noStrike" cap="none" normalizeH="0" baseline="0">
                          <a:ln>
                            <a:noFill/>
                          </a:ln>
                          <a:solidFill>
                            <a:schemeClr val="tx1"/>
                          </a:solidFill>
                          <a:effectLst/>
                          <a:latin typeface="Times New Roman" pitchFamily="18" charset="0"/>
                          <a:ea typeface="黑体" pitchFamily="2" charset="-122"/>
                          <a:sym typeface="Symbol" pitchFamily="18" charset="2"/>
                        </a:rPr>
                        <a:t></a:t>
                      </a:r>
                      <a:r>
                        <a:rPr kumimoji="0" lang="en-US" altLang="zh-CN" sz="2800" b="1" i="0" u="none" strike="noStrike" cap="none" normalizeH="0" baseline="0">
                          <a:ln>
                            <a:noFill/>
                          </a:ln>
                          <a:solidFill>
                            <a:schemeClr val="tx1"/>
                          </a:solidFill>
                          <a:effectLst/>
                          <a:latin typeface="Times New Roman" pitchFamily="18" charset="0"/>
                          <a:ea typeface="黑体" pitchFamily="2" charset="-122"/>
                        </a:rPr>
                        <a:t> id</a:t>
                      </a:r>
                      <a:r>
                        <a:rPr kumimoji="0" lang="en-US" altLang="zh-CN" sz="2800" b="0" i="0" u="none" strike="noStrike" cap="none" normalizeH="0" baseline="0">
                          <a:ln>
                            <a:noFill/>
                          </a:ln>
                          <a:solidFill>
                            <a:schemeClr val="tx1"/>
                          </a:solidFill>
                          <a:effectLst/>
                          <a:latin typeface="Times New Roman" pitchFamily="18" charset="0"/>
                          <a:ea typeface="黑体" pitchFamily="2" charset="-122"/>
                        </a:rPr>
                        <a:t> </a:t>
                      </a:r>
                    </a:p>
                  </a:txBody>
                  <a:tcPr horzOverflow="overflow">
                    <a:lnL w="12700" cap="flat" cmpd="sng" algn="ctr">
                      <a:solidFill>
                        <a:schemeClr val="tx1"/>
                      </a:solidFill>
                      <a:prstDash val="solid"/>
                      <a:round/>
                      <a:headEnd type="none" w="sm" len="sm"/>
                      <a:tailEnd type="none" w="sm" len="sm"/>
                    </a:lnL>
                    <a:lnR w="28575"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1"/>
                  </a:ext>
                </a:extLst>
              </a:tr>
              <a:tr h="518160">
                <a:tc>
                  <a:txBody>
                    <a:bodyPr/>
                    <a:lstStyle/>
                    <a:p>
                      <a:pPr marL="0" marR="0" lvl="0" indent="0" algn="l" defTabSz="914400" rtl="0" eaLnBrk="1" fontAlgn="base" latinLnBrk="0" hangingPunct="1">
                        <a:lnSpc>
                          <a:spcPct val="100000"/>
                        </a:lnSpc>
                        <a:spcBef>
                          <a:spcPct val="20000"/>
                        </a:spcBef>
                        <a:spcAft>
                          <a:spcPct val="0"/>
                        </a:spcAft>
                        <a:buClr>
                          <a:schemeClr val="folHlink"/>
                        </a:buClr>
                        <a:buSzPct val="60000"/>
                        <a:buFont typeface="Wingdings" pitchFamily="2" charset="2"/>
                        <a:buNone/>
                        <a:tabLst/>
                      </a:pPr>
                      <a:endParaRPr kumimoji="0" lang="zh-CN" altLang="zh-CN" sz="2800" b="1" i="0" u="none" strike="noStrike" cap="none" normalizeH="0" baseline="0">
                        <a:ln>
                          <a:noFill/>
                        </a:ln>
                        <a:solidFill>
                          <a:schemeClr val="tx1"/>
                        </a:solidFill>
                        <a:effectLst/>
                        <a:latin typeface="Times New Roman" pitchFamily="18" charset="0"/>
                        <a:ea typeface="黑体" pitchFamily="2" charset="-122"/>
                        <a:sym typeface="Symbol" pitchFamily="18" charset="2"/>
                      </a:endParaRPr>
                    </a:p>
                  </a:txBody>
                  <a:tcPr horzOverflow="overflow">
                    <a:lnL w="28575"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
                          <a:schemeClr val="folHlink"/>
                        </a:buClr>
                        <a:buSzPct val="60000"/>
                        <a:buFont typeface="Wingdings" pitchFamily="2" charset="2"/>
                        <a:buNone/>
                        <a:tabLst/>
                      </a:pPr>
                      <a:endParaRPr kumimoji="0" lang="zh-CN" altLang="zh-CN" sz="2800" b="1" i="0" u="none" strike="noStrike" cap="none" normalizeH="0" baseline="0">
                        <a:ln>
                          <a:noFill/>
                        </a:ln>
                        <a:solidFill>
                          <a:schemeClr val="tx1"/>
                        </a:solidFill>
                        <a:effectLst/>
                        <a:latin typeface="Times New Roman" pitchFamily="18" charset="0"/>
                        <a:ea typeface="黑体" pitchFamily="2" charset="-122"/>
                      </a:endParaRPr>
                    </a:p>
                  </a:txBody>
                  <a:tcPr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
                          <a:schemeClr val="folHlink"/>
                        </a:buClr>
                        <a:buSzPct val="60000"/>
                        <a:buFont typeface="Wingdings" pitchFamily="2" charset="2"/>
                        <a:buNone/>
                        <a:tabLst/>
                      </a:pPr>
                      <a:endParaRPr kumimoji="0" lang="zh-CN" altLang="zh-CN" sz="2800" b="1" i="0" u="none" strike="noStrike" cap="none" normalizeH="0" baseline="0">
                        <a:ln>
                          <a:noFill/>
                        </a:ln>
                        <a:solidFill>
                          <a:schemeClr val="tx1"/>
                        </a:solidFill>
                        <a:effectLst/>
                        <a:latin typeface="Times New Roman" pitchFamily="18" charset="0"/>
                        <a:ea typeface="黑体" pitchFamily="2" charset="-122"/>
                      </a:endParaRPr>
                    </a:p>
                  </a:txBody>
                  <a:tcPr horzOverflow="overflow">
                    <a:lnL w="12700" cap="flat" cmpd="sng" algn="ctr">
                      <a:solidFill>
                        <a:schemeClr val="tx1"/>
                      </a:solidFill>
                      <a:prstDash val="solid"/>
                      <a:round/>
                      <a:headEnd type="none" w="sm" len="sm"/>
                      <a:tailEnd type="none" w="sm" len="sm"/>
                    </a:lnL>
                    <a:lnR w="28575" cap="flat" cmpd="sng" algn="ctr">
                      <a:solidFill>
                        <a:schemeClr val="tx1"/>
                      </a:solidFill>
                      <a:prstDash val="solid"/>
                      <a:round/>
                      <a:headEnd type="none" w="sm" len="sm"/>
                      <a:tailEnd type="none" w="sm" len="sm"/>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2"/>
                  </a:ext>
                </a:extLst>
              </a:tr>
              <a:tr h="519113">
                <a:tc>
                  <a:txBody>
                    <a:bodyPr/>
                    <a:lstStyle/>
                    <a:p>
                      <a:pPr marL="0" marR="0" lvl="0" indent="0" algn="l" defTabSz="914400" rtl="0" eaLnBrk="1" fontAlgn="base" latinLnBrk="0" hangingPunct="1">
                        <a:lnSpc>
                          <a:spcPct val="100000"/>
                        </a:lnSpc>
                        <a:spcBef>
                          <a:spcPct val="20000"/>
                        </a:spcBef>
                        <a:spcAft>
                          <a:spcPct val="0"/>
                        </a:spcAft>
                        <a:buClr>
                          <a:schemeClr val="folHlink"/>
                        </a:buClr>
                        <a:buSzPct val="60000"/>
                        <a:buFont typeface="Wingdings" pitchFamily="2" charset="2"/>
                        <a:buNone/>
                        <a:tabLst/>
                      </a:pPr>
                      <a:endParaRPr kumimoji="0" lang="zh-CN" altLang="zh-CN" sz="2800" b="1" i="0" u="none" strike="noStrike" cap="none" normalizeH="0" baseline="0">
                        <a:ln>
                          <a:noFill/>
                        </a:ln>
                        <a:solidFill>
                          <a:schemeClr val="tx1"/>
                        </a:solidFill>
                        <a:effectLst/>
                        <a:latin typeface="Tahoma" pitchFamily="34" charset="0"/>
                        <a:ea typeface="黑体" pitchFamily="2" charset="-122"/>
                        <a:sym typeface="Symbol" pitchFamily="18" charset="2"/>
                      </a:endParaRPr>
                    </a:p>
                  </a:txBody>
                  <a:tcPr horzOverflow="overflow">
                    <a:lnL w="28575"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
                          <a:schemeClr val="folHlink"/>
                        </a:buClr>
                        <a:buSzPct val="60000"/>
                        <a:buFont typeface="Wingdings" pitchFamily="2" charset="2"/>
                        <a:buNone/>
                        <a:tabLst/>
                      </a:pPr>
                      <a:endParaRPr kumimoji="0" lang="zh-CN" altLang="zh-CN" sz="2800" b="1" i="0" u="none" strike="noStrike" cap="none" normalizeH="0" baseline="0">
                        <a:ln>
                          <a:noFill/>
                        </a:ln>
                        <a:solidFill>
                          <a:schemeClr val="tx1"/>
                        </a:solidFill>
                        <a:effectLst/>
                        <a:latin typeface="Tahoma" pitchFamily="34" charset="0"/>
                        <a:ea typeface="黑体" pitchFamily="2" charset="-122"/>
                      </a:endParaRPr>
                    </a:p>
                  </a:txBody>
                  <a:tcPr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
                          <a:schemeClr val="folHlink"/>
                        </a:buClr>
                        <a:buSzPct val="60000"/>
                        <a:buFont typeface="Wingdings" pitchFamily="2" charset="2"/>
                        <a:buNone/>
                        <a:tabLst/>
                      </a:pPr>
                      <a:endParaRPr kumimoji="0" lang="zh-CN" altLang="zh-CN" sz="2800" b="1" i="0" u="none" strike="noStrike" cap="none" normalizeH="0" baseline="0">
                        <a:ln>
                          <a:noFill/>
                        </a:ln>
                        <a:solidFill>
                          <a:schemeClr val="tx1"/>
                        </a:solidFill>
                        <a:effectLst/>
                        <a:latin typeface="Tahoma" pitchFamily="34" charset="0"/>
                        <a:ea typeface="黑体" pitchFamily="2" charset="-122"/>
                        <a:sym typeface="Symbol" pitchFamily="18" charset="2"/>
                      </a:endParaRPr>
                    </a:p>
                  </a:txBody>
                  <a:tcPr horzOverflow="overflow">
                    <a:lnL w="12700" cap="flat" cmpd="sng" algn="ctr">
                      <a:solidFill>
                        <a:schemeClr val="tx1"/>
                      </a:solidFill>
                      <a:prstDash val="solid"/>
                      <a:round/>
                      <a:headEnd type="none" w="sm" len="sm"/>
                      <a:tailEnd type="none" w="sm" len="sm"/>
                    </a:lnL>
                    <a:lnR w="28575" cap="flat" cmpd="sng" algn="ctr">
                      <a:solidFill>
                        <a:schemeClr val="tx1"/>
                      </a:solidFill>
                      <a:prstDash val="solid"/>
                      <a:round/>
                      <a:headEnd type="none" w="sm" len="sm"/>
                      <a:tailEnd type="none" w="sm" len="sm"/>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3"/>
                  </a:ext>
                </a:extLst>
              </a:tr>
              <a:tr h="518160">
                <a:tc>
                  <a:txBody>
                    <a:bodyPr/>
                    <a:lstStyle/>
                    <a:p>
                      <a:pPr marL="0" marR="0" lvl="0" indent="0" algn="l" defTabSz="914400" rtl="0" eaLnBrk="1" fontAlgn="base" latinLnBrk="0" hangingPunct="1">
                        <a:lnSpc>
                          <a:spcPct val="100000"/>
                        </a:lnSpc>
                        <a:spcBef>
                          <a:spcPct val="20000"/>
                        </a:spcBef>
                        <a:spcAft>
                          <a:spcPct val="0"/>
                        </a:spcAft>
                        <a:buClr>
                          <a:schemeClr val="folHlink"/>
                        </a:buClr>
                        <a:buSzPct val="60000"/>
                        <a:buFont typeface="Wingdings" pitchFamily="2" charset="2"/>
                        <a:buNone/>
                        <a:tabLst/>
                      </a:pPr>
                      <a:endParaRPr kumimoji="0" lang="zh-CN" altLang="zh-CN" sz="2800" b="1" i="0" u="none" strike="noStrike" cap="none" normalizeH="0" baseline="0">
                        <a:ln>
                          <a:noFill/>
                        </a:ln>
                        <a:solidFill>
                          <a:schemeClr val="tx1"/>
                        </a:solidFill>
                        <a:effectLst/>
                        <a:latin typeface="Tahoma" pitchFamily="34" charset="0"/>
                        <a:ea typeface="黑体" pitchFamily="2" charset="-122"/>
                      </a:endParaRPr>
                    </a:p>
                  </a:txBody>
                  <a:tcPr horzOverflow="overflow">
                    <a:lnL w="28575"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
                          <a:schemeClr val="folHlink"/>
                        </a:buClr>
                        <a:buSzPct val="60000"/>
                        <a:buFont typeface="Wingdings" pitchFamily="2" charset="2"/>
                        <a:buNone/>
                        <a:tabLst/>
                      </a:pPr>
                      <a:endParaRPr kumimoji="0" lang="zh-CN" altLang="zh-CN" sz="2800" b="1" i="0" u="none" strike="noStrike" cap="none" normalizeH="0" baseline="0">
                        <a:ln>
                          <a:noFill/>
                        </a:ln>
                        <a:solidFill>
                          <a:schemeClr val="tx1"/>
                        </a:solidFill>
                        <a:effectLst/>
                        <a:latin typeface="Tahoma" pitchFamily="34" charset="0"/>
                        <a:ea typeface="黑体" pitchFamily="2" charset="-122"/>
                      </a:endParaRPr>
                    </a:p>
                  </a:txBody>
                  <a:tcPr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
                          <a:schemeClr val="folHlink"/>
                        </a:buClr>
                        <a:buSzPct val="60000"/>
                        <a:buFont typeface="Wingdings" pitchFamily="2" charset="2"/>
                        <a:buNone/>
                        <a:tabLst/>
                      </a:pPr>
                      <a:endParaRPr kumimoji="0" lang="zh-CN" altLang="zh-CN" sz="2800" b="1" i="0" u="none" strike="noStrike" cap="none" normalizeH="0" baseline="0">
                        <a:ln>
                          <a:noFill/>
                        </a:ln>
                        <a:solidFill>
                          <a:schemeClr val="tx1"/>
                        </a:solidFill>
                        <a:effectLst/>
                        <a:latin typeface="Tahoma" pitchFamily="34" charset="0"/>
                        <a:ea typeface="黑体" pitchFamily="2" charset="-122"/>
                        <a:sym typeface="Symbol" pitchFamily="18" charset="2"/>
                      </a:endParaRPr>
                    </a:p>
                  </a:txBody>
                  <a:tcPr horzOverflow="overflow">
                    <a:lnL w="12700" cap="flat" cmpd="sng" algn="ctr">
                      <a:solidFill>
                        <a:schemeClr val="tx1"/>
                      </a:solidFill>
                      <a:prstDash val="solid"/>
                      <a:round/>
                      <a:headEnd type="none" w="sm" len="sm"/>
                      <a:tailEnd type="none" w="sm" len="sm"/>
                    </a:lnL>
                    <a:lnR w="28575" cap="flat" cmpd="sng" algn="ctr">
                      <a:solidFill>
                        <a:schemeClr val="tx1"/>
                      </a:solidFill>
                      <a:prstDash val="solid"/>
                      <a:round/>
                      <a:headEnd type="none" w="sm" len="sm"/>
                      <a:tailEnd type="none" w="sm" len="sm"/>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4"/>
                  </a:ext>
                </a:extLst>
              </a:tr>
              <a:tr h="518160">
                <a:tc>
                  <a:txBody>
                    <a:bodyPr/>
                    <a:lstStyle/>
                    <a:p>
                      <a:pPr marL="0" marR="0" lvl="0" indent="0" algn="l" defTabSz="914400" rtl="0" eaLnBrk="1" fontAlgn="base" latinLnBrk="0" hangingPunct="1">
                        <a:lnSpc>
                          <a:spcPct val="100000"/>
                        </a:lnSpc>
                        <a:spcBef>
                          <a:spcPct val="20000"/>
                        </a:spcBef>
                        <a:spcAft>
                          <a:spcPct val="0"/>
                        </a:spcAft>
                        <a:buClr>
                          <a:schemeClr val="folHlink"/>
                        </a:buClr>
                        <a:buSzPct val="60000"/>
                        <a:buFont typeface="Wingdings" pitchFamily="2" charset="2"/>
                        <a:buNone/>
                        <a:tabLst/>
                      </a:pPr>
                      <a:endParaRPr kumimoji="0" lang="zh-CN" altLang="zh-CN" sz="2800" b="1" i="1" u="none" strike="noStrike" cap="none" normalizeH="0" baseline="0">
                        <a:ln>
                          <a:noFill/>
                        </a:ln>
                        <a:solidFill>
                          <a:schemeClr val="tx1"/>
                        </a:solidFill>
                        <a:effectLst/>
                        <a:latin typeface="Tahoma" pitchFamily="34" charset="0"/>
                        <a:ea typeface="黑体" pitchFamily="2" charset="-122"/>
                      </a:endParaRPr>
                    </a:p>
                  </a:txBody>
                  <a:tcPr horzOverflow="overflow">
                    <a:lnL w="28575"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
                          <a:schemeClr val="folHlink"/>
                        </a:buClr>
                        <a:buSzPct val="60000"/>
                        <a:buFont typeface="Wingdings" pitchFamily="2" charset="2"/>
                        <a:buNone/>
                        <a:tabLst/>
                      </a:pPr>
                      <a:endParaRPr kumimoji="0" lang="zh-CN" altLang="zh-CN" sz="2800" b="1" i="0" u="none" strike="noStrike" cap="none" normalizeH="0" baseline="0">
                        <a:ln>
                          <a:noFill/>
                        </a:ln>
                        <a:solidFill>
                          <a:schemeClr val="tx1"/>
                        </a:solidFill>
                        <a:effectLst/>
                        <a:latin typeface="Tahoma" pitchFamily="34" charset="0"/>
                        <a:ea typeface="黑体" pitchFamily="2" charset="-122"/>
                      </a:endParaRPr>
                    </a:p>
                  </a:txBody>
                  <a:tcPr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
                          <a:schemeClr val="folHlink"/>
                        </a:buClr>
                        <a:buSzPct val="60000"/>
                        <a:buFont typeface="Wingdings" pitchFamily="2" charset="2"/>
                        <a:buNone/>
                        <a:tabLst/>
                      </a:pPr>
                      <a:endParaRPr kumimoji="0" lang="zh-CN" altLang="zh-CN" sz="2800" b="1" i="0" u="none" strike="noStrike" cap="none" normalizeH="0" baseline="0">
                        <a:ln>
                          <a:noFill/>
                        </a:ln>
                        <a:solidFill>
                          <a:schemeClr val="tx1"/>
                        </a:solidFill>
                        <a:effectLst/>
                        <a:latin typeface="Tahoma" pitchFamily="34" charset="0"/>
                        <a:ea typeface="黑体" pitchFamily="2" charset="-122"/>
                        <a:sym typeface="Symbol" pitchFamily="18" charset="2"/>
                      </a:endParaRPr>
                    </a:p>
                  </a:txBody>
                  <a:tcPr horzOverflow="overflow">
                    <a:lnL w="12700" cap="flat" cmpd="sng" algn="ctr">
                      <a:solidFill>
                        <a:schemeClr val="tx1"/>
                      </a:solidFill>
                      <a:prstDash val="solid"/>
                      <a:round/>
                      <a:headEnd type="none" w="sm" len="sm"/>
                      <a:tailEnd type="none" w="sm" len="sm"/>
                    </a:lnL>
                    <a:lnR w="28575" cap="flat" cmpd="sng" algn="ctr">
                      <a:solidFill>
                        <a:schemeClr val="tx1"/>
                      </a:solidFill>
                      <a:prstDash val="solid"/>
                      <a:round/>
                      <a:headEnd type="none" w="sm" len="sm"/>
                      <a:tailEnd type="none" w="sm" len="sm"/>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5"/>
                  </a:ext>
                </a:extLst>
              </a:tr>
              <a:tr h="519113">
                <a:tc>
                  <a:txBody>
                    <a:bodyPr/>
                    <a:lstStyle/>
                    <a:p>
                      <a:pPr marL="0" marR="0" lvl="0" indent="0" algn="l" defTabSz="914400" rtl="0" eaLnBrk="1" fontAlgn="base" latinLnBrk="0" hangingPunct="1">
                        <a:lnSpc>
                          <a:spcPct val="100000"/>
                        </a:lnSpc>
                        <a:spcBef>
                          <a:spcPct val="20000"/>
                        </a:spcBef>
                        <a:spcAft>
                          <a:spcPct val="0"/>
                        </a:spcAft>
                        <a:buClr>
                          <a:schemeClr val="folHlink"/>
                        </a:buClr>
                        <a:buSzPct val="60000"/>
                        <a:buFont typeface="Wingdings" pitchFamily="2" charset="2"/>
                        <a:buNone/>
                        <a:tabLst/>
                      </a:pPr>
                      <a:endParaRPr kumimoji="0" lang="zh-CN" altLang="zh-CN" sz="2800" b="1" i="1" u="none" strike="noStrike" cap="none" normalizeH="0" baseline="0">
                        <a:ln>
                          <a:noFill/>
                        </a:ln>
                        <a:solidFill>
                          <a:schemeClr val="tx1"/>
                        </a:solidFill>
                        <a:effectLst/>
                        <a:latin typeface="Tahoma" pitchFamily="34" charset="0"/>
                        <a:ea typeface="黑体" pitchFamily="2" charset="-122"/>
                      </a:endParaRPr>
                    </a:p>
                  </a:txBody>
                  <a:tcPr horzOverflow="overflow">
                    <a:lnL w="28575"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
                          <a:schemeClr val="folHlink"/>
                        </a:buClr>
                        <a:buSzPct val="60000"/>
                        <a:buFont typeface="Wingdings" pitchFamily="2" charset="2"/>
                        <a:buNone/>
                        <a:tabLst/>
                      </a:pPr>
                      <a:endParaRPr kumimoji="0" lang="zh-CN" altLang="zh-CN" sz="2800" b="1" i="0" u="none" strike="noStrike" cap="none" normalizeH="0" baseline="0">
                        <a:ln>
                          <a:noFill/>
                        </a:ln>
                        <a:solidFill>
                          <a:schemeClr val="tx1"/>
                        </a:solidFill>
                        <a:effectLst/>
                        <a:latin typeface="Tahoma" pitchFamily="34" charset="0"/>
                        <a:ea typeface="黑体" pitchFamily="2" charset="-122"/>
                      </a:endParaRPr>
                    </a:p>
                  </a:txBody>
                  <a:tcPr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
                          <a:schemeClr val="folHlink"/>
                        </a:buClr>
                        <a:buSzPct val="60000"/>
                        <a:buFont typeface="Wingdings" pitchFamily="2" charset="2"/>
                        <a:buNone/>
                        <a:tabLst/>
                      </a:pPr>
                      <a:endParaRPr kumimoji="0" lang="zh-CN" altLang="zh-CN" sz="2800" b="1" i="0" u="none" strike="noStrike" cap="none" normalizeH="0" baseline="0">
                        <a:ln>
                          <a:noFill/>
                        </a:ln>
                        <a:solidFill>
                          <a:schemeClr val="tx1"/>
                        </a:solidFill>
                        <a:effectLst/>
                        <a:latin typeface="Tahoma" pitchFamily="34" charset="0"/>
                        <a:ea typeface="黑体" pitchFamily="2" charset="-122"/>
                        <a:sym typeface="Symbol" pitchFamily="18" charset="2"/>
                      </a:endParaRPr>
                    </a:p>
                  </a:txBody>
                  <a:tcPr horzOverflow="overflow">
                    <a:lnL w="12700" cap="flat" cmpd="sng" algn="ctr">
                      <a:solidFill>
                        <a:schemeClr val="tx1"/>
                      </a:solidFill>
                      <a:prstDash val="solid"/>
                      <a:round/>
                      <a:headEnd type="none" w="sm" len="sm"/>
                      <a:tailEnd type="none" w="sm" len="sm"/>
                    </a:lnL>
                    <a:lnR w="28575" cap="flat" cmpd="sng" algn="ctr">
                      <a:solidFill>
                        <a:schemeClr val="tx1"/>
                      </a:solidFill>
                      <a:prstDash val="solid"/>
                      <a:round/>
                      <a:headEnd type="none" w="sm" len="sm"/>
                      <a:tailEnd type="none" w="sm" len="sm"/>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6"/>
                  </a:ext>
                </a:extLst>
              </a:tr>
              <a:tr h="518160">
                <a:tc>
                  <a:txBody>
                    <a:bodyPr/>
                    <a:lstStyle/>
                    <a:p>
                      <a:pPr marL="0" marR="0" lvl="0" indent="0" algn="l" defTabSz="914400" rtl="0" eaLnBrk="1" fontAlgn="base" latinLnBrk="0" hangingPunct="1">
                        <a:lnSpc>
                          <a:spcPct val="100000"/>
                        </a:lnSpc>
                        <a:spcBef>
                          <a:spcPct val="20000"/>
                        </a:spcBef>
                        <a:spcAft>
                          <a:spcPct val="0"/>
                        </a:spcAft>
                        <a:buClr>
                          <a:schemeClr val="folHlink"/>
                        </a:buClr>
                        <a:buSzPct val="60000"/>
                        <a:buFont typeface="Wingdings" pitchFamily="2" charset="2"/>
                        <a:buNone/>
                        <a:tabLst/>
                      </a:pPr>
                      <a:endParaRPr kumimoji="0" lang="zh-CN" altLang="zh-CN" sz="2800" b="1" i="0" u="none" strike="noStrike" cap="none" normalizeH="0" baseline="0">
                        <a:ln>
                          <a:noFill/>
                        </a:ln>
                        <a:solidFill>
                          <a:schemeClr val="tx1"/>
                        </a:solidFill>
                        <a:effectLst/>
                        <a:latin typeface="Tahoma" pitchFamily="34" charset="0"/>
                        <a:ea typeface="黑体" pitchFamily="2" charset="-122"/>
                      </a:endParaRPr>
                    </a:p>
                  </a:txBody>
                  <a:tcPr horzOverflow="overflow">
                    <a:lnL w="28575"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
                          <a:schemeClr val="folHlink"/>
                        </a:buClr>
                        <a:buSzPct val="60000"/>
                        <a:buFont typeface="Wingdings" pitchFamily="2" charset="2"/>
                        <a:buNone/>
                        <a:tabLst/>
                      </a:pPr>
                      <a:endParaRPr kumimoji="0" lang="zh-CN" altLang="zh-CN" sz="2800" b="1" i="0" u="none" strike="noStrike" cap="none" normalizeH="0" baseline="0">
                        <a:ln>
                          <a:noFill/>
                        </a:ln>
                        <a:solidFill>
                          <a:schemeClr val="tx1"/>
                        </a:solidFill>
                        <a:effectLst/>
                        <a:latin typeface="Tahoma" pitchFamily="34" charset="0"/>
                        <a:ea typeface="黑体" pitchFamily="2" charset="-122"/>
                      </a:endParaRPr>
                    </a:p>
                  </a:txBody>
                  <a:tcPr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
                          <a:schemeClr val="folHlink"/>
                        </a:buClr>
                        <a:buSzPct val="60000"/>
                        <a:buFont typeface="Wingdings" pitchFamily="2" charset="2"/>
                        <a:buNone/>
                        <a:tabLst/>
                      </a:pPr>
                      <a:endParaRPr kumimoji="0" lang="zh-CN" altLang="zh-CN" sz="2800" b="1" i="0" u="none" strike="noStrike" cap="none" normalizeH="0" baseline="0">
                        <a:ln>
                          <a:noFill/>
                        </a:ln>
                        <a:solidFill>
                          <a:schemeClr val="tx1"/>
                        </a:solidFill>
                        <a:effectLst/>
                        <a:latin typeface="Tahoma" pitchFamily="34" charset="0"/>
                        <a:ea typeface="黑体" pitchFamily="2" charset="-122"/>
                        <a:sym typeface="Symbol" pitchFamily="18" charset="2"/>
                      </a:endParaRPr>
                    </a:p>
                  </a:txBody>
                  <a:tcPr horzOverflow="overflow">
                    <a:lnL w="12700" cap="flat" cmpd="sng" algn="ctr">
                      <a:solidFill>
                        <a:schemeClr val="tx1"/>
                      </a:solidFill>
                      <a:prstDash val="solid"/>
                      <a:round/>
                      <a:headEnd type="none" w="sm" len="sm"/>
                      <a:tailEnd type="none" w="sm" len="sm"/>
                    </a:lnL>
                    <a:lnR w="28575" cap="flat" cmpd="sng" algn="ctr">
                      <a:solidFill>
                        <a:schemeClr val="tx1"/>
                      </a:solidFill>
                      <a:prstDash val="solid"/>
                      <a:round/>
                      <a:headEnd type="none" w="sm" len="sm"/>
                      <a:tailEnd type="none" w="sm" len="sm"/>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7"/>
                  </a:ext>
                </a:extLst>
              </a:tr>
              <a:tr h="519113">
                <a:tc>
                  <a:txBody>
                    <a:bodyPr/>
                    <a:lstStyle/>
                    <a:p>
                      <a:pPr marL="0" marR="0" lvl="0" indent="0" algn="l" defTabSz="914400" rtl="0" eaLnBrk="1" fontAlgn="base" latinLnBrk="0" hangingPunct="1">
                        <a:lnSpc>
                          <a:spcPct val="100000"/>
                        </a:lnSpc>
                        <a:spcBef>
                          <a:spcPct val="20000"/>
                        </a:spcBef>
                        <a:spcAft>
                          <a:spcPct val="0"/>
                        </a:spcAft>
                        <a:buClr>
                          <a:schemeClr val="folHlink"/>
                        </a:buClr>
                        <a:buSzPct val="60000"/>
                        <a:buFont typeface="Wingdings" pitchFamily="2" charset="2"/>
                        <a:buNone/>
                        <a:tabLst/>
                      </a:pPr>
                      <a:endParaRPr kumimoji="0" lang="zh-CN" altLang="zh-CN" sz="2800" b="1" i="0" u="none" strike="noStrike" cap="none" normalizeH="0" baseline="0">
                        <a:ln>
                          <a:noFill/>
                        </a:ln>
                        <a:solidFill>
                          <a:schemeClr val="tx1"/>
                        </a:solidFill>
                        <a:effectLst/>
                        <a:latin typeface="Tahoma" pitchFamily="34" charset="0"/>
                        <a:ea typeface="黑体" pitchFamily="2" charset="-122"/>
                        <a:sym typeface="Symbol" pitchFamily="18" charset="2"/>
                      </a:endParaRPr>
                    </a:p>
                  </a:txBody>
                  <a:tcPr horzOverflow="overflow">
                    <a:lnL w="28575"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sm" len="sm"/>
                      <a:tailEnd type="none" w="sm" len="sm"/>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
                          <a:schemeClr val="folHlink"/>
                        </a:buClr>
                        <a:buSzPct val="60000"/>
                        <a:buFont typeface="Wingdings" pitchFamily="2" charset="2"/>
                        <a:buNone/>
                        <a:tabLst/>
                      </a:pPr>
                      <a:endParaRPr kumimoji="0" lang="zh-CN" altLang="zh-CN" sz="2800" b="1" i="0" u="none" strike="noStrike" cap="none" normalizeH="0" baseline="0">
                        <a:ln>
                          <a:noFill/>
                        </a:ln>
                        <a:solidFill>
                          <a:schemeClr val="tx1"/>
                        </a:solidFill>
                        <a:effectLst/>
                        <a:latin typeface="Tahoma" pitchFamily="34" charset="0"/>
                        <a:ea typeface="黑体" pitchFamily="2" charset="-122"/>
                      </a:endParaRPr>
                    </a:p>
                  </a:txBody>
                  <a:tcPr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sm" len="sm"/>
                      <a:tailEnd type="none" w="sm" len="sm"/>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
                          <a:schemeClr val="folHlink"/>
                        </a:buClr>
                        <a:buSzPct val="60000"/>
                        <a:buFont typeface="Wingdings" pitchFamily="2" charset="2"/>
                        <a:buNone/>
                        <a:tabLst/>
                      </a:pPr>
                      <a:endParaRPr kumimoji="0" lang="zh-CN" altLang="zh-CN" sz="2800" b="1" i="0" u="none" strike="noStrike" cap="none" normalizeH="0" baseline="0" dirty="0">
                        <a:ln>
                          <a:noFill/>
                        </a:ln>
                        <a:solidFill>
                          <a:schemeClr val="tx1"/>
                        </a:solidFill>
                        <a:effectLst/>
                        <a:latin typeface="Tahoma" pitchFamily="34" charset="0"/>
                        <a:ea typeface="黑体" pitchFamily="2" charset="-122"/>
                      </a:endParaRPr>
                    </a:p>
                  </a:txBody>
                  <a:tcPr horzOverflow="overflow">
                    <a:lnL w="12700" cap="flat" cmpd="sng" algn="ctr">
                      <a:solidFill>
                        <a:schemeClr val="tx1"/>
                      </a:solidFill>
                      <a:prstDash val="solid"/>
                      <a:round/>
                      <a:headEnd type="none" w="sm" len="sm"/>
                      <a:tailEnd type="none" w="sm" len="sm"/>
                    </a:lnL>
                    <a:lnR w="28575" cap="flat" cmpd="sng" algn="ctr">
                      <a:solidFill>
                        <a:schemeClr val="tx1"/>
                      </a:solidFill>
                      <a:prstDash val="solid"/>
                      <a:round/>
                      <a:headEnd type="none" w="sm" len="sm"/>
                      <a:tailEnd type="none" w="sm" len="sm"/>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sm" len="sm"/>
                      <a:tailEnd type="none" w="sm" len="sm"/>
                    </a:lnB>
                    <a:lnTlToBr>
                      <a:noFill/>
                    </a:lnTlToBr>
                    <a:lnBlToTr>
                      <a:noFill/>
                    </a:lnBlToTr>
                    <a:noFill/>
                  </a:tcPr>
                </a:tc>
                <a:extLst>
                  <a:ext uri="{0D108BD9-81ED-4DB2-BD59-A6C34878D82A}">
                    <a16:rowId xmlns:a16="http://schemas.microsoft.com/office/drawing/2014/main" val="10008"/>
                  </a:ext>
                </a:extLst>
              </a:tr>
            </a:tbl>
          </a:graphicData>
        </a:graphic>
      </p:graphicFrame>
      <p:sp>
        <p:nvSpPr>
          <p:cNvPr id="2" name="日期占位符 1">
            <a:extLst>
              <a:ext uri="{FF2B5EF4-FFF2-40B4-BE49-F238E27FC236}">
                <a16:creationId xmlns:a16="http://schemas.microsoft.com/office/drawing/2014/main" id="{31DADEA3-0003-8FCD-4A90-F5A337712332}"/>
              </a:ext>
            </a:extLst>
          </p:cNvPr>
          <p:cNvSpPr>
            <a:spLocks noGrp="1"/>
          </p:cNvSpPr>
          <p:nvPr>
            <p:ph type="dt" sz="half" idx="10"/>
          </p:nvPr>
        </p:nvSpPr>
        <p:spPr/>
        <p:txBody>
          <a:bodyPr/>
          <a:lstStyle/>
          <a:p>
            <a:fld id="{54A37BC1-D2CD-4B70-861E-D6457407EB8E}" type="datetime2">
              <a:rPr lang="zh-CN" altLang="en-US" smtClean="0"/>
              <a:pPr/>
              <a:t>2025年11月26日</a:t>
            </a:fld>
            <a:endParaRPr lang="zh-CN" altLang="en-US"/>
          </a:p>
        </p:txBody>
      </p:sp>
      <p:sp>
        <p:nvSpPr>
          <p:cNvPr id="3" name="页脚占位符 2">
            <a:extLst>
              <a:ext uri="{FF2B5EF4-FFF2-40B4-BE49-F238E27FC236}">
                <a16:creationId xmlns:a16="http://schemas.microsoft.com/office/drawing/2014/main" id="{19AB72FC-4649-F7E3-B16B-8ABDBBE2878D}"/>
              </a:ext>
            </a:extLst>
          </p:cNvPr>
          <p:cNvSpPr>
            <a:spLocks noGrp="1"/>
          </p:cNvSpPr>
          <p:nvPr>
            <p:ph type="ftr" sz="quarter" idx="11"/>
          </p:nvPr>
        </p:nvSpPr>
        <p:spPr/>
        <p:txBody>
          <a:bodyPr/>
          <a:lstStyle/>
          <a:p>
            <a:r>
              <a:rPr lang="zh-CN" altLang="en-US"/>
              <a:t>编译原理</a:t>
            </a:r>
            <a:r>
              <a:rPr lang="en-US" altLang="zh-CN"/>
              <a:t>-</a:t>
            </a:r>
            <a:r>
              <a:rPr lang="zh-CN" altLang="en-US"/>
              <a:t>王欣捷</a:t>
            </a:r>
            <a:r>
              <a:rPr lang="en-US" altLang="zh-CN"/>
              <a:t>-</a:t>
            </a:r>
            <a:r>
              <a:rPr lang="zh-CN" altLang="en-US"/>
              <a:t>第三章 语法分析</a:t>
            </a:r>
            <a:r>
              <a:rPr lang="en-US" altLang="zh-CN"/>
              <a:t>(4)</a:t>
            </a:r>
            <a:endParaRPr lang="zh-CN" altLang="en-US"/>
          </a:p>
        </p:txBody>
      </p:sp>
      <p:sp>
        <p:nvSpPr>
          <p:cNvPr id="4" name="灯片编号占位符 3">
            <a:extLst>
              <a:ext uri="{FF2B5EF4-FFF2-40B4-BE49-F238E27FC236}">
                <a16:creationId xmlns:a16="http://schemas.microsoft.com/office/drawing/2014/main" id="{6B7C878F-F466-6424-DB98-B281182BC2B3}"/>
              </a:ext>
            </a:extLst>
          </p:cNvPr>
          <p:cNvSpPr>
            <a:spLocks noGrp="1"/>
          </p:cNvSpPr>
          <p:nvPr>
            <p:ph type="sldNum" sz="quarter" idx="12"/>
          </p:nvPr>
        </p:nvSpPr>
        <p:spPr/>
        <p:txBody>
          <a:bodyPr/>
          <a:lstStyle/>
          <a:p>
            <a:fld id="{094DEB03-EFC6-4C20-8FC8-295189A5386F}" type="slidenum">
              <a:rPr lang="zh-CN" altLang="en-US" smtClean="0"/>
              <a:pPr/>
              <a:t>21</a:t>
            </a:fld>
            <a:endParaRPr lang="zh-CN" altLang="en-US"/>
          </a:p>
        </p:txBody>
      </p:sp>
      <p:graphicFrame>
        <p:nvGraphicFramePr>
          <p:cNvPr id="6" name="Group 3">
            <a:extLst>
              <a:ext uri="{FF2B5EF4-FFF2-40B4-BE49-F238E27FC236}">
                <a16:creationId xmlns:a16="http://schemas.microsoft.com/office/drawing/2014/main" id="{3F8547FB-1454-CE9A-BD93-0FE2B82194CC}"/>
              </a:ext>
            </a:extLst>
          </p:cNvPr>
          <p:cNvGraphicFramePr>
            <a:graphicFrameLocks/>
          </p:cNvGraphicFramePr>
          <p:nvPr>
            <p:extLst>
              <p:ext uri="{D42A27DB-BD31-4B8C-83A1-F6EECF244321}">
                <p14:modId xmlns:p14="http://schemas.microsoft.com/office/powerpoint/2010/main" val="326059236"/>
              </p:ext>
            </p:extLst>
          </p:nvPr>
        </p:nvGraphicFramePr>
        <p:xfrm>
          <a:off x="1681224" y="4049485"/>
          <a:ext cx="6162551" cy="2535464"/>
        </p:xfrm>
        <a:graphic>
          <a:graphicData uri="http://schemas.openxmlformats.org/drawingml/2006/table">
            <a:tbl>
              <a:tblPr>
                <a:effectLst>
                  <a:outerShdw blurRad="63500" sx="102000" sy="102000" algn="ctr" rotWithShape="0">
                    <a:prstClr val="black">
                      <a:alpha val="40000"/>
                    </a:prstClr>
                  </a:outerShdw>
                </a:effectLst>
              </a:tblPr>
              <a:tblGrid>
                <a:gridCol w="753362">
                  <a:extLst>
                    <a:ext uri="{9D8B030D-6E8A-4147-A177-3AD203B41FA5}">
                      <a16:colId xmlns:a16="http://schemas.microsoft.com/office/drawing/2014/main" val="20000"/>
                    </a:ext>
                  </a:extLst>
                </a:gridCol>
                <a:gridCol w="914796">
                  <a:extLst>
                    <a:ext uri="{9D8B030D-6E8A-4147-A177-3AD203B41FA5}">
                      <a16:colId xmlns:a16="http://schemas.microsoft.com/office/drawing/2014/main" val="20001"/>
                    </a:ext>
                  </a:extLst>
                </a:gridCol>
                <a:gridCol w="974215">
                  <a:extLst>
                    <a:ext uri="{9D8B030D-6E8A-4147-A177-3AD203B41FA5}">
                      <a16:colId xmlns:a16="http://schemas.microsoft.com/office/drawing/2014/main" val="20002"/>
                    </a:ext>
                  </a:extLst>
                </a:gridCol>
                <a:gridCol w="1010203">
                  <a:extLst>
                    <a:ext uri="{9D8B030D-6E8A-4147-A177-3AD203B41FA5}">
                      <a16:colId xmlns:a16="http://schemas.microsoft.com/office/drawing/2014/main" val="20003"/>
                    </a:ext>
                  </a:extLst>
                </a:gridCol>
                <a:gridCol w="867599">
                  <a:extLst>
                    <a:ext uri="{9D8B030D-6E8A-4147-A177-3AD203B41FA5}">
                      <a16:colId xmlns:a16="http://schemas.microsoft.com/office/drawing/2014/main" val="20004"/>
                    </a:ext>
                  </a:extLst>
                </a:gridCol>
                <a:gridCol w="860986">
                  <a:extLst>
                    <a:ext uri="{9D8B030D-6E8A-4147-A177-3AD203B41FA5}">
                      <a16:colId xmlns:a16="http://schemas.microsoft.com/office/drawing/2014/main" val="20005"/>
                    </a:ext>
                  </a:extLst>
                </a:gridCol>
                <a:gridCol w="781390">
                  <a:extLst>
                    <a:ext uri="{9D8B030D-6E8A-4147-A177-3AD203B41FA5}">
                      <a16:colId xmlns:a16="http://schemas.microsoft.com/office/drawing/2014/main" val="20006"/>
                    </a:ext>
                  </a:extLst>
                </a:gridCol>
              </a:tblGrid>
              <a:tr h="361994">
                <a:tc rowSpan="2">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r>
                        <a:rPr kumimoji="0" lang="zh-CN" altLang="en-US" sz="1500" b="0" i="0" u="none" strike="noStrike" cap="none" normalizeH="0" baseline="0">
                          <a:ln>
                            <a:noFill/>
                          </a:ln>
                          <a:solidFill>
                            <a:schemeClr val="tx1"/>
                          </a:solidFill>
                          <a:effectLst/>
                          <a:latin typeface="Times New Roman" panose="02020603050405020304" pitchFamily="18" charset="0"/>
                          <a:ea typeface="黑体" panose="02010609060101010101" pitchFamily="49" charset="-122"/>
                        </a:rPr>
                        <a:t>非 终</a:t>
                      </a:r>
                      <a:endParaRPr kumimoji="0" lang="en-US" altLang="zh-CN" sz="1500" b="0" i="0" u="none" strike="noStrike" cap="none" normalizeH="0" baseline="0">
                        <a:ln>
                          <a:noFill/>
                        </a:ln>
                        <a:solidFill>
                          <a:schemeClr val="tx1"/>
                        </a:solidFill>
                        <a:effectLst/>
                        <a:latin typeface="Times New Roman" panose="02020603050405020304" pitchFamily="18" charset="0"/>
                        <a:ea typeface="黑体" panose="02010609060101010101" pitchFamily="49" charset="-122"/>
                      </a:endParaRPr>
                    </a:p>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r>
                        <a:rPr kumimoji="0" lang="zh-CN" altLang="en-US" sz="1500" b="0" i="0" u="none" strike="noStrike" cap="none" normalizeH="0" baseline="0">
                          <a:ln>
                            <a:noFill/>
                          </a:ln>
                          <a:solidFill>
                            <a:schemeClr val="tx1"/>
                          </a:solidFill>
                          <a:effectLst/>
                          <a:latin typeface="Times New Roman" panose="02020603050405020304" pitchFamily="18" charset="0"/>
                          <a:ea typeface="黑体" panose="02010609060101010101" pitchFamily="49" charset="-122"/>
                        </a:rPr>
                        <a:t>结 符</a:t>
                      </a:r>
                    </a:p>
                  </a:txBody>
                  <a:tcPr marL="139781" marR="139781" marT="69890" marB="69890" anchor="ct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accent4">
                        <a:lumMod val="20000"/>
                        <a:lumOff val="80000"/>
                      </a:schemeClr>
                    </a:solidFill>
                  </a:tcPr>
                </a:tc>
                <a:tc gridSpan="6">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r>
                        <a:rPr kumimoji="0" lang="zh-CN" altLang="en-US" sz="1500" b="0" i="0" u="none" strike="noStrike" cap="none" normalizeH="0" baseline="0">
                          <a:ln>
                            <a:noFill/>
                          </a:ln>
                          <a:solidFill>
                            <a:schemeClr val="tx1"/>
                          </a:solidFill>
                          <a:effectLst/>
                          <a:latin typeface="Times New Roman" panose="02020603050405020304" pitchFamily="18" charset="0"/>
                          <a:ea typeface="黑体" panose="02010609060101010101" pitchFamily="49" charset="-122"/>
                        </a:rPr>
                        <a:t>输 入 符 号</a:t>
                      </a:r>
                    </a:p>
                  </a:txBody>
                  <a:tcPr marL="139781" marR="139781" marT="69890" marB="69890" anchor="ct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accent4">
                        <a:lumMod val="20000"/>
                        <a:lumOff val="80000"/>
                      </a:schemeClr>
                    </a:solidFill>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extLst>
                  <a:ext uri="{0D108BD9-81ED-4DB2-BD59-A6C34878D82A}">
                    <a16:rowId xmlns:a16="http://schemas.microsoft.com/office/drawing/2014/main" val="10000"/>
                  </a:ext>
                </a:extLst>
              </a:tr>
              <a:tr h="360042">
                <a:tc vMerge="1">
                  <a:txBody>
                    <a:bodyPr/>
                    <a:lstStyle/>
                    <a:p>
                      <a:endParaRPr lang="zh-CN" altLang="en-US"/>
                    </a:p>
                  </a:txBody>
                  <a:tcPr/>
                </a:tc>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r>
                        <a:rPr kumimoji="0" lang="en-US" altLang="zh-CN" sz="1500" b="1" i="0" u="none" strike="noStrike" cap="none" normalizeH="0" baseline="0">
                          <a:ln>
                            <a:noFill/>
                          </a:ln>
                          <a:solidFill>
                            <a:schemeClr val="tx1"/>
                          </a:solidFill>
                          <a:effectLst/>
                          <a:latin typeface="Times New Roman" panose="02020603050405020304" pitchFamily="18" charset="0"/>
                          <a:ea typeface="黑体" panose="02010609060101010101" pitchFamily="49" charset="-122"/>
                        </a:rPr>
                        <a:t>id</a:t>
                      </a:r>
                    </a:p>
                  </a:txBody>
                  <a:tcPr marL="46132" marR="46132" marT="24604" marB="24604"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accent4">
                        <a:lumMod val="20000"/>
                        <a:lumOff val="80000"/>
                      </a:schemeClr>
                    </a:solidFill>
                  </a:tcPr>
                </a:tc>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r>
                        <a:rPr kumimoji="0" lang="en-US" altLang="zh-CN" sz="1500" b="1" i="0" u="none" strike="noStrike" cap="none" normalizeH="0" baseline="0">
                          <a:ln>
                            <a:noFill/>
                          </a:ln>
                          <a:solidFill>
                            <a:schemeClr val="tx1"/>
                          </a:solidFill>
                          <a:effectLst/>
                          <a:latin typeface="Times New Roman" panose="02020603050405020304" pitchFamily="18" charset="0"/>
                          <a:ea typeface="黑体" panose="02010609060101010101" pitchFamily="49" charset="-122"/>
                        </a:rPr>
                        <a:t>+</a:t>
                      </a:r>
                    </a:p>
                  </a:txBody>
                  <a:tcPr marL="46132" marR="46132" marT="24604" marB="24604"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accent4">
                        <a:lumMod val="20000"/>
                        <a:lumOff val="80000"/>
                      </a:schemeClr>
                    </a:solidFill>
                  </a:tcPr>
                </a:tc>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r>
                        <a:rPr kumimoji="0" lang="en-US" altLang="zh-CN" sz="1500" b="1" i="0" u="none" strike="noStrike" cap="none" normalizeH="0" baseline="0">
                          <a:ln>
                            <a:noFill/>
                          </a:ln>
                          <a:solidFill>
                            <a:schemeClr val="tx1"/>
                          </a:solidFill>
                          <a:effectLst/>
                          <a:latin typeface="Times New Roman" panose="02020603050405020304" pitchFamily="18" charset="0"/>
                          <a:ea typeface="黑体" panose="02010609060101010101" pitchFamily="49" charset="-122"/>
                        </a:rPr>
                        <a:t>*</a:t>
                      </a:r>
                    </a:p>
                  </a:txBody>
                  <a:tcPr marL="46132" marR="46132" marT="24604" marB="24604"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accent4">
                        <a:lumMod val="20000"/>
                        <a:lumOff val="80000"/>
                      </a:schemeClr>
                    </a:solidFill>
                  </a:tcPr>
                </a:tc>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r>
                        <a:rPr kumimoji="0" lang="en-US" altLang="zh-CN" sz="1500" b="1" i="0" u="none" strike="noStrike" cap="none" normalizeH="0" baseline="0">
                          <a:ln>
                            <a:noFill/>
                          </a:ln>
                          <a:solidFill>
                            <a:schemeClr val="tx1"/>
                          </a:solidFill>
                          <a:effectLst/>
                          <a:latin typeface="Times New Roman" panose="02020603050405020304" pitchFamily="18" charset="0"/>
                          <a:ea typeface="黑体" panose="02010609060101010101" pitchFamily="49" charset="-122"/>
                        </a:rPr>
                        <a:t>(</a:t>
                      </a:r>
                    </a:p>
                  </a:txBody>
                  <a:tcPr marL="46132" marR="46132" marT="24604" marB="24604"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accent4">
                        <a:lumMod val="20000"/>
                        <a:lumOff val="80000"/>
                      </a:schemeClr>
                    </a:solidFill>
                  </a:tcPr>
                </a:tc>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r>
                        <a:rPr kumimoji="0" lang="en-US" altLang="zh-CN" sz="1500" b="1" i="0" u="none" strike="noStrike" cap="none" normalizeH="0" baseline="0">
                          <a:ln>
                            <a:noFill/>
                          </a:ln>
                          <a:solidFill>
                            <a:schemeClr val="tx1"/>
                          </a:solidFill>
                          <a:effectLst/>
                          <a:latin typeface="Times New Roman" panose="02020603050405020304" pitchFamily="18" charset="0"/>
                          <a:ea typeface="黑体" panose="02010609060101010101" pitchFamily="49" charset="-122"/>
                        </a:rPr>
                        <a:t>)</a:t>
                      </a:r>
                    </a:p>
                  </a:txBody>
                  <a:tcPr marL="46132" marR="46132" marT="24604" marB="24604"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accent4">
                        <a:lumMod val="20000"/>
                        <a:lumOff val="80000"/>
                      </a:schemeClr>
                    </a:solidFill>
                  </a:tcPr>
                </a:tc>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r>
                        <a:rPr kumimoji="0" lang="en-US" altLang="zh-CN" sz="1500" b="1" i="0" u="none" strike="noStrike" cap="none" normalizeH="0" baseline="0">
                          <a:ln>
                            <a:noFill/>
                          </a:ln>
                          <a:solidFill>
                            <a:schemeClr val="tx1"/>
                          </a:solidFill>
                          <a:effectLst/>
                          <a:latin typeface="Times New Roman" panose="02020603050405020304" pitchFamily="18" charset="0"/>
                          <a:ea typeface="黑体" panose="02010609060101010101" pitchFamily="49" charset="-122"/>
                        </a:rPr>
                        <a:t>$</a:t>
                      </a:r>
                    </a:p>
                  </a:txBody>
                  <a:tcPr marL="46132" marR="46132" marT="24604" marB="24604" anchor="ct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accent4">
                        <a:lumMod val="20000"/>
                        <a:lumOff val="80000"/>
                      </a:schemeClr>
                    </a:solidFill>
                  </a:tcPr>
                </a:tc>
                <a:extLst>
                  <a:ext uri="{0D108BD9-81ED-4DB2-BD59-A6C34878D82A}">
                    <a16:rowId xmlns:a16="http://schemas.microsoft.com/office/drawing/2014/main" val="10001"/>
                  </a:ext>
                </a:extLst>
              </a:tr>
              <a:tr h="361994">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r>
                        <a:rPr kumimoji="0" lang="en-US" altLang="zh-CN" sz="1500" b="1" i="1" u="none" strike="noStrike" cap="none" normalizeH="0" baseline="0">
                          <a:ln>
                            <a:noFill/>
                          </a:ln>
                          <a:solidFill>
                            <a:schemeClr val="tx1"/>
                          </a:solidFill>
                          <a:effectLst/>
                          <a:latin typeface="Times New Roman" panose="02020603050405020304" pitchFamily="18" charset="0"/>
                          <a:ea typeface="黑体" panose="02010609060101010101" pitchFamily="49" charset="-122"/>
                        </a:rPr>
                        <a:t>E</a:t>
                      </a:r>
                    </a:p>
                  </a:txBody>
                  <a:tcPr marL="46132" marR="46132" marT="24604" marB="24604" anchor="ct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accent4">
                        <a:lumMod val="20000"/>
                        <a:lumOff val="80000"/>
                      </a:schemeClr>
                    </a:solidFill>
                  </a:tcPr>
                </a:tc>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r>
                        <a:rPr kumimoji="0" lang="en-US" altLang="zh-CN" sz="1500" b="1" i="1" u="none" strike="noStrike" cap="none" normalizeH="0" baseline="0">
                          <a:ln>
                            <a:noFill/>
                          </a:ln>
                          <a:solidFill>
                            <a:schemeClr val="tx1"/>
                          </a:solidFill>
                          <a:effectLst/>
                          <a:latin typeface="Times New Roman" panose="02020603050405020304" pitchFamily="18" charset="0"/>
                          <a:ea typeface="黑体" panose="02010609060101010101" pitchFamily="49" charset="-122"/>
                        </a:rPr>
                        <a:t>E</a:t>
                      </a:r>
                      <a:r>
                        <a:rPr kumimoji="0" lang="en-US" altLang="zh-CN" sz="1500" b="1" i="0" u="none" strike="noStrike" cap="none" normalizeH="0" baseline="0">
                          <a:ln>
                            <a:noFill/>
                          </a:ln>
                          <a:solidFill>
                            <a:schemeClr val="tx1"/>
                          </a:solidFill>
                          <a:effectLst/>
                          <a:latin typeface="Times New Roman" panose="02020603050405020304" pitchFamily="18" charset="0"/>
                          <a:ea typeface="黑体" panose="02010609060101010101" pitchFamily="49" charset="-122"/>
                          <a:sym typeface="Symbol" panose="05050102010706020507" pitchFamily="18" charset="2"/>
                        </a:rPr>
                        <a:t></a:t>
                      </a:r>
                      <a:r>
                        <a:rPr kumimoji="0" lang="en-US" altLang="zh-CN" sz="1500" b="1" i="1" u="none" strike="noStrike" cap="none" normalizeH="0" baseline="0">
                          <a:ln>
                            <a:noFill/>
                          </a:ln>
                          <a:solidFill>
                            <a:schemeClr val="tx1"/>
                          </a:solidFill>
                          <a:effectLst/>
                          <a:latin typeface="Times New Roman" panose="02020603050405020304" pitchFamily="18" charset="0"/>
                          <a:ea typeface="黑体" panose="02010609060101010101" pitchFamily="49" charset="-122"/>
                          <a:sym typeface="Symbol" panose="05050102010706020507" pitchFamily="18" charset="2"/>
                        </a:rPr>
                        <a:t>TE</a:t>
                      </a:r>
                      <a:r>
                        <a:rPr kumimoji="0" lang="en-US" altLang="zh-CN" sz="1500" b="1" i="0" u="none" strike="noStrike" cap="none" normalizeH="0" baseline="0">
                          <a:ln>
                            <a:noFill/>
                          </a:ln>
                          <a:solidFill>
                            <a:schemeClr val="tx1"/>
                          </a:solidFill>
                          <a:effectLst/>
                          <a:latin typeface="Times New Roman" panose="02020603050405020304" pitchFamily="18" charset="0"/>
                          <a:ea typeface="黑体" panose="02010609060101010101" pitchFamily="49" charset="-122"/>
                          <a:sym typeface="Symbol" panose="05050102010706020507" pitchFamily="18" charset="2"/>
                        </a:rPr>
                        <a:t></a:t>
                      </a:r>
                    </a:p>
                  </a:txBody>
                  <a:tcPr marL="46132" marR="46132" marT="24604" marB="24604"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accent4">
                        <a:lumMod val="20000"/>
                        <a:lumOff val="80000"/>
                      </a:schemeClr>
                    </a:solidFill>
                  </a:tcPr>
                </a:tc>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endParaRPr kumimoji="0" lang="zh-CN" altLang="zh-CN" sz="1500" b="0" i="0" u="none" strike="noStrike" cap="none" normalizeH="0" baseline="0">
                        <a:ln>
                          <a:noFill/>
                        </a:ln>
                        <a:solidFill>
                          <a:schemeClr val="tx1"/>
                        </a:solidFill>
                        <a:effectLst/>
                        <a:latin typeface="Times New Roman" panose="02020603050405020304" pitchFamily="18" charset="0"/>
                        <a:ea typeface="黑体" panose="02010609060101010101" pitchFamily="49" charset="-122"/>
                      </a:endParaRPr>
                    </a:p>
                  </a:txBody>
                  <a:tcPr marL="46132" marR="46132" marT="24604" marB="24604"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accent4">
                        <a:lumMod val="20000"/>
                        <a:lumOff val="80000"/>
                      </a:schemeClr>
                    </a:solidFill>
                  </a:tcPr>
                </a:tc>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endParaRPr kumimoji="0" lang="zh-CN" altLang="zh-CN" sz="1500" b="0" i="0" u="none" strike="noStrike" cap="none" normalizeH="0" baseline="0">
                        <a:ln>
                          <a:noFill/>
                        </a:ln>
                        <a:solidFill>
                          <a:schemeClr val="tx1"/>
                        </a:solidFill>
                        <a:effectLst/>
                        <a:latin typeface="Times New Roman" panose="02020603050405020304" pitchFamily="18" charset="0"/>
                        <a:ea typeface="黑体" panose="02010609060101010101" pitchFamily="49" charset="-122"/>
                      </a:endParaRPr>
                    </a:p>
                  </a:txBody>
                  <a:tcPr marL="46132" marR="46132" marT="24604" marB="24604"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accent4">
                        <a:lumMod val="20000"/>
                        <a:lumOff val="80000"/>
                      </a:schemeClr>
                    </a:solidFill>
                  </a:tcPr>
                </a:tc>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r>
                        <a:rPr kumimoji="0" lang="en-US" altLang="zh-CN" sz="1500" b="1" i="1" u="none" strike="noStrike" cap="none" normalizeH="0" baseline="0">
                          <a:ln>
                            <a:noFill/>
                          </a:ln>
                          <a:solidFill>
                            <a:schemeClr val="tx1"/>
                          </a:solidFill>
                          <a:effectLst/>
                          <a:latin typeface="Times New Roman" panose="02020603050405020304" pitchFamily="18" charset="0"/>
                          <a:ea typeface="黑体" panose="02010609060101010101" pitchFamily="49" charset="-122"/>
                        </a:rPr>
                        <a:t>E</a:t>
                      </a:r>
                      <a:r>
                        <a:rPr kumimoji="0" lang="en-US" altLang="zh-CN" sz="1500" b="1" i="1" u="none" strike="noStrike" cap="none" normalizeH="0" baseline="0">
                          <a:ln>
                            <a:noFill/>
                          </a:ln>
                          <a:solidFill>
                            <a:schemeClr val="tx1"/>
                          </a:solidFill>
                          <a:effectLst/>
                          <a:latin typeface="Times New Roman" panose="02020603050405020304" pitchFamily="18" charset="0"/>
                          <a:ea typeface="黑体" panose="02010609060101010101" pitchFamily="49" charset="-122"/>
                          <a:sym typeface="Symbol" panose="05050102010706020507" pitchFamily="18" charset="2"/>
                        </a:rPr>
                        <a:t>TE</a:t>
                      </a:r>
                      <a:r>
                        <a:rPr kumimoji="0" lang="en-US" altLang="zh-CN" sz="1500" b="1" i="0" u="none" strike="noStrike" cap="none" normalizeH="0" baseline="0">
                          <a:ln>
                            <a:noFill/>
                          </a:ln>
                          <a:solidFill>
                            <a:schemeClr val="tx1"/>
                          </a:solidFill>
                          <a:effectLst/>
                          <a:latin typeface="Times New Roman" panose="02020603050405020304" pitchFamily="18" charset="0"/>
                          <a:ea typeface="黑体" panose="02010609060101010101" pitchFamily="49" charset="-122"/>
                          <a:sym typeface="Symbol" panose="05050102010706020507" pitchFamily="18" charset="2"/>
                        </a:rPr>
                        <a:t></a:t>
                      </a:r>
                    </a:p>
                  </a:txBody>
                  <a:tcPr marL="46132" marR="46132" marT="24604" marB="24604"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accent4">
                        <a:lumMod val="20000"/>
                        <a:lumOff val="80000"/>
                      </a:schemeClr>
                    </a:solidFill>
                  </a:tcPr>
                </a:tc>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endParaRPr kumimoji="0" lang="zh-CN" altLang="zh-CN" sz="1500" b="0" i="0" u="none" strike="noStrike" cap="none" normalizeH="0" baseline="0">
                        <a:ln>
                          <a:noFill/>
                        </a:ln>
                        <a:solidFill>
                          <a:schemeClr val="tx1"/>
                        </a:solidFill>
                        <a:effectLst/>
                        <a:latin typeface="Times New Roman" panose="02020603050405020304" pitchFamily="18" charset="0"/>
                        <a:ea typeface="黑体" panose="02010609060101010101" pitchFamily="49" charset="-122"/>
                      </a:endParaRPr>
                    </a:p>
                  </a:txBody>
                  <a:tcPr marL="46132" marR="46132" marT="24604" marB="24604"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accent4">
                        <a:lumMod val="20000"/>
                        <a:lumOff val="80000"/>
                      </a:schemeClr>
                    </a:solidFill>
                  </a:tcPr>
                </a:tc>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endParaRPr kumimoji="0" lang="zh-CN" altLang="zh-CN" sz="1500" b="0" i="0" u="none" strike="noStrike" cap="none" normalizeH="0" baseline="0">
                        <a:ln>
                          <a:noFill/>
                        </a:ln>
                        <a:solidFill>
                          <a:schemeClr val="tx1"/>
                        </a:solidFill>
                        <a:effectLst/>
                        <a:latin typeface="Times New Roman" panose="02020603050405020304" pitchFamily="18" charset="0"/>
                        <a:ea typeface="黑体" panose="02010609060101010101" pitchFamily="49" charset="-122"/>
                      </a:endParaRPr>
                    </a:p>
                  </a:txBody>
                  <a:tcPr marL="46132" marR="46132" marT="24604" marB="24604" anchor="ct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accent4">
                        <a:lumMod val="20000"/>
                        <a:lumOff val="80000"/>
                      </a:schemeClr>
                    </a:solidFill>
                  </a:tcPr>
                </a:tc>
                <a:extLst>
                  <a:ext uri="{0D108BD9-81ED-4DB2-BD59-A6C34878D82A}">
                    <a16:rowId xmlns:a16="http://schemas.microsoft.com/office/drawing/2014/main" val="10002"/>
                  </a:ext>
                </a:extLst>
              </a:tr>
              <a:tr h="361018">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r>
                        <a:rPr kumimoji="0" lang="en-US" altLang="zh-CN" sz="1500" b="1" i="1" u="none" strike="noStrike" cap="none" normalizeH="0" baseline="0">
                          <a:ln>
                            <a:noFill/>
                          </a:ln>
                          <a:solidFill>
                            <a:schemeClr val="tx1"/>
                          </a:solidFill>
                          <a:effectLst/>
                          <a:latin typeface="Times New Roman" panose="02020603050405020304" pitchFamily="18" charset="0"/>
                          <a:ea typeface="黑体" panose="02010609060101010101" pitchFamily="49" charset="-122"/>
                        </a:rPr>
                        <a:t>E </a:t>
                      </a:r>
                      <a:r>
                        <a:rPr kumimoji="0" lang="en-US" altLang="zh-CN" sz="1500" b="1" i="0" u="none" strike="noStrike" cap="none" normalizeH="0" baseline="0">
                          <a:ln>
                            <a:noFill/>
                          </a:ln>
                          <a:solidFill>
                            <a:schemeClr val="tx1"/>
                          </a:solidFill>
                          <a:effectLst/>
                          <a:latin typeface="Times New Roman" panose="02020603050405020304" pitchFamily="18" charset="0"/>
                          <a:ea typeface="黑体" panose="02010609060101010101" pitchFamily="49" charset="-122"/>
                          <a:sym typeface="Symbol" panose="05050102010706020507" pitchFamily="18" charset="2"/>
                        </a:rPr>
                        <a:t></a:t>
                      </a:r>
                    </a:p>
                  </a:txBody>
                  <a:tcPr marL="46132" marR="46132" marT="24604" marB="24604" anchor="ct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accent4">
                        <a:lumMod val="20000"/>
                        <a:lumOff val="80000"/>
                      </a:schemeClr>
                    </a:solidFill>
                  </a:tcPr>
                </a:tc>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endParaRPr kumimoji="0" lang="zh-CN" altLang="zh-CN" sz="1500" b="0" i="0" u="none" strike="noStrike" cap="none" normalizeH="0" baseline="0">
                        <a:ln>
                          <a:noFill/>
                        </a:ln>
                        <a:solidFill>
                          <a:schemeClr val="tx1"/>
                        </a:solidFill>
                        <a:effectLst/>
                        <a:latin typeface="Times New Roman" panose="02020603050405020304" pitchFamily="18" charset="0"/>
                        <a:ea typeface="黑体" panose="02010609060101010101" pitchFamily="49" charset="-122"/>
                      </a:endParaRPr>
                    </a:p>
                  </a:txBody>
                  <a:tcPr marL="46132" marR="46132" marT="24604" marB="24604"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accent4">
                        <a:lumMod val="20000"/>
                        <a:lumOff val="80000"/>
                      </a:schemeClr>
                    </a:solidFill>
                  </a:tcPr>
                </a:tc>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r>
                        <a:rPr kumimoji="0" lang="en-US" altLang="zh-CN" sz="1500" b="1" i="1" u="none" strike="noStrike" cap="none" normalizeH="0" baseline="0">
                          <a:ln>
                            <a:noFill/>
                          </a:ln>
                          <a:solidFill>
                            <a:schemeClr val="tx1"/>
                          </a:solidFill>
                          <a:effectLst/>
                          <a:latin typeface="Times New Roman" panose="02020603050405020304" pitchFamily="18" charset="0"/>
                          <a:ea typeface="黑体" panose="02010609060101010101" pitchFamily="49" charset="-122"/>
                        </a:rPr>
                        <a:t>E</a:t>
                      </a:r>
                      <a:r>
                        <a:rPr kumimoji="0" lang="en-US" altLang="zh-CN" sz="1500" b="1" i="0" u="none" strike="noStrike" cap="none" normalizeH="0" baseline="0">
                          <a:ln>
                            <a:noFill/>
                          </a:ln>
                          <a:solidFill>
                            <a:schemeClr val="tx1"/>
                          </a:solidFill>
                          <a:effectLst/>
                          <a:latin typeface="Times New Roman" panose="02020603050405020304" pitchFamily="18" charset="0"/>
                          <a:ea typeface="黑体" panose="02010609060101010101" pitchFamily="49" charset="-122"/>
                          <a:sym typeface="Symbol" panose="05050102010706020507" pitchFamily="18" charset="2"/>
                        </a:rPr>
                        <a:t>+</a:t>
                      </a:r>
                      <a:r>
                        <a:rPr kumimoji="0" lang="en-US" altLang="zh-CN" sz="1500" b="1" i="1" u="none" strike="noStrike" cap="none" normalizeH="0" baseline="0">
                          <a:ln>
                            <a:noFill/>
                          </a:ln>
                          <a:solidFill>
                            <a:schemeClr val="tx1"/>
                          </a:solidFill>
                          <a:effectLst/>
                          <a:latin typeface="Times New Roman" panose="02020603050405020304" pitchFamily="18" charset="0"/>
                          <a:ea typeface="黑体" panose="02010609060101010101" pitchFamily="49" charset="-122"/>
                          <a:sym typeface="Symbol" panose="05050102010706020507" pitchFamily="18" charset="2"/>
                        </a:rPr>
                        <a:t>TE</a:t>
                      </a:r>
                      <a:r>
                        <a:rPr kumimoji="0" lang="en-US" altLang="zh-CN" sz="1500" b="1" i="0" u="none" strike="noStrike" cap="none" normalizeH="0" baseline="0">
                          <a:ln>
                            <a:noFill/>
                          </a:ln>
                          <a:solidFill>
                            <a:schemeClr val="tx1"/>
                          </a:solidFill>
                          <a:effectLst/>
                          <a:latin typeface="Times New Roman" panose="02020603050405020304" pitchFamily="18" charset="0"/>
                          <a:ea typeface="黑体" panose="02010609060101010101" pitchFamily="49" charset="-122"/>
                          <a:sym typeface="Symbol" panose="05050102010706020507" pitchFamily="18" charset="2"/>
                        </a:rPr>
                        <a:t></a:t>
                      </a:r>
                    </a:p>
                  </a:txBody>
                  <a:tcPr marL="46132" marR="46132" marT="24604" marB="24604"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accent4">
                        <a:lumMod val="20000"/>
                        <a:lumOff val="80000"/>
                      </a:schemeClr>
                    </a:solidFill>
                  </a:tcPr>
                </a:tc>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endParaRPr kumimoji="0" lang="zh-CN" altLang="zh-CN" sz="1500" b="0" i="0" u="none" strike="noStrike" cap="none" normalizeH="0" baseline="0">
                        <a:ln>
                          <a:noFill/>
                        </a:ln>
                        <a:solidFill>
                          <a:schemeClr val="tx1"/>
                        </a:solidFill>
                        <a:effectLst/>
                        <a:latin typeface="Times New Roman" panose="02020603050405020304" pitchFamily="18" charset="0"/>
                        <a:ea typeface="黑体" panose="02010609060101010101" pitchFamily="49" charset="-122"/>
                      </a:endParaRPr>
                    </a:p>
                  </a:txBody>
                  <a:tcPr marL="46132" marR="46132" marT="24604" marB="24604"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accent4">
                        <a:lumMod val="20000"/>
                        <a:lumOff val="80000"/>
                      </a:schemeClr>
                    </a:solidFill>
                  </a:tcPr>
                </a:tc>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endParaRPr kumimoji="0" lang="zh-CN" altLang="zh-CN" sz="1500" b="0" i="0" u="none" strike="noStrike" cap="none" normalizeH="0" baseline="0">
                        <a:ln>
                          <a:noFill/>
                        </a:ln>
                        <a:solidFill>
                          <a:schemeClr val="tx1"/>
                        </a:solidFill>
                        <a:effectLst/>
                        <a:latin typeface="Times New Roman" panose="02020603050405020304" pitchFamily="18" charset="0"/>
                        <a:ea typeface="黑体" panose="02010609060101010101" pitchFamily="49" charset="-122"/>
                      </a:endParaRPr>
                    </a:p>
                  </a:txBody>
                  <a:tcPr marL="46132" marR="46132" marT="24604" marB="24604"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accent4">
                        <a:lumMod val="20000"/>
                        <a:lumOff val="80000"/>
                      </a:schemeClr>
                    </a:solidFill>
                  </a:tcPr>
                </a:tc>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r>
                        <a:rPr kumimoji="0" lang="en-US" altLang="zh-CN" sz="1500" b="1" i="1" u="none" strike="noStrike" cap="none" normalizeH="0" baseline="0">
                          <a:ln>
                            <a:noFill/>
                          </a:ln>
                          <a:solidFill>
                            <a:schemeClr val="tx1"/>
                          </a:solidFill>
                          <a:effectLst/>
                          <a:latin typeface="Times New Roman" panose="02020603050405020304" pitchFamily="18" charset="0"/>
                          <a:ea typeface="黑体" panose="02010609060101010101" pitchFamily="49" charset="-122"/>
                        </a:rPr>
                        <a:t>E</a:t>
                      </a:r>
                      <a:r>
                        <a:rPr kumimoji="0" lang="en-US" altLang="zh-CN" sz="1700" b="1" i="0" u="none" strike="noStrike" cap="none" normalizeH="0" baseline="0">
                          <a:ln>
                            <a:noFill/>
                          </a:ln>
                          <a:solidFill>
                            <a:schemeClr val="tx1"/>
                          </a:solidFill>
                          <a:effectLst/>
                          <a:latin typeface="Times New Roman" panose="02020603050405020304" pitchFamily="18" charset="0"/>
                          <a:ea typeface="黑体" panose="02010609060101010101" pitchFamily="49" charset="-122"/>
                          <a:sym typeface="Symbol" panose="05050102010706020507" pitchFamily="18" charset="2"/>
                        </a:rPr>
                        <a:t></a:t>
                      </a:r>
                    </a:p>
                  </a:txBody>
                  <a:tcPr marL="46132" marR="46132" marT="24604" marB="24604"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accent4">
                        <a:lumMod val="20000"/>
                        <a:lumOff val="80000"/>
                      </a:schemeClr>
                    </a:solidFill>
                  </a:tcPr>
                </a:tc>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r>
                        <a:rPr kumimoji="0" lang="en-US" altLang="zh-CN" sz="1500" b="1" i="1" u="none" strike="noStrike" cap="none" normalizeH="0" baseline="0">
                          <a:ln>
                            <a:noFill/>
                          </a:ln>
                          <a:solidFill>
                            <a:schemeClr val="tx1"/>
                          </a:solidFill>
                          <a:effectLst/>
                          <a:latin typeface="Times New Roman" panose="02020603050405020304" pitchFamily="18" charset="0"/>
                          <a:ea typeface="黑体" panose="02010609060101010101" pitchFamily="49" charset="-122"/>
                        </a:rPr>
                        <a:t>E</a:t>
                      </a:r>
                      <a:r>
                        <a:rPr kumimoji="0" lang="en-US" altLang="zh-CN" sz="1700" b="1" i="0" u="none" strike="noStrike" cap="none" normalizeH="0" baseline="0">
                          <a:ln>
                            <a:noFill/>
                          </a:ln>
                          <a:solidFill>
                            <a:schemeClr val="tx1"/>
                          </a:solidFill>
                          <a:effectLst/>
                          <a:latin typeface="Times New Roman" panose="02020603050405020304" pitchFamily="18" charset="0"/>
                          <a:ea typeface="黑体" panose="02010609060101010101" pitchFamily="49" charset="-122"/>
                          <a:sym typeface="Symbol" panose="05050102010706020507" pitchFamily="18" charset="2"/>
                        </a:rPr>
                        <a:t></a:t>
                      </a:r>
                    </a:p>
                  </a:txBody>
                  <a:tcPr marL="46132" marR="46132" marT="24604" marB="24604" anchor="ct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accent4">
                        <a:lumMod val="20000"/>
                        <a:lumOff val="80000"/>
                      </a:schemeClr>
                    </a:solidFill>
                  </a:tcPr>
                </a:tc>
                <a:extLst>
                  <a:ext uri="{0D108BD9-81ED-4DB2-BD59-A6C34878D82A}">
                    <a16:rowId xmlns:a16="http://schemas.microsoft.com/office/drawing/2014/main" val="10003"/>
                  </a:ext>
                </a:extLst>
              </a:tr>
              <a:tr h="361994">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r>
                        <a:rPr kumimoji="0" lang="en-US" altLang="zh-CN" sz="1500" b="1" i="1" u="none" strike="noStrike" cap="none" normalizeH="0" baseline="0">
                          <a:ln>
                            <a:noFill/>
                          </a:ln>
                          <a:solidFill>
                            <a:schemeClr val="tx1"/>
                          </a:solidFill>
                          <a:effectLst/>
                          <a:latin typeface="Times New Roman" panose="02020603050405020304" pitchFamily="18" charset="0"/>
                          <a:ea typeface="黑体" panose="02010609060101010101" pitchFamily="49" charset="-122"/>
                        </a:rPr>
                        <a:t>T</a:t>
                      </a:r>
                    </a:p>
                  </a:txBody>
                  <a:tcPr marL="46132" marR="46132" marT="24604" marB="24604" anchor="ct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accent4">
                        <a:lumMod val="20000"/>
                        <a:lumOff val="80000"/>
                      </a:schemeClr>
                    </a:solidFill>
                  </a:tcPr>
                </a:tc>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r>
                        <a:rPr kumimoji="0" lang="en-US" altLang="zh-CN" sz="1500" b="1" i="1" u="none" strike="noStrike" cap="none" normalizeH="0" baseline="0">
                          <a:ln>
                            <a:noFill/>
                          </a:ln>
                          <a:solidFill>
                            <a:schemeClr val="tx1"/>
                          </a:solidFill>
                          <a:effectLst/>
                          <a:latin typeface="Times New Roman" panose="02020603050405020304" pitchFamily="18" charset="0"/>
                          <a:ea typeface="黑体" panose="02010609060101010101" pitchFamily="49" charset="-122"/>
                        </a:rPr>
                        <a:t>T</a:t>
                      </a:r>
                      <a:r>
                        <a:rPr kumimoji="0" lang="en-US" altLang="zh-CN" sz="1500" b="1" i="0" u="none" strike="noStrike" cap="none" normalizeH="0" baseline="0">
                          <a:ln>
                            <a:noFill/>
                          </a:ln>
                          <a:solidFill>
                            <a:schemeClr val="tx1"/>
                          </a:solidFill>
                          <a:effectLst/>
                          <a:latin typeface="Times New Roman" panose="02020603050405020304" pitchFamily="18" charset="0"/>
                          <a:ea typeface="黑体" panose="02010609060101010101" pitchFamily="49" charset="-122"/>
                          <a:sym typeface="Symbol" panose="05050102010706020507" pitchFamily="18" charset="2"/>
                        </a:rPr>
                        <a:t></a:t>
                      </a:r>
                      <a:r>
                        <a:rPr kumimoji="0" lang="en-US" altLang="zh-CN" sz="1500" b="1" i="1" u="none" strike="noStrike" cap="none" normalizeH="0" baseline="0">
                          <a:ln>
                            <a:noFill/>
                          </a:ln>
                          <a:solidFill>
                            <a:schemeClr val="tx1"/>
                          </a:solidFill>
                          <a:effectLst/>
                          <a:latin typeface="Times New Roman" panose="02020603050405020304" pitchFamily="18" charset="0"/>
                          <a:ea typeface="黑体" panose="02010609060101010101" pitchFamily="49" charset="-122"/>
                          <a:sym typeface="Symbol" panose="05050102010706020507" pitchFamily="18" charset="2"/>
                        </a:rPr>
                        <a:t>FT </a:t>
                      </a:r>
                      <a:r>
                        <a:rPr kumimoji="0" lang="en-US" altLang="zh-CN" sz="1700" b="1" i="0" u="none" strike="noStrike" cap="none" normalizeH="0" baseline="0">
                          <a:ln>
                            <a:noFill/>
                          </a:ln>
                          <a:solidFill>
                            <a:schemeClr val="tx1"/>
                          </a:solidFill>
                          <a:effectLst/>
                          <a:latin typeface="Times New Roman" panose="02020603050405020304" pitchFamily="18" charset="0"/>
                          <a:ea typeface="黑体" panose="02010609060101010101" pitchFamily="49" charset="-122"/>
                          <a:sym typeface="Symbol" panose="05050102010706020507" pitchFamily="18" charset="2"/>
                        </a:rPr>
                        <a:t></a:t>
                      </a:r>
                    </a:p>
                  </a:txBody>
                  <a:tcPr marL="46132" marR="46132" marT="24604" marB="24604"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accent4">
                        <a:lumMod val="20000"/>
                        <a:lumOff val="80000"/>
                      </a:schemeClr>
                    </a:solidFill>
                  </a:tcPr>
                </a:tc>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endParaRPr kumimoji="0" lang="zh-CN" altLang="zh-CN" sz="1500" b="0" i="0" u="none" strike="noStrike" cap="none" normalizeH="0" baseline="0">
                        <a:ln>
                          <a:noFill/>
                        </a:ln>
                        <a:solidFill>
                          <a:schemeClr val="tx1"/>
                        </a:solidFill>
                        <a:effectLst/>
                        <a:latin typeface="Times New Roman" panose="02020603050405020304" pitchFamily="18" charset="0"/>
                        <a:ea typeface="黑体" panose="02010609060101010101" pitchFamily="49" charset="-122"/>
                      </a:endParaRPr>
                    </a:p>
                  </a:txBody>
                  <a:tcPr marL="46132" marR="46132" marT="24604" marB="24604"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accent4">
                        <a:lumMod val="20000"/>
                        <a:lumOff val="80000"/>
                      </a:schemeClr>
                    </a:solidFill>
                  </a:tcPr>
                </a:tc>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endParaRPr kumimoji="0" lang="zh-CN" altLang="zh-CN" sz="1500" b="0" i="0" u="none" strike="noStrike" cap="none" normalizeH="0" baseline="0">
                        <a:ln>
                          <a:noFill/>
                        </a:ln>
                        <a:solidFill>
                          <a:schemeClr val="tx1"/>
                        </a:solidFill>
                        <a:effectLst/>
                        <a:latin typeface="Times New Roman" panose="02020603050405020304" pitchFamily="18" charset="0"/>
                        <a:ea typeface="黑体" panose="02010609060101010101" pitchFamily="49" charset="-122"/>
                      </a:endParaRPr>
                    </a:p>
                  </a:txBody>
                  <a:tcPr marL="46132" marR="46132" marT="24604" marB="24604"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accent4">
                        <a:lumMod val="20000"/>
                        <a:lumOff val="80000"/>
                      </a:schemeClr>
                    </a:solidFill>
                  </a:tcPr>
                </a:tc>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r>
                        <a:rPr kumimoji="0" lang="en-US" altLang="zh-CN" sz="1500" b="1" i="1" u="none" strike="noStrike" cap="none" normalizeH="0" baseline="0">
                          <a:ln>
                            <a:noFill/>
                          </a:ln>
                          <a:solidFill>
                            <a:schemeClr val="tx1"/>
                          </a:solidFill>
                          <a:effectLst/>
                          <a:latin typeface="Times New Roman" panose="02020603050405020304" pitchFamily="18" charset="0"/>
                          <a:ea typeface="黑体" panose="02010609060101010101" pitchFamily="49" charset="-122"/>
                        </a:rPr>
                        <a:t>T</a:t>
                      </a:r>
                      <a:r>
                        <a:rPr kumimoji="0" lang="en-US" altLang="zh-CN" sz="1500" b="1" i="0" u="none" strike="noStrike" cap="none" normalizeH="0" baseline="0">
                          <a:ln>
                            <a:noFill/>
                          </a:ln>
                          <a:solidFill>
                            <a:schemeClr val="tx1"/>
                          </a:solidFill>
                          <a:effectLst/>
                          <a:latin typeface="Times New Roman" panose="02020603050405020304" pitchFamily="18" charset="0"/>
                          <a:ea typeface="黑体" panose="02010609060101010101" pitchFamily="49" charset="-122"/>
                          <a:sym typeface="Symbol" panose="05050102010706020507" pitchFamily="18" charset="2"/>
                        </a:rPr>
                        <a:t></a:t>
                      </a:r>
                      <a:r>
                        <a:rPr kumimoji="0" lang="en-US" altLang="zh-CN" sz="1500" b="1" i="1" u="none" strike="noStrike" cap="none" normalizeH="0" baseline="0">
                          <a:ln>
                            <a:noFill/>
                          </a:ln>
                          <a:solidFill>
                            <a:schemeClr val="tx1"/>
                          </a:solidFill>
                          <a:effectLst/>
                          <a:latin typeface="Times New Roman" panose="02020603050405020304" pitchFamily="18" charset="0"/>
                          <a:ea typeface="黑体" panose="02010609060101010101" pitchFamily="49" charset="-122"/>
                          <a:sym typeface="Symbol" panose="05050102010706020507" pitchFamily="18" charset="2"/>
                        </a:rPr>
                        <a:t>FT </a:t>
                      </a:r>
                      <a:r>
                        <a:rPr kumimoji="0" lang="en-US" altLang="zh-CN" sz="1700" b="1" i="0" u="none" strike="noStrike" cap="none" normalizeH="0" baseline="0">
                          <a:ln>
                            <a:noFill/>
                          </a:ln>
                          <a:solidFill>
                            <a:schemeClr val="tx1"/>
                          </a:solidFill>
                          <a:effectLst/>
                          <a:latin typeface="Times New Roman" panose="02020603050405020304" pitchFamily="18" charset="0"/>
                          <a:ea typeface="黑体" panose="02010609060101010101" pitchFamily="49" charset="-122"/>
                          <a:sym typeface="Symbol" panose="05050102010706020507" pitchFamily="18" charset="2"/>
                        </a:rPr>
                        <a:t></a:t>
                      </a:r>
                    </a:p>
                  </a:txBody>
                  <a:tcPr marL="46132" marR="46132" marT="24604" marB="24604"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accent4">
                        <a:lumMod val="20000"/>
                        <a:lumOff val="80000"/>
                      </a:schemeClr>
                    </a:solidFill>
                  </a:tcPr>
                </a:tc>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endParaRPr kumimoji="0" lang="zh-CN" altLang="zh-CN" sz="1500" b="0" i="0" u="none" strike="noStrike" cap="none" normalizeH="0" baseline="0">
                        <a:ln>
                          <a:noFill/>
                        </a:ln>
                        <a:solidFill>
                          <a:schemeClr val="tx1"/>
                        </a:solidFill>
                        <a:effectLst/>
                        <a:latin typeface="Times New Roman" panose="02020603050405020304" pitchFamily="18" charset="0"/>
                        <a:ea typeface="黑体" panose="02010609060101010101" pitchFamily="49" charset="-122"/>
                      </a:endParaRPr>
                    </a:p>
                  </a:txBody>
                  <a:tcPr marL="46132" marR="46132" marT="24604" marB="24604"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accent4">
                        <a:lumMod val="20000"/>
                        <a:lumOff val="80000"/>
                      </a:schemeClr>
                    </a:solidFill>
                  </a:tcPr>
                </a:tc>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endParaRPr kumimoji="0" lang="zh-CN" altLang="zh-CN" sz="1500" b="0" i="0" u="none" strike="noStrike" cap="none" normalizeH="0" baseline="0">
                        <a:ln>
                          <a:noFill/>
                        </a:ln>
                        <a:solidFill>
                          <a:schemeClr val="tx1"/>
                        </a:solidFill>
                        <a:effectLst/>
                        <a:latin typeface="Times New Roman" panose="02020603050405020304" pitchFamily="18" charset="0"/>
                        <a:ea typeface="黑体" panose="02010609060101010101" pitchFamily="49" charset="-122"/>
                      </a:endParaRPr>
                    </a:p>
                  </a:txBody>
                  <a:tcPr marL="46132" marR="46132" marT="24604" marB="24604" anchor="ct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accent4">
                        <a:lumMod val="20000"/>
                        <a:lumOff val="80000"/>
                      </a:schemeClr>
                    </a:solidFill>
                  </a:tcPr>
                </a:tc>
                <a:extLst>
                  <a:ext uri="{0D108BD9-81ED-4DB2-BD59-A6C34878D82A}">
                    <a16:rowId xmlns:a16="http://schemas.microsoft.com/office/drawing/2014/main" val="10004"/>
                  </a:ext>
                </a:extLst>
              </a:tr>
              <a:tr h="360042">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r>
                        <a:rPr kumimoji="0" lang="en-US" altLang="zh-CN" sz="1500" b="1" i="1" u="none" strike="noStrike" cap="none" normalizeH="0" baseline="0">
                          <a:ln>
                            <a:noFill/>
                          </a:ln>
                          <a:solidFill>
                            <a:schemeClr val="tx1"/>
                          </a:solidFill>
                          <a:effectLst/>
                          <a:latin typeface="Times New Roman" panose="02020603050405020304" pitchFamily="18" charset="0"/>
                          <a:ea typeface="黑体" panose="02010609060101010101" pitchFamily="49" charset="-122"/>
                        </a:rPr>
                        <a:t>T </a:t>
                      </a:r>
                      <a:r>
                        <a:rPr kumimoji="0" lang="en-US" altLang="zh-CN" sz="1500" b="1" i="0" u="none" strike="noStrike" cap="none" normalizeH="0" baseline="0">
                          <a:ln>
                            <a:noFill/>
                          </a:ln>
                          <a:solidFill>
                            <a:schemeClr val="tx1"/>
                          </a:solidFill>
                          <a:effectLst/>
                          <a:latin typeface="Times New Roman" panose="02020603050405020304" pitchFamily="18" charset="0"/>
                          <a:ea typeface="黑体" panose="02010609060101010101" pitchFamily="49" charset="-122"/>
                          <a:sym typeface="Symbol" panose="05050102010706020507" pitchFamily="18" charset="2"/>
                        </a:rPr>
                        <a:t></a:t>
                      </a:r>
                    </a:p>
                  </a:txBody>
                  <a:tcPr marL="46132" marR="46132" marT="24604" marB="24604" anchor="ct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accent4">
                        <a:lumMod val="20000"/>
                        <a:lumOff val="80000"/>
                      </a:schemeClr>
                    </a:solidFill>
                  </a:tcPr>
                </a:tc>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endParaRPr kumimoji="0" lang="zh-CN" altLang="zh-CN" sz="1500" b="0" i="0" u="none" strike="noStrike" cap="none" normalizeH="0" baseline="0">
                        <a:ln>
                          <a:noFill/>
                        </a:ln>
                        <a:solidFill>
                          <a:schemeClr val="tx1"/>
                        </a:solidFill>
                        <a:effectLst/>
                        <a:latin typeface="Times New Roman" panose="02020603050405020304" pitchFamily="18" charset="0"/>
                        <a:ea typeface="黑体" panose="02010609060101010101" pitchFamily="49" charset="-122"/>
                      </a:endParaRPr>
                    </a:p>
                  </a:txBody>
                  <a:tcPr marL="46132" marR="46132" marT="24604" marB="24604"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accent4">
                        <a:lumMod val="20000"/>
                        <a:lumOff val="80000"/>
                      </a:schemeClr>
                    </a:solidFill>
                  </a:tcPr>
                </a:tc>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r>
                        <a:rPr kumimoji="0" lang="en-US" altLang="zh-CN" sz="1500" b="1" i="1" u="none" strike="noStrike" cap="none" normalizeH="0" baseline="0">
                          <a:ln>
                            <a:noFill/>
                          </a:ln>
                          <a:solidFill>
                            <a:schemeClr val="tx1"/>
                          </a:solidFill>
                          <a:effectLst/>
                          <a:latin typeface="Times New Roman" panose="02020603050405020304" pitchFamily="18" charset="0"/>
                          <a:ea typeface="黑体" panose="02010609060101010101" pitchFamily="49" charset="-122"/>
                        </a:rPr>
                        <a:t>T </a:t>
                      </a:r>
                      <a:r>
                        <a:rPr kumimoji="0" lang="en-US" altLang="zh-CN" sz="1500" b="1" i="0" u="none" strike="noStrike" cap="none" normalizeH="0" baseline="0">
                          <a:ln>
                            <a:noFill/>
                          </a:ln>
                          <a:solidFill>
                            <a:schemeClr val="tx1"/>
                          </a:solidFill>
                          <a:effectLst/>
                          <a:latin typeface="Times New Roman" panose="02020603050405020304" pitchFamily="18" charset="0"/>
                          <a:ea typeface="黑体" panose="02010609060101010101" pitchFamily="49" charset="-122"/>
                          <a:sym typeface="Symbol" panose="05050102010706020507" pitchFamily="18" charset="2"/>
                        </a:rPr>
                        <a:t></a:t>
                      </a:r>
                    </a:p>
                  </a:txBody>
                  <a:tcPr marL="46132" marR="46132" marT="24604" marB="24604"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accent4">
                        <a:lumMod val="20000"/>
                        <a:lumOff val="80000"/>
                      </a:schemeClr>
                    </a:solidFill>
                  </a:tcPr>
                </a:tc>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r>
                        <a:rPr kumimoji="0" lang="en-US" altLang="zh-CN" sz="1500" b="1" i="1" u="none" strike="noStrike" cap="none" normalizeH="0" baseline="0">
                          <a:ln>
                            <a:noFill/>
                          </a:ln>
                          <a:solidFill>
                            <a:schemeClr val="tx1"/>
                          </a:solidFill>
                          <a:effectLst/>
                          <a:latin typeface="Times New Roman" panose="02020603050405020304" pitchFamily="18" charset="0"/>
                          <a:ea typeface="黑体" panose="02010609060101010101" pitchFamily="49" charset="-122"/>
                        </a:rPr>
                        <a:t>T</a:t>
                      </a:r>
                      <a:r>
                        <a:rPr kumimoji="0" lang="en-US" altLang="zh-CN" sz="1500" b="1" i="0" u="none" strike="noStrike" cap="none" normalizeH="0" baseline="0">
                          <a:ln>
                            <a:noFill/>
                          </a:ln>
                          <a:solidFill>
                            <a:schemeClr val="tx1"/>
                          </a:solidFill>
                          <a:effectLst/>
                          <a:latin typeface="Times New Roman" panose="02020603050405020304" pitchFamily="18" charset="0"/>
                          <a:ea typeface="黑体" panose="02010609060101010101" pitchFamily="49" charset="-122"/>
                          <a:sym typeface="Symbol" panose="05050102010706020507" pitchFamily="18" charset="2"/>
                        </a:rPr>
                        <a:t>*</a:t>
                      </a:r>
                      <a:r>
                        <a:rPr kumimoji="0" lang="en-US" altLang="zh-CN" sz="1500" b="1" i="1" u="none" strike="noStrike" cap="none" normalizeH="0" baseline="0">
                          <a:ln>
                            <a:noFill/>
                          </a:ln>
                          <a:solidFill>
                            <a:schemeClr val="tx1"/>
                          </a:solidFill>
                          <a:effectLst/>
                          <a:latin typeface="Times New Roman" panose="02020603050405020304" pitchFamily="18" charset="0"/>
                          <a:ea typeface="黑体" panose="02010609060101010101" pitchFamily="49" charset="-122"/>
                          <a:sym typeface="Symbol" panose="05050102010706020507" pitchFamily="18" charset="2"/>
                        </a:rPr>
                        <a:t>FT </a:t>
                      </a:r>
                      <a:r>
                        <a:rPr kumimoji="0" lang="en-US" altLang="zh-CN" sz="1500" b="1" i="0" u="none" strike="noStrike" cap="none" normalizeH="0" baseline="0">
                          <a:ln>
                            <a:noFill/>
                          </a:ln>
                          <a:solidFill>
                            <a:schemeClr val="tx1"/>
                          </a:solidFill>
                          <a:effectLst/>
                          <a:latin typeface="Times New Roman" panose="02020603050405020304" pitchFamily="18" charset="0"/>
                          <a:ea typeface="黑体" panose="02010609060101010101" pitchFamily="49" charset="-122"/>
                          <a:sym typeface="Symbol" panose="05050102010706020507" pitchFamily="18" charset="2"/>
                        </a:rPr>
                        <a:t></a:t>
                      </a:r>
                    </a:p>
                  </a:txBody>
                  <a:tcPr marL="46132" marR="46132" marT="24604" marB="24604"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accent4">
                        <a:lumMod val="20000"/>
                        <a:lumOff val="80000"/>
                      </a:schemeClr>
                    </a:solidFill>
                  </a:tcPr>
                </a:tc>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endParaRPr kumimoji="0" lang="zh-CN" altLang="zh-CN" sz="1500" b="0" i="0" u="none" strike="noStrike" cap="none" normalizeH="0" baseline="0">
                        <a:ln>
                          <a:noFill/>
                        </a:ln>
                        <a:solidFill>
                          <a:schemeClr val="tx1"/>
                        </a:solidFill>
                        <a:effectLst/>
                        <a:latin typeface="Times New Roman" panose="02020603050405020304" pitchFamily="18" charset="0"/>
                        <a:ea typeface="黑体" panose="02010609060101010101" pitchFamily="49" charset="-122"/>
                      </a:endParaRPr>
                    </a:p>
                  </a:txBody>
                  <a:tcPr marL="46132" marR="46132" marT="24604" marB="24604"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accent4">
                        <a:lumMod val="20000"/>
                        <a:lumOff val="80000"/>
                      </a:schemeClr>
                    </a:solidFill>
                  </a:tcPr>
                </a:tc>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r>
                        <a:rPr kumimoji="0" lang="en-US" altLang="zh-CN" sz="1500" b="1" i="1" u="none" strike="noStrike" cap="none" normalizeH="0" baseline="0">
                          <a:ln>
                            <a:noFill/>
                          </a:ln>
                          <a:solidFill>
                            <a:schemeClr val="tx1"/>
                          </a:solidFill>
                          <a:effectLst/>
                          <a:latin typeface="Times New Roman" panose="02020603050405020304" pitchFamily="18" charset="0"/>
                          <a:ea typeface="黑体" panose="02010609060101010101" pitchFamily="49" charset="-122"/>
                        </a:rPr>
                        <a:t>T </a:t>
                      </a:r>
                      <a:r>
                        <a:rPr kumimoji="0" lang="en-US" altLang="zh-CN" sz="1500" b="1" i="0" u="none" strike="noStrike" cap="none" normalizeH="0" baseline="0">
                          <a:ln>
                            <a:noFill/>
                          </a:ln>
                          <a:solidFill>
                            <a:schemeClr val="tx1"/>
                          </a:solidFill>
                          <a:effectLst/>
                          <a:latin typeface="Times New Roman" panose="02020603050405020304" pitchFamily="18" charset="0"/>
                          <a:ea typeface="黑体" panose="02010609060101010101" pitchFamily="49" charset="-122"/>
                          <a:sym typeface="Symbol" panose="05050102010706020507" pitchFamily="18" charset="2"/>
                        </a:rPr>
                        <a:t></a:t>
                      </a:r>
                    </a:p>
                  </a:txBody>
                  <a:tcPr marL="46132" marR="46132" marT="24604" marB="24604"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accent4">
                        <a:lumMod val="20000"/>
                        <a:lumOff val="80000"/>
                      </a:schemeClr>
                    </a:solidFill>
                  </a:tcPr>
                </a:tc>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r>
                        <a:rPr kumimoji="0" lang="en-US" altLang="zh-CN" sz="1500" b="1" i="1" u="none" strike="noStrike" cap="none" normalizeH="0" baseline="0">
                          <a:ln>
                            <a:noFill/>
                          </a:ln>
                          <a:solidFill>
                            <a:schemeClr val="tx1"/>
                          </a:solidFill>
                          <a:effectLst/>
                          <a:latin typeface="Times New Roman" panose="02020603050405020304" pitchFamily="18" charset="0"/>
                          <a:ea typeface="黑体" panose="02010609060101010101" pitchFamily="49" charset="-122"/>
                        </a:rPr>
                        <a:t>T </a:t>
                      </a:r>
                      <a:r>
                        <a:rPr kumimoji="0" lang="en-US" altLang="zh-CN" sz="1500" b="1" i="0" u="none" strike="noStrike" cap="none" normalizeH="0" baseline="0">
                          <a:ln>
                            <a:noFill/>
                          </a:ln>
                          <a:solidFill>
                            <a:schemeClr val="tx1"/>
                          </a:solidFill>
                          <a:effectLst/>
                          <a:latin typeface="Times New Roman" panose="02020603050405020304" pitchFamily="18" charset="0"/>
                          <a:ea typeface="黑体" panose="02010609060101010101" pitchFamily="49" charset="-122"/>
                          <a:sym typeface="Symbol" panose="05050102010706020507" pitchFamily="18" charset="2"/>
                        </a:rPr>
                        <a:t></a:t>
                      </a:r>
                    </a:p>
                  </a:txBody>
                  <a:tcPr marL="46132" marR="46132" marT="24604" marB="24604" anchor="ct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accent4">
                        <a:lumMod val="20000"/>
                        <a:lumOff val="80000"/>
                      </a:schemeClr>
                    </a:solidFill>
                  </a:tcPr>
                </a:tc>
                <a:extLst>
                  <a:ext uri="{0D108BD9-81ED-4DB2-BD59-A6C34878D82A}">
                    <a16:rowId xmlns:a16="http://schemas.microsoft.com/office/drawing/2014/main" val="10005"/>
                  </a:ext>
                </a:extLst>
              </a:tr>
              <a:tr h="361994">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r>
                        <a:rPr kumimoji="0" lang="en-US" altLang="zh-CN" sz="1500" b="1" i="1" u="none" strike="noStrike" cap="none" normalizeH="0" baseline="0">
                          <a:ln>
                            <a:noFill/>
                          </a:ln>
                          <a:solidFill>
                            <a:schemeClr val="tx1"/>
                          </a:solidFill>
                          <a:effectLst/>
                          <a:latin typeface="Times New Roman" panose="02020603050405020304" pitchFamily="18" charset="0"/>
                          <a:ea typeface="黑体" panose="02010609060101010101" pitchFamily="49" charset="-122"/>
                        </a:rPr>
                        <a:t>F</a:t>
                      </a:r>
                    </a:p>
                  </a:txBody>
                  <a:tcPr marL="46132" marR="46132" marT="24604" marB="24604" anchor="ct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chemeClr val="accent4">
                        <a:lumMod val="20000"/>
                        <a:lumOff val="80000"/>
                      </a:schemeClr>
                    </a:solidFill>
                  </a:tcPr>
                </a:tc>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r>
                        <a:rPr kumimoji="0" lang="en-US" altLang="zh-CN" sz="1500" b="1" i="1" u="none" strike="noStrike" cap="none" normalizeH="0" baseline="0" err="1">
                          <a:ln>
                            <a:noFill/>
                          </a:ln>
                          <a:solidFill>
                            <a:schemeClr val="tx1"/>
                          </a:solidFill>
                          <a:effectLst/>
                          <a:latin typeface="Times New Roman" panose="02020603050405020304" pitchFamily="18" charset="0"/>
                          <a:ea typeface="黑体" panose="02010609060101010101" pitchFamily="49" charset="-122"/>
                        </a:rPr>
                        <a:t>F</a:t>
                      </a:r>
                      <a:r>
                        <a:rPr kumimoji="0" lang="en-US" altLang="zh-CN" sz="1500" b="1" i="0" u="none" strike="noStrike" cap="none" normalizeH="0" baseline="0" err="1">
                          <a:ln>
                            <a:noFill/>
                          </a:ln>
                          <a:solidFill>
                            <a:schemeClr val="tx1"/>
                          </a:solidFill>
                          <a:effectLst/>
                          <a:latin typeface="Times New Roman" panose="02020603050405020304" pitchFamily="18" charset="0"/>
                          <a:ea typeface="黑体" panose="02010609060101010101" pitchFamily="49" charset="-122"/>
                          <a:sym typeface="Symbol" panose="05050102010706020507" pitchFamily="18" charset="2"/>
                        </a:rPr>
                        <a:t>id</a:t>
                      </a:r>
                      <a:endParaRPr kumimoji="0" lang="en-US" altLang="zh-CN" sz="1500" b="1" i="0" u="none" strike="noStrike" cap="none" normalizeH="0" baseline="0">
                        <a:ln>
                          <a:noFill/>
                        </a:ln>
                        <a:solidFill>
                          <a:schemeClr val="tx1"/>
                        </a:solidFill>
                        <a:effectLst/>
                        <a:latin typeface="Times New Roman" panose="02020603050405020304" pitchFamily="18" charset="0"/>
                        <a:ea typeface="黑体" panose="02010609060101010101" pitchFamily="49" charset="-122"/>
                        <a:sym typeface="Symbol" panose="05050102010706020507" pitchFamily="18" charset="2"/>
                      </a:endParaRPr>
                    </a:p>
                  </a:txBody>
                  <a:tcPr marL="46132" marR="46132" marT="24604" marB="24604"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chemeClr val="accent4">
                        <a:lumMod val="20000"/>
                        <a:lumOff val="80000"/>
                      </a:schemeClr>
                    </a:solidFill>
                  </a:tcPr>
                </a:tc>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endParaRPr kumimoji="0" lang="zh-CN" altLang="zh-CN" sz="1500" b="0" i="0" u="none" strike="noStrike" cap="none" normalizeH="0" baseline="0">
                        <a:ln>
                          <a:noFill/>
                        </a:ln>
                        <a:solidFill>
                          <a:schemeClr val="tx1"/>
                        </a:solidFill>
                        <a:effectLst/>
                        <a:latin typeface="Times New Roman" panose="02020603050405020304" pitchFamily="18" charset="0"/>
                        <a:ea typeface="黑体" panose="02010609060101010101" pitchFamily="49" charset="-122"/>
                      </a:endParaRPr>
                    </a:p>
                  </a:txBody>
                  <a:tcPr marL="46132" marR="46132" marT="24604" marB="24604"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chemeClr val="accent4">
                        <a:lumMod val="20000"/>
                        <a:lumOff val="80000"/>
                      </a:schemeClr>
                    </a:solidFill>
                  </a:tcPr>
                </a:tc>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endParaRPr kumimoji="0" lang="zh-CN" altLang="zh-CN" sz="1500" b="0" i="0" u="none" strike="noStrike" cap="none" normalizeH="0" baseline="0">
                        <a:ln>
                          <a:noFill/>
                        </a:ln>
                        <a:solidFill>
                          <a:schemeClr val="tx1"/>
                        </a:solidFill>
                        <a:effectLst/>
                        <a:latin typeface="Times New Roman" panose="02020603050405020304" pitchFamily="18" charset="0"/>
                        <a:ea typeface="黑体" panose="02010609060101010101" pitchFamily="49" charset="-122"/>
                      </a:endParaRPr>
                    </a:p>
                  </a:txBody>
                  <a:tcPr marL="46132" marR="46132" marT="24604" marB="24604"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chemeClr val="accent4">
                        <a:lumMod val="20000"/>
                        <a:lumOff val="80000"/>
                      </a:schemeClr>
                    </a:solidFill>
                  </a:tcPr>
                </a:tc>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r>
                        <a:rPr kumimoji="0" lang="en-US" altLang="zh-CN" sz="1500" b="1" i="1" u="none" strike="noStrike" cap="none" normalizeH="0" baseline="0">
                          <a:ln>
                            <a:noFill/>
                          </a:ln>
                          <a:solidFill>
                            <a:schemeClr val="tx1"/>
                          </a:solidFill>
                          <a:effectLst/>
                          <a:latin typeface="Times New Roman" panose="02020603050405020304" pitchFamily="18" charset="0"/>
                          <a:ea typeface="黑体" panose="02010609060101010101" pitchFamily="49" charset="-122"/>
                        </a:rPr>
                        <a:t>F</a:t>
                      </a:r>
                      <a:r>
                        <a:rPr kumimoji="0" lang="en-US" altLang="zh-CN" sz="1500" b="1" i="0" u="none" strike="noStrike" cap="none" normalizeH="0" baseline="0">
                          <a:ln>
                            <a:noFill/>
                          </a:ln>
                          <a:solidFill>
                            <a:schemeClr val="tx1"/>
                          </a:solidFill>
                          <a:effectLst/>
                          <a:latin typeface="Times New Roman" panose="02020603050405020304" pitchFamily="18" charset="0"/>
                          <a:ea typeface="黑体" panose="02010609060101010101" pitchFamily="49" charset="-122"/>
                          <a:sym typeface="Symbol" panose="05050102010706020507" pitchFamily="18" charset="2"/>
                        </a:rPr>
                        <a:t>(</a:t>
                      </a:r>
                      <a:r>
                        <a:rPr kumimoji="0" lang="en-US" altLang="zh-CN" sz="1500" b="1" i="1" u="none" strike="noStrike" cap="none" normalizeH="0" baseline="0">
                          <a:ln>
                            <a:noFill/>
                          </a:ln>
                          <a:solidFill>
                            <a:schemeClr val="tx1"/>
                          </a:solidFill>
                          <a:effectLst/>
                          <a:latin typeface="Times New Roman" panose="02020603050405020304" pitchFamily="18" charset="0"/>
                          <a:ea typeface="黑体" panose="02010609060101010101" pitchFamily="49" charset="-122"/>
                          <a:sym typeface="Symbol" panose="05050102010706020507" pitchFamily="18" charset="2"/>
                        </a:rPr>
                        <a:t>E</a:t>
                      </a:r>
                      <a:r>
                        <a:rPr kumimoji="0" lang="en-US" altLang="zh-CN" sz="1500" b="1" i="0" u="none" strike="noStrike" cap="none" normalizeH="0" baseline="0">
                          <a:ln>
                            <a:noFill/>
                          </a:ln>
                          <a:solidFill>
                            <a:schemeClr val="tx1"/>
                          </a:solidFill>
                          <a:effectLst/>
                          <a:latin typeface="Times New Roman" panose="02020603050405020304" pitchFamily="18" charset="0"/>
                          <a:ea typeface="黑体" panose="02010609060101010101" pitchFamily="49" charset="-122"/>
                          <a:sym typeface="Symbol" panose="05050102010706020507" pitchFamily="18" charset="2"/>
                        </a:rPr>
                        <a:t>)</a:t>
                      </a:r>
                      <a:endParaRPr kumimoji="0" lang="en-US" altLang="zh-CN" sz="1500" b="0" i="0" u="none" strike="noStrike" cap="none" normalizeH="0" baseline="0">
                        <a:ln>
                          <a:noFill/>
                        </a:ln>
                        <a:solidFill>
                          <a:schemeClr val="tx1"/>
                        </a:solidFill>
                        <a:effectLst/>
                        <a:latin typeface="Times New Roman" panose="02020603050405020304" pitchFamily="18" charset="0"/>
                        <a:ea typeface="黑体" panose="02010609060101010101" pitchFamily="49" charset="-122"/>
                      </a:endParaRPr>
                    </a:p>
                  </a:txBody>
                  <a:tcPr marL="46132" marR="46132" marT="24604" marB="24604"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chemeClr val="accent4">
                        <a:lumMod val="20000"/>
                        <a:lumOff val="80000"/>
                      </a:schemeClr>
                    </a:solidFill>
                  </a:tcPr>
                </a:tc>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endParaRPr kumimoji="0" lang="zh-CN" altLang="zh-CN" sz="1500" b="0" i="0" u="none" strike="noStrike" cap="none" normalizeH="0" baseline="0">
                        <a:ln>
                          <a:noFill/>
                        </a:ln>
                        <a:solidFill>
                          <a:schemeClr val="tx1"/>
                        </a:solidFill>
                        <a:effectLst/>
                        <a:latin typeface="Times New Roman" panose="02020603050405020304" pitchFamily="18" charset="0"/>
                        <a:ea typeface="黑体" panose="02010609060101010101" pitchFamily="49" charset="-122"/>
                      </a:endParaRPr>
                    </a:p>
                  </a:txBody>
                  <a:tcPr marL="46132" marR="46132" marT="24604" marB="24604"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chemeClr val="accent4">
                        <a:lumMod val="20000"/>
                        <a:lumOff val="80000"/>
                      </a:schemeClr>
                    </a:solidFill>
                  </a:tcPr>
                </a:tc>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endParaRPr kumimoji="0" lang="zh-CN" altLang="zh-CN" sz="1500" b="0" i="0" u="none" strike="noStrike" cap="none" normalizeH="0" baseline="0" dirty="0">
                        <a:ln>
                          <a:noFill/>
                        </a:ln>
                        <a:solidFill>
                          <a:schemeClr val="tx1"/>
                        </a:solidFill>
                        <a:effectLst/>
                        <a:latin typeface="Times New Roman" panose="02020603050405020304" pitchFamily="18" charset="0"/>
                        <a:ea typeface="黑体" panose="02010609060101010101" pitchFamily="49" charset="-122"/>
                      </a:endParaRPr>
                    </a:p>
                  </a:txBody>
                  <a:tcPr marL="46132" marR="46132" marT="24604" marB="24604" anchor="ct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chemeClr val="accent4">
                        <a:lumMod val="20000"/>
                        <a:lumOff val="80000"/>
                      </a:schemeClr>
                    </a:solidFill>
                  </a:tcPr>
                </a:tc>
                <a:extLst>
                  <a:ext uri="{0D108BD9-81ED-4DB2-BD59-A6C34878D82A}">
                    <a16:rowId xmlns:a16="http://schemas.microsoft.com/office/drawing/2014/main" val="10006"/>
                  </a:ext>
                </a:extLst>
              </a:tr>
            </a:tbl>
          </a:graphicData>
        </a:graphic>
      </p:graphicFrame>
      <p:sp>
        <p:nvSpPr>
          <p:cNvPr id="7" name="箭头: 下 6">
            <a:extLst>
              <a:ext uri="{FF2B5EF4-FFF2-40B4-BE49-F238E27FC236}">
                <a16:creationId xmlns:a16="http://schemas.microsoft.com/office/drawing/2014/main" id="{3BE5D58C-8C63-8177-A0C9-58A68C9A4F96}"/>
              </a:ext>
            </a:extLst>
          </p:cNvPr>
          <p:cNvSpPr/>
          <p:nvPr/>
        </p:nvSpPr>
        <p:spPr>
          <a:xfrm>
            <a:off x="1775534" y="2291655"/>
            <a:ext cx="275207" cy="319596"/>
          </a:xfrm>
          <a:prstGeom prst="downArrow">
            <a:avLst/>
          </a:prstGeom>
          <a:solidFill>
            <a:srgbClr val="FF0000"/>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8" name="箭头: 下 7">
            <a:extLst>
              <a:ext uri="{FF2B5EF4-FFF2-40B4-BE49-F238E27FC236}">
                <a16:creationId xmlns:a16="http://schemas.microsoft.com/office/drawing/2014/main" id="{31308195-283C-E43B-A2D8-F821EF7313DE}"/>
              </a:ext>
            </a:extLst>
          </p:cNvPr>
          <p:cNvSpPr/>
          <p:nvPr/>
        </p:nvSpPr>
        <p:spPr>
          <a:xfrm>
            <a:off x="3996432" y="2291655"/>
            <a:ext cx="275207" cy="319596"/>
          </a:xfrm>
          <a:prstGeom prst="downArrow">
            <a:avLst/>
          </a:prstGeom>
          <a:solidFill>
            <a:srgbClr val="FF0000"/>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zh-CN" altLang="en-US"/>
          </a:p>
        </p:txBody>
      </p:sp>
    </p:spTree>
  </p:cSld>
  <p:clrMapOvr>
    <a:masterClrMapping/>
  </p:clrMapOvr>
</p:sld>
</file>

<file path=ppt/slides/slide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1746" name="Rectangle 2">
            <a:extLst>
              <a:ext uri="{FF2B5EF4-FFF2-40B4-BE49-F238E27FC236}">
                <a16:creationId xmlns:a16="http://schemas.microsoft.com/office/drawing/2014/main" id="{542C28EE-07AF-424B-BA2B-4A91848F35DF}"/>
              </a:ext>
            </a:extLst>
          </p:cNvPr>
          <p:cNvSpPr>
            <a:spLocks noGrp="1" noChangeArrowheads="1"/>
          </p:cNvSpPr>
          <p:nvPr>
            <p:ph type="title"/>
          </p:nvPr>
        </p:nvSpPr>
        <p:spPr/>
        <p:txBody>
          <a:bodyPr/>
          <a:lstStyle/>
          <a:p>
            <a:pPr eaLnBrk="1" hangingPunct="1"/>
            <a:r>
              <a:rPr lang="en-US" altLang="zh-CN"/>
              <a:t>3.3.4 </a:t>
            </a:r>
            <a:r>
              <a:rPr lang="zh-CN" altLang="en-US"/>
              <a:t>非递归的预测分析</a:t>
            </a:r>
          </a:p>
        </p:txBody>
      </p:sp>
      <p:sp>
        <p:nvSpPr>
          <p:cNvPr id="31747" name="Rectangle 3">
            <a:extLst>
              <a:ext uri="{FF2B5EF4-FFF2-40B4-BE49-F238E27FC236}">
                <a16:creationId xmlns:a16="http://schemas.microsoft.com/office/drawing/2014/main" id="{CCF48172-DDC3-4730-8621-D5B2E26B83C5}"/>
              </a:ext>
            </a:extLst>
          </p:cNvPr>
          <p:cNvSpPr>
            <a:spLocks noGrp="1" noChangeArrowheads="1"/>
          </p:cNvSpPr>
          <p:nvPr>
            <p:ph idx="1"/>
          </p:nvPr>
        </p:nvSpPr>
        <p:spPr/>
        <p:txBody>
          <a:bodyPr/>
          <a:lstStyle/>
          <a:p>
            <a:pPr eaLnBrk="1" hangingPunct="1">
              <a:lnSpc>
                <a:spcPct val="90000"/>
              </a:lnSpc>
              <a:buFont typeface="Wingdings" panose="05000000000000000000" pitchFamily="2" charset="2"/>
              <a:buNone/>
            </a:pPr>
            <a:r>
              <a:rPr lang="zh-CN" altLang="en-US" sz="2800"/>
              <a:t>预测分析器接受输入</a:t>
            </a:r>
            <a:r>
              <a:rPr lang="en-US" altLang="zh-CN" sz="2800" b="1">
                <a:latin typeface="Times New Roman" panose="02020603050405020304" pitchFamily="18" charset="0"/>
              </a:rPr>
              <a:t>id</a:t>
            </a:r>
            <a:r>
              <a:rPr lang="en-US" altLang="zh-CN" sz="2800">
                <a:latin typeface="Times New Roman" panose="02020603050405020304" pitchFamily="18" charset="0"/>
              </a:rPr>
              <a:t> * </a:t>
            </a:r>
            <a:r>
              <a:rPr lang="en-US" altLang="zh-CN" sz="2800" b="1">
                <a:latin typeface="Times New Roman" panose="02020603050405020304" pitchFamily="18" charset="0"/>
              </a:rPr>
              <a:t>id</a:t>
            </a:r>
            <a:r>
              <a:rPr lang="en-US" altLang="zh-CN" sz="2800">
                <a:latin typeface="Times New Roman" panose="02020603050405020304" pitchFamily="18" charset="0"/>
              </a:rPr>
              <a:t> + </a:t>
            </a:r>
            <a:r>
              <a:rPr lang="en-US" altLang="zh-CN" sz="2800" b="1">
                <a:latin typeface="Times New Roman" panose="02020603050405020304" pitchFamily="18" charset="0"/>
              </a:rPr>
              <a:t>id</a:t>
            </a:r>
            <a:r>
              <a:rPr lang="zh-CN" altLang="en-US" sz="2800"/>
              <a:t>的动作</a:t>
            </a:r>
          </a:p>
        </p:txBody>
      </p:sp>
      <p:graphicFrame>
        <p:nvGraphicFramePr>
          <p:cNvPr id="5" name="Group 4">
            <a:extLst>
              <a:ext uri="{FF2B5EF4-FFF2-40B4-BE49-F238E27FC236}">
                <a16:creationId xmlns:a16="http://schemas.microsoft.com/office/drawing/2014/main" id="{AB5FD9AD-A138-422F-9B23-4E125B5BBD5F}"/>
              </a:ext>
            </a:extLst>
          </p:cNvPr>
          <p:cNvGraphicFramePr>
            <a:graphicFrameLocks/>
          </p:cNvGraphicFramePr>
          <p:nvPr/>
        </p:nvGraphicFramePr>
        <p:xfrm>
          <a:off x="609600" y="1981200"/>
          <a:ext cx="8305800" cy="4667252"/>
        </p:xfrm>
        <a:graphic>
          <a:graphicData uri="http://schemas.openxmlformats.org/drawingml/2006/table">
            <a:tbl>
              <a:tblPr/>
              <a:tblGrid>
                <a:gridCol w="2667000">
                  <a:extLst>
                    <a:ext uri="{9D8B030D-6E8A-4147-A177-3AD203B41FA5}">
                      <a16:colId xmlns:a16="http://schemas.microsoft.com/office/drawing/2014/main" val="20000"/>
                    </a:ext>
                  </a:extLst>
                </a:gridCol>
                <a:gridCol w="2832100">
                  <a:extLst>
                    <a:ext uri="{9D8B030D-6E8A-4147-A177-3AD203B41FA5}">
                      <a16:colId xmlns:a16="http://schemas.microsoft.com/office/drawing/2014/main" val="20001"/>
                    </a:ext>
                  </a:extLst>
                </a:gridCol>
                <a:gridCol w="2806700">
                  <a:extLst>
                    <a:ext uri="{9D8B030D-6E8A-4147-A177-3AD203B41FA5}">
                      <a16:colId xmlns:a16="http://schemas.microsoft.com/office/drawing/2014/main" val="20002"/>
                    </a:ext>
                  </a:extLst>
                </a:gridCol>
              </a:tblGrid>
              <a:tr h="518160">
                <a:tc>
                  <a:txBody>
                    <a:body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itchFamily="2" charset="2"/>
                        <a:buNone/>
                        <a:tabLst/>
                      </a:pPr>
                      <a:r>
                        <a:rPr kumimoji="0" lang="zh-CN" altLang="en-US" sz="2800" b="0" i="0" u="none" strike="noStrike" cap="none" normalizeH="0" baseline="0">
                          <a:ln>
                            <a:noFill/>
                          </a:ln>
                          <a:solidFill>
                            <a:schemeClr val="tx1"/>
                          </a:solidFill>
                          <a:effectLst/>
                          <a:latin typeface="Times New Roman" pitchFamily="18" charset="0"/>
                          <a:ea typeface="黑体" pitchFamily="2" charset="-122"/>
                        </a:rPr>
                        <a:t>栈 </a:t>
                      </a:r>
                    </a:p>
                  </a:txBody>
                  <a:tcPr horzOverflow="overflow">
                    <a:lnL w="28575"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28575"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a:txBody>
                    <a:body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itchFamily="2" charset="2"/>
                        <a:buNone/>
                        <a:tabLst/>
                      </a:pPr>
                      <a:r>
                        <a:rPr kumimoji="0" lang="zh-CN" altLang="en-US" sz="2800" b="0" i="0" u="none" strike="noStrike" cap="none" normalizeH="0" baseline="0">
                          <a:ln>
                            <a:noFill/>
                          </a:ln>
                          <a:solidFill>
                            <a:schemeClr val="tx1"/>
                          </a:solidFill>
                          <a:effectLst/>
                          <a:latin typeface="Times New Roman" pitchFamily="18" charset="0"/>
                          <a:ea typeface="黑体" pitchFamily="2" charset="-122"/>
                        </a:rPr>
                        <a:t>输    入 </a:t>
                      </a:r>
                    </a:p>
                  </a:txBody>
                  <a:tcPr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28575"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a:txBody>
                    <a:body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itchFamily="2" charset="2"/>
                        <a:buNone/>
                        <a:tabLst/>
                      </a:pPr>
                      <a:r>
                        <a:rPr kumimoji="0" lang="zh-CN" altLang="en-US" sz="2800" b="0" i="0" u="none" strike="noStrike" cap="none" normalizeH="0" baseline="0">
                          <a:ln>
                            <a:noFill/>
                          </a:ln>
                          <a:solidFill>
                            <a:schemeClr val="tx1"/>
                          </a:solidFill>
                          <a:effectLst/>
                          <a:latin typeface="Times New Roman" pitchFamily="18" charset="0"/>
                          <a:ea typeface="黑体" pitchFamily="2" charset="-122"/>
                        </a:rPr>
                        <a:t>输    出 </a:t>
                      </a:r>
                    </a:p>
                  </a:txBody>
                  <a:tcPr horzOverflow="overflow">
                    <a:lnL w="12700" cap="flat" cmpd="sng" algn="ctr">
                      <a:solidFill>
                        <a:schemeClr val="tx1"/>
                      </a:solidFill>
                      <a:prstDash val="solid"/>
                      <a:round/>
                      <a:headEnd type="none" w="sm" len="sm"/>
                      <a:tailEnd type="none" w="sm" len="sm"/>
                    </a:lnL>
                    <a:lnR w="28575" cap="flat" cmpd="sng" algn="ctr">
                      <a:solidFill>
                        <a:schemeClr val="tx1"/>
                      </a:solidFill>
                      <a:prstDash val="solid"/>
                      <a:round/>
                      <a:headEnd type="none" w="sm" len="sm"/>
                      <a:tailEnd type="none" w="sm" len="sm"/>
                    </a:lnR>
                    <a:lnT w="28575"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extLst>
                  <a:ext uri="{0D108BD9-81ED-4DB2-BD59-A6C34878D82A}">
                    <a16:rowId xmlns:a16="http://schemas.microsoft.com/office/drawing/2014/main" val="10000"/>
                  </a:ext>
                </a:extLst>
              </a:tr>
              <a:tr h="519113">
                <a:tc>
                  <a:txBody>
                    <a:bodyPr/>
                    <a:lstStyle/>
                    <a:p>
                      <a:pPr marL="0" marR="0" lvl="0" indent="0" algn="l" defTabSz="914400" rtl="0" eaLnBrk="1" fontAlgn="base" latinLnBrk="0" hangingPunct="1">
                        <a:lnSpc>
                          <a:spcPct val="100000"/>
                        </a:lnSpc>
                        <a:spcBef>
                          <a:spcPct val="20000"/>
                        </a:spcBef>
                        <a:spcAft>
                          <a:spcPct val="0"/>
                        </a:spcAft>
                        <a:buClr>
                          <a:schemeClr val="folHlink"/>
                        </a:buClr>
                        <a:buSzPct val="60000"/>
                        <a:buFont typeface="Wingdings" pitchFamily="2" charset="2"/>
                        <a:buNone/>
                        <a:tabLst/>
                      </a:pPr>
                      <a:r>
                        <a:rPr kumimoji="0" lang="en-US" altLang="zh-CN" sz="2800" b="1" i="0" u="none" strike="noStrike" cap="none" normalizeH="0" baseline="0" dirty="0">
                          <a:ln>
                            <a:noFill/>
                          </a:ln>
                          <a:solidFill>
                            <a:schemeClr val="tx1"/>
                          </a:solidFill>
                          <a:effectLst/>
                          <a:latin typeface="Times New Roman" pitchFamily="18" charset="0"/>
                          <a:ea typeface="黑体" pitchFamily="2" charset="-122"/>
                        </a:rPr>
                        <a:t>$</a:t>
                      </a:r>
                      <a:r>
                        <a:rPr kumimoji="0" lang="en-US" altLang="zh-CN" sz="2800" b="1" i="1" u="none" strike="noStrike" cap="none" normalizeH="0" baseline="0" dirty="0">
                          <a:ln>
                            <a:noFill/>
                          </a:ln>
                          <a:solidFill>
                            <a:schemeClr val="tx1"/>
                          </a:solidFill>
                          <a:effectLst/>
                          <a:latin typeface="Times New Roman" pitchFamily="18" charset="0"/>
                          <a:ea typeface="黑体" pitchFamily="2" charset="-122"/>
                        </a:rPr>
                        <a:t>E </a:t>
                      </a:r>
                      <a:r>
                        <a:rPr kumimoji="0" lang="en-US" altLang="zh-CN" sz="2800" b="1" i="0" u="none" strike="noStrike" cap="none" normalizeH="0" baseline="0" dirty="0">
                          <a:ln>
                            <a:noFill/>
                          </a:ln>
                          <a:solidFill>
                            <a:schemeClr val="tx1"/>
                          </a:solidFill>
                          <a:effectLst/>
                          <a:latin typeface="Times New Roman" pitchFamily="18" charset="0"/>
                          <a:ea typeface="黑体" pitchFamily="2" charset="-122"/>
                          <a:sym typeface="Symbol" pitchFamily="18" charset="2"/>
                        </a:rPr>
                        <a:t></a:t>
                      </a:r>
                      <a:r>
                        <a:rPr kumimoji="0" lang="en-US" altLang="zh-CN" sz="2800" b="1" i="1" u="none" strike="noStrike" cap="none" normalizeH="0" baseline="0" dirty="0">
                          <a:ln>
                            <a:noFill/>
                          </a:ln>
                          <a:solidFill>
                            <a:schemeClr val="tx1"/>
                          </a:solidFill>
                          <a:effectLst/>
                          <a:latin typeface="Times New Roman" pitchFamily="18" charset="0"/>
                          <a:ea typeface="黑体" pitchFamily="2" charset="-122"/>
                        </a:rPr>
                        <a:t>T </a:t>
                      </a:r>
                      <a:r>
                        <a:rPr kumimoji="0" lang="en-US" altLang="zh-CN" sz="2800" b="1" i="0" u="none" strike="noStrike" cap="none" normalizeH="0" baseline="0" dirty="0">
                          <a:ln>
                            <a:noFill/>
                          </a:ln>
                          <a:solidFill>
                            <a:schemeClr val="tx1"/>
                          </a:solidFill>
                          <a:effectLst/>
                          <a:latin typeface="Times New Roman" pitchFamily="18" charset="0"/>
                          <a:ea typeface="黑体" pitchFamily="2" charset="-122"/>
                          <a:sym typeface="Symbol" pitchFamily="18" charset="2"/>
                        </a:rPr>
                        <a:t></a:t>
                      </a:r>
                      <a:r>
                        <a:rPr kumimoji="0" lang="en-US" altLang="zh-CN" sz="2800" b="1" i="0" u="none" strike="noStrike" cap="none" normalizeH="0" baseline="0" dirty="0">
                          <a:ln>
                            <a:noFill/>
                          </a:ln>
                          <a:solidFill>
                            <a:schemeClr val="tx1"/>
                          </a:solidFill>
                          <a:effectLst/>
                          <a:latin typeface="Times New Roman" pitchFamily="18" charset="0"/>
                          <a:ea typeface="黑体" pitchFamily="2" charset="-122"/>
                        </a:rPr>
                        <a:t> id</a:t>
                      </a:r>
                      <a:r>
                        <a:rPr kumimoji="0" lang="en-US" altLang="zh-CN" sz="2800" b="0" i="0" u="none" strike="noStrike" cap="none" normalizeH="0" baseline="0" dirty="0">
                          <a:ln>
                            <a:noFill/>
                          </a:ln>
                          <a:solidFill>
                            <a:schemeClr val="tx1"/>
                          </a:solidFill>
                          <a:effectLst/>
                          <a:latin typeface="Times New Roman" pitchFamily="18" charset="0"/>
                          <a:ea typeface="黑体" pitchFamily="2" charset="-122"/>
                        </a:rPr>
                        <a:t> </a:t>
                      </a:r>
                    </a:p>
                  </a:txBody>
                  <a:tcPr horzOverflow="overflow">
                    <a:lnL w="28575"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
                          <a:schemeClr val="folHlink"/>
                        </a:buClr>
                        <a:buSzPct val="60000"/>
                        <a:buFont typeface="Wingdings" pitchFamily="2" charset="2"/>
                        <a:buNone/>
                        <a:tabLst/>
                      </a:pPr>
                      <a:r>
                        <a:rPr kumimoji="0" lang="en-US" altLang="zh-CN" sz="2800" b="1" i="0" u="none" strike="noStrike" cap="none" normalizeH="0" baseline="0">
                          <a:ln>
                            <a:noFill/>
                          </a:ln>
                          <a:solidFill>
                            <a:schemeClr val="tx1"/>
                          </a:solidFill>
                          <a:effectLst/>
                          <a:latin typeface="Times New Roman" pitchFamily="18" charset="0"/>
                          <a:ea typeface="黑体" pitchFamily="2" charset="-122"/>
                        </a:rPr>
                        <a:t>       id + id$</a:t>
                      </a:r>
                      <a:r>
                        <a:rPr kumimoji="0" lang="en-US" altLang="zh-CN" sz="2800" b="0" i="0" u="none" strike="noStrike" cap="none" normalizeH="0" baseline="0">
                          <a:ln>
                            <a:noFill/>
                          </a:ln>
                          <a:solidFill>
                            <a:schemeClr val="tx1"/>
                          </a:solidFill>
                          <a:effectLst/>
                          <a:latin typeface="Times New Roman" pitchFamily="18" charset="0"/>
                          <a:ea typeface="黑体" pitchFamily="2" charset="-122"/>
                        </a:rPr>
                        <a:t>  </a:t>
                      </a:r>
                    </a:p>
                  </a:txBody>
                  <a:tcPr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
                          <a:schemeClr val="folHlink"/>
                        </a:buClr>
                        <a:buSzPct val="60000"/>
                        <a:buFont typeface="Wingdings" pitchFamily="2" charset="2"/>
                        <a:buNone/>
                        <a:tabLst/>
                      </a:pPr>
                      <a:r>
                        <a:rPr kumimoji="0" lang="en-US" altLang="zh-CN" sz="2800" b="1" i="1" u="none" strike="noStrike" cap="none" normalizeH="0" baseline="0">
                          <a:ln>
                            <a:noFill/>
                          </a:ln>
                          <a:solidFill>
                            <a:schemeClr val="tx1"/>
                          </a:solidFill>
                          <a:effectLst/>
                          <a:latin typeface="Times New Roman" pitchFamily="18" charset="0"/>
                          <a:ea typeface="黑体" pitchFamily="2" charset="-122"/>
                        </a:rPr>
                        <a:t>F</a:t>
                      </a:r>
                      <a:r>
                        <a:rPr kumimoji="0" lang="en-US" altLang="zh-CN" sz="2800" b="1" i="0" u="none" strike="noStrike" cap="none" normalizeH="0" baseline="0">
                          <a:ln>
                            <a:noFill/>
                          </a:ln>
                          <a:solidFill>
                            <a:schemeClr val="tx1"/>
                          </a:solidFill>
                          <a:effectLst/>
                          <a:latin typeface="Times New Roman" pitchFamily="18" charset="0"/>
                          <a:ea typeface="黑体" pitchFamily="2" charset="-122"/>
                        </a:rPr>
                        <a:t> </a:t>
                      </a:r>
                      <a:r>
                        <a:rPr kumimoji="0" lang="en-US" altLang="zh-CN" sz="2800" b="1" i="0" u="none" strike="noStrike" cap="none" normalizeH="0" baseline="0">
                          <a:ln>
                            <a:noFill/>
                          </a:ln>
                          <a:solidFill>
                            <a:schemeClr val="tx1"/>
                          </a:solidFill>
                          <a:effectLst/>
                          <a:latin typeface="Times New Roman" pitchFamily="18" charset="0"/>
                          <a:ea typeface="黑体" pitchFamily="2" charset="-122"/>
                          <a:sym typeface="Symbol" pitchFamily="18" charset="2"/>
                        </a:rPr>
                        <a:t></a:t>
                      </a:r>
                      <a:r>
                        <a:rPr kumimoji="0" lang="en-US" altLang="zh-CN" sz="2800" b="1" i="0" u="none" strike="noStrike" cap="none" normalizeH="0" baseline="0">
                          <a:ln>
                            <a:noFill/>
                          </a:ln>
                          <a:solidFill>
                            <a:schemeClr val="tx1"/>
                          </a:solidFill>
                          <a:effectLst/>
                          <a:latin typeface="Times New Roman" pitchFamily="18" charset="0"/>
                          <a:ea typeface="黑体" pitchFamily="2" charset="-122"/>
                        </a:rPr>
                        <a:t> id</a:t>
                      </a:r>
                      <a:r>
                        <a:rPr kumimoji="0" lang="en-US" altLang="zh-CN" sz="2800" b="0" i="0" u="none" strike="noStrike" cap="none" normalizeH="0" baseline="0">
                          <a:ln>
                            <a:noFill/>
                          </a:ln>
                          <a:solidFill>
                            <a:schemeClr val="tx1"/>
                          </a:solidFill>
                          <a:effectLst/>
                          <a:latin typeface="Times New Roman" pitchFamily="18" charset="0"/>
                          <a:ea typeface="黑体" pitchFamily="2" charset="-122"/>
                        </a:rPr>
                        <a:t> </a:t>
                      </a:r>
                    </a:p>
                  </a:txBody>
                  <a:tcPr horzOverflow="overflow">
                    <a:lnL w="12700" cap="flat" cmpd="sng" algn="ctr">
                      <a:solidFill>
                        <a:schemeClr val="tx1"/>
                      </a:solidFill>
                      <a:prstDash val="solid"/>
                      <a:round/>
                      <a:headEnd type="none" w="sm" len="sm"/>
                      <a:tailEnd type="none" w="sm" len="sm"/>
                    </a:lnL>
                    <a:lnR w="28575"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1"/>
                  </a:ext>
                </a:extLst>
              </a:tr>
              <a:tr h="518160">
                <a:tc>
                  <a:txBody>
                    <a:bodyPr/>
                    <a:lstStyle/>
                    <a:p>
                      <a:pPr marL="0" marR="0" lvl="0" indent="0" algn="l" defTabSz="914400" rtl="0" eaLnBrk="1" fontAlgn="base" latinLnBrk="0" hangingPunct="1">
                        <a:lnSpc>
                          <a:spcPct val="100000"/>
                        </a:lnSpc>
                        <a:spcBef>
                          <a:spcPct val="20000"/>
                        </a:spcBef>
                        <a:spcAft>
                          <a:spcPct val="0"/>
                        </a:spcAft>
                        <a:buClr>
                          <a:schemeClr val="folHlink"/>
                        </a:buClr>
                        <a:buSzPct val="60000"/>
                        <a:buFont typeface="Wingdings" pitchFamily="2" charset="2"/>
                        <a:buNone/>
                        <a:tabLst/>
                      </a:pPr>
                      <a:r>
                        <a:rPr kumimoji="0" lang="en-US" altLang="zh-CN" sz="2800" b="1" i="0" u="none" strike="noStrike" cap="none" normalizeH="0" baseline="0">
                          <a:ln>
                            <a:noFill/>
                          </a:ln>
                          <a:solidFill>
                            <a:schemeClr val="tx1"/>
                          </a:solidFill>
                          <a:effectLst/>
                          <a:latin typeface="Times New Roman" pitchFamily="18" charset="0"/>
                          <a:ea typeface="黑体" pitchFamily="2" charset="-122"/>
                        </a:rPr>
                        <a:t>$</a:t>
                      </a:r>
                      <a:r>
                        <a:rPr kumimoji="0" lang="en-US" altLang="zh-CN" sz="2800" b="1" i="1" u="none" strike="noStrike" cap="none" normalizeH="0" baseline="0">
                          <a:ln>
                            <a:noFill/>
                          </a:ln>
                          <a:solidFill>
                            <a:schemeClr val="tx1"/>
                          </a:solidFill>
                          <a:effectLst/>
                          <a:latin typeface="Times New Roman" pitchFamily="18" charset="0"/>
                          <a:ea typeface="黑体" pitchFamily="2" charset="-122"/>
                        </a:rPr>
                        <a:t>E </a:t>
                      </a:r>
                      <a:r>
                        <a:rPr kumimoji="0" lang="en-US" altLang="zh-CN" sz="2800" b="1" i="0" u="none" strike="noStrike" cap="none" normalizeH="0" baseline="0">
                          <a:ln>
                            <a:noFill/>
                          </a:ln>
                          <a:solidFill>
                            <a:schemeClr val="tx1"/>
                          </a:solidFill>
                          <a:effectLst/>
                          <a:latin typeface="Times New Roman" pitchFamily="18" charset="0"/>
                          <a:ea typeface="黑体" pitchFamily="2" charset="-122"/>
                          <a:sym typeface="Symbol" pitchFamily="18" charset="2"/>
                        </a:rPr>
                        <a:t></a:t>
                      </a:r>
                      <a:r>
                        <a:rPr kumimoji="0" lang="en-US" altLang="zh-CN" sz="2800" b="1" i="1" u="none" strike="noStrike" cap="none" normalizeH="0" baseline="0">
                          <a:ln>
                            <a:noFill/>
                          </a:ln>
                          <a:solidFill>
                            <a:schemeClr val="tx1"/>
                          </a:solidFill>
                          <a:effectLst/>
                          <a:latin typeface="Times New Roman" pitchFamily="18" charset="0"/>
                          <a:ea typeface="黑体" pitchFamily="2" charset="-122"/>
                        </a:rPr>
                        <a:t>T </a:t>
                      </a:r>
                      <a:r>
                        <a:rPr kumimoji="0" lang="en-US" altLang="zh-CN" sz="2800" b="1" i="0" u="none" strike="noStrike" cap="none" normalizeH="0" baseline="0">
                          <a:ln>
                            <a:noFill/>
                          </a:ln>
                          <a:solidFill>
                            <a:schemeClr val="tx1"/>
                          </a:solidFill>
                          <a:effectLst/>
                          <a:latin typeface="Times New Roman" pitchFamily="18" charset="0"/>
                          <a:ea typeface="黑体" pitchFamily="2" charset="-122"/>
                          <a:sym typeface="Symbol" pitchFamily="18" charset="2"/>
                        </a:rPr>
                        <a:t></a:t>
                      </a:r>
                    </a:p>
                  </a:txBody>
                  <a:tcPr horzOverflow="overflow">
                    <a:lnL w="28575"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
                          <a:schemeClr val="folHlink"/>
                        </a:buClr>
                        <a:buSzPct val="60000"/>
                        <a:buFont typeface="Wingdings" pitchFamily="2" charset="2"/>
                        <a:buNone/>
                        <a:tabLst/>
                      </a:pPr>
                      <a:r>
                        <a:rPr kumimoji="0" lang="en-US" altLang="zh-CN" sz="2800" b="1" i="0" u="none" strike="noStrike" cap="none" normalizeH="0" baseline="0">
                          <a:ln>
                            <a:noFill/>
                          </a:ln>
                          <a:solidFill>
                            <a:schemeClr val="tx1"/>
                          </a:solidFill>
                          <a:effectLst/>
                          <a:latin typeface="Times New Roman" pitchFamily="18" charset="0"/>
                          <a:ea typeface="黑体" pitchFamily="2" charset="-122"/>
                        </a:rPr>
                        <a:t>           + id$</a:t>
                      </a:r>
                    </a:p>
                  </a:txBody>
                  <a:tcPr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
                          <a:schemeClr val="folHlink"/>
                        </a:buClr>
                        <a:buSzPct val="60000"/>
                        <a:buFont typeface="Wingdings" pitchFamily="2" charset="2"/>
                        <a:buNone/>
                        <a:tabLst/>
                      </a:pPr>
                      <a:endParaRPr kumimoji="0" lang="zh-CN" altLang="zh-CN" sz="2800" b="1" i="0" u="none" strike="noStrike" cap="none" normalizeH="0" baseline="0">
                        <a:ln>
                          <a:noFill/>
                        </a:ln>
                        <a:solidFill>
                          <a:schemeClr val="tx1"/>
                        </a:solidFill>
                        <a:effectLst/>
                        <a:latin typeface="Times New Roman" pitchFamily="18" charset="0"/>
                        <a:ea typeface="黑体" pitchFamily="2" charset="-122"/>
                      </a:endParaRPr>
                    </a:p>
                  </a:txBody>
                  <a:tcPr horzOverflow="overflow">
                    <a:lnL w="12700" cap="flat" cmpd="sng" algn="ctr">
                      <a:solidFill>
                        <a:schemeClr val="tx1"/>
                      </a:solidFill>
                      <a:prstDash val="solid"/>
                      <a:round/>
                      <a:headEnd type="none" w="sm" len="sm"/>
                      <a:tailEnd type="none" w="sm" len="sm"/>
                    </a:lnL>
                    <a:lnR w="28575" cap="flat" cmpd="sng" algn="ctr">
                      <a:solidFill>
                        <a:schemeClr val="tx1"/>
                      </a:solidFill>
                      <a:prstDash val="solid"/>
                      <a:round/>
                      <a:headEnd type="none" w="sm" len="sm"/>
                      <a:tailEnd type="none" w="sm" len="sm"/>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2"/>
                  </a:ext>
                </a:extLst>
              </a:tr>
              <a:tr h="519113">
                <a:tc>
                  <a:txBody>
                    <a:bodyPr/>
                    <a:lstStyle/>
                    <a:p>
                      <a:pPr marL="0" marR="0" lvl="0" indent="0" algn="l" defTabSz="914400" rtl="0" eaLnBrk="1" fontAlgn="base" latinLnBrk="0" hangingPunct="1">
                        <a:lnSpc>
                          <a:spcPct val="100000"/>
                        </a:lnSpc>
                        <a:spcBef>
                          <a:spcPct val="20000"/>
                        </a:spcBef>
                        <a:spcAft>
                          <a:spcPct val="0"/>
                        </a:spcAft>
                        <a:buClr>
                          <a:schemeClr val="folHlink"/>
                        </a:buClr>
                        <a:buSzPct val="60000"/>
                        <a:buFont typeface="Wingdings" pitchFamily="2" charset="2"/>
                        <a:buNone/>
                        <a:tabLst/>
                      </a:pPr>
                      <a:endParaRPr kumimoji="0" lang="zh-CN" altLang="zh-CN" sz="2800" b="1" i="0" u="none" strike="noStrike" cap="none" normalizeH="0" baseline="0">
                        <a:ln>
                          <a:noFill/>
                        </a:ln>
                        <a:solidFill>
                          <a:schemeClr val="tx1"/>
                        </a:solidFill>
                        <a:effectLst/>
                        <a:latin typeface="Tahoma" pitchFamily="34" charset="0"/>
                        <a:ea typeface="黑体" pitchFamily="2" charset="-122"/>
                        <a:sym typeface="Symbol" pitchFamily="18" charset="2"/>
                      </a:endParaRPr>
                    </a:p>
                  </a:txBody>
                  <a:tcPr horzOverflow="overflow">
                    <a:lnL w="28575"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
                          <a:schemeClr val="folHlink"/>
                        </a:buClr>
                        <a:buSzPct val="60000"/>
                        <a:buFont typeface="Wingdings" pitchFamily="2" charset="2"/>
                        <a:buNone/>
                        <a:tabLst/>
                      </a:pPr>
                      <a:endParaRPr kumimoji="0" lang="zh-CN" altLang="zh-CN" sz="2800" b="1" i="0" u="none" strike="noStrike" cap="none" normalizeH="0" baseline="0">
                        <a:ln>
                          <a:noFill/>
                        </a:ln>
                        <a:solidFill>
                          <a:schemeClr val="tx1"/>
                        </a:solidFill>
                        <a:effectLst/>
                        <a:latin typeface="Tahoma" pitchFamily="34" charset="0"/>
                        <a:ea typeface="黑体" pitchFamily="2" charset="-122"/>
                      </a:endParaRPr>
                    </a:p>
                  </a:txBody>
                  <a:tcPr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
                          <a:schemeClr val="folHlink"/>
                        </a:buClr>
                        <a:buSzPct val="60000"/>
                        <a:buFont typeface="Wingdings" pitchFamily="2" charset="2"/>
                        <a:buNone/>
                        <a:tabLst/>
                      </a:pPr>
                      <a:endParaRPr kumimoji="0" lang="zh-CN" altLang="zh-CN" sz="2800" b="1" i="0" u="none" strike="noStrike" cap="none" normalizeH="0" baseline="0">
                        <a:ln>
                          <a:noFill/>
                        </a:ln>
                        <a:solidFill>
                          <a:schemeClr val="tx1"/>
                        </a:solidFill>
                        <a:effectLst/>
                        <a:latin typeface="Tahoma" pitchFamily="34" charset="0"/>
                        <a:ea typeface="黑体" pitchFamily="2" charset="-122"/>
                        <a:sym typeface="Symbol" pitchFamily="18" charset="2"/>
                      </a:endParaRPr>
                    </a:p>
                  </a:txBody>
                  <a:tcPr horzOverflow="overflow">
                    <a:lnL w="12700" cap="flat" cmpd="sng" algn="ctr">
                      <a:solidFill>
                        <a:schemeClr val="tx1"/>
                      </a:solidFill>
                      <a:prstDash val="solid"/>
                      <a:round/>
                      <a:headEnd type="none" w="sm" len="sm"/>
                      <a:tailEnd type="none" w="sm" len="sm"/>
                    </a:lnL>
                    <a:lnR w="28575" cap="flat" cmpd="sng" algn="ctr">
                      <a:solidFill>
                        <a:schemeClr val="tx1"/>
                      </a:solidFill>
                      <a:prstDash val="solid"/>
                      <a:round/>
                      <a:headEnd type="none" w="sm" len="sm"/>
                      <a:tailEnd type="none" w="sm" len="sm"/>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3"/>
                  </a:ext>
                </a:extLst>
              </a:tr>
              <a:tr h="518160">
                <a:tc>
                  <a:txBody>
                    <a:bodyPr/>
                    <a:lstStyle/>
                    <a:p>
                      <a:pPr marL="0" marR="0" lvl="0" indent="0" algn="l" defTabSz="914400" rtl="0" eaLnBrk="1" fontAlgn="base" latinLnBrk="0" hangingPunct="1">
                        <a:lnSpc>
                          <a:spcPct val="100000"/>
                        </a:lnSpc>
                        <a:spcBef>
                          <a:spcPct val="20000"/>
                        </a:spcBef>
                        <a:spcAft>
                          <a:spcPct val="0"/>
                        </a:spcAft>
                        <a:buClr>
                          <a:schemeClr val="folHlink"/>
                        </a:buClr>
                        <a:buSzPct val="60000"/>
                        <a:buFont typeface="Wingdings" pitchFamily="2" charset="2"/>
                        <a:buNone/>
                        <a:tabLst/>
                      </a:pPr>
                      <a:endParaRPr kumimoji="0" lang="zh-CN" altLang="zh-CN" sz="2800" b="1" i="0" u="none" strike="noStrike" cap="none" normalizeH="0" baseline="0">
                        <a:ln>
                          <a:noFill/>
                        </a:ln>
                        <a:solidFill>
                          <a:schemeClr val="tx1"/>
                        </a:solidFill>
                        <a:effectLst/>
                        <a:latin typeface="Tahoma" pitchFamily="34" charset="0"/>
                        <a:ea typeface="黑体" pitchFamily="2" charset="-122"/>
                      </a:endParaRPr>
                    </a:p>
                  </a:txBody>
                  <a:tcPr horzOverflow="overflow">
                    <a:lnL w="28575"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
                          <a:schemeClr val="folHlink"/>
                        </a:buClr>
                        <a:buSzPct val="60000"/>
                        <a:buFont typeface="Wingdings" pitchFamily="2" charset="2"/>
                        <a:buNone/>
                        <a:tabLst/>
                      </a:pPr>
                      <a:endParaRPr kumimoji="0" lang="zh-CN" altLang="zh-CN" sz="2800" b="1" i="0" u="none" strike="noStrike" cap="none" normalizeH="0" baseline="0">
                        <a:ln>
                          <a:noFill/>
                        </a:ln>
                        <a:solidFill>
                          <a:schemeClr val="tx1"/>
                        </a:solidFill>
                        <a:effectLst/>
                        <a:latin typeface="Tahoma" pitchFamily="34" charset="0"/>
                        <a:ea typeface="黑体" pitchFamily="2" charset="-122"/>
                      </a:endParaRPr>
                    </a:p>
                  </a:txBody>
                  <a:tcPr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
                          <a:schemeClr val="folHlink"/>
                        </a:buClr>
                        <a:buSzPct val="60000"/>
                        <a:buFont typeface="Wingdings" pitchFamily="2" charset="2"/>
                        <a:buNone/>
                        <a:tabLst/>
                      </a:pPr>
                      <a:endParaRPr kumimoji="0" lang="zh-CN" altLang="zh-CN" sz="2800" b="1" i="0" u="none" strike="noStrike" cap="none" normalizeH="0" baseline="0">
                        <a:ln>
                          <a:noFill/>
                        </a:ln>
                        <a:solidFill>
                          <a:schemeClr val="tx1"/>
                        </a:solidFill>
                        <a:effectLst/>
                        <a:latin typeface="Tahoma" pitchFamily="34" charset="0"/>
                        <a:ea typeface="黑体" pitchFamily="2" charset="-122"/>
                        <a:sym typeface="Symbol" pitchFamily="18" charset="2"/>
                      </a:endParaRPr>
                    </a:p>
                  </a:txBody>
                  <a:tcPr horzOverflow="overflow">
                    <a:lnL w="12700" cap="flat" cmpd="sng" algn="ctr">
                      <a:solidFill>
                        <a:schemeClr val="tx1"/>
                      </a:solidFill>
                      <a:prstDash val="solid"/>
                      <a:round/>
                      <a:headEnd type="none" w="sm" len="sm"/>
                      <a:tailEnd type="none" w="sm" len="sm"/>
                    </a:lnL>
                    <a:lnR w="28575" cap="flat" cmpd="sng" algn="ctr">
                      <a:solidFill>
                        <a:schemeClr val="tx1"/>
                      </a:solidFill>
                      <a:prstDash val="solid"/>
                      <a:round/>
                      <a:headEnd type="none" w="sm" len="sm"/>
                      <a:tailEnd type="none" w="sm" len="sm"/>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4"/>
                  </a:ext>
                </a:extLst>
              </a:tr>
              <a:tr h="518160">
                <a:tc>
                  <a:txBody>
                    <a:bodyPr/>
                    <a:lstStyle/>
                    <a:p>
                      <a:pPr marL="0" marR="0" lvl="0" indent="0" algn="l" defTabSz="914400" rtl="0" eaLnBrk="1" fontAlgn="base" latinLnBrk="0" hangingPunct="1">
                        <a:lnSpc>
                          <a:spcPct val="100000"/>
                        </a:lnSpc>
                        <a:spcBef>
                          <a:spcPct val="20000"/>
                        </a:spcBef>
                        <a:spcAft>
                          <a:spcPct val="0"/>
                        </a:spcAft>
                        <a:buClr>
                          <a:schemeClr val="folHlink"/>
                        </a:buClr>
                        <a:buSzPct val="60000"/>
                        <a:buFont typeface="Wingdings" pitchFamily="2" charset="2"/>
                        <a:buNone/>
                        <a:tabLst/>
                      </a:pPr>
                      <a:endParaRPr kumimoji="0" lang="zh-CN" altLang="zh-CN" sz="2800" b="1" i="1" u="none" strike="noStrike" cap="none" normalizeH="0" baseline="0">
                        <a:ln>
                          <a:noFill/>
                        </a:ln>
                        <a:solidFill>
                          <a:schemeClr val="tx1"/>
                        </a:solidFill>
                        <a:effectLst/>
                        <a:latin typeface="Tahoma" pitchFamily="34" charset="0"/>
                        <a:ea typeface="黑体" pitchFamily="2" charset="-122"/>
                      </a:endParaRPr>
                    </a:p>
                  </a:txBody>
                  <a:tcPr horzOverflow="overflow">
                    <a:lnL w="28575"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
                          <a:schemeClr val="folHlink"/>
                        </a:buClr>
                        <a:buSzPct val="60000"/>
                        <a:buFont typeface="Wingdings" pitchFamily="2" charset="2"/>
                        <a:buNone/>
                        <a:tabLst/>
                      </a:pPr>
                      <a:endParaRPr kumimoji="0" lang="zh-CN" altLang="zh-CN" sz="2800" b="1" i="0" u="none" strike="noStrike" cap="none" normalizeH="0" baseline="0">
                        <a:ln>
                          <a:noFill/>
                        </a:ln>
                        <a:solidFill>
                          <a:schemeClr val="tx1"/>
                        </a:solidFill>
                        <a:effectLst/>
                        <a:latin typeface="Tahoma" pitchFamily="34" charset="0"/>
                        <a:ea typeface="黑体" pitchFamily="2" charset="-122"/>
                      </a:endParaRPr>
                    </a:p>
                  </a:txBody>
                  <a:tcPr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
                          <a:schemeClr val="folHlink"/>
                        </a:buClr>
                        <a:buSzPct val="60000"/>
                        <a:buFont typeface="Wingdings" pitchFamily="2" charset="2"/>
                        <a:buNone/>
                        <a:tabLst/>
                      </a:pPr>
                      <a:endParaRPr kumimoji="0" lang="zh-CN" altLang="zh-CN" sz="2800" b="1" i="0" u="none" strike="noStrike" cap="none" normalizeH="0" baseline="0">
                        <a:ln>
                          <a:noFill/>
                        </a:ln>
                        <a:solidFill>
                          <a:schemeClr val="tx1"/>
                        </a:solidFill>
                        <a:effectLst/>
                        <a:latin typeface="Tahoma" pitchFamily="34" charset="0"/>
                        <a:ea typeface="黑体" pitchFamily="2" charset="-122"/>
                        <a:sym typeface="Symbol" pitchFamily="18" charset="2"/>
                      </a:endParaRPr>
                    </a:p>
                  </a:txBody>
                  <a:tcPr horzOverflow="overflow">
                    <a:lnL w="12700" cap="flat" cmpd="sng" algn="ctr">
                      <a:solidFill>
                        <a:schemeClr val="tx1"/>
                      </a:solidFill>
                      <a:prstDash val="solid"/>
                      <a:round/>
                      <a:headEnd type="none" w="sm" len="sm"/>
                      <a:tailEnd type="none" w="sm" len="sm"/>
                    </a:lnL>
                    <a:lnR w="28575" cap="flat" cmpd="sng" algn="ctr">
                      <a:solidFill>
                        <a:schemeClr val="tx1"/>
                      </a:solidFill>
                      <a:prstDash val="solid"/>
                      <a:round/>
                      <a:headEnd type="none" w="sm" len="sm"/>
                      <a:tailEnd type="none" w="sm" len="sm"/>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5"/>
                  </a:ext>
                </a:extLst>
              </a:tr>
              <a:tr h="519113">
                <a:tc>
                  <a:txBody>
                    <a:bodyPr/>
                    <a:lstStyle/>
                    <a:p>
                      <a:pPr marL="0" marR="0" lvl="0" indent="0" algn="l" defTabSz="914400" rtl="0" eaLnBrk="1" fontAlgn="base" latinLnBrk="0" hangingPunct="1">
                        <a:lnSpc>
                          <a:spcPct val="100000"/>
                        </a:lnSpc>
                        <a:spcBef>
                          <a:spcPct val="20000"/>
                        </a:spcBef>
                        <a:spcAft>
                          <a:spcPct val="0"/>
                        </a:spcAft>
                        <a:buClr>
                          <a:schemeClr val="folHlink"/>
                        </a:buClr>
                        <a:buSzPct val="60000"/>
                        <a:buFont typeface="Wingdings" pitchFamily="2" charset="2"/>
                        <a:buNone/>
                        <a:tabLst/>
                      </a:pPr>
                      <a:endParaRPr kumimoji="0" lang="zh-CN" altLang="zh-CN" sz="2800" b="1" i="1" u="none" strike="noStrike" cap="none" normalizeH="0" baseline="0">
                        <a:ln>
                          <a:noFill/>
                        </a:ln>
                        <a:solidFill>
                          <a:schemeClr val="tx1"/>
                        </a:solidFill>
                        <a:effectLst/>
                        <a:latin typeface="Tahoma" pitchFamily="34" charset="0"/>
                        <a:ea typeface="黑体" pitchFamily="2" charset="-122"/>
                      </a:endParaRPr>
                    </a:p>
                  </a:txBody>
                  <a:tcPr horzOverflow="overflow">
                    <a:lnL w="28575"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
                          <a:schemeClr val="folHlink"/>
                        </a:buClr>
                        <a:buSzPct val="60000"/>
                        <a:buFont typeface="Wingdings" pitchFamily="2" charset="2"/>
                        <a:buNone/>
                        <a:tabLst/>
                      </a:pPr>
                      <a:endParaRPr kumimoji="0" lang="zh-CN" altLang="zh-CN" sz="2800" b="1" i="0" u="none" strike="noStrike" cap="none" normalizeH="0" baseline="0">
                        <a:ln>
                          <a:noFill/>
                        </a:ln>
                        <a:solidFill>
                          <a:schemeClr val="tx1"/>
                        </a:solidFill>
                        <a:effectLst/>
                        <a:latin typeface="Tahoma" pitchFamily="34" charset="0"/>
                        <a:ea typeface="黑体" pitchFamily="2" charset="-122"/>
                      </a:endParaRPr>
                    </a:p>
                  </a:txBody>
                  <a:tcPr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
                          <a:schemeClr val="folHlink"/>
                        </a:buClr>
                        <a:buSzPct val="60000"/>
                        <a:buFont typeface="Wingdings" pitchFamily="2" charset="2"/>
                        <a:buNone/>
                        <a:tabLst/>
                      </a:pPr>
                      <a:endParaRPr kumimoji="0" lang="zh-CN" altLang="zh-CN" sz="2800" b="1" i="0" u="none" strike="noStrike" cap="none" normalizeH="0" baseline="0">
                        <a:ln>
                          <a:noFill/>
                        </a:ln>
                        <a:solidFill>
                          <a:schemeClr val="tx1"/>
                        </a:solidFill>
                        <a:effectLst/>
                        <a:latin typeface="Tahoma" pitchFamily="34" charset="0"/>
                        <a:ea typeface="黑体" pitchFamily="2" charset="-122"/>
                        <a:sym typeface="Symbol" pitchFamily="18" charset="2"/>
                      </a:endParaRPr>
                    </a:p>
                  </a:txBody>
                  <a:tcPr horzOverflow="overflow">
                    <a:lnL w="12700" cap="flat" cmpd="sng" algn="ctr">
                      <a:solidFill>
                        <a:schemeClr val="tx1"/>
                      </a:solidFill>
                      <a:prstDash val="solid"/>
                      <a:round/>
                      <a:headEnd type="none" w="sm" len="sm"/>
                      <a:tailEnd type="none" w="sm" len="sm"/>
                    </a:lnL>
                    <a:lnR w="28575" cap="flat" cmpd="sng" algn="ctr">
                      <a:solidFill>
                        <a:schemeClr val="tx1"/>
                      </a:solidFill>
                      <a:prstDash val="solid"/>
                      <a:round/>
                      <a:headEnd type="none" w="sm" len="sm"/>
                      <a:tailEnd type="none" w="sm" len="sm"/>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6"/>
                  </a:ext>
                </a:extLst>
              </a:tr>
              <a:tr h="518160">
                <a:tc>
                  <a:txBody>
                    <a:bodyPr/>
                    <a:lstStyle/>
                    <a:p>
                      <a:pPr marL="0" marR="0" lvl="0" indent="0" algn="l" defTabSz="914400" rtl="0" eaLnBrk="1" fontAlgn="base" latinLnBrk="0" hangingPunct="1">
                        <a:lnSpc>
                          <a:spcPct val="100000"/>
                        </a:lnSpc>
                        <a:spcBef>
                          <a:spcPct val="20000"/>
                        </a:spcBef>
                        <a:spcAft>
                          <a:spcPct val="0"/>
                        </a:spcAft>
                        <a:buClr>
                          <a:schemeClr val="folHlink"/>
                        </a:buClr>
                        <a:buSzPct val="60000"/>
                        <a:buFont typeface="Wingdings" pitchFamily="2" charset="2"/>
                        <a:buNone/>
                        <a:tabLst/>
                      </a:pPr>
                      <a:endParaRPr kumimoji="0" lang="zh-CN" altLang="zh-CN" sz="2800" b="1" i="0" u="none" strike="noStrike" cap="none" normalizeH="0" baseline="0">
                        <a:ln>
                          <a:noFill/>
                        </a:ln>
                        <a:solidFill>
                          <a:schemeClr val="tx1"/>
                        </a:solidFill>
                        <a:effectLst/>
                        <a:latin typeface="Tahoma" pitchFamily="34" charset="0"/>
                        <a:ea typeface="黑体" pitchFamily="2" charset="-122"/>
                      </a:endParaRPr>
                    </a:p>
                  </a:txBody>
                  <a:tcPr horzOverflow="overflow">
                    <a:lnL w="28575"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
                          <a:schemeClr val="folHlink"/>
                        </a:buClr>
                        <a:buSzPct val="60000"/>
                        <a:buFont typeface="Wingdings" pitchFamily="2" charset="2"/>
                        <a:buNone/>
                        <a:tabLst/>
                      </a:pPr>
                      <a:endParaRPr kumimoji="0" lang="zh-CN" altLang="zh-CN" sz="2800" b="1" i="0" u="none" strike="noStrike" cap="none" normalizeH="0" baseline="0">
                        <a:ln>
                          <a:noFill/>
                        </a:ln>
                        <a:solidFill>
                          <a:schemeClr val="tx1"/>
                        </a:solidFill>
                        <a:effectLst/>
                        <a:latin typeface="Tahoma" pitchFamily="34" charset="0"/>
                        <a:ea typeface="黑体" pitchFamily="2" charset="-122"/>
                      </a:endParaRPr>
                    </a:p>
                  </a:txBody>
                  <a:tcPr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
                          <a:schemeClr val="folHlink"/>
                        </a:buClr>
                        <a:buSzPct val="60000"/>
                        <a:buFont typeface="Wingdings" pitchFamily="2" charset="2"/>
                        <a:buNone/>
                        <a:tabLst/>
                      </a:pPr>
                      <a:endParaRPr kumimoji="0" lang="zh-CN" altLang="zh-CN" sz="2800" b="1" i="0" u="none" strike="noStrike" cap="none" normalizeH="0" baseline="0">
                        <a:ln>
                          <a:noFill/>
                        </a:ln>
                        <a:solidFill>
                          <a:schemeClr val="tx1"/>
                        </a:solidFill>
                        <a:effectLst/>
                        <a:latin typeface="Tahoma" pitchFamily="34" charset="0"/>
                        <a:ea typeface="黑体" pitchFamily="2" charset="-122"/>
                        <a:sym typeface="Symbol" pitchFamily="18" charset="2"/>
                      </a:endParaRPr>
                    </a:p>
                  </a:txBody>
                  <a:tcPr horzOverflow="overflow">
                    <a:lnL w="12700" cap="flat" cmpd="sng" algn="ctr">
                      <a:solidFill>
                        <a:schemeClr val="tx1"/>
                      </a:solidFill>
                      <a:prstDash val="solid"/>
                      <a:round/>
                      <a:headEnd type="none" w="sm" len="sm"/>
                      <a:tailEnd type="none" w="sm" len="sm"/>
                    </a:lnL>
                    <a:lnR w="28575" cap="flat" cmpd="sng" algn="ctr">
                      <a:solidFill>
                        <a:schemeClr val="tx1"/>
                      </a:solidFill>
                      <a:prstDash val="solid"/>
                      <a:round/>
                      <a:headEnd type="none" w="sm" len="sm"/>
                      <a:tailEnd type="none" w="sm" len="sm"/>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7"/>
                  </a:ext>
                </a:extLst>
              </a:tr>
              <a:tr h="519113">
                <a:tc>
                  <a:txBody>
                    <a:bodyPr/>
                    <a:lstStyle/>
                    <a:p>
                      <a:pPr marL="0" marR="0" lvl="0" indent="0" algn="l" defTabSz="914400" rtl="0" eaLnBrk="1" fontAlgn="base" latinLnBrk="0" hangingPunct="1">
                        <a:lnSpc>
                          <a:spcPct val="100000"/>
                        </a:lnSpc>
                        <a:spcBef>
                          <a:spcPct val="20000"/>
                        </a:spcBef>
                        <a:spcAft>
                          <a:spcPct val="0"/>
                        </a:spcAft>
                        <a:buClr>
                          <a:schemeClr val="folHlink"/>
                        </a:buClr>
                        <a:buSzPct val="60000"/>
                        <a:buFont typeface="Wingdings" pitchFamily="2" charset="2"/>
                        <a:buNone/>
                        <a:tabLst/>
                      </a:pPr>
                      <a:endParaRPr kumimoji="0" lang="zh-CN" altLang="zh-CN" sz="2800" b="1" i="0" u="none" strike="noStrike" cap="none" normalizeH="0" baseline="0">
                        <a:ln>
                          <a:noFill/>
                        </a:ln>
                        <a:solidFill>
                          <a:schemeClr val="tx1"/>
                        </a:solidFill>
                        <a:effectLst/>
                        <a:latin typeface="Tahoma" pitchFamily="34" charset="0"/>
                        <a:ea typeface="黑体" pitchFamily="2" charset="-122"/>
                        <a:sym typeface="Symbol" pitchFamily="18" charset="2"/>
                      </a:endParaRPr>
                    </a:p>
                  </a:txBody>
                  <a:tcPr horzOverflow="overflow">
                    <a:lnL w="28575"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sm" len="sm"/>
                      <a:tailEnd type="none" w="sm" len="sm"/>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
                          <a:schemeClr val="folHlink"/>
                        </a:buClr>
                        <a:buSzPct val="60000"/>
                        <a:buFont typeface="Wingdings" pitchFamily="2" charset="2"/>
                        <a:buNone/>
                        <a:tabLst/>
                      </a:pPr>
                      <a:endParaRPr kumimoji="0" lang="zh-CN" altLang="zh-CN" sz="2800" b="1" i="0" u="none" strike="noStrike" cap="none" normalizeH="0" baseline="0">
                        <a:ln>
                          <a:noFill/>
                        </a:ln>
                        <a:solidFill>
                          <a:schemeClr val="tx1"/>
                        </a:solidFill>
                        <a:effectLst/>
                        <a:latin typeface="Tahoma" pitchFamily="34" charset="0"/>
                        <a:ea typeface="黑体" pitchFamily="2" charset="-122"/>
                      </a:endParaRPr>
                    </a:p>
                  </a:txBody>
                  <a:tcPr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sm" len="sm"/>
                      <a:tailEnd type="none" w="sm" len="sm"/>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
                          <a:schemeClr val="folHlink"/>
                        </a:buClr>
                        <a:buSzPct val="60000"/>
                        <a:buFont typeface="Wingdings" pitchFamily="2" charset="2"/>
                        <a:buNone/>
                        <a:tabLst/>
                      </a:pPr>
                      <a:endParaRPr kumimoji="0" lang="zh-CN" altLang="zh-CN" sz="2800" b="1" i="0" u="none" strike="noStrike" cap="none" normalizeH="0" baseline="0" dirty="0">
                        <a:ln>
                          <a:noFill/>
                        </a:ln>
                        <a:solidFill>
                          <a:schemeClr val="tx1"/>
                        </a:solidFill>
                        <a:effectLst/>
                        <a:latin typeface="Tahoma" pitchFamily="34" charset="0"/>
                        <a:ea typeface="黑体" pitchFamily="2" charset="-122"/>
                      </a:endParaRPr>
                    </a:p>
                  </a:txBody>
                  <a:tcPr horzOverflow="overflow">
                    <a:lnL w="12700" cap="flat" cmpd="sng" algn="ctr">
                      <a:solidFill>
                        <a:schemeClr val="tx1"/>
                      </a:solidFill>
                      <a:prstDash val="solid"/>
                      <a:round/>
                      <a:headEnd type="none" w="sm" len="sm"/>
                      <a:tailEnd type="none" w="sm" len="sm"/>
                    </a:lnL>
                    <a:lnR w="28575" cap="flat" cmpd="sng" algn="ctr">
                      <a:solidFill>
                        <a:schemeClr val="tx1"/>
                      </a:solidFill>
                      <a:prstDash val="solid"/>
                      <a:round/>
                      <a:headEnd type="none" w="sm" len="sm"/>
                      <a:tailEnd type="none" w="sm" len="sm"/>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sm" len="sm"/>
                      <a:tailEnd type="none" w="sm" len="sm"/>
                    </a:lnB>
                    <a:lnTlToBr>
                      <a:noFill/>
                    </a:lnTlToBr>
                    <a:lnBlToTr>
                      <a:noFill/>
                    </a:lnBlToTr>
                    <a:noFill/>
                  </a:tcPr>
                </a:tc>
                <a:extLst>
                  <a:ext uri="{0D108BD9-81ED-4DB2-BD59-A6C34878D82A}">
                    <a16:rowId xmlns:a16="http://schemas.microsoft.com/office/drawing/2014/main" val="10008"/>
                  </a:ext>
                </a:extLst>
              </a:tr>
            </a:tbl>
          </a:graphicData>
        </a:graphic>
      </p:graphicFrame>
      <p:sp>
        <p:nvSpPr>
          <p:cNvPr id="2" name="日期占位符 1">
            <a:extLst>
              <a:ext uri="{FF2B5EF4-FFF2-40B4-BE49-F238E27FC236}">
                <a16:creationId xmlns:a16="http://schemas.microsoft.com/office/drawing/2014/main" id="{B4B276EE-7039-4427-3E08-BE6CDAF2C3F6}"/>
              </a:ext>
            </a:extLst>
          </p:cNvPr>
          <p:cNvSpPr>
            <a:spLocks noGrp="1"/>
          </p:cNvSpPr>
          <p:nvPr>
            <p:ph type="dt" sz="half" idx="10"/>
          </p:nvPr>
        </p:nvSpPr>
        <p:spPr/>
        <p:txBody>
          <a:bodyPr/>
          <a:lstStyle/>
          <a:p>
            <a:fld id="{65B6D246-F347-482E-B226-2DECA4ECC463}" type="datetime2">
              <a:rPr lang="zh-CN" altLang="en-US" smtClean="0"/>
              <a:pPr/>
              <a:t>2025年11月26日</a:t>
            </a:fld>
            <a:endParaRPr lang="zh-CN" altLang="en-US"/>
          </a:p>
        </p:txBody>
      </p:sp>
      <p:sp>
        <p:nvSpPr>
          <p:cNvPr id="3" name="页脚占位符 2">
            <a:extLst>
              <a:ext uri="{FF2B5EF4-FFF2-40B4-BE49-F238E27FC236}">
                <a16:creationId xmlns:a16="http://schemas.microsoft.com/office/drawing/2014/main" id="{D721279C-5720-9A85-AC94-DB84B5E85E52}"/>
              </a:ext>
            </a:extLst>
          </p:cNvPr>
          <p:cNvSpPr>
            <a:spLocks noGrp="1"/>
          </p:cNvSpPr>
          <p:nvPr>
            <p:ph type="ftr" sz="quarter" idx="11"/>
          </p:nvPr>
        </p:nvSpPr>
        <p:spPr/>
        <p:txBody>
          <a:bodyPr/>
          <a:lstStyle/>
          <a:p>
            <a:r>
              <a:rPr lang="zh-CN" altLang="en-US"/>
              <a:t>编译原理</a:t>
            </a:r>
            <a:r>
              <a:rPr lang="en-US" altLang="zh-CN"/>
              <a:t>-</a:t>
            </a:r>
            <a:r>
              <a:rPr lang="zh-CN" altLang="en-US"/>
              <a:t>王欣捷</a:t>
            </a:r>
            <a:r>
              <a:rPr lang="en-US" altLang="zh-CN"/>
              <a:t>-</a:t>
            </a:r>
            <a:r>
              <a:rPr lang="zh-CN" altLang="en-US"/>
              <a:t>第三章 语法分析</a:t>
            </a:r>
            <a:r>
              <a:rPr lang="en-US" altLang="zh-CN"/>
              <a:t>(4)</a:t>
            </a:r>
            <a:endParaRPr lang="zh-CN" altLang="en-US"/>
          </a:p>
        </p:txBody>
      </p:sp>
      <p:sp>
        <p:nvSpPr>
          <p:cNvPr id="4" name="灯片编号占位符 3">
            <a:extLst>
              <a:ext uri="{FF2B5EF4-FFF2-40B4-BE49-F238E27FC236}">
                <a16:creationId xmlns:a16="http://schemas.microsoft.com/office/drawing/2014/main" id="{81881F88-F9B5-3438-67DB-C7BB3425CFCB}"/>
              </a:ext>
            </a:extLst>
          </p:cNvPr>
          <p:cNvSpPr>
            <a:spLocks noGrp="1"/>
          </p:cNvSpPr>
          <p:nvPr>
            <p:ph type="sldNum" sz="quarter" idx="12"/>
          </p:nvPr>
        </p:nvSpPr>
        <p:spPr/>
        <p:txBody>
          <a:bodyPr/>
          <a:lstStyle/>
          <a:p>
            <a:fld id="{094DEB03-EFC6-4C20-8FC8-295189A5386F}" type="slidenum">
              <a:rPr lang="zh-CN" altLang="en-US" smtClean="0"/>
              <a:pPr/>
              <a:t>22</a:t>
            </a:fld>
            <a:endParaRPr lang="zh-CN" altLang="en-US"/>
          </a:p>
        </p:txBody>
      </p:sp>
      <p:graphicFrame>
        <p:nvGraphicFramePr>
          <p:cNvPr id="6" name="Group 3">
            <a:extLst>
              <a:ext uri="{FF2B5EF4-FFF2-40B4-BE49-F238E27FC236}">
                <a16:creationId xmlns:a16="http://schemas.microsoft.com/office/drawing/2014/main" id="{89E884CA-41BE-908D-59B7-7CA47CFFD19A}"/>
              </a:ext>
            </a:extLst>
          </p:cNvPr>
          <p:cNvGraphicFramePr>
            <a:graphicFrameLocks/>
          </p:cNvGraphicFramePr>
          <p:nvPr>
            <p:extLst>
              <p:ext uri="{D42A27DB-BD31-4B8C-83A1-F6EECF244321}">
                <p14:modId xmlns:p14="http://schemas.microsoft.com/office/powerpoint/2010/main" val="3119226730"/>
              </p:ext>
            </p:extLst>
          </p:nvPr>
        </p:nvGraphicFramePr>
        <p:xfrm>
          <a:off x="1681224" y="4049485"/>
          <a:ext cx="6162551" cy="2535464"/>
        </p:xfrm>
        <a:graphic>
          <a:graphicData uri="http://schemas.openxmlformats.org/drawingml/2006/table">
            <a:tbl>
              <a:tblPr>
                <a:effectLst>
                  <a:outerShdw blurRad="63500" sx="102000" sy="102000" algn="ctr" rotWithShape="0">
                    <a:prstClr val="black">
                      <a:alpha val="40000"/>
                    </a:prstClr>
                  </a:outerShdw>
                </a:effectLst>
              </a:tblPr>
              <a:tblGrid>
                <a:gridCol w="753362">
                  <a:extLst>
                    <a:ext uri="{9D8B030D-6E8A-4147-A177-3AD203B41FA5}">
                      <a16:colId xmlns:a16="http://schemas.microsoft.com/office/drawing/2014/main" val="20000"/>
                    </a:ext>
                  </a:extLst>
                </a:gridCol>
                <a:gridCol w="914796">
                  <a:extLst>
                    <a:ext uri="{9D8B030D-6E8A-4147-A177-3AD203B41FA5}">
                      <a16:colId xmlns:a16="http://schemas.microsoft.com/office/drawing/2014/main" val="20001"/>
                    </a:ext>
                  </a:extLst>
                </a:gridCol>
                <a:gridCol w="974215">
                  <a:extLst>
                    <a:ext uri="{9D8B030D-6E8A-4147-A177-3AD203B41FA5}">
                      <a16:colId xmlns:a16="http://schemas.microsoft.com/office/drawing/2014/main" val="20002"/>
                    </a:ext>
                  </a:extLst>
                </a:gridCol>
                <a:gridCol w="1010203">
                  <a:extLst>
                    <a:ext uri="{9D8B030D-6E8A-4147-A177-3AD203B41FA5}">
                      <a16:colId xmlns:a16="http://schemas.microsoft.com/office/drawing/2014/main" val="20003"/>
                    </a:ext>
                  </a:extLst>
                </a:gridCol>
                <a:gridCol w="867599">
                  <a:extLst>
                    <a:ext uri="{9D8B030D-6E8A-4147-A177-3AD203B41FA5}">
                      <a16:colId xmlns:a16="http://schemas.microsoft.com/office/drawing/2014/main" val="20004"/>
                    </a:ext>
                  </a:extLst>
                </a:gridCol>
                <a:gridCol w="860986">
                  <a:extLst>
                    <a:ext uri="{9D8B030D-6E8A-4147-A177-3AD203B41FA5}">
                      <a16:colId xmlns:a16="http://schemas.microsoft.com/office/drawing/2014/main" val="20005"/>
                    </a:ext>
                  </a:extLst>
                </a:gridCol>
                <a:gridCol w="781390">
                  <a:extLst>
                    <a:ext uri="{9D8B030D-6E8A-4147-A177-3AD203B41FA5}">
                      <a16:colId xmlns:a16="http://schemas.microsoft.com/office/drawing/2014/main" val="20006"/>
                    </a:ext>
                  </a:extLst>
                </a:gridCol>
              </a:tblGrid>
              <a:tr h="361994">
                <a:tc rowSpan="2">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r>
                        <a:rPr kumimoji="0" lang="zh-CN" altLang="en-US" sz="1500" b="0" i="0" u="none" strike="noStrike" cap="none" normalizeH="0" baseline="0">
                          <a:ln>
                            <a:noFill/>
                          </a:ln>
                          <a:solidFill>
                            <a:schemeClr val="tx1"/>
                          </a:solidFill>
                          <a:effectLst/>
                          <a:latin typeface="Times New Roman" panose="02020603050405020304" pitchFamily="18" charset="0"/>
                          <a:ea typeface="黑体" panose="02010609060101010101" pitchFamily="49" charset="-122"/>
                        </a:rPr>
                        <a:t>非 终</a:t>
                      </a:r>
                      <a:endParaRPr kumimoji="0" lang="en-US" altLang="zh-CN" sz="1500" b="0" i="0" u="none" strike="noStrike" cap="none" normalizeH="0" baseline="0">
                        <a:ln>
                          <a:noFill/>
                        </a:ln>
                        <a:solidFill>
                          <a:schemeClr val="tx1"/>
                        </a:solidFill>
                        <a:effectLst/>
                        <a:latin typeface="Times New Roman" panose="02020603050405020304" pitchFamily="18" charset="0"/>
                        <a:ea typeface="黑体" panose="02010609060101010101" pitchFamily="49" charset="-122"/>
                      </a:endParaRPr>
                    </a:p>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r>
                        <a:rPr kumimoji="0" lang="zh-CN" altLang="en-US" sz="1500" b="0" i="0" u="none" strike="noStrike" cap="none" normalizeH="0" baseline="0">
                          <a:ln>
                            <a:noFill/>
                          </a:ln>
                          <a:solidFill>
                            <a:schemeClr val="tx1"/>
                          </a:solidFill>
                          <a:effectLst/>
                          <a:latin typeface="Times New Roman" panose="02020603050405020304" pitchFamily="18" charset="0"/>
                          <a:ea typeface="黑体" panose="02010609060101010101" pitchFamily="49" charset="-122"/>
                        </a:rPr>
                        <a:t>结 符</a:t>
                      </a:r>
                    </a:p>
                  </a:txBody>
                  <a:tcPr marL="139781" marR="139781" marT="69890" marB="69890" anchor="ct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accent4">
                        <a:lumMod val="20000"/>
                        <a:lumOff val="80000"/>
                      </a:schemeClr>
                    </a:solidFill>
                  </a:tcPr>
                </a:tc>
                <a:tc gridSpan="6">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r>
                        <a:rPr kumimoji="0" lang="zh-CN" altLang="en-US" sz="1500" b="0" i="0" u="none" strike="noStrike" cap="none" normalizeH="0" baseline="0">
                          <a:ln>
                            <a:noFill/>
                          </a:ln>
                          <a:solidFill>
                            <a:schemeClr val="tx1"/>
                          </a:solidFill>
                          <a:effectLst/>
                          <a:latin typeface="Times New Roman" panose="02020603050405020304" pitchFamily="18" charset="0"/>
                          <a:ea typeface="黑体" panose="02010609060101010101" pitchFamily="49" charset="-122"/>
                        </a:rPr>
                        <a:t>输 入 符 号</a:t>
                      </a:r>
                    </a:p>
                  </a:txBody>
                  <a:tcPr marL="139781" marR="139781" marT="69890" marB="69890" anchor="ct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accent4">
                        <a:lumMod val="20000"/>
                        <a:lumOff val="80000"/>
                      </a:schemeClr>
                    </a:solidFill>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extLst>
                  <a:ext uri="{0D108BD9-81ED-4DB2-BD59-A6C34878D82A}">
                    <a16:rowId xmlns:a16="http://schemas.microsoft.com/office/drawing/2014/main" val="10000"/>
                  </a:ext>
                </a:extLst>
              </a:tr>
              <a:tr h="360042">
                <a:tc vMerge="1">
                  <a:txBody>
                    <a:bodyPr/>
                    <a:lstStyle/>
                    <a:p>
                      <a:endParaRPr lang="zh-CN" altLang="en-US"/>
                    </a:p>
                  </a:txBody>
                  <a:tcPr/>
                </a:tc>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r>
                        <a:rPr kumimoji="0" lang="en-US" altLang="zh-CN" sz="1500" b="1" i="0" u="none" strike="noStrike" cap="none" normalizeH="0" baseline="0">
                          <a:ln>
                            <a:noFill/>
                          </a:ln>
                          <a:solidFill>
                            <a:schemeClr val="tx1"/>
                          </a:solidFill>
                          <a:effectLst/>
                          <a:latin typeface="Times New Roman" panose="02020603050405020304" pitchFamily="18" charset="0"/>
                          <a:ea typeface="黑体" panose="02010609060101010101" pitchFamily="49" charset="-122"/>
                        </a:rPr>
                        <a:t>id</a:t>
                      </a:r>
                    </a:p>
                  </a:txBody>
                  <a:tcPr marL="46132" marR="46132" marT="24604" marB="24604"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accent4">
                        <a:lumMod val="20000"/>
                        <a:lumOff val="80000"/>
                      </a:schemeClr>
                    </a:solidFill>
                  </a:tcPr>
                </a:tc>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r>
                        <a:rPr kumimoji="0" lang="en-US" altLang="zh-CN" sz="1500" b="1" i="0" u="none" strike="noStrike" cap="none" normalizeH="0" baseline="0">
                          <a:ln>
                            <a:noFill/>
                          </a:ln>
                          <a:solidFill>
                            <a:schemeClr val="tx1"/>
                          </a:solidFill>
                          <a:effectLst/>
                          <a:latin typeface="Times New Roman" panose="02020603050405020304" pitchFamily="18" charset="0"/>
                          <a:ea typeface="黑体" panose="02010609060101010101" pitchFamily="49" charset="-122"/>
                        </a:rPr>
                        <a:t>+</a:t>
                      </a:r>
                    </a:p>
                  </a:txBody>
                  <a:tcPr marL="46132" marR="46132" marT="24604" marB="24604"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accent4">
                        <a:lumMod val="20000"/>
                        <a:lumOff val="80000"/>
                      </a:schemeClr>
                    </a:solidFill>
                  </a:tcPr>
                </a:tc>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r>
                        <a:rPr kumimoji="0" lang="en-US" altLang="zh-CN" sz="1500" b="1" i="0" u="none" strike="noStrike" cap="none" normalizeH="0" baseline="0">
                          <a:ln>
                            <a:noFill/>
                          </a:ln>
                          <a:solidFill>
                            <a:schemeClr val="tx1"/>
                          </a:solidFill>
                          <a:effectLst/>
                          <a:latin typeface="Times New Roman" panose="02020603050405020304" pitchFamily="18" charset="0"/>
                          <a:ea typeface="黑体" panose="02010609060101010101" pitchFamily="49" charset="-122"/>
                        </a:rPr>
                        <a:t>*</a:t>
                      </a:r>
                    </a:p>
                  </a:txBody>
                  <a:tcPr marL="46132" marR="46132" marT="24604" marB="24604"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accent4">
                        <a:lumMod val="20000"/>
                        <a:lumOff val="80000"/>
                      </a:schemeClr>
                    </a:solidFill>
                  </a:tcPr>
                </a:tc>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r>
                        <a:rPr kumimoji="0" lang="en-US" altLang="zh-CN" sz="1500" b="1" i="0" u="none" strike="noStrike" cap="none" normalizeH="0" baseline="0">
                          <a:ln>
                            <a:noFill/>
                          </a:ln>
                          <a:solidFill>
                            <a:schemeClr val="tx1"/>
                          </a:solidFill>
                          <a:effectLst/>
                          <a:latin typeface="Times New Roman" panose="02020603050405020304" pitchFamily="18" charset="0"/>
                          <a:ea typeface="黑体" panose="02010609060101010101" pitchFamily="49" charset="-122"/>
                        </a:rPr>
                        <a:t>(</a:t>
                      </a:r>
                    </a:p>
                  </a:txBody>
                  <a:tcPr marL="46132" marR="46132" marT="24604" marB="24604"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accent4">
                        <a:lumMod val="20000"/>
                        <a:lumOff val="80000"/>
                      </a:schemeClr>
                    </a:solidFill>
                  </a:tcPr>
                </a:tc>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r>
                        <a:rPr kumimoji="0" lang="en-US" altLang="zh-CN" sz="1500" b="1" i="0" u="none" strike="noStrike" cap="none" normalizeH="0" baseline="0">
                          <a:ln>
                            <a:noFill/>
                          </a:ln>
                          <a:solidFill>
                            <a:schemeClr val="tx1"/>
                          </a:solidFill>
                          <a:effectLst/>
                          <a:latin typeface="Times New Roman" panose="02020603050405020304" pitchFamily="18" charset="0"/>
                          <a:ea typeface="黑体" panose="02010609060101010101" pitchFamily="49" charset="-122"/>
                        </a:rPr>
                        <a:t>)</a:t>
                      </a:r>
                    </a:p>
                  </a:txBody>
                  <a:tcPr marL="46132" marR="46132" marT="24604" marB="24604"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accent4">
                        <a:lumMod val="20000"/>
                        <a:lumOff val="80000"/>
                      </a:schemeClr>
                    </a:solidFill>
                  </a:tcPr>
                </a:tc>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r>
                        <a:rPr kumimoji="0" lang="en-US" altLang="zh-CN" sz="1500" b="1" i="0" u="none" strike="noStrike" cap="none" normalizeH="0" baseline="0">
                          <a:ln>
                            <a:noFill/>
                          </a:ln>
                          <a:solidFill>
                            <a:schemeClr val="tx1"/>
                          </a:solidFill>
                          <a:effectLst/>
                          <a:latin typeface="Times New Roman" panose="02020603050405020304" pitchFamily="18" charset="0"/>
                          <a:ea typeface="黑体" panose="02010609060101010101" pitchFamily="49" charset="-122"/>
                        </a:rPr>
                        <a:t>$</a:t>
                      </a:r>
                    </a:p>
                  </a:txBody>
                  <a:tcPr marL="46132" marR="46132" marT="24604" marB="24604" anchor="ct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accent4">
                        <a:lumMod val="20000"/>
                        <a:lumOff val="80000"/>
                      </a:schemeClr>
                    </a:solidFill>
                  </a:tcPr>
                </a:tc>
                <a:extLst>
                  <a:ext uri="{0D108BD9-81ED-4DB2-BD59-A6C34878D82A}">
                    <a16:rowId xmlns:a16="http://schemas.microsoft.com/office/drawing/2014/main" val="10001"/>
                  </a:ext>
                </a:extLst>
              </a:tr>
              <a:tr h="361994">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r>
                        <a:rPr kumimoji="0" lang="en-US" altLang="zh-CN" sz="1500" b="1" i="1" u="none" strike="noStrike" cap="none" normalizeH="0" baseline="0">
                          <a:ln>
                            <a:noFill/>
                          </a:ln>
                          <a:solidFill>
                            <a:schemeClr val="tx1"/>
                          </a:solidFill>
                          <a:effectLst/>
                          <a:latin typeface="Times New Roman" panose="02020603050405020304" pitchFamily="18" charset="0"/>
                          <a:ea typeface="黑体" panose="02010609060101010101" pitchFamily="49" charset="-122"/>
                        </a:rPr>
                        <a:t>E</a:t>
                      </a:r>
                    </a:p>
                  </a:txBody>
                  <a:tcPr marL="46132" marR="46132" marT="24604" marB="24604" anchor="ct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accent4">
                        <a:lumMod val="20000"/>
                        <a:lumOff val="80000"/>
                      </a:schemeClr>
                    </a:solidFill>
                  </a:tcPr>
                </a:tc>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r>
                        <a:rPr kumimoji="0" lang="en-US" altLang="zh-CN" sz="1500" b="1" i="1" u="none" strike="noStrike" cap="none" normalizeH="0" baseline="0">
                          <a:ln>
                            <a:noFill/>
                          </a:ln>
                          <a:solidFill>
                            <a:schemeClr val="tx1"/>
                          </a:solidFill>
                          <a:effectLst/>
                          <a:latin typeface="Times New Roman" panose="02020603050405020304" pitchFamily="18" charset="0"/>
                          <a:ea typeface="黑体" panose="02010609060101010101" pitchFamily="49" charset="-122"/>
                        </a:rPr>
                        <a:t>E</a:t>
                      </a:r>
                      <a:r>
                        <a:rPr kumimoji="0" lang="en-US" altLang="zh-CN" sz="1500" b="1" i="0" u="none" strike="noStrike" cap="none" normalizeH="0" baseline="0">
                          <a:ln>
                            <a:noFill/>
                          </a:ln>
                          <a:solidFill>
                            <a:schemeClr val="tx1"/>
                          </a:solidFill>
                          <a:effectLst/>
                          <a:latin typeface="Times New Roman" panose="02020603050405020304" pitchFamily="18" charset="0"/>
                          <a:ea typeface="黑体" panose="02010609060101010101" pitchFamily="49" charset="-122"/>
                          <a:sym typeface="Symbol" panose="05050102010706020507" pitchFamily="18" charset="2"/>
                        </a:rPr>
                        <a:t></a:t>
                      </a:r>
                      <a:r>
                        <a:rPr kumimoji="0" lang="en-US" altLang="zh-CN" sz="1500" b="1" i="1" u="none" strike="noStrike" cap="none" normalizeH="0" baseline="0">
                          <a:ln>
                            <a:noFill/>
                          </a:ln>
                          <a:solidFill>
                            <a:schemeClr val="tx1"/>
                          </a:solidFill>
                          <a:effectLst/>
                          <a:latin typeface="Times New Roman" panose="02020603050405020304" pitchFamily="18" charset="0"/>
                          <a:ea typeface="黑体" panose="02010609060101010101" pitchFamily="49" charset="-122"/>
                          <a:sym typeface="Symbol" panose="05050102010706020507" pitchFamily="18" charset="2"/>
                        </a:rPr>
                        <a:t>TE</a:t>
                      </a:r>
                      <a:r>
                        <a:rPr kumimoji="0" lang="en-US" altLang="zh-CN" sz="1500" b="1" i="0" u="none" strike="noStrike" cap="none" normalizeH="0" baseline="0">
                          <a:ln>
                            <a:noFill/>
                          </a:ln>
                          <a:solidFill>
                            <a:schemeClr val="tx1"/>
                          </a:solidFill>
                          <a:effectLst/>
                          <a:latin typeface="Times New Roman" panose="02020603050405020304" pitchFamily="18" charset="0"/>
                          <a:ea typeface="黑体" panose="02010609060101010101" pitchFamily="49" charset="-122"/>
                          <a:sym typeface="Symbol" panose="05050102010706020507" pitchFamily="18" charset="2"/>
                        </a:rPr>
                        <a:t></a:t>
                      </a:r>
                    </a:p>
                  </a:txBody>
                  <a:tcPr marL="46132" marR="46132" marT="24604" marB="24604"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accent4">
                        <a:lumMod val="20000"/>
                        <a:lumOff val="80000"/>
                      </a:schemeClr>
                    </a:solidFill>
                  </a:tcPr>
                </a:tc>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endParaRPr kumimoji="0" lang="zh-CN" altLang="zh-CN" sz="1500" b="0" i="0" u="none" strike="noStrike" cap="none" normalizeH="0" baseline="0">
                        <a:ln>
                          <a:noFill/>
                        </a:ln>
                        <a:solidFill>
                          <a:schemeClr val="tx1"/>
                        </a:solidFill>
                        <a:effectLst/>
                        <a:latin typeface="Times New Roman" panose="02020603050405020304" pitchFamily="18" charset="0"/>
                        <a:ea typeface="黑体" panose="02010609060101010101" pitchFamily="49" charset="-122"/>
                      </a:endParaRPr>
                    </a:p>
                  </a:txBody>
                  <a:tcPr marL="46132" marR="46132" marT="24604" marB="24604"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accent4">
                        <a:lumMod val="20000"/>
                        <a:lumOff val="80000"/>
                      </a:schemeClr>
                    </a:solidFill>
                  </a:tcPr>
                </a:tc>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endParaRPr kumimoji="0" lang="zh-CN" altLang="zh-CN" sz="1500" b="0" i="0" u="none" strike="noStrike" cap="none" normalizeH="0" baseline="0">
                        <a:ln>
                          <a:noFill/>
                        </a:ln>
                        <a:solidFill>
                          <a:schemeClr val="tx1"/>
                        </a:solidFill>
                        <a:effectLst/>
                        <a:latin typeface="Times New Roman" panose="02020603050405020304" pitchFamily="18" charset="0"/>
                        <a:ea typeface="黑体" panose="02010609060101010101" pitchFamily="49" charset="-122"/>
                      </a:endParaRPr>
                    </a:p>
                  </a:txBody>
                  <a:tcPr marL="46132" marR="46132" marT="24604" marB="24604"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accent4">
                        <a:lumMod val="20000"/>
                        <a:lumOff val="80000"/>
                      </a:schemeClr>
                    </a:solidFill>
                  </a:tcPr>
                </a:tc>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r>
                        <a:rPr kumimoji="0" lang="en-US" altLang="zh-CN" sz="1500" b="1" i="1" u="none" strike="noStrike" cap="none" normalizeH="0" baseline="0">
                          <a:ln>
                            <a:noFill/>
                          </a:ln>
                          <a:solidFill>
                            <a:schemeClr val="tx1"/>
                          </a:solidFill>
                          <a:effectLst/>
                          <a:latin typeface="Times New Roman" panose="02020603050405020304" pitchFamily="18" charset="0"/>
                          <a:ea typeface="黑体" panose="02010609060101010101" pitchFamily="49" charset="-122"/>
                        </a:rPr>
                        <a:t>E</a:t>
                      </a:r>
                      <a:r>
                        <a:rPr kumimoji="0" lang="en-US" altLang="zh-CN" sz="1500" b="1" i="1" u="none" strike="noStrike" cap="none" normalizeH="0" baseline="0">
                          <a:ln>
                            <a:noFill/>
                          </a:ln>
                          <a:solidFill>
                            <a:schemeClr val="tx1"/>
                          </a:solidFill>
                          <a:effectLst/>
                          <a:latin typeface="Times New Roman" panose="02020603050405020304" pitchFamily="18" charset="0"/>
                          <a:ea typeface="黑体" panose="02010609060101010101" pitchFamily="49" charset="-122"/>
                          <a:sym typeface="Symbol" panose="05050102010706020507" pitchFamily="18" charset="2"/>
                        </a:rPr>
                        <a:t>TE</a:t>
                      </a:r>
                      <a:r>
                        <a:rPr kumimoji="0" lang="en-US" altLang="zh-CN" sz="1500" b="1" i="0" u="none" strike="noStrike" cap="none" normalizeH="0" baseline="0">
                          <a:ln>
                            <a:noFill/>
                          </a:ln>
                          <a:solidFill>
                            <a:schemeClr val="tx1"/>
                          </a:solidFill>
                          <a:effectLst/>
                          <a:latin typeface="Times New Roman" panose="02020603050405020304" pitchFamily="18" charset="0"/>
                          <a:ea typeface="黑体" panose="02010609060101010101" pitchFamily="49" charset="-122"/>
                          <a:sym typeface="Symbol" panose="05050102010706020507" pitchFamily="18" charset="2"/>
                        </a:rPr>
                        <a:t></a:t>
                      </a:r>
                    </a:p>
                  </a:txBody>
                  <a:tcPr marL="46132" marR="46132" marT="24604" marB="24604"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accent4">
                        <a:lumMod val="20000"/>
                        <a:lumOff val="80000"/>
                      </a:schemeClr>
                    </a:solidFill>
                  </a:tcPr>
                </a:tc>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endParaRPr kumimoji="0" lang="zh-CN" altLang="zh-CN" sz="1500" b="0" i="0" u="none" strike="noStrike" cap="none" normalizeH="0" baseline="0">
                        <a:ln>
                          <a:noFill/>
                        </a:ln>
                        <a:solidFill>
                          <a:schemeClr val="tx1"/>
                        </a:solidFill>
                        <a:effectLst/>
                        <a:latin typeface="Times New Roman" panose="02020603050405020304" pitchFamily="18" charset="0"/>
                        <a:ea typeface="黑体" panose="02010609060101010101" pitchFamily="49" charset="-122"/>
                      </a:endParaRPr>
                    </a:p>
                  </a:txBody>
                  <a:tcPr marL="46132" marR="46132" marT="24604" marB="24604"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accent4">
                        <a:lumMod val="20000"/>
                        <a:lumOff val="80000"/>
                      </a:schemeClr>
                    </a:solidFill>
                  </a:tcPr>
                </a:tc>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endParaRPr kumimoji="0" lang="zh-CN" altLang="zh-CN" sz="1500" b="0" i="0" u="none" strike="noStrike" cap="none" normalizeH="0" baseline="0">
                        <a:ln>
                          <a:noFill/>
                        </a:ln>
                        <a:solidFill>
                          <a:schemeClr val="tx1"/>
                        </a:solidFill>
                        <a:effectLst/>
                        <a:latin typeface="Times New Roman" panose="02020603050405020304" pitchFamily="18" charset="0"/>
                        <a:ea typeface="黑体" panose="02010609060101010101" pitchFamily="49" charset="-122"/>
                      </a:endParaRPr>
                    </a:p>
                  </a:txBody>
                  <a:tcPr marL="46132" marR="46132" marT="24604" marB="24604" anchor="ct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accent4">
                        <a:lumMod val="20000"/>
                        <a:lumOff val="80000"/>
                      </a:schemeClr>
                    </a:solidFill>
                  </a:tcPr>
                </a:tc>
                <a:extLst>
                  <a:ext uri="{0D108BD9-81ED-4DB2-BD59-A6C34878D82A}">
                    <a16:rowId xmlns:a16="http://schemas.microsoft.com/office/drawing/2014/main" val="10002"/>
                  </a:ext>
                </a:extLst>
              </a:tr>
              <a:tr h="361018">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r>
                        <a:rPr kumimoji="0" lang="en-US" altLang="zh-CN" sz="1500" b="1" i="1" u="none" strike="noStrike" cap="none" normalizeH="0" baseline="0">
                          <a:ln>
                            <a:noFill/>
                          </a:ln>
                          <a:solidFill>
                            <a:schemeClr val="tx1"/>
                          </a:solidFill>
                          <a:effectLst/>
                          <a:latin typeface="Times New Roman" panose="02020603050405020304" pitchFamily="18" charset="0"/>
                          <a:ea typeface="黑体" panose="02010609060101010101" pitchFamily="49" charset="-122"/>
                        </a:rPr>
                        <a:t>E </a:t>
                      </a:r>
                      <a:r>
                        <a:rPr kumimoji="0" lang="en-US" altLang="zh-CN" sz="1500" b="1" i="0" u="none" strike="noStrike" cap="none" normalizeH="0" baseline="0">
                          <a:ln>
                            <a:noFill/>
                          </a:ln>
                          <a:solidFill>
                            <a:schemeClr val="tx1"/>
                          </a:solidFill>
                          <a:effectLst/>
                          <a:latin typeface="Times New Roman" panose="02020603050405020304" pitchFamily="18" charset="0"/>
                          <a:ea typeface="黑体" panose="02010609060101010101" pitchFamily="49" charset="-122"/>
                          <a:sym typeface="Symbol" panose="05050102010706020507" pitchFamily="18" charset="2"/>
                        </a:rPr>
                        <a:t></a:t>
                      </a:r>
                    </a:p>
                  </a:txBody>
                  <a:tcPr marL="46132" marR="46132" marT="24604" marB="24604" anchor="ct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accent4">
                        <a:lumMod val="20000"/>
                        <a:lumOff val="80000"/>
                      </a:schemeClr>
                    </a:solidFill>
                  </a:tcPr>
                </a:tc>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endParaRPr kumimoji="0" lang="zh-CN" altLang="zh-CN" sz="1500" b="0" i="0" u="none" strike="noStrike" cap="none" normalizeH="0" baseline="0">
                        <a:ln>
                          <a:noFill/>
                        </a:ln>
                        <a:solidFill>
                          <a:schemeClr val="tx1"/>
                        </a:solidFill>
                        <a:effectLst/>
                        <a:latin typeface="Times New Roman" panose="02020603050405020304" pitchFamily="18" charset="0"/>
                        <a:ea typeface="黑体" panose="02010609060101010101" pitchFamily="49" charset="-122"/>
                      </a:endParaRPr>
                    </a:p>
                  </a:txBody>
                  <a:tcPr marL="46132" marR="46132" marT="24604" marB="24604"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accent4">
                        <a:lumMod val="20000"/>
                        <a:lumOff val="80000"/>
                      </a:schemeClr>
                    </a:solidFill>
                  </a:tcPr>
                </a:tc>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r>
                        <a:rPr kumimoji="0" lang="en-US" altLang="zh-CN" sz="1500" b="1" i="1" u="none" strike="noStrike" cap="none" normalizeH="0" baseline="0">
                          <a:ln>
                            <a:noFill/>
                          </a:ln>
                          <a:solidFill>
                            <a:schemeClr val="tx1"/>
                          </a:solidFill>
                          <a:effectLst/>
                          <a:latin typeface="Times New Roman" panose="02020603050405020304" pitchFamily="18" charset="0"/>
                          <a:ea typeface="黑体" panose="02010609060101010101" pitchFamily="49" charset="-122"/>
                        </a:rPr>
                        <a:t>E</a:t>
                      </a:r>
                      <a:r>
                        <a:rPr kumimoji="0" lang="en-US" altLang="zh-CN" sz="1500" b="1" i="0" u="none" strike="noStrike" cap="none" normalizeH="0" baseline="0">
                          <a:ln>
                            <a:noFill/>
                          </a:ln>
                          <a:solidFill>
                            <a:schemeClr val="tx1"/>
                          </a:solidFill>
                          <a:effectLst/>
                          <a:latin typeface="Times New Roman" panose="02020603050405020304" pitchFamily="18" charset="0"/>
                          <a:ea typeface="黑体" panose="02010609060101010101" pitchFamily="49" charset="-122"/>
                          <a:sym typeface="Symbol" panose="05050102010706020507" pitchFamily="18" charset="2"/>
                        </a:rPr>
                        <a:t>+</a:t>
                      </a:r>
                      <a:r>
                        <a:rPr kumimoji="0" lang="en-US" altLang="zh-CN" sz="1500" b="1" i="1" u="none" strike="noStrike" cap="none" normalizeH="0" baseline="0">
                          <a:ln>
                            <a:noFill/>
                          </a:ln>
                          <a:solidFill>
                            <a:schemeClr val="tx1"/>
                          </a:solidFill>
                          <a:effectLst/>
                          <a:latin typeface="Times New Roman" panose="02020603050405020304" pitchFamily="18" charset="0"/>
                          <a:ea typeface="黑体" panose="02010609060101010101" pitchFamily="49" charset="-122"/>
                          <a:sym typeface="Symbol" panose="05050102010706020507" pitchFamily="18" charset="2"/>
                        </a:rPr>
                        <a:t>TE</a:t>
                      </a:r>
                      <a:r>
                        <a:rPr kumimoji="0" lang="en-US" altLang="zh-CN" sz="1500" b="1" i="0" u="none" strike="noStrike" cap="none" normalizeH="0" baseline="0">
                          <a:ln>
                            <a:noFill/>
                          </a:ln>
                          <a:solidFill>
                            <a:schemeClr val="tx1"/>
                          </a:solidFill>
                          <a:effectLst/>
                          <a:latin typeface="Times New Roman" panose="02020603050405020304" pitchFamily="18" charset="0"/>
                          <a:ea typeface="黑体" panose="02010609060101010101" pitchFamily="49" charset="-122"/>
                          <a:sym typeface="Symbol" panose="05050102010706020507" pitchFamily="18" charset="2"/>
                        </a:rPr>
                        <a:t></a:t>
                      </a:r>
                    </a:p>
                  </a:txBody>
                  <a:tcPr marL="46132" marR="46132" marT="24604" marB="24604"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accent4">
                        <a:lumMod val="20000"/>
                        <a:lumOff val="80000"/>
                      </a:schemeClr>
                    </a:solidFill>
                  </a:tcPr>
                </a:tc>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endParaRPr kumimoji="0" lang="zh-CN" altLang="zh-CN" sz="1500" b="0" i="0" u="none" strike="noStrike" cap="none" normalizeH="0" baseline="0">
                        <a:ln>
                          <a:noFill/>
                        </a:ln>
                        <a:solidFill>
                          <a:schemeClr val="tx1"/>
                        </a:solidFill>
                        <a:effectLst/>
                        <a:latin typeface="Times New Roman" panose="02020603050405020304" pitchFamily="18" charset="0"/>
                        <a:ea typeface="黑体" panose="02010609060101010101" pitchFamily="49" charset="-122"/>
                      </a:endParaRPr>
                    </a:p>
                  </a:txBody>
                  <a:tcPr marL="46132" marR="46132" marT="24604" marB="24604"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accent4">
                        <a:lumMod val="20000"/>
                        <a:lumOff val="80000"/>
                      </a:schemeClr>
                    </a:solidFill>
                  </a:tcPr>
                </a:tc>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endParaRPr kumimoji="0" lang="zh-CN" altLang="zh-CN" sz="1500" b="0" i="0" u="none" strike="noStrike" cap="none" normalizeH="0" baseline="0">
                        <a:ln>
                          <a:noFill/>
                        </a:ln>
                        <a:solidFill>
                          <a:schemeClr val="tx1"/>
                        </a:solidFill>
                        <a:effectLst/>
                        <a:latin typeface="Times New Roman" panose="02020603050405020304" pitchFamily="18" charset="0"/>
                        <a:ea typeface="黑体" panose="02010609060101010101" pitchFamily="49" charset="-122"/>
                      </a:endParaRPr>
                    </a:p>
                  </a:txBody>
                  <a:tcPr marL="46132" marR="46132" marT="24604" marB="24604"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accent4">
                        <a:lumMod val="20000"/>
                        <a:lumOff val="80000"/>
                      </a:schemeClr>
                    </a:solidFill>
                  </a:tcPr>
                </a:tc>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r>
                        <a:rPr kumimoji="0" lang="en-US" altLang="zh-CN" sz="1500" b="1" i="1" u="none" strike="noStrike" cap="none" normalizeH="0" baseline="0">
                          <a:ln>
                            <a:noFill/>
                          </a:ln>
                          <a:solidFill>
                            <a:schemeClr val="tx1"/>
                          </a:solidFill>
                          <a:effectLst/>
                          <a:latin typeface="Times New Roman" panose="02020603050405020304" pitchFamily="18" charset="0"/>
                          <a:ea typeface="黑体" panose="02010609060101010101" pitchFamily="49" charset="-122"/>
                        </a:rPr>
                        <a:t>E</a:t>
                      </a:r>
                      <a:r>
                        <a:rPr kumimoji="0" lang="en-US" altLang="zh-CN" sz="1700" b="1" i="0" u="none" strike="noStrike" cap="none" normalizeH="0" baseline="0">
                          <a:ln>
                            <a:noFill/>
                          </a:ln>
                          <a:solidFill>
                            <a:schemeClr val="tx1"/>
                          </a:solidFill>
                          <a:effectLst/>
                          <a:latin typeface="Times New Roman" panose="02020603050405020304" pitchFamily="18" charset="0"/>
                          <a:ea typeface="黑体" panose="02010609060101010101" pitchFamily="49" charset="-122"/>
                          <a:sym typeface="Symbol" panose="05050102010706020507" pitchFamily="18" charset="2"/>
                        </a:rPr>
                        <a:t></a:t>
                      </a:r>
                    </a:p>
                  </a:txBody>
                  <a:tcPr marL="46132" marR="46132" marT="24604" marB="24604"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accent4">
                        <a:lumMod val="20000"/>
                        <a:lumOff val="80000"/>
                      </a:schemeClr>
                    </a:solidFill>
                  </a:tcPr>
                </a:tc>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r>
                        <a:rPr kumimoji="0" lang="en-US" altLang="zh-CN" sz="1500" b="1" i="1" u="none" strike="noStrike" cap="none" normalizeH="0" baseline="0">
                          <a:ln>
                            <a:noFill/>
                          </a:ln>
                          <a:solidFill>
                            <a:schemeClr val="tx1"/>
                          </a:solidFill>
                          <a:effectLst/>
                          <a:latin typeface="Times New Roman" panose="02020603050405020304" pitchFamily="18" charset="0"/>
                          <a:ea typeface="黑体" panose="02010609060101010101" pitchFamily="49" charset="-122"/>
                        </a:rPr>
                        <a:t>E</a:t>
                      </a:r>
                      <a:r>
                        <a:rPr kumimoji="0" lang="en-US" altLang="zh-CN" sz="1700" b="1" i="0" u="none" strike="noStrike" cap="none" normalizeH="0" baseline="0">
                          <a:ln>
                            <a:noFill/>
                          </a:ln>
                          <a:solidFill>
                            <a:schemeClr val="tx1"/>
                          </a:solidFill>
                          <a:effectLst/>
                          <a:latin typeface="Times New Roman" panose="02020603050405020304" pitchFamily="18" charset="0"/>
                          <a:ea typeface="黑体" panose="02010609060101010101" pitchFamily="49" charset="-122"/>
                          <a:sym typeface="Symbol" panose="05050102010706020507" pitchFamily="18" charset="2"/>
                        </a:rPr>
                        <a:t></a:t>
                      </a:r>
                    </a:p>
                  </a:txBody>
                  <a:tcPr marL="46132" marR="46132" marT="24604" marB="24604" anchor="ct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accent4">
                        <a:lumMod val="20000"/>
                        <a:lumOff val="80000"/>
                      </a:schemeClr>
                    </a:solidFill>
                  </a:tcPr>
                </a:tc>
                <a:extLst>
                  <a:ext uri="{0D108BD9-81ED-4DB2-BD59-A6C34878D82A}">
                    <a16:rowId xmlns:a16="http://schemas.microsoft.com/office/drawing/2014/main" val="10003"/>
                  </a:ext>
                </a:extLst>
              </a:tr>
              <a:tr h="361994">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r>
                        <a:rPr kumimoji="0" lang="en-US" altLang="zh-CN" sz="1500" b="1" i="1" u="none" strike="noStrike" cap="none" normalizeH="0" baseline="0">
                          <a:ln>
                            <a:noFill/>
                          </a:ln>
                          <a:solidFill>
                            <a:schemeClr val="tx1"/>
                          </a:solidFill>
                          <a:effectLst/>
                          <a:latin typeface="Times New Roman" panose="02020603050405020304" pitchFamily="18" charset="0"/>
                          <a:ea typeface="黑体" panose="02010609060101010101" pitchFamily="49" charset="-122"/>
                        </a:rPr>
                        <a:t>T</a:t>
                      </a:r>
                    </a:p>
                  </a:txBody>
                  <a:tcPr marL="46132" marR="46132" marT="24604" marB="24604" anchor="ct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accent4">
                        <a:lumMod val="20000"/>
                        <a:lumOff val="80000"/>
                      </a:schemeClr>
                    </a:solidFill>
                  </a:tcPr>
                </a:tc>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r>
                        <a:rPr kumimoji="0" lang="en-US" altLang="zh-CN" sz="1500" b="1" i="1" u="none" strike="noStrike" cap="none" normalizeH="0" baseline="0">
                          <a:ln>
                            <a:noFill/>
                          </a:ln>
                          <a:solidFill>
                            <a:schemeClr val="tx1"/>
                          </a:solidFill>
                          <a:effectLst/>
                          <a:latin typeface="Times New Roman" panose="02020603050405020304" pitchFamily="18" charset="0"/>
                          <a:ea typeface="黑体" panose="02010609060101010101" pitchFamily="49" charset="-122"/>
                        </a:rPr>
                        <a:t>T</a:t>
                      </a:r>
                      <a:r>
                        <a:rPr kumimoji="0" lang="en-US" altLang="zh-CN" sz="1500" b="1" i="0" u="none" strike="noStrike" cap="none" normalizeH="0" baseline="0">
                          <a:ln>
                            <a:noFill/>
                          </a:ln>
                          <a:solidFill>
                            <a:schemeClr val="tx1"/>
                          </a:solidFill>
                          <a:effectLst/>
                          <a:latin typeface="Times New Roman" panose="02020603050405020304" pitchFamily="18" charset="0"/>
                          <a:ea typeface="黑体" panose="02010609060101010101" pitchFamily="49" charset="-122"/>
                          <a:sym typeface="Symbol" panose="05050102010706020507" pitchFamily="18" charset="2"/>
                        </a:rPr>
                        <a:t></a:t>
                      </a:r>
                      <a:r>
                        <a:rPr kumimoji="0" lang="en-US" altLang="zh-CN" sz="1500" b="1" i="1" u="none" strike="noStrike" cap="none" normalizeH="0" baseline="0">
                          <a:ln>
                            <a:noFill/>
                          </a:ln>
                          <a:solidFill>
                            <a:schemeClr val="tx1"/>
                          </a:solidFill>
                          <a:effectLst/>
                          <a:latin typeface="Times New Roman" panose="02020603050405020304" pitchFamily="18" charset="0"/>
                          <a:ea typeface="黑体" panose="02010609060101010101" pitchFamily="49" charset="-122"/>
                          <a:sym typeface="Symbol" panose="05050102010706020507" pitchFamily="18" charset="2"/>
                        </a:rPr>
                        <a:t>FT </a:t>
                      </a:r>
                      <a:r>
                        <a:rPr kumimoji="0" lang="en-US" altLang="zh-CN" sz="1700" b="1" i="0" u="none" strike="noStrike" cap="none" normalizeH="0" baseline="0">
                          <a:ln>
                            <a:noFill/>
                          </a:ln>
                          <a:solidFill>
                            <a:schemeClr val="tx1"/>
                          </a:solidFill>
                          <a:effectLst/>
                          <a:latin typeface="Times New Roman" panose="02020603050405020304" pitchFamily="18" charset="0"/>
                          <a:ea typeface="黑体" panose="02010609060101010101" pitchFamily="49" charset="-122"/>
                          <a:sym typeface="Symbol" panose="05050102010706020507" pitchFamily="18" charset="2"/>
                        </a:rPr>
                        <a:t></a:t>
                      </a:r>
                    </a:p>
                  </a:txBody>
                  <a:tcPr marL="46132" marR="46132" marT="24604" marB="24604"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accent4">
                        <a:lumMod val="20000"/>
                        <a:lumOff val="80000"/>
                      </a:schemeClr>
                    </a:solidFill>
                  </a:tcPr>
                </a:tc>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endParaRPr kumimoji="0" lang="zh-CN" altLang="zh-CN" sz="1500" b="0" i="0" u="none" strike="noStrike" cap="none" normalizeH="0" baseline="0">
                        <a:ln>
                          <a:noFill/>
                        </a:ln>
                        <a:solidFill>
                          <a:schemeClr val="tx1"/>
                        </a:solidFill>
                        <a:effectLst/>
                        <a:latin typeface="Times New Roman" panose="02020603050405020304" pitchFamily="18" charset="0"/>
                        <a:ea typeface="黑体" panose="02010609060101010101" pitchFamily="49" charset="-122"/>
                      </a:endParaRPr>
                    </a:p>
                  </a:txBody>
                  <a:tcPr marL="46132" marR="46132" marT="24604" marB="24604"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accent4">
                        <a:lumMod val="20000"/>
                        <a:lumOff val="80000"/>
                      </a:schemeClr>
                    </a:solidFill>
                  </a:tcPr>
                </a:tc>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endParaRPr kumimoji="0" lang="zh-CN" altLang="zh-CN" sz="1500" b="0" i="0" u="none" strike="noStrike" cap="none" normalizeH="0" baseline="0">
                        <a:ln>
                          <a:noFill/>
                        </a:ln>
                        <a:solidFill>
                          <a:schemeClr val="tx1"/>
                        </a:solidFill>
                        <a:effectLst/>
                        <a:latin typeface="Times New Roman" panose="02020603050405020304" pitchFamily="18" charset="0"/>
                        <a:ea typeface="黑体" panose="02010609060101010101" pitchFamily="49" charset="-122"/>
                      </a:endParaRPr>
                    </a:p>
                  </a:txBody>
                  <a:tcPr marL="46132" marR="46132" marT="24604" marB="24604"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accent4">
                        <a:lumMod val="20000"/>
                        <a:lumOff val="80000"/>
                      </a:schemeClr>
                    </a:solidFill>
                  </a:tcPr>
                </a:tc>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r>
                        <a:rPr kumimoji="0" lang="en-US" altLang="zh-CN" sz="1500" b="1" i="1" u="none" strike="noStrike" cap="none" normalizeH="0" baseline="0">
                          <a:ln>
                            <a:noFill/>
                          </a:ln>
                          <a:solidFill>
                            <a:schemeClr val="tx1"/>
                          </a:solidFill>
                          <a:effectLst/>
                          <a:latin typeface="Times New Roman" panose="02020603050405020304" pitchFamily="18" charset="0"/>
                          <a:ea typeface="黑体" panose="02010609060101010101" pitchFamily="49" charset="-122"/>
                        </a:rPr>
                        <a:t>T</a:t>
                      </a:r>
                      <a:r>
                        <a:rPr kumimoji="0" lang="en-US" altLang="zh-CN" sz="1500" b="1" i="0" u="none" strike="noStrike" cap="none" normalizeH="0" baseline="0">
                          <a:ln>
                            <a:noFill/>
                          </a:ln>
                          <a:solidFill>
                            <a:schemeClr val="tx1"/>
                          </a:solidFill>
                          <a:effectLst/>
                          <a:latin typeface="Times New Roman" panose="02020603050405020304" pitchFamily="18" charset="0"/>
                          <a:ea typeface="黑体" panose="02010609060101010101" pitchFamily="49" charset="-122"/>
                          <a:sym typeface="Symbol" panose="05050102010706020507" pitchFamily="18" charset="2"/>
                        </a:rPr>
                        <a:t></a:t>
                      </a:r>
                      <a:r>
                        <a:rPr kumimoji="0" lang="en-US" altLang="zh-CN" sz="1500" b="1" i="1" u="none" strike="noStrike" cap="none" normalizeH="0" baseline="0">
                          <a:ln>
                            <a:noFill/>
                          </a:ln>
                          <a:solidFill>
                            <a:schemeClr val="tx1"/>
                          </a:solidFill>
                          <a:effectLst/>
                          <a:latin typeface="Times New Roman" panose="02020603050405020304" pitchFamily="18" charset="0"/>
                          <a:ea typeface="黑体" panose="02010609060101010101" pitchFamily="49" charset="-122"/>
                          <a:sym typeface="Symbol" panose="05050102010706020507" pitchFamily="18" charset="2"/>
                        </a:rPr>
                        <a:t>FT </a:t>
                      </a:r>
                      <a:r>
                        <a:rPr kumimoji="0" lang="en-US" altLang="zh-CN" sz="1700" b="1" i="0" u="none" strike="noStrike" cap="none" normalizeH="0" baseline="0">
                          <a:ln>
                            <a:noFill/>
                          </a:ln>
                          <a:solidFill>
                            <a:schemeClr val="tx1"/>
                          </a:solidFill>
                          <a:effectLst/>
                          <a:latin typeface="Times New Roman" panose="02020603050405020304" pitchFamily="18" charset="0"/>
                          <a:ea typeface="黑体" panose="02010609060101010101" pitchFamily="49" charset="-122"/>
                          <a:sym typeface="Symbol" panose="05050102010706020507" pitchFamily="18" charset="2"/>
                        </a:rPr>
                        <a:t></a:t>
                      </a:r>
                    </a:p>
                  </a:txBody>
                  <a:tcPr marL="46132" marR="46132" marT="24604" marB="24604"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accent4">
                        <a:lumMod val="20000"/>
                        <a:lumOff val="80000"/>
                      </a:schemeClr>
                    </a:solidFill>
                  </a:tcPr>
                </a:tc>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endParaRPr kumimoji="0" lang="zh-CN" altLang="zh-CN" sz="1500" b="0" i="0" u="none" strike="noStrike" cap="none" normalizeH="0" baseline="0">
                        <a:ln>
                          <a:noFill/>
                        </a:ln>
                        <a:solidFill>
                          <a:schemeClr val="tx1"/>
                        </a:solidFill>
                        <a:effectLst/>
                        <a:latin typeface="Times New Roman" panose="02020603050405020304" pitchFamily="18" charset="0"/>
                        <a:ea typeface="黑体" panose="02010609060101010101" pitchFamily="49" charset="-122"/>
                      </a:endParaRPr>
                    </a:p>
                  </a:txBody>
                  <a:tcPr marL="46132" marR="46132" marT="24604" marB="24604"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accent4">
                        <a:lumMod val="20000"/>
                        <a:lumOff val="80000"/>
                      </a:schemeClr>
                    </a:solidFill>
                  </a:tcPr>
                </a:tc>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endParaRPr kumimoji="0" lang="zh-CN" altLang="zh-CN" sz="1500" b="0" i="0" u="none" strike="noStrike" cap="none" normalizeH="0" baseline="0">
                        <a:ln>
                          <a:noFill/>
                        </a:ln>
                        <a:solidFill>
                          <a:schemeClr val="tx1"/>
                        </a:solidFill>
                        <a:effectLst/>
                        <a:latin typeface="Times New Roman" panose="02020603050405020304" pitchFamily="18" charset="0"/>
                        <a:ea typeface="黑体" panose="02010609060101010101" pitchFamily="49" charset="-122"/>
                      </a:endParaRPr>
                    </a:p>
                  </a:txBody>
                  <a:tcPr marL="46132" marR="46132" marT="24604" marB="24604" anchor="ct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accent4">
                        <a:lumMod val="20000"/>
                        <a:lumOff val="80000"/>
                      </a:schemeClr>
                    </a:solidFill>
                  </a:tcPr>
                </a:tc>
                <a:extLst>
                  <a:ext uri="{0D108BD9-81ED-4DB2-BD59-A6C34878D82A}">
                    <a16:rowId xmlns:a16="http://schemas.microsoft.com/office/drawing/2014/main" val="10004"/>
                  </a:ext>
                </a:extLst>
              </a:tr>
              <a:tr h="360042">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r>
                        <a:rPr kumimoji="0" lang="en-US" altLang="zh-CN" sz="1500" b="1" i="1" u="none" strike="noStrike" cap="none" normalizeH="0" baseline="0">
                          <a:ln>
                            <a:noFill/>
                          </a:ln>
                          <a:solidFill>
                            <a:schemeClr val="tx1"/>
                          </a:solidFill>
                          <a:effectLst/>
                          <a:latin typeface="Times New Roman" panose="02020603050405020304" pitchFamily="18" charset="0"/>
                          <a:ea typeface="黑体" panose="02010609060101010101" pitchFamily="49" charset="-122"/>
                        </a:rPr>
                        <a:t>T </a:t>
                      </a:r>
                      <a:r>
                        <a:rPr kumimoji="0" lang="en-US" altLang="zh-CN" sz="1500" b="1" i="0" u="none" strike="noStrike" cap="none" normalizeH="0" baseline="0">
                          <a:ln>
                            <a:noFill/>
                          </a:ln>
                          <a:solidFill>
                            <a:schemeClr val="tx1"/>
                          </a:solidFill>
                          <a:effectLst/>
                          <a:latin typeface="Times New Roman" panose="02020603050405020304" pitchFamily="18" charset="0"/>
                          <a:ea typeface="黑体" panose="02010609060101010101" pitchFamily="49" charset="-122"/>
                          <a:sym typeface="Symbol" panose="05050102010706020507" pitchFamily="18" charset="2"/>
                        </a:rPr>
                        <a:t></a:t>
                      </a:r>
                    </a:p>
                  </a:txBody>
                  <a:tcPr marL="46132" marR="46132" marT="24604" marB="24604" anchor="ct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accent4">
                        <a:lumMod val="20000"/>
                        <a:lumOff val="80000"/>
                      </a:schemeClr>
                    </a:solidFill>
                  </a:tcPr>
                </a:tc>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endParaRPr kumimoji="0" lang="zh-CN" altLang="zh-CN" sz="1500" b="0" i="0" u="none" strike="noStrike" cap="none" normalizeH="0" baseline="0">
                        <a:ln>
                          <a:noFill/>
                        </a:ln>
                        <a:solidFill>
                          <a:schemeClr val="tx1"/>
                        </a:solidFill>
                        <a:effectLst/>
                        <a:latin typeface="Times New Roman" panose="02020603050405020304" pitchFamily="18" charset="0"/>
                        <a:ea typeface="黑体" panose="02010609060101010101" pitchFamily="49" charset="-122"/>
                      </a:endParaRPr>
                    </a:p>
                  </a:txBody>
                  <a:tcPr marL="46132" marR="46132" marT="24604" marB="24604"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accent4">
                        <a:lumMod val="20000"/>
                        <a:lumOff val="80000"/>
                      </a:schemeClr>
                    </a:solidFill>
                  </a:tcPr>
                </a:tc>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r>
                        <a:rPr kumimoji="0" lang="en-US" altLang="zh-CN" sz="1500" b="1" i="1" u="none" strike="noStrike" cap="none" normalizeH="0" baseline="0">
                          <a:ln>
                            <a:noFill/>
                          </a:ln>
                          <a:solidFill>
                            <a:schemeClr val="tx1"/>
                          </a:solidFill>
                          <a:effectLst/>
                          <a:latin typeface="Times New Roman" panose="02020603050405020304" pitchFamily="18" charset="0"/>
                          <a:ea typeface="黑体" panose="02010609060101010101" pitchFamily="49" charset="-122"/>
                        </a:rPr>
                        <a:t>T </a:t>
                      </a:r>
                      <a:r>
                        <a:rPr kumimoji="0" lang="en-US" altLang="zh-CN" sz="1500" b="1" i="0" u="none" strike="noStrike" cap="none" normalizeH="0" baseline="0">
                          <a:ln>
                            <a:noFill/>
                          </a:ln>
                          <a:solidFill>
                            <a:schemeClr val="tx1"/>
                          </a:solidFill>
                          <a:effectLst/>
                          <a:latin typeface="Times New Roman" panose="02020603050405020304" pitchFamily="18" charset="0"/>
                          <a:ea typeface="黑体" panose="02010609060101010101" pitchFamily="49" charset="-122"/>
                          <a:sym typeface="Symbol" panose="05050102010706020507" pitchFamily="18" charset="2"/>
                        </a:rPr>
                        <a:t></a:t>
                      </a:r>
                    </a:p>
                  </a:txBody>
                  <a:tcPr marL="46132" marR="46132" marT="24604" marB="24604"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accent4">
                        <a:lumMod val="20000"/>
                        <a:lumOff val="80000"/>
                      </a:schemeClr>
                    </a:solidFill>
                  </a:tcPr>
                </a:tc>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r>
                        <a:rPr kumimoji="0" lang="en-US" altLang="zh-CN" sz="1500" b="1" i="1" u="none" strike="noStrike" cap="none" normalizeH="0" baseline="0">
                          <a:ln>
                            <a:noFill/>
                          </a:ln>
                          <a:solidFill>
                            <a:schemeClr val="tx1"/>
                          </a:solidFill>
                          <a:effectLst/>
                          <a:latin typeface="Times New Roman" panose="02020603050405020304" pitchFamily="18" charset="0"/>
                          <a:ea typeface="黑体" panose="02010609060101010101" pitchFamily="49" charset="-122"/>
                        </a:rPr>
                        <a:t>T</a:t>
                      </a:r>
                      <a:r>
                        <a:rPr kumimoji="0" lang="en-US" altLang="zh-CN" sz="1500" b="1" i="0" u="none" strike="noStrike" cap="none" normalizeH="0" baseline="0">
                          <a:ln>
                            <a:noFill/>
                          </a:ln>
                          <a:solidFill>
                            <a:schemeClr val="tx1"/>
                          </a:solidFill>
                          <a:effectLst/>
                          <a:latin typeface="Times New Roman" panose="02020603050405020304" pitchFamily="18" charset="0"/>
                          <a:ea typeface="黑体" panose="02010609060101010101" pitchFamily="49" charset="-122"/>
                          <a:sym typeface="Symbol" panose="05050102010706020507" pitchFamily="18" charset="2"/>
                        </a:rPr>
                        <a:t>*</a:t>
                      </a:r>
                      <a:r>
                        <a:rPr kumimoji="0" lang="en-US" altLang="zh-CN" sz="1500" b="1" i="1" u="none" strike="noStrike" cap="none" normalizeH="0" baseline="0">
                          <a:ln>
                            <a:noFill/>
                          </a:ln>
                          <a:solidFill>
                            <a:schemeClr val="tx1"/>
                          </a:solidFill>
                          <a:effectLst/>
                          <a:latin typeface="Times New Roman" panose="02020603050405020304" pitchFamily="18" charset="0"/>
                          <a:ea typeface="黑体" panose="02010609060101010101" pitchFamily="49" charset="-122"/>
                          <a:sym typeface="Symbol" panose="05050102010706020507" pitchFamily="18" charset="2"/>
                        </a:rPr>
                        <a:t>FT </a:t>
                      </a:r>
                      <a:r>
                        <a:rPr kumimoji="0" lang="en-US" altLang="zh-CN" sz="1500" b="1" i="0" u="none" strike="noStrike" cap="none" normalizeH="0" baseline="0">
                          <a:ln>
                            <a:noFill/>
                          </a:ln>
                          <a:solidFill>
                            <a:schemeClr val="tx1"/>
                          </a:solidFill>
                          <a:effectLst/>
                          <a:latin typeface="Times New Roman" panose="02020603050405020304" pitchFamily="18" charset="0"/>
                          <a:ea typeface="黑体" panose="02010609060101010101" pitchFamily="49" charset="-122"/>
                          <a:sym typeface="Symbol" panose="05050102010706020507" pitchFamily="18" charset="2"/>
                        </a:rPr>
                        <a:t></a:t>
                      </a:r>
                    </a:p>
                  </a:txBody>
                  <a:tcPr marL="46132" marR="46132" marT="24604" marB="24604"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accent4">
                        <a:lumMod val="20000"/>
                        <a:lumOff val="80000"/>
                      </a:schemeClr>
                    </a:solidFill>
                  </a:tcPr>
                </a:tc>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endParaRPr kumimoji="0" lang="zh-CN" altLang="zh-CN" sz="1500" b="0" i="0" u="none" strike="noStrike" cap="none" normalizeH="0" baseline="0">
                        <a:ln>
                          <a:noFill/>
                        </a:ln>
                        <a:solidFill>
                          <a:schemeClr val="tx1"/>
                        </a:solidFill>
                        <a:effectLst/>
                        <a:latin typeface="Times New Roman" panose="02020603050405020304" pitchFamily="18" charset="0"/>
                        <a:ea typeface="黑体" panose="02010609060101010101" pitchFamily="49" charset="-122"/>
                      </a:endParaRPr>
                    </a:p>
                  </a:txBody>
                  <a:tcPr marL="46132" marR="46132" marT="24604" marB="24604"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accent4">
                        <a:lumMod val="20000"/>
                        <a:lumOff val="80000"/>
                      </a:schemeClr>
                    </a:solidFill>
                  </a:tcPr>
                </a:tc>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r>
                        <a:rPr kumimoji="0" lang="en-US" altLang="zh-CN" sz="1500" b="1" i="1" u="none" strike="noStrike" cap="none" normalizeH="0" baseline="0">
                          <a:ln>
                            <a:noFill/>
                          </a:ln>
                          <a:solidFill>
                            <a:schemeClr val="tx1"/>
                          </a:solidFill>
                          <a:effectLst/>
                          <a:latin typeface="Times New Roman" panose="02020603050405020304" pitchFamily="18" charset="0"/>
                          <a:ea typeface="黑体" panose="02010609060101010101" pitchFamily="49" charset="-122"/>
                        </a:rPr>
                        <a:t>T </a:t>
                      </a:r>
                      <a:r>
                        <a:rPr kumimoji="0" lang="en-US" altLang="zh-CN" sz="1500" b="1" i="0" u="none" strike="noStrike" cap="none" normalizeH="0" baseline="0">
                          <a:ln>
                            <a:noFill/>
                          </a:ln>
                          <a:solidFill>
                            <a:schemeClr val="tx1"/>
                          </a:solidFill>
                          <a:effectLst/>
                          <a:latin typeface="Times New Roman" panose="02020603050405020304" pitchFamily="18" charset="0"/>
                          <a:ea typeface="黑体" panose="02010609060101010101" pitchFamily="49" charset="-122"/>
                          <a:sym typeface="Symbol" panose="05050102010706020507" pitchFamily="18" charset="2"/>
                        </a:rPr>
                        <a:t></a:t>
                      </a:r>
                    </a:p>
                  </a:txBody>
                  <a:tcPr marL="46132" marR="46132" marT="24604" marB="24604"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accent4">
                        <a:lumMod val="20000"/>
                        <a:lumOff val="80000"/>
                      </a:schemeClr>
                    </a:solidFill>
                  </a:tcPr>
                </a:tc>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r>
                        <a:rPr kumimoji="0" lang="en-US" altLang="zh-CN" sz="1500" b="1" i="1" u="none" strike="noStrike" cap="none" normalizeH="0" baseline="0">
                          <a:ln>
                            <a:noFill/>
                          </a:ln>
                          <a:solidFill>
                            <a:schemeClr val="tx1"/>
                          </a:solidFill>
                          <a:effectLst/>
                          <a:latin typeface="Times New Roman" panose="02020603050405020304" pitchFamily="18" charset="0"/>
                          <a:ea typeface="黑体" panose="02010609060101010101" pitchFamily="49" charset="-122"/>
                        </a:rPr>
                        <a:t>T </a:t>
                      </a:r>
                      <a:r>
                        <a:rPr kumimoji="0" lang="en-US" altLang="zh-CN" sz="1500" b="1" i="0" u="none" strike="noStrike" cap="none" normalizeH="0" baseline="0">
                          <a:ln>
                            <a:noFill/>
                          </a:ln>
                          <a:solidFill>
                            <a:schemeClr val="tx1"/>
                          </a:solidFill>
                          <a:effectLst/>
                          <a:latin typeface="Times New Roman" panose="02020603050405020304" pitchFamily="18" charset="0"/>
                          <a:ea typeface="黑体" panose="02010609060101010101" pitchFamily="49" charset="-122"/>
                          <a:sym typeface="Symbol" panose="05050102010706020507" pitchFamily="18" charset="2"/>
                        </a:rPr>
                        <a:t></a:t>
                      </a:r>
                    </a:p>
                  </a:txBody>
                  <a:tcPr marL="46132" marR="46132" marT="24604" marB="24604" anchor="ct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accent4">
                        <a:lumMod val="20000"/>
                        <a:lumOff val="80000"/>
                      </a:schemeClr>
                    </a:solidFill>
                  </a:tcPr>
                </a:tc>
                <a:extLst>
                  <a:ext uri="{0D108BD9-81ED-4DB2-BD59-A6C34878D82A}">
                    <a16:rowId xmlns:a16="http://schemas.microsoft.com/office/drawing/2014/main" val="10005"/>
                  </a:ext>
                </a:extLst>
              </a:tr>
              <a:tr h="361994">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r>
                        <a:rPr kumimoji="0" lang="en-US" altLang="zh-CN" sz="1500" b="1" i="1" u="none" strike="noStrike" cap="none" normalizeH="0" baseline="0">
                          <a:ln>
                            <a:noFill/>
                          </a:ln>
                          <a:solidFill>
                            <a:schemeClr val="tx1"/>
                          </a:solidFill>
                          <a:effectLst/>
                          <a:latin typeface="Times New Roman" panose="02020603050405020304" pitchFamily="18" charset="0"/>
                          <a:ea typeface="黑体" panose="02010609060101010101" pitchFamily="49" charset="-122"/>
                        </a:rPr>
                        <a:t>F</a:t>
                      </a:r>
                    </a:p>
                  </a:txBody>
                  <a:tcPr marL="46132" marR="46132" marT="24604" marB="24604" anchor="ct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chemeClr val="accent4">
                        <a:lumMod val="20000"/>
                        <a:lumOff val="80000"/>
                      </a:schemeClr>
                    </a:solidFill>
                  </a:tcPr>
                </a:tc>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r>
                        <a:rPr kumimoji="0" lang="en-US" altLang="zh-CN" sz="1500" b="1" i="1" u="none" strike="noStrike" cap="none" normalizeH="0" baseline="0" err="1">
                          <a:ln>
                            <a:noFill/>
                          </a:ln>
                          <a:solidFill>
                            <a:schemeClr val="tx1"/>
                          </a:solidFill>
                          <a:effectLst/>
                          <a:latin typeface="Times New Roman" panose="02020603050405020304" pitchFamily="18" charset="0"/>
                          <a:ea typeface="黑体" panose="02010609060101010101" pitchFamily="49" charset="-122"/>
                        </a:rPr>
                        <a:t>F</a:t>
                      </a:r>
                      <a:r>
                        <a:rPr kumimoji="0" lang="en-US" altLang="zh-CN" sz="1500" b="1" i="0" u="none" strike="noStrike" cap="none" normalizeH="0" baseline="0" err="1">
                          <a:ln>
                            <a:noFill/>
                          </a:ln>
                          <a:solidFill>
                            <a:schemeClr val="tx1"/>
                          </a:solidFill>
                          <a:effectLst/>
                          <a:latin typeface="Times New Roman" panose="02020603050405020304" pitchFamily="18" charset="0"/>
                          <a:ea typeface="黑体" panose="02010609060101010101" pitchFamily="49" charset="-122"/>
                          <a:sym typeface="Symbol" panose="05050102010706020507" pitchFamily="18" charset="2"/>
                        </a:rPr>
                        <a:t>id</a:t>
                      </a:r>
                      <a:endParaRPr kumimoji="0" lang="en-US" altLang="zh-CN" sz="1500" b="1" i="0" u="none" strike="noStrike" cap="none" normalizeH="0" baseline="0">
                        <a:ln>
                          <a:noFill/>
                        </a:ln>
                        <a:solidFill>
                          <a:schemeClr val="tx1"/>
                        </a:solidFill>
                        <a:effectLst/>
                        <a:latin typeface="Times New Roman" panose="02020603050405020304" pitchFamily="18" charset="0"/>
                        <a:ea typeface="黑体" panose="02010609060101010101" pitchFamily="49" charset="-122"/>
                        <a:sym typeface="Symbol" panose="05050102010706020507" pitchFamily="18" charset="2"/>
                      </a:endParaRPr>
                    </a:p>
                  </a:txBody>
                  <a:tcPr marL="46132" marR="46132" marT="24604" marB="24604"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chemeClr val="accent4">
                        <a:lumMod val="20000"/>
                        <a:lumOff val="80000"/>
                      </a:schemeClr>
                    </a:solidFill>
                  </a:tcPr>
                </a:tc>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endParaRPr kumimoji="0" lang="zh-CN" altLang="zh-CN" sz="1500" b="0" i="0" u="none" strike="noStrike" cap="none" normalizeH="0" baseline="0">
                        <a:ln>
                          <a:noFill/>
                        </a:ln>
                        <a:solidFill>
                          <a:schemeClr val="tx1"/>
                        </a:solidFill>
                        <a:effectLst/>
                        <a:latin typeface="Times New Roman" panose="02020603050405020304" pitchFamily="18" charset="0"/>
                        <a:ea typeface="黑体" panose="02010609060101010101" pitchFamily="49" charset="-122"/>
                      </a:endParaRPr>
                    </a:p>
                  </a:txBody>
                  <a:tcPr marL="46132" marR="46132" marT="24604" marB="24604"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chemeClr val="accent4">
                        <a:lumMod val="20000"/>
                        <a:lumOff val="80000"/>
                      </a:schemeClr>
                    </a:solidFill>
                  </a:tcPr>
                </a:tc>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endParaRPr kumimoji="0" lang="zh-CN" altLang="zh-CN" sz="1500" b="0" i="0" u="none" strike="noStrike" cap="none" normalizeH="0" baseline="0">
                        <a:ln>
                          <a:noFill/>
                        </a:ln>
                        <a:solidFill>
                          <a:schemeClr val="tx1"/>
                        </a:solidFill>
                        <a:effectLst/>
                        <a:latin typeface="Times New Roman" panose="02020603050405020304" pitchFamily="18" charset="0"/>
                        <a:ea typeface="黑体" panose="02010609060101010101" pitchFamily="49" charset="-122"/>
                      </a:endParaRPr>
                    </a:p>
                  </a:txBody>
                  <a:tcPr marL="46132" marR="46132" marT="24604" marB="24604"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chemeClr val="accent4">
                        <a:lumMod val="20000"/>
                        <a:lumOff val="80000"/>
                      </a:schemeClr>
                    </a:solidFill>
                  </a:tcPr>
                </a:tc>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r>
                        <a:rPr kumimoji="0" lang="en-US" altLang="zh-CN" sz="1500" b="1" i="1" u="none" strike="noStrike" cap="none" normalizeH="0" baseline="0">
                          <a:ln>
                            <a:noFill/>
                          </a:ln>
                          <a:solidFill>
                            <a:schemeClr val="tx1"/>
                          </a:solidFill>
                          <a:effectLst/>
                          <a:latin typeface="Times New Roman" panose="02020603050405020304" pitchFamily="18" charset="0"/>
                          <a:ea typeface="黑体" panose="02010609060101010101" pitchFamily="49" charset="-122"/>
                        </a:rPr>
                        <a:t>F</a:t>
                      </a:r>
                      <a:r>
                        <a:rPr kumimoji="0" lang="en-US" altLang="zh-CN" sz="1500" b="1" i="0" u="none" strike="noStrike" cap="none" normalizeH="0" baseline="0">
                          <a:ln>
                            <a:noFill/>
                          </a:ln>
                          <a:solidFill>
                            <a:schemeClr val="tx1"/>
                          </a:solidFill>
                          <a:effectLst/>
                          <a:latin typeface="Times New Roman" panose="02020603050405020304" pitchFamily="18" charset="0"/>
                          <a:ea typeface="黑体" panose="02010609060101010101" pitchFamily="49" charset="-122"/>
                          <a:sym typeface="Symbol" panose="05050102010706020507" pitchFamily="18" charset="2"/>
                        </a:rPr>
                        <a:t>(</a:t>
                      </a:r>
                      <a:r>
                        <a:rPr kumimoji="0" lang="en-US" altLang="zh-CN" sz="1500" b="1" i="1" u="none" strike="noStrike" cap="none" normalizeH="0" baseline="0">
                          <a:ln>
                            <a:noFill/>
                          </a:ln>
                          <a:solidFill>
                            <a:schemeClr val="tx1"/>
                          </a:solidFill>
                          <a:effectLst/>
                          <a:latin typeface="Times New Roman" panose="02020603050405020304" pitchFamily="18" charset="0"/>
                          <a:ea typeface="黑体" panose="02010609060101010101" pitchFamily="49" charset="-122"/>
                          <a:sym typeface="Symbol" panose="05050102010706020507" pitchFamily="18" charset="2"/>
                        </a:rPr>
                        <a:t>E</a:t>
                      </a:r>
                      <a:r>
                        <a:rPr kumimoji="0" lang="en-US" altLang="zh-CN" sz="1500" b="1" i="0" u="none" strike="noStrike" cap="none" normalizeH="0" baseline="0">
                          <a:ln>
                            <a:noFill/>
                          </a:ln>
                          <a:solidFill>
                            <a:schemeClr val="tx1"/>
                          </a:solidFill>
                          <a:effectLst/>
                          <a:latin typeface="Times New Roman" panose="02020603050405020304" pitchFamily="18" charset="0"/>
                          <a:ea typeface="黑体" panose="02010609060101010101" pitchFamily="49" charset="-122"/>
                          <a:sym typeface="Symbol" panose="05050102010706020507" pitchFamily="18" charset="2"/>
                        </a:rPr>
                        <a:t>)</a:t>
                      </a:r>
                      <a:endParaRPr kumimoji="0" lang="en-US" altLang="zh-CN" sz="1500" b="0" i="0" u="none" strike="noStrike" cap="none" normalizeH="0" baseline="0">
                        <a:ln>
                          <a:noFill/>
                        </a:ln>
                        <a:solidFill>
                          <a:schemeClr val="tx1"/>
                        </a:solidFill>
                        <a:effectLst/>
                        <a:latin typeface="Times New Roman" panose="02020603050405020304" pitchFamily="18" charset="0"/>
                        <a:ea typeface="黑体" panose="02010609060101010101" pitchFamily="49" charset="-122"/>
                      </a:endParaRPr>
                    </a:p>
                  </a:txBody>
                  <a:tcPr marL="46132" marR="46132" marT="24604" marB="24604"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chemeClr val="accent4">
                        <a:lumMod val="20000"/>
                        <a:lumOff val="80000"/>
                      </a:schemeClr>
                    </a:solidFill>
                  </a:tcPr>
                </a:tc>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endParaRPr kumimoji="0" lang="zh-CN" altLang="zh-CN" sz="1500" b="0" i="0" u="none" strike="noStrike" cap="none" normalizeH="0" baseline="0">
                        <a:ln>
                          <a:noFill/>
                        </a:ln>
                        <a:solidFill>
                          <a:schemeClr val="tx1"/>
                        </a:solidFill>
                        <a:effectLst/>
                        <a:latin typeface="Times New Roman" panose="02020603050405020304" pitchFamily="18" charset="0"/>
                        <a:ea typeface="黑体" panose="02010609060101010101" pitchFamily="49" charset="-122"/>
                      </a:endParaRPr>
                    </a:p>
                  </a:txBody>
                  <a:tcPr marL="46132" marR="46132" marT="24604" marB="24604"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chemeClr val="accent4">
                        <a:lumMod val="20000"/>
                        <a:lumOff val="80000"/>
                      </a:schemeClr>
                    </a:solidFill>
                  </a:tcPr>
                </a:tc>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endParaRPr kumimoji="0" lang="zh-CN" altLang="zh-CN" sz="1500" b="0" i="0" u="none" strike="noStrike" cap="none" normalizeH="0" baseline="0" dirty="0">
                        <a:ln>
                          <a:noFill/>
                        </a:ln>
                        <a:solidFill>
                          <a:schemeClr val="tx1"/>
                        </a:solidFill>
                        <a:effectLst/>
                        <a:latin typeface="Times New Roman" panose="02020603050405020304" pitchFamily="18" charset="0"/>
                        <a:ea typeface="黑体" panose="02010609060101010101" pitchFamily="49" charset="-122"/>
                      </a:endParaRPr>
                    </a:p>
                  </a:txBody>
                  <a:tcPr marL="46132" marR="46132" marT="24604" marB="24604" anchor="ct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chemeClr val="accent4">
                        <a:lumMod val="20000"/>
                        <a:lumOff val="80000"/>
                      </a:schemeClr>
                    </a:solidFill>
                  </a:tcPr>
                </a:tc>
                <a:extLst>
                  <a:ext uri="{0D108BD9-81ED-4DB2-BD59-A6C34878D82A}">
                    <a16:rowId xmlns:a16="http://schemas.microsoft.com/office/drawing/2014/main" val="10006"/>
                  </a:ext>
                </a:extLst>
              </a:tr>
            </a:tbl>
          </a:graphicData>
        </a:graphic>
      </p:graphicFrame>
      <p:sp>
        <p:nvSpPr>
          <p:cNvPr id="7" name="箭头: 下 6">
            <a:extLst>
              <a:ext uri="{FF2B5EF4-FFF2-40B4-BE49-F238E27FC236}">
                <a16:creationId xmlns:a16="http://schemas.microsoft.com/office/drawing/2014/main" id="{37EDD348-A181-A4FF-526F-F3FB719BE314}"/>
              </a:ext>
            </a:extLst>
          </p:cNvPr>
          <p:cNvSpPr/>
          <p:nvPr/>
        </p:nvSpPr>
        <p:spPr>
          <a:xfrm>
            <a:off x="1406017" y="2808515"/>
            <a:ext cx="275207" cy="319596"/>
          </a:xfrm>
          <a:prstGeom prst="downArrow">
            <a:avLst/>
          </a:prstGeom>
          <a:solidFill>
            <a:srgbClr val="FF0000"/>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8" name="箭头: 下 7">
            <a:extLst>
              <a:ext uri="{FF2B5EF4-FFF2-40B4-BE49-F238E27FC236}">
                <a16:creationId xmlns:a16="http://schemas.microsoft.com/office/drawing/2014/main" id="{46488AF1-778A-A291-47B6-6B5DCB259C01}"/>
              </a:ext>
            </a:extLst>
          </p:cNvPr>
          <p:cNvSpPr/>
          <p:nvPr/>
        </p:nvSpPr>
        <p:spPr>
          <a:xfrm>
            <a:off x="4296793" y="2808515"/>
            <a:ext cx="275207" cy="319596"/>
          </a:xfrm>
          <a:prstGeom prst="downArrow">
            <a:avLst/>
          </a:prstGeom>
          <a:solidFill>
            <a:srgbClr val="FF0000"/>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9" name="椭圆 8">
            <a:extLst>
              <a:ext uri="{FF2B5EF4-FFF2-40B4-BE49-F238E27FC236}">
                <a16:creationId xmlns:a16="http://schemas.microsoft.com/office/drawing/2014/main" id="{9146CF5F-B1D8-EF7D-57EA-1B180272A9B0}"/>
              </a:ext>
            </a:extLst>
          </p:cNvPr>
          <p:cNvSpPr/>
          <p:nvPr/>
        </p:nvSpPr>
        <p:spPr>
          <a:xfrm>
            <a:off x="3388967" y="5859262"/>
            <a:ext cx="889246" cy="390617"/>
          </a:xfrm>
          <a:prstGeom prst="ellipse">
            <a:avLst/>
          </a:prstGeom>
          <a:noFill/>
          <a:ln w="38100">
            <a:solidFill>
              <a:srgbClr val="FF0000"/>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zh-CN" altLang="en-US"/>
          </a:p>
        </p:txBody>
      </p:sp>
    </p:spTree>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7"/>
                                        </p:tgtEl>
                                        <p:attrNameLst>
                                          <p:attrName>style.visibility</p:attrName>
                                        </p:attrNameLst>
                                      </p:cBhvr>
                                      <p:to>
                                        <p:strVal val="visible"/>
                                      </p:to>
                                    </p:set>
                                    <p:animEffect transition="in" filter="fade">
                                      <p:cBhvr>
                                        <p:cTn id="7" dur="500"/>
                                        <p:tgtEl>
                                          <p:spTgt spid="7"/>
                                        </p:tgtEl>
                                      </p:cBhvr>
                                    </p:animEffect>
                                  </p:childTnLst>
                                </p:cTn>
                              </p:par>
                              <p:par>
                                <p:cTn id="8" presetID="10" presetClass="entr" presetSubtype="0" fill="hold" grpId="0" nodeType="withEffect">
                                  <p:stCondLst>
                                    <p:cond delay="0"/>
                                  </p:stCondLst>
                                  <p:childTnLst>
                                    <p:set>
                                      <p:cBhvr>
                                        <p:cTn id="9" dur="1" fill="hold">
                                          <p:stCondLst>
                                            <p:cond delay="0"/>
                                          </p:stCondLst>
                                        </p:cTn>
                                        <p:tgtEl>
                                          <p:spTgt spid="8"/>
                                        </p:tgtEl>
                                        <p:attrNameLst>
                                          <p:attrName>style.visibility</p:attrName>
                                        </p:attrNameLst>
                                      </p:cBhvr>
                                      <p:to>
                                        <p:strVal val="visible"/>
                                      </p:to>
                                    </p:set>
                                    <p:animEffect transition="in" filter="fade">
                                      <p:cBhvr>
                                        <p:cTn id="10" dur="500"/>
                                        <p:tgtEl>
                                          <p:spTgt spid="8"/>
                                        </p:tgtEl>
                                      </p:cBhvr>
                                    </p:animEffect>
                                  </p:childTnLst>
                                </p:cTn>
                              </p:par>
                            </p:childTnLst>
                          </p:cTn>
                        </p:par>
                      </p:childTnLst>
                    </p:cTn>
                  </p:par>
                  <p:par>
                    <p:cTn id="11" fill="hold">
                      <p:stCondLst>
                        <p:cond delay="indefinite"/>
                      </p:stCondLst>
                      <p:childTnLst>
                        <p:par>
                          <p:cTn id="12" fill="hold">
                            <p:stCondLst>
                              <p:cond delay="0"/>
                            </p:stCondLst>
                            <p:childTnLst>
                              <p:par>
                                <p:cTn id="13" presetID="21" presetClass="entr" presetSubtype="1" fill="hold" grpId="0" nodeType="clickEffect">
                                  <p:stCondLst>
                                    <p:cond delay="0"/>
                                  </p:stCondLst>
                                  <p:childTnLst>
                                    <p:set>
                                      <p:cBhvr>
                                        <p:cTn id="14" dur="1" fill="hold">
                                          <p:stCondLst>
                                            <p:cond delay="0"/>
                                          </p:stCondLst>
                                        </p:cTn>
                                        <p:tgtEl>
                                          <p:spTgt spid="9"/>
                                        </p:tgtEl>
                                        <p:attrNameLst>
                                          <p:attrName>style.visibility</p:attrName>
                                        </p:attrNameLst>
                                      </p:cBhvr>
                                      <p:to>
                                        <p:strVal val="visible"/>
                                      </p:to>
                                    </p:set>
                                    <p:animEffect transition="in" filter="wheel(1)">
                                      <p:cBhvr>
                                        <p:cTn id="15" dur="2000"/>
                                        <p:tgtEl>
                                          <p:spTgt spid="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animBg="1"/>
      <p:bldP spid="8" grpId="0" animBg="1"/>
      <p:bldP spid="9" grpId="0" animBg="1"/>
    </p:bldLst>
  </p:timing>
</p:sld>
</file>

<file path=ppt/slides/slide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2770" name="Rectangle 2">
            <a:extLst>
              <a:ext uri="{FF2B5EF4-FFF2-40B4-BE49-F238E27FC236}">
                <a16:creationId xmlns:a16="http://schemas.microsoft.com/office/drawing/2014/main" id="{EB1BD414-B962-42D3-8469-1AAE2F5A7414}"/>
              </a:ext>
            </a:extLst>
          </p:cNvPr>
          <p:cNvSpPr>
            <a:spLocks noGrp="1" noChangeArrowheads="1"/>
          </p:cNvSpPr>
          <p:nvPr>
            <p:ph type="title"/>
          </p:nvPr>
        </p:nvSpPr>
        <p:spPr/>
        <p:txBody>
          <a:bodyPr/>
          <a:lstStyle/>
          <a:p>
            <a:pPr eaLnBrk="1" hangingPunct="1"/>
            <a:r>
              <a:rPr lang="en-US" altLang="zh-CN"/>
              <a:t>3.3.4 </a:t>
            </a:r>
            <a:r>
              <a:rPr lang="zh-CN" altLang="en-US"/>
              <a:t>非递归的预测分析</a:t>
            </a:r>
          </a:p>
        </p:txBody>
      </p:sp>
      <p:sp>
        <p:nvSpPr>
          <p:cNvPr id="32771" name="Rectangle 3">
            <a:extLst>
              <a:ext uri="{FF2B5EF4-FFF2-40B4-BE49-F238E27FC236}">
                <a16:creationId xmlns:a16="http://schemas.microsoft.com/office/drawing/2014/main" id="{FA8F9A40-C51A-4564-8697-3E5082B55CDC}"/>
              </a:ext>
            </a:extLst>
          </p:cNvPr>
          <p:cNvSpPr>
            <a:spLocks noGrp="1" noChangeArrowheads="1"/>
          </p:cNvSpPr>
          <p:nvPr>
            <p:ph idx="1"/>
          </p:nvPr>
        </p:nvSpPr>
        <p:spPr/>
        <p:txBody>
          <a:bodyPr/>
          <a:lstStyle/>
          <a:p>
            <a:pPr eaLnBrk="1" hangingPunct="1">
              <a:lnSpc>
                <a:spcPct val="90000"/>
              </a:lnSpc>
              <a:buFont typeface="Wingdings" panose="05000000000000000000" pitchFamily="2" charset="2"/>
              <a:buNone/>
            </a:pPr>
            <a:r>
              <a:rPr lang="zh-CN" altLang="en-US" sz="2800"/>
              <a:t>预测分析器接受输入</a:t>
            </a:r>
            <a:r>
              <a:rPr lang="en-US" altLang="zh-CN" sz="2800" b="1">
                <a:latin typeface="Times New Roman" panose="02020603050405020304" pitchFamily="18" charset="0"/>
              </a:rPr>
              <a:t>id</a:t>
            </a:r>
            <a:r>
              <a:rPr lang="en-US" altLang="zh-CN" sz="2800">
                <a:latin typeface="Times New Roman" panose="02020603050405020304" pitchFamily="18" charset="0"/>
              </a:rPr>
              <a:t> * </a:t>
            </a:r>
            <a:r>
              <a:rPr lang="en-US" altLang="zh-CN" sz="2800" b="1">
                <a:latin typeface="Times New Roman" panose="02020603050405020304" pitchFamily="18" charset="0"/>
              </a:rPr>
              <a:t>id</a:t>
            </a:r>
            <a:r>
              <a:rPr lang="en-US" altLang="zh-CN" sz="2800">
                <a:latin typeface="Times New Roman" panose="02020603050405020304" pitchFamily="18" charset="0"/>
              </a:rPr>
              <a:t> + </a:t>
            </a:r>
            <a:r>
              <a:rPr lang="en-US" altLang="zh-CN" sz="2800" b="1">
                <a:latin typeface="Times New Roman" panose="02020603050405020304" pitchFamily="18" charset="0"/>
              </a:rPr>
              <a:t>id</a:t>
            </a:r>
            <a:r>
              <a:rPr lang="zh-CN" altLang="en-US" sz="2800">
                <a:latin typeface="Times New Roman" panose="02020603050405020304" pitchFamily="18" charset="0"/>
              </a:rPr>
              <a:t>的</a:t>
            </a:r>
            <a:r>
              <a:rPr lang="zh-CN" altLang="en-US" sz="2800"/>
              <a:t>动作</a:t>
            </a:r>
          </a:p>
        </p:txBody>
      </p:sp>
      <p:graphicFrame>
        <p:nvGraphicFramePr>
          <p:cNvPr id="5" name="Group 4">
            <a:extLst>
              <a:ext uri="{FF2B5EF4-FFF2-40B4-BE49-F238E27FC236}">
                <a16:creationId xmlns:a16="http://schemas.microsoft.com/office/drawing/2014/main" id="{FF830450-E316-4579-B5C4-3E74EF4DB135}"/>
              </a:ext>
            </a:extLst>
          </p:cNvPr>
          <p:cNvGraphicFramePr>
            <a:graphicFrameLocks/>
          </p:cNvGraphicFramePr>
          <p:nvPr/>
        </p:nvGraphicFramePr>
        <p:xfrm>
          <a:off x="609600" y="1981200"/>
          <a:ext cx="8305800" cy="4667252"/>
        </p:xfrm>
        <a:graphic>
          <a:graphicData uri="http://schemas.openxmlformats.org/drawingml/2006/table">
            <a:tbl>
              <a:tblPr/>
              <a:tblGrid>
                <a:gridCol w="2667000">
                  <a:extLst>
                    <a:ext uri="{9D8B030D-6E8A-4147-A177-3AD203B41FA5}">
                      <a16:colId xmlns:a16="http://schemas.microsoft.com/office/drawing/2014/main" val="20000"/>
                    </a:ext>
                  </a:extLst>
                </a:gridCol>
                <a:gridCol w="2832100">
                  <a:extLst>
                    <a:ext uri="{9D8B030D-6E8A-4147-A177-3AD203B41FA5}">
                      <a16:colId xmlns:a16="http://schemas.microsoft.com/office/drawing/2014/main" val="20001"/>
                    </a:ext>
                  </a:extLst>
                </a:gridCol>
                <a:gridCol w="2806700">
                  <a:extLst>
                    <a:ext uri="{9D8B030D-6E8A-4147-A177-3AD203B41FA5}">
                      <a16:colId xmlns:a16="http://schemas.microsoft.com/office/drawing/2014/main" val="20002"/>
                    </a:ext>
                  </a:extLst>
                </a:gridCol>
              </a:tblGrid>
              <a:tr h="518160">
                <a:tc>
                  <a:txBody>
                    <a:body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itchFamily="2" charset="2"/>
                        <a:buNone/>
                        <a:tabLst/>
                      </a:pPr>
                      <a:r>
                        <a:rPr kumimoji="0" lang="zh-CN" altLang="en-US" sz="2800" b="0" i="0" u="none" strike="noStrike" cap="none" normalizeH="0" baseline="0">
                          <a:ln>
                            <a:noFill/>
                          </a:ln>
                          <a:solidFill>
                            <a:schemeClr val="tx1"/>
                          </a:solidFill>
                          <a:effectLst/>
                          <a:latin typeface="Times New Roman" pitchFamily="18" charset="0"/>
                          <a:ea typeface="黑体" pitchFamily="2" charset="-122"/>
                        </a:rPr>
                        <a:t>栈 </a:t>
                      </a:r>
                    </a:p>
                  </a:txBody>
                  <a:tcPr horzOverflow="overflow">
                    <a:lnL w="28575"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28575"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a:txBody>
                    <a:body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itchFamily="2" charset="2"/>
                        <a:buNone/>
                        <a:tabLst/>
                      </a:pPr>
                      <a:r>
                        <a:rPr kumimoji="0" lang="zh-CN" altLang="en-US" sz="2800" b="0" i="0" u="none" strike="noStrike" cap="none" normalizeH="0" baseline="0">
                          <a:ln>
                            <a:noFill/>
                          </a:ln>
                          <a:solidFill>
                            <a:schemeClr val="tx1"/>
                          </a:solidFill>
                          <a:effectLst/>
                          <a:latin typeface="Times New Roman" pitchFamily="18" charset="0"/>
                          <a:ea typeface="黑体" pitchFamily="2" charset="-122"/>
                        </a:rPr>
                        <a:t>输    入 </a:t>
                      </a:r>
                    </a:p>
                  </a:txBody>
                  <a:tcPr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28575"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a:txBody>
                    <a:body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itchFamily="2" charset="2"/>
                        <a:buNone/>
                        <a:tabLst/>
                      </a:pPr>
                      <a:r>
                        <a:rPr kumimoji="0" lang="zh-CN" altLang="en-US" sz="2800" b="0" i="0" u="none" strike="noStrike" cap="none" normalizeH="0" baseline="0">
                          <a:ln>
                            <a:noFill/>
                          </a:ln>
                          <a:solidFill>
                            <a:schemeClr val="tx1"/>
                          </a:solidFill>
                          <a:effectLst/>
                          <a:latin typeface="Times New Roman" pitchFamily="18" charset="0"/>
                          <a:ea typeface="黑体" pitchFamily="2" charset="-122"/>
                        </a:rPr>
                        <a:t>输    出 </a:t>
                      </a:r>
                    </a:p>
                  </a:txBody>
                  <a:tcPr horzOverflow="overflow">
                    <a:lnL w="12700" cap="flat" cmpd="sng" algn="ctr">
                      <a:solidFill>
                        <a:schemeClr val="tx1"/>
                      </a:solidFill>
                      <a:prstDash val="solid"/>
                      <a:round/>
                      <a:headEnd type="none" w="sm" len="sm"/>
                      <a:tailEnd type="none" w="sm" len="sm"/>
                    </a:lnL>
                    <a:lnR w="28575" cap="flat" cmpd="sng" algn="ctr">
                      <a:solidFill>
                        <a:schemeClr val="tx1"/>
                      </a:solidFill>
                      <a:prstDash val="solid"/>
                      <a:round/>
                      <a:headEnd type="none" w="sm" len="sm"/>
                      <a:tailEnd type="none" w="sm" len="sm"/>
                    </a:lnR>
                    <a:lnT w="28575"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extLst>
                  <a:ext uri="{0D108BD9-81ED-4DB2-BD59-A6C34878D82A}">
                    <a16:rowId xmlns:a16="http://schemas.microsoft.com/office/drawing/2014/main" val="10000"/>
                  </a:ext>
                </a:extLst>
              </a:tr>
              <a:tr h="519113">
                <a:tc>
                  <a:txBody>
                    <a:bodyPr/>
                    <a:lstStyle/>
                    <a:p>
                      <a:pPr marL="0" marR="0" lvl="0" indent="0" algn="l" defTabSz="914400" rtl="0" eaLnBrk="1" fontAlgn="base" latinLnBrk="0" hangingPunct="1">
                        <a:lnSpc>
                          <a:spcPct val="100000"/>
                        </a:lnSpc>
                        <a:spcBef>
                          <a:spcPct val="20000"/>
                        </a:spcBef>
                        <a:spcAft>
                          <a:spcPct val="0"/>
                        </a:spcAft>
                        <a:buClr>
                          <a:schemeClr val="folHlink"/>
                        </a:buClr>
                        <a:buSzPct val="60000"/>
                        <a:buFont typeface="Wingdings" pitchFamily="2" charset="2"/>
                        <a:buNone/>
                        <a:tabLst/>
                      </a:pPr>
                      <a:r>
                        <a:rPr kumimoji="0" lang="en-US" altLang="zh-CN" sz="2800" b="1" i="0" u="none" strike="noStrike" cap="none" normalizeH="0" baseline="0">
                          <a:ln>
                            <a:noFill/>
                          </a:ln>
                          <a:solidFill>
                            <a:schemeClr val="tx1"/>
                          </a:solidFill>
                          <a:effectLst/>
                          <a:latin typeface="Times New Roman" pitchFamily="18" charset="0"/>
                          <a:ea typeface="黑体" pitchFamily="2" charset="-122"/>
                        </a:rPr>
                        <a:t>$</a:t>
                      </a:r>
                      <a:r>
                        <a:rPr kumimoji="0" lang="en-US" altLang="zh-CN" sz="2800" b="1" i="1" u="none" strike="noStrike" cap="none" normalizeH="0" baseline="0">
                          <a:ln>
                            <a:noFill/>
                          </a:ln>
                          <a:solidFill>
                            <a:schemeClr val="tx1"/>
                          </a:solidFill>
                          <a:effectLst/>
                          <a:latin typeface="Times New Roman" pitchFamily="18" charset="0"/>
                          <a:ea typeface="黑体" pitchFamily="2" charset="-122"/>
                        </a:rPr>
                        <a:t>E </a:t>
                      </a:r>
                      <a:r>
                        <a:rPr kumimoji="0" lang="en-US" altLang="zh-CN" sz="2800" b="1" i="0" u="none" strike="noStrike" cap="none" normalizeH="0" baseline="0">
                          <a:ln>
                            <a:noFill/>
                          </a:ln>
                          <a:solidFill>
                            <a:schemeClr val="tx1"/>
                          </a:solidFill>
                          <a:effectLst/>
                          <a:latin typeface="Times New Roman" pitchFamily="18" charset="0"/>
                          <a:ea typeface="黑体" pitchFamily="2" charset="-122"/>
                          <a:sym typeface="Symbol" pitchFamily="18" charset="2"/>
                        </a:rPr>
                        <a:t></a:t>
                      </a:r>
                      <a:r>
                        <a:rPr kumimoji="0" lang="en-US" altLang="zh-CN" sz="2800" b="1" i="1" u="none" strike="noStrike" cap="none" normalizeH="0" baseline="0">
                          <a:ln>
                            <a:noFill/>
                          </a:ln>
                          <a:solidFill>
                            <a:schemeClr val="tx1"/>
                          </a:solidFill>
                          <a:effectLst/>
                          <a:latin typeface="Times New Roman" pitchFamily="18" charset="0"/>
                          <a:ea typeface="黑体" pitchFamily="2" charset="-122"/>
                        </a:rPr>
                        <a:t>T </a:t>
                      </a:r>
                      <a:r>
                        <a:rPr kumimoji="0" lang="en-US" altLang="zh-CN" sz="2800" b="1" i="0" u="none" strike="noStrike" cap="none" normalizeH="0" baseline="0">
                          <a:ln>
                            <a:noFill/>
                          </a:ln>
                          <a:solidFill>
                            <a:schemeClr val="tx1"/>
                          </a:solidFill>
                          <a:effectLst/>
                          <a:latin typeface="Times New Roman" pitchFamily="18" charset="0"/>
                          <a:ea typeface="黑体" pitchFamily="2" charset="-122"/>
                          <a:sym typeface="Symbol" pitchFamily="18" charset="2"/>
                        </a:rPr>
                        <a:t></a:t>
                      </a:r>
                      <a:r>
                        <a:rPr kumimoji="0" lang="en-US" altLang="zh-CN" sz="2800" b="1" i="0" u="none" strike="noStrike" cap="none" normalizeH="0" baseline="0">
                          <a:ln>
                            <a:noFill/>
                          </a:ln>
                          <a:solidFill>
                            <a:schemeClr val="tx1"/>
                          </a:solidFill>
                          <a:effectLst/>
                          <a:latin typeface="Times New Roman" pitchFamily="18" charset="0"/>
                          <a:ea typeface="黑体" pitchFamily="2" charset="-122"/>
                        </a:rPr>
                        <a:t> id</a:t>
                      </a:r>
                      <a:r>
                        <a:rPr kumimoji="0" lang="en-US" altLang="zh-CN" sz="2800" b="0" i="0" u="none" strike="noStrike" cap="none" normalizeH="0" baseline="0">
                          <a:ln>
                            <a:noFill/>
                          </a:ln>
                          <a:solidFill>
                            <a:schemeClr val="tx1"/>
                          </a:solidFill>
                          <a:effectLst/>
                          <a:latin typeface="Times New Roman" pitchFamily="18" charset="0"/>
                          <a:ea typeface="黑体" pitchFamily="2" charset="-122"/>
                        </a:rPr>
                        <a:t> </a:t>
                      </a:r>
                    </a:p>
                  </a:txBody>
                  <a:tcPr horzOverflow="overflow">
                    <a:lnL w="28575"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
                          <a:schemeClr val="folHlink"/>
                        </a:buClr>
                        <a:buSzPct val="60000"/>
                        <a:buFont typeface="Wingdings" pitchFamily="2" charset="2"/>
                        <a:buNone/>
                        <a:tabLst/>
                      </a:pPr>
                      <a:r>
                        <a:rPr kumimoji="0" lang="en-US" altLang="zh-CN" sz="2800" b="1" i="0" u="none" strike="noStrike" cap="none" normalizeH="0" baseline="0">
                          <a:ln>
                            <a:noFill/>
                          </a:ln>
                          <a:solidFill>
                            <a:schemeClr val="tx1"/>
                          </a:solidFill>
                          <a:effectLst/>
                          <a:latin typeface="Times New Roman" pitchFamily="18" charset="0"/>
                          <a:ea typeface="黑体" pitchFamily="2" charset="-122"/>
                        </a:rPr>
                        <a:t>       id + id$</a:t>
                      </a:r>
                      <a:r>
                        <a:rPr kumimoji="0" lang="en-US" altLang="zh-CN" sz="2800" b="0" i="0" u="none" strike="noStrike" cap="none" normalizeH="0" baseline="0">
                          <a:ln>
                            <a:noFill/>
                          </a:ln>
                          <a:solidFill>
                            <a:schemeClr val="tx1"/>
                          </a:solidFill>
                          <a:effectLst/>
                          <a:latin typeface="Times New Roman" pitchFamily="18" charset="0"/>
                          <a:ea typeface="黑体" pitchFamily="2" charset="-122"/>
                        </a:rPr>
                        <a:t>  </a:t>
                      </a:r>
                    </a:p>
                  </a:txBody>
                  <a:tcPr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
                          <a:schemeClr val="folHlink"/>
                        </a:buClr>
                        <a:buSzPct val="60000"/>
                        <a:buFont typeface="Wingdings" pitchFamily="2" charset="2"/>
                        <a:buNone/>
                        <a:tabLst/>
                      </a:pPr>
                      <a:r>
                        <a:rPr kumimoji="0" lang="en-US" altLang="zh-CN" sz="2800" b="1" i="1" u="none" strike="noStrike" cap="none" normalizeH="0" baseline="0">
                          <a:ln>
                            <a:noFill/>
                          </a:ln>
                          <a:solidFill>
                            <a:schemeClr val="tx1"/>
                          </a:solidFill>
                          <a:effectLst/>
                          <a:latin typeface="Times New Roman" pitchFamily="18" charset="0"/>
                          <a:ea typeface="黑体" pitchFamily="2" charset="-122"/>
                        </a:rPr>
                        <a:t>F</a:t>
                      </a:r>
                      <a:r>
                        <a:rPr kumimoji="0" lang="en-US" altLang="zh-CN" sz="2800" b="1" i="0" u="none" strike="noStrike" cap="none" normalizeH="0" baseline="0">
                          <a:ln>
                            <a:noFill/>
                          </a:ln>
                          <a:solidFill>
                            <a:schemeClr val="tx1"/>
                          </a:solidFill>
                          <a:effectLst/>
                          <a:latin typeface="Times New Roman" pitchFamily="18" charset="0"/>
                          <a:ea typeface="黑体" pitchFamily="2" charset="-122"/>
                        </a:rPr>
                        <a:t> </a:t>
                      </a:r>
                      <a:r>
                        <a:rPr kumimoji="0" lang="en-US" altLang="zh-CN" sz="2800" b="1" i="0" u="none" strike="noStrike" cap="none" normalizeH="0" baseline="0">
                          <a:ln>
                            <a:noFill/>
                          </a:ln>
                          <a:solidFill>
                            <a:schemeClr val="tx1"/>
                          </a:solidFill>
                          <a:effectLst/>
                          <a:latin typeface="Times New Roman" pitchFamily="18" charset="0"/>
                          <a:ea typeface="黑体" pitchFamily="2" charset="-122"/>
                          <a:sym typeface="Symbol" pitchFamily="18" charset="2"/>
                        </a:rPr>
                        <a:t></a:t>
                      </a:r>
                      <a:r>
                        <a:rPr kumimoji="0" lang="en-US" altLang="zh-CN" sz="2800" b="1" i="0" u="none" strike="noStrike" cap="none" normalizeH="0" baseline="0">
                          <a:ln>
                            <a:noFill/>
                          </a:ln>
                          <a:solidFill>
                            <a:schemeClr val="tx1"/>
                          </a:solidFill>
                          <a:effectLst/>
                          <a:latin typeface="Times New Roman" pitchFamily="18" charset="0"/>
                          <a:ea typeface="黑体" pitchFamily="2" charset="-122"/>
                        </a:rPr>
                        <a:t> id</a:t>
                      </a:r>
                      <a:r>
                        <a:rPr kumimoji="0" lang="en-US" altLang="zh-CN" sz="2800" b="0" i="0" u="none" strike="noStrike" cap="none" normalizeH="0" baseline="0">
                          <a:ln>
                            <a:noFill/>
                          </a:ln>
                          <a:solidFill>
                            <a:schemeClr val="tx1"/>
                          </a:solidFill>
                          <a:effectLst/>
                          <a:latin typeface="Times New Roman" pitchFamily="18" charset="0"/>
                          <a:ea typeface="黑体" pitchFamily="2" charset="-122"/>
                        </a:rPr>
                        <a:t> </a:t>
                      </a:r>
                    </a:p>
                  </a:txBody>
                  <a:tcPr horzOverflow="overflow">
                    <a:lnL w="12700" cap="flat" cmpd="sng" algn="ctr">
                      <a:solidFill>
                        <a:schemeClr val="tx1"/>
                      </a:solidFill>
                      <a:prstDash val="solid"/>
                      <a:round/>
                      <a:headEnd type="none" w="sm" len="sm"/>
                      <a:tailEnd type="none" w="sm" len="sm"/>
                    </a:lnL>
                    <a:lnR w="28575"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1"/>
                  </a:ext>
                </a:extLst>
              </a:tr>
              <a:tr h="518160">
                <a:tc>
                  <a:txBody>
                    <a:bodyPr/>
                    <a:lstStyle/>
                    <a:p>
                      <a:pPr marL="0" marR="0" lvl="0" indent="0" algn="l" defTabSz="914400" rtl="0" eaLnBrk="1" fontAlgn="base" latinLnBrk="0" hangingPunct="1">
                        <a:lnSpc>
                          <a:spcPct val="100000"/>
                        </a:lnSpc>
                        <a:spcBef>
                          <a:spcPct val="20000"/>
                        </a:spcBef>
                        <a:spcAft>
                          <a:spcPct val="0"/>
                        </a:spcAft>
                        <a:buClr>
                          <a:schemeClr val="folHlink"/>
                        </a:buClr>
                        <a:buSzPct val="60000"/>
                        <a:buFont typeface="Wingdings" pitchFamily="2" charset="2"/>
                        <a:buNone/>
                        <a:tabLst/>
                      </a:pPr>
                      <a:r>
                        <a:rPr kumimoji="0" lang="en-US" altLang="zh-CN" sz="2800" b="1" i="0" u="none" strike="noStrike" cap="none" normalizeH="0" baseline="0">
                          <a:ln>
                            <a:noFill/>
                          </a:ln>
                          <a:solidFill>
                            <a:schemeClr val="tx1"/>
                          </a:solidFill>
                          <a:effectLst/>
                          <a:latin typeface="Times New Roman" pitchFamily="18" charset="0"/>
                          <a:ea typeface="黑体" pitchFamily="2" charset="-122"/>
                        </a:rPr>
                        <a:t>$</a:t>
                      </a:r>
                      <a:r>
                        <a:rPr kumimoji="0" lang="en-US" altLang="zh-CN" sz="2800" b="1" i="1" u="none" strike="noStrike" cap="none" normalizeH="0" baseline="0">
                          <a:ln>
                            <a:noFill/>
                          </a:ln>
                          <a:solidFill>
                            <a:schemeClr val="tx1"/>
                          </a:solidFill>
                          <a:effectLst/>
                          <a:latin typeface="Times New Roman" pitchFamily="18" charset="0"/>
                          <a:ea typeface="黑体" pitchFamily="2" charset="-122"/>
                        </a:rPr>
                        <a:t>E </a:t>
                      </a:r>
                      <a:r>
                        <a:rPr kumimoji="0" lang="en-US" altLang="zh-CN" sz="2800" b="1" i="0" u="none" strike="noStrike" cap="none" normalizeH="0" baseline="0">
                          <a:ln>
                            <a:noFill/>
                          </a:ln>
                          <a:solidFill>
                            <a:schemeClr val="tx1"/>
                          </a:solidFill>
                          <a:effectLst/>
                          <a:latin typeface="Times New Roman" pitchFamily="18" charset="0"/>
                          <a:ea typeface="黑体" pitchFamily="2" charset="-122"/>
                          <a:sym typeface="Symbol" pitchFamily="18" charset="2"/>
                        </a:rPr>
                        <a:t></a:t>
                      </a:r>
                      <a:r>
                        <a:rPr kumimoji="0" lang="en-US" altLang="zh-CN" sz="2800" b="1" i="1" u="none" strike="noStrike" cap="none" normalizeH="0" baseline="0">
                          <a:ln>
                            <a:noFill/>
                          </a:ln>
                          <a:solidFill>
                            <a:schemeClr val="tx1"/>
                          </a:solidFill>
                          <a:effectLst/>
                          <a:latin typeface="Times New Roman" pitchFamily="18" charset="0"/>
                          <a:ea typeface="黑体" pitchFamily="2" charset="-122"/>
                        </a:rPr>
                        <a:t>T </a:t>
                      </a:r>
                      <a:r>
                        <a:rPr kumimoji="0" lang="en-US" altLang="zh-CN" sz="2800" b="1" i="0" u="none" strike="noStrike" cap="none" normalizeH="0" baseline="0">
                          <a:ln>
                            <a:noFill/>
                          </a:ln>
                          <a:solidFill>
                            <a:schemeClr val="tx1"/>
                          </a:solidFill>
                          <a:effectLst/>
                          <a:latin typeface="Times New Roman" pitchFamily="18" charset="0"/>
                          <a:ea typeface="黑体" pitchFamily="2" charset="-122"/>
                          <a:sym typeface="Symbol" pitchFamily="18" charset="2"/>
                        </a:rPr>
                        <a:t></a:t>
                      </a:r>
                    </a:p>
                  </a:txBody>
                  <a:tcPr horzOverflow="overflow">
                    <a:lnL w="28575"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
                          <a:schemeClr val="folHlink"/>
                        </a:buClr>
                        <a:buSzPct val="60000"/>
                        <a:buFont typeface="Wingdings" pitchFamily="2" charset="2"/>
                        <a:buNone/>
                        <a:tabLst/>
                      </a:pPr>
                      <a:r>
                        <a:rPr kumimoji="0" lang="en-US" altLang="zh-CN" sz="2800" b="1" i="0" u="none" strike="noStrike" cap="none" normalizeH="0" baseline="0">
                          <a:ln>
                            <a:noFill/>
                          </a:ln>
                          <a:solidFill>
                            <a:schemeClr val="tx1"/>
                          </a:solidFill>
                          <a:effectLst/>
                          <a:latin typeface="Times New Roman" pitchFamily="18" charset="0"/>
                          <a:ea typeface="黑体" pitchFamily="2" charset="-122"/>
                        </a:rPr>
                        <a:t>           + id$</a:t>
                      </a:r>
                    </a:p>
                  </a:txBody>
                  <a:tcPr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
                          <a:schemeClr val="folHlink"/>
                        </a:buClr>
                        <a:buSzPct val="60000"/>
                        <a:buFont typeface="Wingdings" pitchFamily="2" charset="2"/>
                        <a:buNone/>
                        <a:tabLst/>
                      </a:pPr>
                      <a:endParaRPr kumimoji="0" lang="zh-CN" altLang="zh-CN" sz="2800" b="1" i="0" u="none" strike="noStrike" cap="none" normalizeH="0" baseline="0">
                        <a:ln>
                          <a:noFill/>
                        </a:ln>
                        <a:solidFill>
                          <a:schemeClr val="tx1"/>
                        </a:solidFill>
                        <a:effectLst/>
                        <a:latin typeface="Times New Roman" pitchFamily="18" charset="0"/>
                        <a:ea typeface="黑体" pitchFamily="2" charset="-122"/>
                      </a:endParaRPr>
                    </a:p>
                  </a:txBody>
                  <a:tcPr horzOverflow="overflow">
                    <a:lnL w="12700" cap="flat" cmpd="sng" algn="ctr">
                      <a:solidFill>
                        <a:schemeClr val="tx1"/>
                      </a:solidFill>
                      <a:prstDash val="solid"/>
                      <a:round/>
                      <a:headEnd type="none" w="sm" len="sm"/>
                      <a:tailEnd type="none" w="sm" len="sm"/>
                    </a:lnL>
                    <a:lnR w="28575" cap="flat" cmpd="sng" algn="ctr">
                      <a:solidFill>
                        <a:schemeClr val="tx1"/>
                      </a:solidFill>
                      <a:prstDash val="solid"/>
                      <a:round/>
                      <a:headEnd type="none" w="sm" len="sm"/>
                      <a:tailEnd type="none" w="sm" len="sm"/>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2"/>
                  </a:ext>
                </a:extLst>
              </a:tr>
              <a:tr h="519113">
                <a:tc>
                  <a:txBody>
                    <a:bodyPr/>
                    <a:lstStyle/>
                    <a:p>
                      <a:pPr marL="0" marR="0" lvl="0" indent="0" algn="l" defTabSz="914400" rtl="0" eaLnBrk="1" fontAlgn="base" latinLnBrk="0" hangingPunct="1">
                        <a:lnSpc>
                          <a:spcPct val="100000"/>
                        </a:lnSpc>
                        <a:spcBef>
                          <a:spcPct val="20000"/>
                        </a:spcBef>
                        <a:spcAft>
                          <a:spcPct val="0"/>
                        </a:spcAft>
                        <a:buClr>
                          <a:schemeClr val="folHlink"/>
                        </a:buClr>
                        <a:buSzPct val="60000"/>
                        <a:buFont typeface="Wingdings" pitchFamily="2" charset="2"/>
                        <a:buNone/>
                        <a:tabLst/>
                      </a:pPr>
                      <a:r>
                        <a:rPr kumimoji="0" lang="en-US" altLang="zh-CN" sz="2800" b="1" i="0" u="none" strike="noStrike" cap="none" normalizeH="0" baseline="0">
                          <a:ln>
                            <a:noFill/>
                          </a:ln>
                          <a:solidFill>
                            <a:schemeClr val="tx1"/>
                          </a:solidFill>
                          <a:effectLst/>
                          <a:latin typeface="Times New Roman" pitchFamily="18" charset="0"/>
                          <a:ea typeface="黑体" pitchFamily="2" charset="-122"/>
                        </a:rPr>
                        <a:t>$</a:t>
                      </a:r>
                      <a:r>
                        <a:rPr kumimoji="0" lang="en-US" altLang="zh-CN" sz="2800" b="1" i="1" u="none" strike="noStrike" cap="none" normalizeH="0" baseline="0">
                          <a:ln>
                            <a:noFill/>
                          </a:ln>
                          <a:solidFill>
                            <a:schemeClr val="tx1"/>
                          </a:solidFill>
                          <a:effectLst/>
                          <a:latin typeface="Times New Roman" pitchFamily="18" charset="0"/>
                          <a:ea typeface="黑体" pitchFamily="2" charset="-122"/>
                        </a:rPr>
                        <a:t>E </a:t>
                      </a:r>
                      <a:r>
                        <a:rPr kumimoji="0" lang="en-US" altLang="zh-CN" sz="2800" b="1" i="0" u="none" strike="noStrike" cap="none" normalizeH="0" baseline="0">
                          <a:ln>
                            <a:noFill/>
                          </a:ln>
                          <a:solidFill>
                            <a:schemeClr val="tx1"/>
                          </a:solidFill>
                          <a:effectLst/>
                          <a:latin typeface="Times New Roman" pitchFamily="18" charset="0"/>
                          <a:ea typeface="黑体" pitchFamily="2" charset="-122"/>
                          <a:sym typeface="Symbol" pitchFamily="18" charset="2"/>
                        </a:rPr>
                        <a:t></a:t>
                      </a:r>
                    </a:p>
                  </a:txBody>
                  <a:tcPr horzOverflow="overflow">
                    <a:lnL w="28575"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
                          <a:schemeClr val="folHlink"/>
                        </a:buClr>
                        <a:buSzPct val="60000"/>
                        <a:buFont typeface="Wingdings" pitchFamily="2" charset="2"/>
                        <a:buNone/>
                        <a:tabLst/>
                      </a:pPr>
                      <a:r>
                        <a:rPr kumimoji="0" lang="en-US" altLang="zh-CN" sz="2800" b="1" i="0" u="none" strike="noStrike" cap="none" normalizeH="0" baseline="0">
                          <a:ln>
                            <a:noFill/>
                          </a:ln>
                          <a:solidFill>
                            <a:schemeClr val="tx1"/>
                          </a:solidFill>
                          <a:effectLst/>
                          <a:latin typeface="Times New Roman" pitchFamily="18" charset="0"/>
                          <a:ea typeface="黑体" pitchFamily="2" charset="-122"/>
                        </a:rPr>
                        <a:t>           + id$</a:t>
                      </a:r>
                    </a:p>
                  </a:txBody>
                  <a:tcPr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
                          <a:schemeClr val="folHlink"/>
                        </a:buClr>
                        <a:buSzPct val="60000"/>
                        <a:buFont typeface="Wingdings" pitchFamily="2" charset="2"/>
                        <a:buNone/>
                        <a:tabLst/>
                      </a:pPr>
                      <a:r>
                        <a:rPr kumimoji="0" lang="en-US" altLang="zh-CN" sz="2800" b="1" i="1" u="none" strike="noStrike" cap="none" normalizeH="0" baseline="0">
                          <a:ln>
                            <a:noFill/>
                          </a:ln>
                          <a:solidFill>
                            <a:schemeClr val="tx1"/>
                          </a:solidFill>
                          <a:effectLst/>
                          <a:latin typeface="Times New Roman" pitchFamily="18" charset="0"/>
                          <a:ea typeface="黑体" pitchFamily="2" charset="-122"/>
                        </a:rPr>
                        <a:t>T </a:t>
                      </a:r>
                      <a:r>
                        <a:rPr kumimoji="0" lang="en-US" altLang="zh-CN" sz="2800" b="1" i="0" u="none" strike="noStrike" cap="none" normalizeH="0" baseline="0">
                          <a:ln>
                            <a:noFill/>
                          </a:ln>
                          <a:solidFill>
                            <a:schemeClr val="tx1"/>
                          </a:solidFill>
                          <a:effectLst/>
                          <a:latin typeface="Times New Roman" pitchFamily="18" charset="0"/>
                          <a:ea typeface="黑体" pitchFamily="2" charset="-122"/>
                          <a:sym typeface="Symbol" pitchFamily="18" charset="2"/>
                        </a:rPr>
                        <a:t> </a:t>
                      </a:r>
                    </a:p>
                  </a:txBody>
                  <a:tcPr horzOverflow="overflow">
                    <a:lnL w="12700" cap="flat" cmpd="sng" algn="ctr">
                      <a:solidFill>
                        <a:schemeClr val="tx1"/>
                      </a:solidFill>
                      <a:prstDash val="solid"/>
                      <a:round/>
                      <a:headEnd type="none" w="sm" len="sm"/>
                      <a:tailEnd type="none" w="sm" len="sm"/>
                    </a:lnL>
                    <a:lnR w="28575" cap="flat" cmpd="sng" algn="ctr">
                      <a:solidFill>
                        <a:schemeClr val="tx1"/>
                      </a:solidFill>
                      <a:prstDash val="solid"/>
                      <a:round/>
                      <a:headEnd type="none" w="sm" len="sm"/>
                      <a:tailEnd type="none" w="sm" len="sm"/>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3"/>
                  </a:ext>
                </a:extLst>
              </a:tr>
              <a:tr h="518160">
                <a:tc>
                  <a:txBody>
                    <a:bodyPr/>
                    <a:lstStyle/>
                    <a:p>
                      <a:pPr marL="0" marR="0" lvl="0" indent="0" algn="l" defTabSz="914400" rtl="0" eaLnBrk="1" fontAlgn="base" latinLnBrk="0" hangingPunct="1">
                        <a:lnSpc>
                          <a:spcPct val="100000"/>
                        </a:lnSpc>
                        <a:spcBef>
                          <a:spcPct val="20000"/>
                        </a:spcBef>
                        <a:spcAft>
                          <a:spcPct val="0"/>
                        </a:spcAft>
                        <a:buClr>
                          <a:schemeClr val="folHlink"/>
                        </a:buClr>
                        <a:buSzPct val="60000"/>
                        <a:buFont typeface="Wingdings" pitchFamily="2" charset="2"/>
                        <a:buNone/>
                        <a:tabLst/>
                      </a:pPr>
                      <a:endParaRPr kumimoji="0" lang="zh-CN" altLang="zh-CN" sz="2800" b="1" i="0" u="none" strike="noStrike" cap="none" normalizeH="0" baseline="0">
                        <a:ln>
                          <a:noFill/>
                        </a:ln>
                        <a:solidFill>
                          <a:schemeClr val="tx1"/>
                        </a:solidFill>
                        <a:effectLst/>
                        <a:latin typeface="Times New Roman" pitchFamily="18" charset="0"/>
                        <a:ea typeface="黑体" pitchFamily="2" charset="-122"/>
                      </a:endParaRPr>
                    </a:p>
                  </a:txBody>
                  <a:tcPr horzOverflow="overflow">
                    <a:lnL w="28575"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
                          <a:schemeClr val="folHlink"/>
                        </a:buClr>
                        <a:buSzPct val="60000"/>
                        <a:buFont typeface="Wingdings" pitchFamily="2" charset="2"/>
                        <a:buNone/>
                        <a:tabLst/>
                      </a:pPr>
                      <a:endParaRPr kumimoji="0" lang="zh-CN" altLang="zh-CN" sz="2800" b="1" i="0" u="none" strike="noStrike" cap="none" normalizeH="0" baseline="0">
                        <a:ln>
                          <a:noFill/>
                        </a:ln>
                        <a:solidFill>
                          <a:schemeClr val="tx1"/>
                        </a:solidFill>
                        <a:effectLst/>
                        <a:latin typeface="Times New Roman" pitchFamily="18" charset="0"/>
                        <a:ea typeface="黑体" pitchFamily="2" charset="-122"/>
                      </a:endParaRPr>
                    </a:p>
                  </a:txBody>
                  <a:tcPr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
                          <a:schemeClr val="folHlink"/>
                        </a:buClr>
                        <a:buSzPct val="60000"/>
                        <a:buFont typeface="Wingdings" pitchFamily="2" charset="2"/>
                        <a:buNone/>
                        <a:tabLst/>
                      </a:pPr>
                      <a:endParaRPr kumimoji="0" lang="zh-CN" altLang="zh-CN" sz="2800" b="1" i="0" u="none" strike="noStrike" cap="none" normalizeH="0" baseline="0">
                        <a:ln>
                          <a:noFill/>
                        </a:ln>
                        <a:solidFill>
                          <a:schemeClr val="tx1"/>
                        </a:solidFill>
                        <a:effectLst/>
                        <a:latin typeface="Times New Roman" pitchFamily="18" charset="0"/>
                        <a:ea typeface="黑体" pitchFamily="2" charset="-122"/>
                        <a:sym typeface="Symbol" pitchFamily="18" charset="2"/>
                      </a:endParaRPr>
                    </a:p>
                  </a:txBody>
                  <a:tcPr horzOverflow="overflow">
                    <a:lnL w="12700" cap="flat" cmpd="sng" algn="ctr">
                      <a:solidFill>
                        <a:schemeClr val="tx1"/>
                      </a:solidFill>
                      <a:prstDash val="solid"/>
                      <a:round/>
                      <a:headEnd type="none" w="sm" len="sm"/>
                      <a:tailEnd type="none" w="sm" len="sm"/>
                    </a:lnL>
                    <a:lnR w="28575" cap="flat" cmpd="sng" algn="ctr">
                      <a:solidFill>
                        <a:schemeClr val="tx1"/>
                      </a:solidFill>
                      <a:prstDash val="solid"/>
                      <a:round/>
                      <a:headEnd type="none" w="sm" len="sm"/>
                      <a:tailEnd type="none" w="sm" len="sm"/>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4"/>
                  </a:ext>
                </a:extLst>
              </a:tr>
              <a:tr h="518160">
                <a:tc>
                  <a:txBody>
                    <a:bodyPr/>
                    <a:lstStyle/>
                    <a:p>
                      <a:pPr marL="0" marR="0" lvl="0" indent="0" algn="l" defTabSz="914400" rtl="0" eaLnBrk="1" fontAlgn="base" latinLnBrk="0" hangingPunct="1">
                        <a:lnSpc>
                          <a:spcPct val="100000"/>
                        </a:lnSpc>
                        <a:spcBef>
                          <a:spcPct val="20000"/>
                        </a:spcBef>
                        <a:spcAft>
                          <a:spcPct val="0"/>
                        </a:spcAft>
                        <a:buClr>
                          <a:schemeClr val="folHlink"/>
                        </a:buClr>
                        <a:buSzPct val="60000"/>
                        <a:buFont typeface="Wingdings" pitchFamily="2" charset="2"/>
                        <a:buNone/>
                        <a:tabLst/>
                      </a:pPr>
                      <a:endParaRPr kumimoji="0" lang="zh-CN" altLang="zh-CN" sz="2800" b="1" i="1" u="none" strike="noStrike" cap="none" normalizeH="0" baseline="0">
                        <a:ln>
                          <a:noFill/>
                        </a:ln>
                        <a:solidFill>
                          <a:schemeClr val="tx1"/>
                        </a:solidFill>
                        <a:effectLst/>
                        <a:latin typeface="Tahoma" pitchFamily="34" charset="0"/>
                        <a:ea typeface="黑体" pitchFamily="2" charset="-122"/>
                      </a:endParaRPr>
                    </a:p>
                  </a:txBody>
                  <a:tcPr horzOverflow="overflow">
                    <a:lnL w="28575"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
                          <a:schemeClr val="folHlink"/>
                        </a:buClr>
                        <a:buSzPct val="60000"/>
                        <a:buFont typeface="Wingdings" pitchFamily="2" charset="2"/>
                        <a:buNone/>
                        <a:tabLst/>
                      </a:pPr>
                      <a:endParaRPr kumimoji="0" lang="zh-CN" altLang="zh-CN" sz="2800" b="1" i="0" u="none" strike="noStrike" cap="none" normalizeH="0" baseline="0">
                        <a:ln>
                          <a:noFill/>
                        </a:ln>
                        <a:solidFill>
                          <a:schemeClr val="tx1"/>
                        </a:solidFill>
                        <a:effectLst/>
                        <a:latin typeface="Tahoma" pitchFamily="34" charset="0"/>
                        <a:ea typeface="黑体" pitchFamily="2" charset="-122"/>
                      </a:endParaRPr>
                    </a:p>
                  </a:txBody>
                  <a:tcPr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
                          <a:schemeClr val="folHlink"/>
                        </a:buClr>
                        <a:buSzPct val="60000"/>
                        <a:buFont typeface="Wingdings" pitchFamily="2" charset="2"/>
                        <a:buNone/>
                        <a:tabLst/>
                      </a:pPr>
                      <a:endParaRPr kumimoji="0" lang="zh-CN" altLang="zh-CN" sz="2800" b="1" i="0" u="none" strike="noStrike" cap="none" normalizeH="0" baseline="0">
                        <a:ln>
                          <a:noFill/>
                        </a:ln>
                        <a:solidFill>
                          <a:schemeClr val="tx1"/>
                        </a:solidFill>
                        <a:effectLst/>
                        <a:latin typeface="Tahoma" pitchFamily="34" charset="0"/>
                        <a:ea typeface="黑体" pitchFamily="2" charset="-122"/>
                        <a:sym typeface="Symbol" pitchFamily="18" charset="2"/>
                      </a:endParaRPr>
                    </a:p>
                  </a:txBody>
                  <a:tcPr horzOverflow="overflow">
                    <a:lnL w="12700" cap="flat" cmpd="sng" algn="ctr">
                      <a:solidFill>
                        <a:schemeClr val="tx1"/>
                      </a:solidFill>
                      <a:prstDash val="solid"/>
                      <a:round/>
                      <a:headEnd type="none" w="sm" len="sm"/>
                      <a:tailEnd type="none" w="sm" len="sm"/>
                    </a:lnL>
                    <a:lnR w="28575" cap="flat" cmpd="sng" algn="ctr">
                      <a:solidFill>
                        <a:schemeClr val="tx1"/>
                      </a:solidFill>
                      <a:prstDash val="solid"/>
                      <a:round/>
                      <a:headEnd type="none" w="sm" len="sm"/>
                      <a:tailEnd type="none" w="sm" len="sm"/>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5"/>
                  </a:ext>
                </a:extLst>
              </a:tr>
              <a:tr h="519113">
                <a:tc>
                  <a:txBody>
                    <a:bodyPr/>
                    <a:lstStyle/>
                    <a:p>
                      <a:pPr marL="0" marR="0" lvl="0" indent="0" algn="l" defTabSz="914400" rtl="0" eaLnBrk="1" fontAlgn="base" latinLnBrk="0" hangingPunct="1">
                        <a:lnSpc>
                          <a:spcPct val="100000"/>
                        </a:lnSpc>
                        <a:spcBef>
                          <a:spcPct val="20000"/>
                        </a:spcBef>
                        <a:spcAft>
                          <a:spcPct val="0"/>
                        </a:spcAft>
                        <a:buClr>
                          <a:schemeClr val="folHlink"/>
                        </a:buClr>
                        <a:buSzPct val="60000"/>
                        <a:buFont typeface="Wingdings" pitchFamily="2" charset="2"/>
                        <a:buNone/>
                        <a:tabLst/>
                      </a:pPr>
                      <a:endParaRPr kumimoji="0" lang="zh-CN" altLang="zh-CN" sz="2800" b="1" i="1" u="none" strike="noStrike" cap="none" normalizeH="0" baseline="0">
                        <a:ln>
                          <a:noFill/>
                        </a:ln>
                        <a:solidFill>
                          <a:schemeClr val="tx1"/>
                        </a:solidFill>
                        <a:effectLst/>
                        <a:latin typeface="Tahoma" pitchFamily="34" charset="0"/>
                        <a:ea typeface="黑体" pitchFamily="2" charset="-122"/>
                      </a:endParaRPr>
                    </a:p>
                  </a:txBody>
                  <a:tcPr horzOverflow="overflow">
                    <a:lnL w="28575"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
                          <a:schemeClr val="folHlink"/>
                        </a:buClr>
                        <a:buSzPct val="60000"/>
                        <a:buFont typeface="Wingdings" pitchFamily="2" charset="2"/>
                        <a:buNone/>
                        <a:tabLst/>
                      </a:pPr>
                      <a:endParaRPr kumimoji="0" lang="zh-CN" altLang="zh-CN" sz="2800" b="1" i="0" u="none" strike="noStrike" cap="none" normalizeH="0" baseline="0">
                        <a:ln>
                          <a:noFill/>
                        </a:ln>
                        <a:solidFill>
                          <a:schemeClr val="tx1"/>
                        </a:solidFill>
                        <a:effectLst/>
                        <a:latin typeface="Tahoma" pitchFamily="34" charset="0"/>
                        <a:ea typeface="黑体" pitchFamily="2" charset="-122"/>
                      </a:endParaRPr>
                    </a:p>
                  </a:txBody>
                  <a:tcPr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
                          <a:schemeClr val="folHlink"/>
                        </a:buClr>
                        <a:buSzPct val="60000"/>
                        <a:buFont typeface="Wingdings" pitchFamily="2" charset="2"/>
                        <a:buNone/>
                        <a:tabLst/>
                      </a:pPr>
                      <a:endParaRPr kumimoji="0" lang="zh-CN" altLang="zh-CN" sz="2800" b="1" i="0" u="none" strike="noStrike" cap="none" normalizeH="0" baseline="0">
                        <a:ln>
                          <a:noFill/>
                        </a:ln>
                        <a:solidFill>
                          <a:schemeClr val="tx1"/>
                        </a:solidFill>
                        <a:effectLst/>
                        <a:latin typeface="Tahoma" pitchFamily="34" charset="0"/>
                        <a:ea typeface="黑体" pitchFamily="2" charset="-122"/>
                        <a:sym typeface="Symbol" pitchFamily="18" charset="2"/>
                      </a:endParaRPr>
                    </a:p>
                  </a:txBody>
                  <a:tcPr horzOverflow="overflow">
                    <a:lnL w="12700" cap="flat" cmpd="sng" algn="ctr">
                      <a:solidFill>
                        <a:schemeClr val="tx1"/>
                      </a:solidFill>
                      <a:prstDash val="solid"/>
                      <a:round/>
                      <a:headEnd type="none" w="sm" len="sm"/>
                      <a:tailEnd type="none" w="sm" len="sm"/>
                    </a:lnL>
                    <a:lnR w="28575" cap="flat" cmpd="sng" algn="ctr">
                      <a:solidFill>
                        <a:schemeClr val="tx1"/>
                      </a:solidFill>
                      <a:prstDash val="solid"/>
                      <a:round/>
                      <a:headEnd type="none" w="sm" len="sm"/>
                      <a:tailEnd type="none" w="sm" len="sm"/>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6"/>
                  </a:ext>
                </a:extLst>
              </a:tr>
              <a:tr h="518160">
                <a:tc>
                  <a:txBody>
                    <a:bodyPr/>
                    <a:lstStyle/>
                    <a:p>
                      <a:pPr marL="0" marR="0" lvl="0" indent="0" algn="l" defTabSz="914400" rtl="0" eaLnBrk="1" fontAlgn="base" latinLnBrk="0" hangingPunct="1">
                        <a:lnSpc>
                          <a:spcPct val="100000"/>
                        </a:lnSpc>
                        <a:spcBef>
                          <a:spcPct val="20000"/>
                        </a:spcBef>
                        <a:spcAft>
                          <a:spcPct val="0"/>
                        </a:spcAft>
                        <a:buClr>
                          <a:schemeClr val="folHlink"/>
                        </a:buClr>
                        <a:buSzPct val="60000"/>
                        <a:buFont typeface="Wingdings" pitchFamily="2" charset="2"/>
                        <a:buNone/>
                        <a:tabLst/>
                      </a:pPr>
                      <a:endParaRPr kumimoji="0" lang="zh-CN" altLang="zh-CN" sz="2800" b="1" i="0" u="none" strike="noStrike" cap="none" normalizeH="0" baseline="0">
                        <a:ln>
                          <a:noFill/>
                        </a:ln>
                        <a:solidFill>
                          <a:schemeClr val="tx1"/>
                        </a:solidFill>
                        <a:effectLst/>
                        <a:latin typeface="Tahoma" pitchFamily="34" charset="0"/>
                        <a:ea typeface="黑体" pitchFamily="2" charset="-122"/>
                      </a:endParaRPr>
                    </a:p>
                  </a:txBody>
                  <a:tcPr horzOverflow="overflow">
                    <a:lnL w="28575"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
                          <a:schemeClr val="folHlink"/>
                        </a:buClr>
                        <a:buSzPct val="60000"/>
                        <a:buFont typeface="Wingdings" pitchFamily="2" charset="2"/>
                        <a:buNone/>
                        <a:tabLst/>
                      </a:pPr>
                      <a:endParaRPr kumimoji="0" lang="zh-CN" altLang="zh-CN" sz="2800" b="1" i="0" u="none" strike="noStrike" cap="none" normalizeH="0" baseline="0">
                        <a:ln>
                          <a:noFill/>
                        </a:ln>
                        <a:solidFill>
                          <a:schemeClr val="tx1"/>
                        </a:solidFill>
                        <a:effectLst/>
                        <a:latin typeface="Tahoma" pitchFamily="34" charset="0"/>
                        <a:ea typeface="黑体" pitchFamily="2" charset="-122"/>
                      </a:endParaRPr>
                    </a:p>
                  </a:txBody>
                  <a:tcPr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
                          <a:schemeClr val="folHlink"/>
                        </a:buClr>
                        <a:buSzPct val="60000"/>
                        <a:buFont typeface="Wingdings" pitchFamily="2" charset="2"/>
                        <a:buNone/>
                        <a:tabLst/>
                      </a:pPr>
                      <a:endParaRPr kumimoji="0" lang="zh-CN" altLang="zh-CN" sz="2800" b="1" i="0" u="none" strike="noStrike" cap="none" normalizeH="0" baseline="0">
                        <a:ln>
                          <a:noFill/>
                        </a:ln>
                        <a:solidFill>
                          <a:schemeClr val="tx1"/>
                        </a:solidFill>
                        <a:effectLst/>
                        <a:latin typeface="Tahoma" pitchFamily="34" charset="0"/>
                        <a:ea typeface="黑体" pitchFamily="2" charset="-122"/>
                        <a:sym typeface="Symbol" pitchFamily="18" charset="2"/>
                      </a:endParaRPr>
                    </a:p>
                  </a:txBody>
                  <a:tcPr horzOverflow="overflow">
                    <a:lnL w="12700" cap="flat" cmpd="sng" algn="ctr">
                      <a:solidFill>
                        <a:schemeClr val="tx1"/>
                      </a:solidFill>
                      <a:prstDash val="solid"/>
                      <a:round/>
                      <a:headEnd type="none" w="sm" len="sm"/>
                      <a:tailEnd type="none" w="sm" len="sm"/>
                    </a:lnL>
                    <a:lnR w="28575" cap="flat" cmpd="sng" algn="ctr">
                      <a:solidFill>
                        <a:schemeClr val="tx1"/>
                      </a:solidFill>
                      <a:prstDash val="solid"/>
                      <a:round/>
                      <a:headEnd type="none" w="sm" len="sm"/>
                      <a:tailEnd type="none" w="sm" len="sm"/>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7"/>
                  </a:ext>
                </a:extLst>
              </a:tr>
              <a:tr h="519113">
                <a:tc>
                  <a:txBody>
                    <a:bodyPr/>
                    <a:lstStyle/>
                    <a:p>
                      <a:pPr marL="0" marR="0" lvl="0" indent="0" algn="l" defTabSz="914400" rtl="0" eaLnBrk="1" fontAlgn="base" latinLnBrk="0" hangingPunct="1">
                        <a:lnSpc>
                          <a:spcPct val="100000"/>
                        </a:lnSpc>
                        <a:spcBef>
                          <a:spcPct val="20000"/>
                        </a:spcBef>
                        <a:spcAft>
                          <a:spcPct val="0"/>
                        </a:spcAft>
                        <a:buClr>
                          <a:schemeClr val="folHlink"/>
                        </a:buClr>
                        <a:buSzPct val="60000"/>
                        <a:buFont typeface="Wingdings" pitchFamily="2" charset="2"/>
                        <a:buNone/>
                        <a:tabLst/>
                      </a:pPr>
                      <a:endParaRPr kumimoji="0" lang="zh-CN" altLang="zh-CN" sz="2800" b="1" i="0" u="none" strike="noStrike" cap="none" normalizeH="0" baseline="0">
                        <a:ln>
                          <a:noFill/>
                        </a:ln>
                        <a:solidFill>
                          <a:schemeClr val="tx1"/>
                        </a:solidFill>
                        <a:effectLst/>
                        <a:latin typeface="Tahoma" pitchFamily="34" charset="0"/>
                        <a:ea typeface="黑体" pitchFamily="2" charset="-122"/>
                        <a:sym typeface="Symbol" pitchFamily="18" charset="2"/>
                      </a:endParaRPr>
                    </a:p>
                  </a:txBody>
                  <a:tcPr horzOverflow="overflow">
                    <a:lnL w="28575"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sm" len="sm"/>
                      <a:tailEnd type="none" w="sm" len="sm"/>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
                          <a:schemeClr val="folHlink"/>
                        </a:buClr>
                        <a:buSzPct val="60000"/>
                        <a:buFont typeface="Wingdings" pitchFamily="2" charset="2"/>
                        <a:buNone/>
                        <a:tabLst/>
                      </a:pPr>
                      <a:endParaRPr kumimoji="0" lang="zh-CN" altLang="zh-CN" sz="2800" b="1" i="0" u="none" strike="noStrike" cap="none" normalizeH="0" baseline="0">
                        <a:ln>
                          <a:noFill/>
                        </a:ln>
                        <a:solidFill>
                          <a:schemeClr val="tx1"/>
                        </a:solidFill>
                        <a:effectLst/>
                        <a:latin typeface="Tahoma" pitchFamily="34" charset="0"/>
                        <a:ea typeface="黑体" pitchFamily="2" charset="-122"/>
                      </a:endParaRPr>
                    </a:p>
                  </a:txBody>
                  <a:tcPr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sm" len="sm"/>
                      <a:tailEnd type="none" w="sm" len="sm"/>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
                          <a:schemeClr val="folHlink"/>
                        </a:buClr>
                        <a:buSzPct val="60000"/>
                        <a:buFont typeface="Wingdings" pitchFamily="2" charset="2"/>
                        <a:buNone/>
                        <a:tabLst/>
                      </a:pPr>
                      <a:endParaRPr kumimoji="0" lang="zh-CN" altLang="zh-CN" sz="2800" b="1" i="0" u="none" strike="noStrike" cap="none" normalizeH="0" baseline="0" dirty="0">
                        <a:ln>
                          <a:noFill/>
                        </a:ln>
                        <a:solidFill>
                          <a:schemeClr val="tx1"/>
                        </a:solidFill>
                        <a:effectLst/>
                        <a:latin typeface="Tahoma" pitchFamily="34" charset="0"/>
                        <a:ea typeface="黑体" pitchFamily="2" charset="-122"/>
                      </a:endParaRPr>
                    </a:p>
                  </a:txBody>
                  <a:tcPr horzOverflow="overflow">
                    <a:lnL w="12700" cap="flat" cmpd="sng" algn="ctr">
                      <a:solidFill>
                        <a:schemeClr val="tx1"/>
                      </a:solidFill>
                      <a:prstDash val="solid"/>
                      <a:round/>
                      <a:headEnd type="none" w="sm" len="sm"/>
                      <a:tailEnd type="none" w="sm" len="sm"/>
                    </a:lnL>
                    <a:lnR w="28575" cap="flat" cmpd="sng" algn="ctr">
                      <a:solidFill>
                        <a:schemeClr val="tx1"/>
                      </a:solidFill>
                      <a:prstDash val="solid"/>
                      <a:round/>
                      <a:headEnd type="none" w="sm" len="sm"/>
                      <a:tailEnd type="none" w="sm" len="sm"/>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sm" len="sm"/>
                      <a:tailEnd type="none" w="sm" len="sm"/>
                    </a:lnB>
                    <a:lnTlToBr>
                      <a:noFill/>
                    </a:lnTlToBr>
                    <a:lnBlToTr>
                      <a:noFill/>
                    </a:lnBlToTr>
                    <a:noFill/>
                  </a:tcPr>
                </a:tc>
                <a:extLst>
                  <a:ext uri="{0D108BD9-81ED-4DB2-BD59-A6C34878D82A}">
                    <a16:rowId xmlns:a16="http://schemas.microsoft.com/office/drawing/2014/main" val="10008"/>
                  </a:ext>
                </a:extLst>
              </a:tr>
            </a:tbl>
          </a:graphicData>
        </a:graphic>
      </p:graphicFrame>
      <p:sp>
        <p:nvSpPr>
          <p:cNvPr id="2" name="日期占位符 1">
            <a:extLst>
              <a:ext uri="{FF2B5EF4-FFF2-40B4-BE49-F238E27FC236}">
                <a16:creationId xmlns:a16="http://schemas.microsoft.com/office/drawing/2014/main" id="{1B8889EE-42CA-938C-B8B1-48C292907488}"/>
              </a:ext>
            </a:extLst>
          </p:cNvPr>
          <p:cNvSpPr>
            <a:spLocks noGrp="1"/>
          </p:cNvSpPr>
          <p:nvPr>
            <p:ph type="dt" sz="half" idx="10"/>
          </p:nvPr>
        </p:nvSpPr>
        <p:spPr/>
        <p:txBody>
          <a:bodyPr/>
          <a:lstStyle/>
          <a:p>
            <a:fld id="{7C11F2B4-7847-4B67-BE0E-3DDFE9246C6C}" type="datetime2">
              <a:rPr lang="zh-CN" altLang="en-US" smtClean="0"/>
              <a:pPr/>
              <a:t>2025年11月26日</a:t>
            </a:fld>
            <a:endParaRPr lang="zh-CN" altLang="en-US"/>
          </a:p>
        </p:txBody>
      </p:sp>
      <p:sp>
        <p:nvSpPr>
          <p:cNvPr id="3" name="页脚占位符 2">
            <a:extLst>
              <a:ext uri="{FF2B5EF4-FFF2-40B4-BE49-F238E27FC236}">
                <a16:creationId xmlns:a16="http://schemas.microsoft.com/office/drawing/2014/main" id="{189D300B-77A1-C8C0-91A6-7926E323AC0C}"/>
              </a:ext>
            </a:extLst>
          </p:cNvPr>
          <p:cNvSpPr>
            <a:spLocks noGrp="1"/>
          </p:cNvSpPr>
          <p:nvPr>
            <p:ph type="ftr" sz="quarter" idx="11"/>
          </p:nvPr>
        </p:nvSpPr>
        <p:spPr/>
        <p:txBody>
          <a:bodyPr/>
          <a:lstStyle/>
          <a:p>
            <a:r>
              <a:rPr lang="zh-CN" altLang="en-US"/>
              <a:t>编译原理</a:t>
            </a:r>
            <a:r>
              <a:rPr lang="en-US" altLang="zh-CN"/>
              <a:t>-</a:t>
            </a:r>
            <a:r>
              <a:rPr lang="zh-CN" altLang="en-US"/>
              <a:t>王欣捷</a:t>
            </a:r>
            <a:r>
              <a:rPr lang="en-US" altLang="zh-CN"/>
              <a:t>-</a:t>
            </a:r>
            <a:r>
              <a:rPr lang="zh-CN" altLang="en-US"/>
              <a:t>第三章 语法分析</a:t>
            </a:r>
            <a:r>
              <a:rPr lang="en-US" altLang="zh-CN"/>
              <a:t>(4)</a:t>
            </a:r>
            <a:endParaRPr lang="zh-CN" altLang="en-US"/>
          </a:p>
        </p:txBody>
      </p:sp>
      <p:sp>
        <p:nvSpPr>
          <p:cNvPr id="4" name="灯片编号占位符 3">
            <a:extLst>
              <a:ext uri="{FF2B5EF4-FFF2-40B4-BE49-F238E27FC236}">
                <a16:creationId xmlns:a16="http://schemas.microsoft.com/office/drawing/2014/main" id="{AA1CE6BC-9191-5C80-3104-12D4092800CF}"/>
              </a:ext>
            </a:extLst>
          </p:cNvPr>
          <p:cNvSpPr>
            <a:spLocks noGrp="1"/>
          </p:cNvSpPr>
          <p:nvPr>
            <p:ph type="sldNum" sz="quarter" idx="12"/>
          </p:nvPr>
        </p:nvSpPr>
        <p:spPr/>
        <p:txBody>
          <a:bodyPr/>
          <a:lstStyle/>
          <a:p>
            <a:fld id="{094DEB03-EFC6-4C20-8FC8-295189A5386F}" type="slidenum">
              <a:rPr lang="zh-CN" altLang="en-US" smtClean="0"/>
              <a:pPr/>
              <a:t>23</a:t>
            </a:fld>
            <a:endParaRPr lang="zh-CN" altLang="en-US"/>
          </a:p>
        </p:txBody>
      </p:sp>
      <p:graphicFrame>
        <p:nvGraphicFramePr>
          <p:cNvPr id="6" name="Group 3">
            <a:extLst>
              <a:ext uri="{FF2B5EF4-FFF2-40B4-BE49-F238E27FC236}">
                <a16:creationId xmlns:a16="http://schemas.microsoft.com/office/drawing/2014/main" id="{89043DD7-C231-9AA2-060F-B4A87A40A3B0}"/>
              </a:ext>
            </a:extLst>
          </p:cNvPr>
          <p:cNvGraphicFramePr>
            <a:graphicFrameLocks/>
          </p:cNvGraphicFramePr>
          <p:nvPr>
            <p:extLst>
              <p:ext uri="{D42A27DB-BD31-4B8C-83A1-F6EECF244321}">
                <p14:modId xmlns:p14="http://schemas.microsoft.com/office/powerpoint/2010/main" val="3119226730"/>
              </p:ext>
            </p:extLst>
          </p:nvPr>
        </p:nvGraphicFramePr>
        <p:xfrm>
          <a:off x="1681224" y="4049485"/>
          <a:ext cx="6162551" cy="2535464"/>
        </p:xfrm>
        <a:graphic>
          <a:graphicData uri="http://schemas.openxmlformats.org/drawingml/2006/table">
            <a:tbl>
              <a:tblPr>
                <a:effectLst>
                  <a:outerShdw blurRad="63500" sx="102000" sy="102000" algn="ctr" rotWithShape="0">
                    <a:prstClr val="black">
                      <a:alpha val="40000"/>
                    </a:prstClr>
                  </a:outerShdw>
                </a:effectLst>
              </a:tblPr>
              <a:tblGrid>
                <a:gridCol w="753362">
                  <a:extLst>
                    <a:ext uri="{9D8B030D-6E8A-4147-A177-3AD203B41FA5}">
                      <a16:colId xmlns:a16="http://schemas.microsoft.com/office/drawing/2014/main" val="20000"/>
                    </a:ext>
                  </a:extLst>
                </a:gridCol>
                <a:gridCol w="914796">
                  <a:extLst>
                    <a:ext uri="{9D8B030D-6E8A-4147-A177-3AD203B41FA5}">
                      <a16:colId xmlns:a16="http://schemas.microsoft.com/office/drawing/2014/main" val="20001"/>
                    </a:ext>
                  </a:extLst>
                </a:gridCol>
                <a:gridCol w="974215">
                  <a:extLst>
                    <a:ext uri="{9D8B030D-6E8A-4147-A177-3AD203B41FA5}">
                      <a16:colId xmlns:a16="http://schemas.microsoft.com/office/drawing/2014/main" val="20002"/>
                    </a:ext>
                  </a:extLst>
                </a:gridCol>
                <a:gridCol w="1010203">
                  <a:extLst>
                    <a:ext uri="{9D8B030D-6E8A-4147-A177-3AD203B41FA5}">
                      <a16:colId xmlns:a16="http://schemas.microsoft.com/office/drawing/2014/main" val="20003"/>
                    </a:ext>
                  </a:extLst>
                </a:gridCol>
                <a:gridCol w="867599">
                  <a:extLst>
                    <a:ext uri="{9D8B030D-6E8A-4147-A177-3AD203B41FA5}">
                      <a16:colId xmlns:a16="http://schemas.microsoft.com/office/drawing/2014/main" val="20004"/>
                    </a:ext>
                  </a:extLst>
                </a:gridCol>
                <a:gridCol w="860986">
                  <a:extLst>
                    <a:ext uri="{9D8B030D-6E8A-4147-A177-3AD203B41FA5}">
                      <a16:colId xmlns:a16="http://schemas.microsoft.com/office/drawing/2014/main" val="20005"/>
                    </a:ext>
                  </a:extLst>
                </a:gridCol>
                <a:gridCol w="781390">
                  <a:extLst>
                    <a:ext uri="{9D8B030D-6E8A-4147-A177-3AD203B41FA5}">
                      <a16:colId xmlns:a16="http://schemas.microsoft.com/office/drawing/2014/main" val="20006"/>
                    </a:ext>
                  </a:extLst>
                </a:gridCol>
              </a:tblGrid>
              <a:tr h="361994">
                <a:tc rowSpan="2">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r>
                        <a:rPr kumimoji="0" lang="zh-CN" altLang="en-US" sz="1500" b="0" i="0" u="none" strike="noStrike" cap="none" normalizeH="0" baseline="0">
                          <a:ln>
                            <a:noFill/>
                          </a:ln>
                          <a:solidFill>
                            <a:schemeClr val="tx1"/>
                          </a:solidFill>
                          <a:effectLst/>
                          <a:latin typeface="Times New Roman" panose="02020603050405020304" pitchFamily="18" charset="0"/>
                          <a:ea typeface="黑体" panose="02010609060101010101" pitchFamily="49" charset="-122"/>
                        </a:rPr>
                        <a:t>非 终</a:t>
                      </a:r>
                      <a:endParaRPr kumimoji="0" lang="en-US" altLang="zh-CN" sz="1500" b="0" i="0" u="none" strike="noStrike" cap="none" normalizeH="0" baseline="0">
                        <a:ln>
                          <a:noFill/>
                        </a:ln>
                        <a:solidFill>
                          <a:schemeClr val="tx1"/>
                        </a:solidFill>
                        <a:effectLst/>
                        <a:latin typeface="Times New Roman" panose="02020603050405020304" pitchFamily="18" charset="0"/>
                        <a:ea typeface="黑体" panose="02010609060101010101" pitchFamily="49" charset="-122"/>
                      </a:endParaRPr>
                    </a:p>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r>
                        <a:rPr kumimoji="0" lang="zh-CN" altLang="en-US" sz="1500" b="0" i="0" u="none" strike="noStrike" cap="none" normalizeH="0" baseline="0">
                          <a:ln>
                            <a:noFill/>
                          </a:ln>
                          <a:solidFill>
                            <a:schemeClr val="tx1"/>
                          </a:solidFill>
                          <a:effectLst/>
                          <a:latin typeface="Times New Roman" panose="02020603050405020304" pitchFamily="18" charset="0"/>
                          <a:ea typeface="黑体" panose="02010609060101010101" pitchFamily="49" charset="-122"/>
                        </a:rPr>
                        <a:t>结 符</a:t>
                      </a:r>
                    </a:p>
                  </a:txBody>
                  <a:tcPr marL="139781" marR="139781" marT="69890" marB="69890" anchor="ct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accent4">
                        <a:lumMod val="20000"/>
                        <a:lumOff val="80000"/>
                      </a:schemeClr>
                    </a:solidFill>
                  </a:tcPr>
                </a:tc>
                <a:tc gridSpan="6">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r>
                        <a:rPr kumimoji="0" lang="zh-CN" altLang="en-US" sz="1500" b="0" i="0" u="none" strike="noStrike" cap="none" normalizeH="0" baseline="0">
                          <a:ln>
                            <a:noFill/>
                          </a:ln>
                          <a:solidFill>
                            <a:schemeClr val="tx1"/>
                          </a:solidFill>
                          <a:effectLst/>
                          <a:latin typeface="Times New Roman" panose="02020603050405020304" pitchFamily="18" charset="0"/>
                          <a:ea typeface="黑体" panose="02010609060101010101" pitchFamily="49" charset="-122"/>
                        </a:rPr>
                        <a:t>输 入 符 号</a:t>
                      </a:r>
                    </a:p>
                  </a:txBody>
                  <a:tcPr marL="139781" marR="139781" marT="69890" marB="69890" anchor="ct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accent4">
                        <a:lumMod val="20000"/>
                        <a:lumOff val="80000"/>
                      </a:schemeClr>
                    </a:solidFill>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extLst>
                  <a:ext uri="{0D108BD9-81ED-4DB2-BD59-A6C34878D82A}">
                    <a16:rowId xmlns:a16="http://schemas.microsoft.com/office/drawing/2014/main" val="10000"/>
                  </a:ext>
                </a:extLst>
              </a:tr>
              <a:tr h="360042">
                <a:tc vMerge="1">
                  <a:txBody>
                    <a:bodyPr/>
                    <a:lstStyle/>
                    <a:p>
                      <a:endParaRPr lang="zh-CN" altLang="en-US"/>
                    </a:p>
                  </a:txBody>
                  <a:tcPr/>
                </a:tc>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r>
                        <a:rPr kumimoji="0" lang="en-US" altLang="zh-CN" sz="1500" b="1" i="0" u="none" strike="noStrike" cap="none" normalizeH="0" baseline="0">
                          <a:ln>
                            <a:noFill/>
                          </a:ln>
                          <a:solidFill>
                            <a:schemeClr val="tx1"/>
                          </a:solidFill>
                          <a:effectLst/>
                          <a:latin typeface="Times New Roman" panose="02020603050405020304" pitchFamily="18" charset="0"/>
                          <a:ea typeface="黑体" panose="02010609060101010101" pitchFamily="49" charset="-122"/>
                        </a:rPr>
                        <a:t>id</a:t>
                      </a:r>
                    </a:p>
                  </a:txBody>
                  <a:tcPr marL="46132" marR="46132" marT="24604" marB="24604"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accent4">
                        <a:lumMod val="20000"/>
                        <a:lumOff val="80000"/>
                      </a:schemeClr>
                    </a:solidFill>
                  </a:tcPr>
                </a:tc>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r>
                        <a:rPr kumimoji="0" lang="en-US" altLang="zh-CN" sz="1500" b="1" i="0" u="none" strike="noStrike" cap="none" normalizeH="0" baseline="0">
                          <a:ln>
                            <a:noFill/>
                          </a:ln>
                          <a:solidFill>
                            <a:schemeClr val="tx1"/>
                          </a:solidFill>
                          <a:effectLst/>
                          <a:latin typeface="Times New Roman" panose="02020603050405020304" pitchFamily="18" charset="0"/>
                          <a:ea typeface="黑体" panose="02010609060101010101" pitchFamily="49" charset="-122"/>
                        </a:rPr>
                        <a:t>+</a:t>
                      </a:r>
                    </a:p>
                  </a:txBody>
                  <a:tcPr marL="46132" marR="46132" marT="24604" marB="24604"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accent4">
                        <a:lumMod val="20000"/>
                        <a:lumOff val="80000"/>
                      </a:schemeClr>
                    </a:solidFill>
                  </a:tcPr>
                </a:tc>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r>
                        <a:rPr kumimoji="0" lang="en-US" altLang="zh-CN" sz="1500" b="1" i="0" u="none" strike="noStrike" cap="none" normalizeH="0" baseline="0">
                          <a:ln>
                            <a:noFill/>
                          </a:ln>
                          <a:solidFill>
                            <a:schemeClr val="tx1"/>
                          </a:solidFill>
                          <a:effectLst/>
                          <a:latin typeface="Times New Roman" panose="02020603050405020304" pitchFamily="18" charset="0"/>
                          <a:ea typeface="黑体" panose="02010609060101010101" pitchFamily="49" charset="-122"/>
                        </a:rPr>
                        <a:t>*</a:t>
                      </a:r>
                    </a:p>
                  </a:txBody>
                  <a:tcPr marL="46132" marR="46132" marT="24604" marB="24604"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accent4">
                        <a:lumMod val="20000"/>
                        <a:lumOff val="80000"/>
                      </a:schemeClr>
                    </a:solidFill>
                  </a:tcPr>
                </a:tc>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r>
                        <a:rPr kumimoji="0" lang="en-US" altLang="zh-CN" sz="1500" b="1" i="0" u="none" strike="noStrike" cap="none" normalizeH="0" baseline="0">
                          <a:ln>
                            <a:noFill/>
                          </a:ln>
                          <a:solidFill>
                            <a:schemeClr val="tx1"/>
                          </a:solidFill>
                          <a:effectLst/>
                          <a:latin typeface="Times New Roman" panose="02020603050405020304" pitchFamily="18" charset="0"/>
                          <a:ea typeface="黑体" panose="02010609060101010101" pitchFamily="49" charset="-122"/>
                        </a:rPr>
                        <a:t>(</a:t>
                      </a:r>
                    </a:p>
                  </a:txBody>
                  <a:tcPr marL="46132" marR="46132" marT="24604" marB="24604"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accent4">
                        <a:lumMod val="20000"/>
                        <a:lumOff val="80000"/>
                      </a:schemeClr>
                    </a:solidFill>
                  </a:tcPr>
                </a:tc>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r>
                        <a:rPr kumimoji="0" lang="en-US" altLang="zh-CN" sz="1500" b="1" i="0" u="none" strike="noStrike" cap="none" normalizeH="0" baseline="0">
                          <a:ln>
                            <a:noFill/>
                          </a:ln>
                          <a:solidFill>
                            <a:schemeClr val="tx1"/>
                          </a:solidFill>
                          <a:effectLst/>
                          <a:latin typeface="Times New Roman" panose="02020603050405020304" pitchFamily="18" charset="0"/>
                          <a:ea typeface="黑体" panose="02010609060101010101" pitchFamily="49" charset="-122"/>
                        </a:rPr>
                        <a:t>)</a:t>
                      </a:r>
                    </a:p>
                  </a:txBody>
                  <a:tcPr marL="46132" marR="46132" marT="24604" marB="24604"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accent4">
                        <a:lumMod val="20000"/>
                        <a:lumOff val="80000"/>
                      </a:schemeClr>
                    </a:solidFill>
                  </a:tcPr>
                </a:tc>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r>
                        <a:rPr kumimoji="0" lang="en-US" altLang="zh-CN" sz="1500" b="1" i="0" u="none" strike="noStrike" cap="none" normalizeH="0" baseline="0">
                          <a:ln>
                            <a:noFill/>
                          </a:ln>
                          <a:solidFill>
                            <a:schemeClr val="tx1"/>
                          </a:solidFill>
                          <a:effectLst/>
                          <a:latin typeface="Times New Roman" panose="02020603050405020304" pitchFamily="18" charset="0"/>
                          <a:ea typeface="黑体" panose="02010609060101010101" pitchFamily="49" charset="-122"/>
                        </a:rPr>
                        <a:t>$</a:t>
                      </a:r>
                    </a:p>
                  </a:txBody>
                  <a:tcPr marL="46132" marR="46132" marT="24604" marB="24604" anchor="ct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accent4">
                        <a:lumMod val="20000"/>
                        <a:lumOff val="80000"/>
                      </a:schemeClr>
                    </a:solidFill>
                  </a:tcPr>
                </a:tc>
                <a:extLst>
                  <a:ext uri="{0D108BD9-81ED-4DB2-BD59-A6C34878D82A}">
                    <a16:rowId xmlns:a16="http://schemas.microsoft.com/office/drawing/2014/main" val="10001"/>
                  </a:ext>
                </a:extLst>
              </a:tr>
              <a:tr h="361994">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r>
                        <a:rPr kumimoji="0" lang="en-US" altLang="zh-CN" sz="1500" b="1" i="1" u="none" strike="noStrike" cap="none" normalizeH="0" baseline="0">
                          <a:ln>
                            <a:noFill/>
                          </a:ln>
                          <a:solidFill>
                            <a:schemeClr val="tx1"/>
                          </a:solidFill>
                          <a:effectLst/>
                          <a:latin typeface="Times New Roman" panose="02020603050405020304" pitchFamily="18" charset="0"/>
                          <a:ea typeface="黑体" panose="02010609060101010101" pitchFamily="49" charset="-122"/>
                        </a:rPr>
                        <a:t>E</a:t>
                      </a:r>
                    </a:p>
                  </a:txBody>
                  <a:tcPr marL="46132" marR="46132" marT="24604" marB="24604" anchor="ct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accent4">
                        <a:lumMod val="20000"/>
                        <a:lumOff val="80000"/>
                      </a:schemeClr>
                    </a:solidFill>
                  </a:tcPr>
                </a:tc>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r>
                        <a:rPr kumimoji="0" lang="en-US" altLang="zh-CN" sz="1500" b="1" i="1" u="none" strike="noStrike" cap="none" normalizeH="0" baseline="0">
                          <a:ln>
                            <a:noFill/>
                          </a:ln>
                          <a:solidFill>
                            <a:schemeClr val="tx1"/>
                          </a:solidFill>
                          <a:effectLst/>
                          <a:latin typeface="Times New Roman" panose="02020603050405020304" pitchFamily="18" charset="0"/>
                          <a:ea typeface="黑体" panose="02010609060101010101" pitchFamily="49" charset="-122"/>
                        </a:rPr>
                        <a:t>E</a:t>
                      </a:r>
                      <a:r>
                        <a:rPr kumimoji="0" lang="en-US" altLang="zh-CN" sz="1500" b="1" i="0" u="none" strike="noStrike" cap="none" normalizeH="0" baseline="0">
                          <a:ln>
                            <a:noFill/>
                          </a:ln>
                          <a:solidFill>
                            <a:schemeClr val="tx1"/>
                          </a:solidFill>
                          <a:effectLst/>
                          <a:latin typeface="Times New Roman" panose="02020603050405020304" pitchFamily="18" charset="0"/>
                          <a:ea typeface="黑体" panose="02010609060101010101" pitchFamily="49" charset="-122"/>
                          <a:sym typeface="Symbol" panose="05050102010706020507" pitchFamily="18" charset="2"/>
                        </a:rPr>
                        <a:t></a:t>
                      </a:r>
                      <a:r>
                        <a:rPr kumimoji="0" lang="en-US" altLang="zh-CN" sz="1500" b="1" i="1" u="none" strike="noStrike" cap="none" normalizeH="0" baseline="0">
                          <a:ln>
                            <a:noFill/>
                          </a:ln>
                          <a:solidFill>
                            <a:schemeClr val="tx1"/>
                          </a:solidFill>
                          <a:effectLst/>
                          <a:latin typeface="Times New Roman" panose="02020603050405020304" pitchFamily="18" charset="0"/>
                          <a:ea typeface="黑体" panose="02010609060101010101" pitchFamily="49" charset="-122"/>
                          <a:sym typeface="Symbol" panose="05050102010706020507" pitchFamily="18" charset="2"/>
                        </a:rPr>
                        <a:t>TE</a:t>
                      </a:r>
                      <a:r>
                        <a:rPr kumimoji="0" lang="en-US" altLang="zh-CN" sz="1500" b="1" i="0" u="none" strike="noStrike" cap="none" normalizeH="0" baseline="0">
                          <a:ln>
                            <a:noFill/>
                          </a:ln>
                          <a:solidFill>
                            <a:schemeClr val="tx1"/>
                          </a:solidFill>
                          <a:effectLst/>
                          <a:latin typeface="Times New Roman" panose="02020603050405020304" pitchFamily="18" charset="0"/>
                          <a:ea typeface="黑体" panose="02010609060101010101" pitchFamily="49" charset="-122"/>
                          <a:sym typeface="Symbol" panose="05050102010706020507" pitchFamily="18" charset="2"/>
                        </a:rPr>
                        <a:t></a:t>
                      </a:r>
                    </a:p>
                  </a:txBody>
                  <a:tcPr marL="46132" marR="46132" marT="24604" marB="24604"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accent4">
                        <a:lumMod val="20000"/>
                        <a:lumOff val="80000"/>
                      </a:schemeClr>
                    </a:solidFill>
                  </a:tcPr>
                </a:tc>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endParaRPr kumimoji="0" lang="zh-CN" altLang="zh-CN" sz="1500" b="0" i="0" u="none" strike="noStrike" cap="none" normalizeH="0" baseline="0">
                        <a:ln>
                          <a:noFill/>
                        </a:ln>
                        <a:solidFill>
                          <a:schemeClr val="tx1"/>
                        </a:solidFill>
                        <a:effectLst/>
                        <a:latin typeface="Times New Roman" panose="02020603050405020304" pitchFamily="18" charset="0"/>
                        <a:ea typeface="黑体" panose="02010609060101010101" pitchFamily="49" charset="-122"/>
                      </a:endParaRPr>
                    </a:p>
                  </a:txBody>
                  <a:tcPr marL="46132" marR="46132" marT="24604" marB="24604"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accent4">
                        <a:lumMod val="20000"/>
                        <a:lumOff val="80000"/>
                      </a:schemeClr>
                    </a:solidFill>
                  </a:tcPr>
                </a:tc>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endParaRPr kumimoji="0" lang="zh-CN" altLang="zh-CN" sz="1500" b="0" i="0" u="none" strike="noStrike" cap="none" normalizeH="0" baseline="0">
                        <a:ln>
                          <a:noFill/>
                        </a:ln>
                        <a:solidFill>
                          <a:schemeClr val="tx1"/>
                        </a:solidFill>
                        <a:effectLst/>
                        <a:latin typeface="Times New Roman" panose="02020603050405020304" pitchFamily="18" charset="0"/>
                        <a:ea typeface="黑体" panose="02010609060101010101" pitchFamily="49" charset="-122"/>
                      </a:endParaRPr>
                    </a:p>
                  </a:txBody>
                  <a:tcPr marL="46132" marR="46132" marT="24604" marB="24604"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accent4">
                        <a:lumMod val="20000"/>
                        <a:lumOff val="80000"/>
                      </a:schemeClr>
                    </a:solidFill>
                  </a:tcPr>
                </a:tc>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r>
                        <a:rPr kumimoji="0" lang="en-US" altLang="zh-CN" sz="1500" b="1" i="1" u="none" strike="noStrike" cap="none" normalizeH="0" baseline="0">
                          <a:ln>
                            <a:noFill/>
                          </a:ln>
                          <a:solidFill>
                            <a:schemeClr val="tx1"/>
                          </a:solidFill>
                          <a:effectLst/>
                          <a:latin typeface="Times New Roman" panose="02020603050405020304" pitchFamily="18" charset="0"/>
                          <a:ea typeface="黑体" panose="02010609060101010101" pitchFamily="49" charset="-122"/>
                        </a:rPr>
                        <a:t>E</a:t>
                      </a:r>
                      <a:r>
                        <a:rPr kumimoji="0" lang="en-US" altLang="zh-CN" sz="1500" b="1" i="1" u="none" strike="noStrike" cap="none" normalizeH="0" baseline="0">
                          <a:ln>
                            <a:noFill/>
                          </a:ln>
                          <a:solidFill>
                            <a:schemeClr val="tx1"/>
                          </a:solidFill>
                          <a:effectLst/>
                          <a:latin typeface="Times New Roman" panose="02020603050405020304" pitchFamily="18" charset="0"/>
                          <a:ea typeface="黑体" panose="02010609060101010101" pitchFamily="49" charset="-122"/>
                          <a:sym typeface="Symbol" panose="05050102010706020507" pitchFamily="18" charset="2"/>
                        </a:rPr>
                        <a:t>TE</a:t>
                      </a:r>
                      <a:r>
                        <a:rPr kumimoji="0" lang="en-US" altLang="zh-CN" sz="1500" b="1" i="0" u="none" strike="noStrike" cap="none" normalizeH="0" baseline="0">
                          <a:ln>
                            <a:noFill/>
                          </a:ln>
                          <a:solidFill>
                            <a:schemeClr val="tx1"/>
                          </a:solidFill>
                          <a:effectLst/>
                          <a:latin typeface="Times New Roman" panose="02020603050405020304" pitchFamily="18" charset="0"/>
                          <a:ea typeface="黑体" panose="02010609060101010101" pitchFamily="49" charset="-122"/>
                          <a:sym typeface="Symbol" panose="05050102010706020507" pitchFamily="18" charset="2"/>
                        </a:rPr>
                        <a:t></a:t>
                      </a:r>
                    </a:p>
                  </a:txBody>
                  <a:tcPr marL="46132" marR="46132" marT="24604" marB="24604"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accent4">
                        <a:lumMod val="20000"/>
                        <a:lumOff val="80000"/>
                      </a:schemeClr>
                    </a:solidFill>
                  </a:tcPr>
                </a:tc>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endParaRPr kumimoji="0" lang="zh-CN" altLang="zh-CN" sz="1500" b="0" i="0" u="none" strike="noStrike" cap="none" normalizeH="0" baseline="0">
                        <a:ln>
                          <a:noFill/>
                        </a:ln>
                        <a:solidFill>
                          <a:schemeClr val="tx1"/>
                        </a:solidFill>
                        <a:effectLst/>
                        <a:latin typeface="Times New Roman" panose="02020603050405020304" pitchFamily="18" charset="0"/>
                        <a:ea typeface="黑体" panose="02010609060101010101" pitchFamily="49" charset="-122"/>
                      </a:endParaRPr>
                    </a:p>
                  </a:txBody>
                  <a:tcPr marL="46132" marR="46132" marT="24604" marB="24604"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accent4">
                        <a:lumMod val="20000"/>
                        <a:lumOff val="80000"/>
                      </a:schemeClr>
                    </a:solidFill>
                  </a:tcPr>
                </a:tc>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endParaRPr kumimoji="0" lang="zh-CN" altLang="zh-CN" sz="1500" b="0" i="0" u="none" strike="noStrike" cap="none" normalizeH="0" baseline="0">
                        <a:ln>
                          <a:noFill/>
                        </a:ln>
                        <a:solidFill>
                          <a:schemeClr val="tx1"/>
                        </a:solidFill>
                        <a:effectLst/>
                        <a:latin typeface="Times New Roman" panose="02020603050405020304" pitchFamily="18" charset="0"/>
                        <a:ea typeface="黑体" panose="02010609060101010101" pitchFamily="49" charset="-122"/>
                      </a:endParaRPr>
                    </a:p>
                  </a:txBody>
                  <a:tcPr marL="46132" marR="46132" marT="24604" marB="24604" anchor="ct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accent4">
                        <a:lumMod val="20000"/>
                        <a:lumOff val="80000"/>
                      </a:schemeClr>
                    </a:solidFill>
                  </a:tcPr>
                </a:tc>
                <a:extLst>
                  <a:ext uri="{0D108BD9-81ED-4DB2-BD59-A6C34878D82A}">
                    <a16:rowId xmlns:a16="http://schemas.microsoft.com/office/drawing/2014/main" val="10002"/>
                  </a:ext>
                </a:extLst>
              </a:tr>
              <a:tr h="361018">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r>
                        <a:rPr kumimoji="0" lang="en-US" altLang="zh-CN" sz="1500" b="1" i="1" u="none" strike="noStrike" cap="none" normalizeH="0" baseline="0">
                          <a:ln>
                            <a:noFill/>
                          </a:ln>
                          <a:solidFill>
                            <a:schemeClr val="tx1"/>
                          </a:solidFill>
                          <a:effectLst/>
                          <a:latin typeface="Times New Roman" panose="02020603050405020304" pitchFamily="18" charset="0"/>
                          <a:ea typeface="黑体" panose="02010609060101010101" pitchFamily="49" charset="-122"/>
                        </a:rPr>
                        <a:t>E </a:t>
                      </a:r>
                      <a:r>
                        <a:rPr kumimoji="0" lang="en-US" altLang="zh-CN" sz="1500" b="1" i="0" u="none" strike="noStrike" cap="none" normalizeH="0" baseline="0">
                          <a:ln>
                            <a:noFill/>
                          </a:ln>
                          <a:solidFill>
                            <a:schemeClr val="tx1"/>
                          </a:solidFill>
                          <a:effectLst/>
                          <a:latin typeface="Times New Roman" panose="02020603050405020304" pitchFamily="18" charset="0"/>
                          <a:ea typeface="黑体" panose="02010609060101010101" pitchFamily="49" charset="-122"/>
                          <a:sym typeface="Symbol" panose="05050102010706020507" pitchFamily="18" charset="2"/>
                        </a:rPr>
                        <a:t></a:t>
                      </a:r>
                    </a:p>
                  </a:txBody>
                  <a:tcPr marL="46132" marR="46132" marT="24604" marB="24604" anchor="ct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accent4">
                        <a:lumMod val="20000"/>
                        <a:lumOff val="80000"/>
                      </a:schemeClr>
                    </a:solidFill>
                  </a:tcPr>
                </a:tc>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endParaRPr kumimoji="0" lang="zh-CN" altLang="zh-CN" sz="1500" b="0" i="0" u="none" strike="noStrike" cap="none" normalizeH="0" baseline="0">
                        <a:ln>
                          <a:noFill/>
                        </a:ln>
                        <a:solidFill>
                          <a:schemeClr val="tx1"/>
                        </a:solidFill>
                        <a:effectLst/>
                        <a:latin typeface="Times New Roman" panose="02020603050405020304" pitchFamily="18" charset="0"/>
                        <a:ea typeface="黑体" panose="02010609060101010101" pitchFamily="49" charset="-122"/>
                      </a:endParaRPr>
                    </a:p>
                  </a:txBody>
                  <a:tcPr marL="46132" marR="46132" marT="24604" marB="24604"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accent4">
                        <a:lumMod val="20000"/>
                        <a:lumOff val="80000"/>
                      </a:schemeClr>
                    </a:solidFill>
                  </a:tcPr>
                </a:tc>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r>
                        <a:rPr kumimoji="0" lang="en-US" altLang="zh-CN" sz="1500" b="1" i="1" u="none" strike="noStrike" cap="none" normalizeH="0" baseline="0">
                          <a:ln>
                            <a:noFill/>
                          </a:ln>
                          <a:solidFill>
                            <a:schemeClr val="tx1"/>
                          </a:solidFill>
                          <a:effectLst/>
                          <a:latin typeface="Times New Roman" panose="02020603050405020304" pitchFamily="18" charset="0"/>
                          <a:ea typeface="黑体" panose="02010609060101010101" pitchFamily="49" charset="-122"/>
                        </a:rPr>
                        <a:t>E</a:t>
                      </a:r>
                      <a:r>
                        <a:rPr kumimoji="0" lang="en-US" altLang="zh-CN" sz="1500" b="1" i="0" u="none" strike="noStrike" cap="none" normalizeH="0" baseline="0">
                          <a:ln>
                            <a:noFill/>
                          </a:ln>
                          <a:solidFill>
                            <a:schemeClr val="tx1"/>
                          </a:solidFill>
                          <a:effectLst/>
                          <a:latin typeface="Times New Roman" panose="02020603050405020304" pitchFamily="18" charset="0"/>
                          <a:ea typeface="黑体" panose="02010609060101010101" pitchFamily="49" charset="-122"/>
                          <a:sym typeface="Symbol" panose="05050102010706020507" pitchFamily="18" charset="2"/>
                        </a:rPr>
                        <a:t>+</a:t>
                      </a:r>
                      <a:r>
                        <a:rPr kumimoji="0" lang="en-US" altLang="zh-CN" sz="1500" b="1" i="1" u="none" strike="noStrike" cap="none" normalizeH="0" baseline="0">
                          <a:ln>
                            <a:noFill/>
                          </a:ln>
                          <a:solidFill>
                            <a:schemeClr val="tx1"/>
                          </a:solidFill>
                          <a:effectLst/>
                          <a:latin typeface="Times New Roman" panose="02020603050405020304" pitchFamily="18" charset="0"/>
                          <a:ea typeface="黑体" panose="02010609060101010101" pitchFamily="49" charset="-122"/>
                          <a:sym typeface="Symbol" panose="05050102010706020507" pitchFamily="18" charset="2"/>
                        </a:rPr>
                        <a:t>TE</a:t>
                      </a:r>
                      <a:r>
                        <a:rPr kumimoji="0" lang="en-US" altLang="zh-CN" sz="1500" b="1" i="0" u="none" strike="noStrike" cap="none" normalizeH="0" baseline="0">
                          <a:ln>
                            <a:noFill/>
                          </a:ln>
                          <a:solidFill>
                            <a:schemeClr val="tx1"/>
                          </a:solidFill>
                          <a:effectLst/>
                          <a:latin typeface="Times New Roman" panose="02020603050405020304" pitchFamily="18" charset="0"/>
                          <a:ea typeface="黑体" panose="02010609060101010101" pitchFamily="49" charset="-122"/>
                          <a:sym typeface="Symbol" panose="05050102010706020507" pitchFamily="18" charset="2"/>
                        </a:rPr>
                        <a:t></a:t>
                      </a:r>
                    </a:p>
                  </a:txBody>
                  <a:tcPr marL="46132" marR="46132" marT="24604" marB="24604"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accent4">
                        <a:lumMod val="20000"/>
                        <a:lumOff val="80000"/>
                      </a:schemeClr>
                    </a:solidFill>
                  </a:tcPr>
                </a:tc>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endParaRPr kumimoji="0" lang="zh-CN" altLang="zh-CN" sz="1500" b="0" i="0" u="none" strike="noStrike" cap="none" normalizeH="0" baseline="0">
                        <a:ln>
                          <a:noFill/>
                        </a:ln>
                        <a:solidFill>
                          <a:schemeClr val="tx1"/>
                        </a:solidFill>
                        <a:effectLst/>
                        <a:latin typeface="Times New Roman" panose="02020603050405020304" pitchFamily="18" charset="0"/>
                        <a:ea typeface="黑体" panose="02010609060101010101" pitchFamily="49" charset="-122"/>
                      </a:endParaRPr>
                    </a:p>
                  </a:txBody>
                  <a:tcPr marL="46132" marR="46132" marT="24604" marB="24604"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accent4">
                        <a:lumMod val="20000"/>
                        <a:lumOff val="80000"/>
                      </a:schemeClr>
                    </a:solidFill>
                  </a:tcPr>
                </a:tc>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endParaRPr kumimoji="0" lang="zh-CN" altLang="zh-CN" sz="1500" b="0" i="0" u="none" strike="noStrike" cap="none" normalizeH="0" baseline="0">
                        <a:ln>
                          <a:noFill/>
                        </a:ln>
                        <a:solidFill>
                          <a:schemeClr val="tx1"/>
                        </a:solidFill>
                        <a:effectLst/>
                        <a:latin typeface="Times New Roman" panose="02020603050405020304" pitchFamily="18" charset="0"/>
                        <a:ea typeface="黑体" panose="02010609060101010101" pitchFamily="49" charset="-122"/>
                      </a:endParaRPr>
                    </a:p>
                  </a:txBody>
                  <a:tcPr marL="46132" marR="46132" marT="24604" marB="24604"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accent4">
                        <a:lumMod val="20000"/>
                        <a:lumOff val="80000"/>
                      </a:schemeClr>
                    </a:solidFill>
                  </a:tcPr>
                </a:tc>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r>
                        <a:rPr kumimoji="0" lang="en-US" altLang="zh-CN" sz="1500" b="1" i="1" u="none" strike="noStrike" cap="none" normalizeH="0" baseline="0">
                          <a:ln>
                            <a:noFill/>
                          </a:ln>
                          <a:solidFill>
                            <a:schemeClr val="tx1"/>
                          </a:solidFill>
                          <a:effectLst/>
                          <a:latin typeface="Times New Roman" panose="02020603050405020304" pitchFamily="18" charset="0"/>
                          <a:ea typeface="黑体" panose="02010609060101010101" pitchFamily="49" charset="-122"/>
                        </a:rPr>
                        <a:t>E</a:t>
                      </a:r>
                      <a:r>
                        <a:rPr kumimoji="0" lang="en-US" altLang="zh-CN" sz="1700" b="1" i="0" u="none" strike="noStrike" cap="none" normalizeH="0" baseline="0">
                          <a:ln>
                            <a:noFill/>
                          </a:ln>
                          <a:solidFill>
                            <a:schemeClr val="tx1"/>
                          </a:solidFill>
                          <a:effectLst/>
                          <a:latin typeface="Times New Roman" panose="02020603050405020304" pitchFamily="18" charset="0"/>
                          <a:ea typeface="黑体" panose="02010609060101010101" pitchFamily="49" charset="-122"/>
                          <a:sym typeface="Symbol" panose="05050102010706020507" pitchFamily="18" charset="2"/>
                        </a:rPr>
                        <a:t></a:t>
                      </a:r>
                    </a:p>
                  </a:txBody>
                  <a:tcPr marL="46132" marR="46132" marT="24604" marB="24604"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accent4">
                        <a:lumMod val="20000"/>
                        <a:lumOff val="80000"/>
                      </a:schemeClr>
                    </a:solidFill>
                  </a:tcPr>
                </a:tc>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r>
                        <a:rPr kumimoji="0" lang="en-US" altLang="zh-CN" sz="1500" b="1" i="1" u="none" strike="noStrike" cap="none" normalizeH="0" baseline="0">
                          <a:ln>
                            <a:noFill/>
                          </a:ln>
                          <a:solidFill>
                            <a:schemeClr val="tx1"/>
                          </a:solidFill>
                          <a:effectLst/>
                          <a:latin typeface="Times New Roman" panose="02020603050405020304" pitchFamily="18" charset="0"/>
                          <a:ea typeface="黑体" panose="02010609060101010101" pitchFamily="49" charset="-122"/>
                        </a:rPr>
                        <a:t>E</a:t>
                      </a:r>
                      <a:r>
                        <a:rPr kumimoji="0" lang="en-US" altLang="zh-CN" sz="1700" b="1" i="0" u="none" strike="noStrike" cap="none" normalizeH="0" baseline="0">
                          <a:ln>
                            <a:noFill/>
                          </a:ln>
                          <a:solidFill>
                            <a:schemeClr val="tx1"/>
                          </a:solidFill>
                          <a:effectLst/>
                          <a:latin typeface="Times New Roman" panose="02020603050405020304" pitchFamily="18" charset="0"/>
                          <a:ea typeface="黑体" panose="02010609060101010101" pitchFamily="49" charset="-122"/>
                          <a:sym typeface="Symbol" panose="05050102010706020507" pitchFamily="18" charset="2"/>
                        </a:rPr>
                        <a:t></a:t>
                      </a:r>
                    </a:p>
                  </a:txBody>
                  <a:tcPr marL="46132" marR="46132" marT="24604" marB="24604" anchor="ct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accent4">
                        <a:lumMod val="20000"/>
                        <a:lumOff val="80000"/>
                      </a:schemeClr>
                    </a:solidFill>
                  </a:tcPr>
                </a:tc>
                <a:extLst>
                  <a:ext uri="{0D108BD9-81ED-4DB2-BD59-A6C34878D82A}">
                    <a16:rowId xmlns:a16="http://schemas.microsoft.com/office/drawing/2014/main" val="10003"/>
                  </a:ext>
                </a:extLst>
              </a:tr>
              <a:tr h="361994">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r>
                        <a:rPr kumimoji="0" lang="en-US" altLang="zh-CN" sz="1500" b="1" i="1" u="none" strike="noStrike" cap="none" normalizeH="0" baseline="0">
                          <a:ln>
                            <a:noFill/>
                          </a:ln>
                          <a:solidFill>
                            <a:schemeClr val="tx1"/>
                          </a:solidFill>
                          <a:effectLst/>
                          <a:latin typeface="Times New Roman" panose="02020603050405020304" pitchFamily="18" charset="0"/>
                          <a:ea typeface="黑体" panose="02010609060101010101" pitchFamily="49" charset="-122"/>
                        </a:rPr>
                        <a:t>T</a:t>
                      </a:r>
                    </a:p>
                  </a:txBody>
                  <a:tcPr marL="46132" marR="46132" marT="24604" marB="24604" anchor="ct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accent4">
                        <a:lumMod val="20000"/>
                        <a:lumOff val="80000"/>
                      </a:schemeClr>
                    </a:solidFill>
                  </a:tcPr>
                </a:tc>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r>
                        <a:rPr kumimoji="0" lang="en-US" altLang="zh-CN" sz="1500" b="1" i="1" u="none" strike="noStrike" cap="none" normalizeH="0" baseline="0">
                          <a:ln>
                            <a:noFill/>
                          </a:ln>
                          <a:solidFill>
                            <a:schemeClr val="tx1"/>
                          </a:solidFill>
                          <a:effectLst/>
                          <a:latin typeface="Times New Roman" panose="02020603050405020304" pitchFamily="18" charset="0"/>
                          <a:ea typeface="黑体" panose="02010609060101010101" pitchFamily="49" charset="-122"/>
                        </a:rPr>
                        <a:t>T</a:t>
                      </a:r>
                      <a:r>
                        <a:rPr kumimoji="0" lang="en-US" altLang="zh-CN" sz="1500" b="1" i="0" u="none" strike="noStrike" cap="none" normalizeH="0" baseline="0">
                          <a:ln>
                            <a:noFill/>
                          </a:ln>
                          <a:solidFill>
                            <a:schemeClr val="tx1"/>
                          </a:solidFill>
                          <a:effectLst/>
                          <a:latin typeface="Times New Roman" panose="02020603050405020304" pitchFamily="18" charset="0"/>
                          <a:ea typeface="黑体" panose="02010609060101010101" pitchFamily="49" charset="-122"/>
                          <a:sym typeface="Symbol" panose="05050102010706020507" pitchFamily="18" charset="2"/>
                        </a:rPr>
                        <a:t></a:t>
                      </a:r>
                      <a:r>
                        <a:rPr kumimoji="0" lang="en-US" altLang="zh-CN" sz="1500" b="1" i="1" u="none" strike="noStrike" cap="none" normalizeH="0" baseline="0">
                          <a:ln>
                            <a:noFill/>
                          </a:ln>
                          <a:solidFill>
                            <a:schemeClr val="tx1"/>
                          </a:solidFill>
                          <a:effectLst/>
                          <a:latin typeface="Times New Roman" panose="02020603050405020304" pitchFamily="18" charset="0"/>
                          <a:ea typeface="黑体" panose="02010609060101010101" pitchFamily="49" charset="-122"/>
                          <a:sym typeface="Symbol" panose="05050102010706020507" pitchFamily="18" charset="2"/>
                        </a:rPr>
                        <a:t>FT </a:t>
                      </a:r>
                      <a:r>
                        <a:rPr kumimoji="0" lang="en-US" altLang="zh-CN" sz="1700" b="1" i="0" u="none" strike="noStrike" cap="none" normalizeH="0" baseline="0">
                          <a:ln>
                            <a:noFill/>
                          </a:ln>
                          <a:solidFill>
                            <a:schemeClr val="tx1"/>
                          </a:solidFill>
                          <a:effectLst/>
                          <a:latin typeface="Times New Roman" panose="02020603050405020304" pitchFamily="18" charset="0"/>
                          <a:ea typeface="黑体" panose="02010609060101010101" pitchFamily="49" charset="-122"/>
                          <a:sym typeface="Symbol" panose="05050102010706020507" pitchFamily="18" charset="2"/>
                        </a:rPr>
                        <a:t></a:t>
                      </a:r>
                    </a:p>
                  </a:txBody>
                  <a:tcPr marL="46132" marR="46132" marT="24604" marB="24604"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accent4">
                        <a:lumMod val="20000"/>
                        <a:lumOff val="80000"/>
                      </a:schemeClr>
                    </a:solidFill>
                  </a:tcPr>
                </a:tc>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endParaRPr kumimoji="0" lang="zh-CN" altLang="zh-CN" sz="1500" b="0" i="0" u="none" strike="noStrike" cap="none" normalizeH="0" baseline="0">
                        <a:ln>
                          <a:noFill/>
                        </a:ln>
                        <a:solidFill>
                          <a:schemeClr val="tx1"/>
                        </a:solidFill>
                        <a:effectLst/>
                        <a:latin typeface="Times New Roman" panose="02020603050405020304" pitchFamily="18" charset="0"/>
                        <a:ea typeface="黑体" panose="02010609060101010101" pitchFamily="49" charset="-122"/>
                      </a:endParaRPr>
                    </a:p>
                  </a:txBody>
                  <a:tcPr marL="46132" marR="46132" marT="24604" marB="24604"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accent4">
                        <a:lumMod val="20000"/>
                        <a:lumOff val="80000"/>
                      </a:schemeClr>
                    </a:solidFill>
                  </a:tcPr>
                </a:tc>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endParaRPr kumimoji="0" lang="zh-CN" altLang="zh-CN" sz="1500" b="0" i="0" u="none" strike="noStrike" cap="none" normalizeH="0" baseline="0">
                        <a:ln>
                          <a:noFill/>
                        </a:ln>
                        <a:solidFill>
                          <a:schemeClr val="tx1"/>
                        </a:solidFill>
                        <a:effectLst/>
                        <a:latin typeface="Times New Roman" panose="02020603050405020304" pitchFamily="18" charset="0"/>
                        <a:ea typeface="黑体" panose="02010609060101010101" pitchFamily="49" charset="-122"/>
                      </a:endParaRPr>
                    </a:p>
                  </a:txBody>
                  <a:tcPr marL="46132" marR="46132" marT="24604" marB="24604"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accent4">
                        <a:lumMod val="20000"/>
                        <a:lumOff val="80000"/>
                      </a:schemeClr>
                    </a:solidFill>
                  </a:tcPr>
                </a:tc>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r>
                        <a:rPr kumimoji="0" lang="en-US" altLang="zh-CN" sz="1500" b="1" i="1" u="none" strike="noStrike" cap="none" normalizeH="0" baseline="0">
                          <a:ln>
                            <a:noFill/>
                          </a:ln>
                          <a:solidFill>
                            <a:schemeClr val="tx1"/>
                          </a:solidFill>
                          <a:effectLst/>
                          <a:latin typeface="Times New Roman" panose="02020603050405020304" pitchFamily="18" charset="0"/>
                          <a:ea typeface="黑体" panose="02010609060101010101" pitchFamily="49" charset="-122"/>
                        </a:rPr>
                        <a:t>T</a:t>
                      </a:r>
                      <a:r>
                        <a:rPr kumimoji="0" lang="en-US" altLang="zh-CN" sz="1500" b="1" i="0" u="none" strike="noStrike" cap="none" normalizeH="0" baseline="0">
                          <a:ln>
                            <a:noFill/>
                          </a:ln>
                          <a:solidFill>
                            <a:schemeClr val="tx1"/>
                          </a:solidFill>
                          <a:effectLst/>
                          <a:latin typeface="Times New Roman" panose="02020603050405020304" pitchFamily="18" charset="0"/>
                          <a:ea typeface="黑体" panose="02010609060101010101" pitchFamily="49" charset="-122"/>
                          <a:sym typeface="Symbol" panose="05050102010706020507" pitchFamily="18" charset="2"/>
                        </a:rPr>
                        <a:t></a:t>
                      </a:r>
                      <a:r>
                        <a:rPr kumimoji="0" lang="en-US" altLang="zh-CN" sz="1500" b="1" i="1" u="none" strike="noStrike" cap="none" normalizeH="0" baseline="0">
                          <a:ln>
                            <a:noFill/>
                          </a:ln>
                          <a:solidFill>
                            <a:schemeClr val="tx1"/>
                          </a:solidFill>
                          <a:effectLst/>
                          <a:latin typeface="Times New Roman" panose="02020603050405020304" pitchFamily="18" charset="0"/>
                          <a:ea typeface="黑体" panose="02010609060101010101" pitchFamily="49" charset="-122"/>
                          <a:sym typeface="Symbol" panose="05050102010706020507" pitchFamily="18" charset="2"/>
                        </a:rPr>
                        <a:t>FT </a:t>
                      </a:r>
                      <a:r>
                        <a:rPr kumimoji="0" lang="en-US" altLang="zh-CN" sz="1700" b="1" i="0" u="none" strike="noStrike" cap="none" normalizeH="0" baseline="0">
                          <a:ln>
                            <a:noFill/>
                          </a:ln>
                          <a:solidFill>
                            <a:schemeClr val="tx1"/>
                          </a:solidFill>
                          <a:effectLst/>
                          <a:latin typeface="Times New Roman" panose="02020603050405020304" pitchFamily="18" charset="0"/>
                          <a:ea typeface="黑体" panose="02010609060101010101" pitchFamily="49" charset="-122"/>
                          <a:sym typeface="Symbol" panose="05050102010706020507" pitchFamily="18" charset="2"/>
                        </a:rPr>
                        <a:t></a:t>
                      </a:r>
                    </a:p>
                  </a:txBody>
                  <a:tcPr marL="46132" marR="46132" marT="24604" marB="24604"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accent4">
                        <a:lumMod val="20000"/>
                        <a:lumOff val="80000"/>
                      </a:schemeClr>
                    </a:solidFill>
                  </a:tcPr>
                </a:tc>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endParaRPr kumimoji="0" lang="zh-CN" altLang="zh-CN" sz="1500" b="0" i="0" u="none" strike="noStrike" cap="none" normalizeH="0" baseline="0">
                        <a:ln>
                          <a:noFill/>
                        </a:ln>
                        <a:solidFill>
                          <a:schemeClr val="tx1"/>
                        </a:solidFill>
                        <a:effectLst/>
                        <a:latin typeface="Times New Roman" panose="02020603050405020304" pitchFamily="18" charset="0"/>
                        <a:ea typeface="黑体" panose="02010609060101010101" pitchFamily="49" charset="-122"/>
                      </a:endParaRPr>
                    </a:p>
                  </a:txBody>
                  <a:tcPr marL="46132" marR="46132" marT="24604" marB="24604"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accent4">
                        <a:lumMod val="20000"/>
                        <a:lumOff val="80000"/>
                      </a:schemeClr>
                    </a:solidFill>
                  </a:tcPr>
                </a:tc>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endParaRPr kumimoji="0" lang="zh-CN" altLang="zh-CN" sz="1500" b="0" i="0" u="none" strike="noStrike" cap="none" normalizeH="0" baseline="0">
                        <a:ln>
                          <a:noFill/>
                        </a:ln>
                        <a:solidFill>
                          <a:schemeClr val="tx1"/>
                        </a:solidFill>
                        <a:effectLst/>
                        <a:latin typeface="Times New Roman" panose="02020603050405020304" pitchFamily="18" charset="0"/>
                        <a:ea typeface="黑体" panose="02010609060101010101" pitchFamily="49" charset="-122"/>
                      </a:endParaRPr>
                    </a:p>
                  </a:txBody>
                  <a:tcPr marL="46132" marR="46132" marT="24604" marB="24604" anchor="ct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accent4">
                        <a:lumMod val="20000"/>
                        <a:lumOff val="80000"/>
                      </a:schemeClr>
                    </a:solidFill>
                  </a:tcPr>
                </a:tc>
                <a:extLst>
                  <a:ext uri="{0D108BD9-81ED-4DB2-BD59-A6C34878D82A}">
                    <a16:rowId xmlns:a16="http://schemas.microsoft.com/office/drawing/2014/main" val="10004"/>
                  </a:ext>
                </a:extLst>
              </a:tr>
              <a:tr h="360042">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r>
                        <a:rPr kumimoji="0" lang="en-US" altLang="zh-CN" sz="1500" b="1" i="1" u="none" strike="noStrike" cap="none" normalizeH="0" baseline="0">
                          <a:ln>
                            <a:noFill/>
                          </a:ln>
                          <a:solidFill>
                            <a:schemeClr val="tx1"/>
                          </a:solidFill>
                          <a:effectLst/>
                          <a:latin typeface="Times New Roman" panose="02020603050405020304" pitchFamily="18" charset="0"/>
                          <a:ea typeface="黑体" panose="02010609060101010101" pitchFamily="49" charset="-122"/>
                        </a:rPr>
                        <a:t>T </a:t>
                      </a:r>
                      <a:r>
                        <a:rPr kumimoji="0" lang="en-US" altLang="zh-CN" sz="1500" b="1" i="0" u="none" strike="noStrike" cap="none" normalizeH="0" baseline="0">
                          <a:ln>
                            <a:noFill/>
                          </a:ln>
                          <a:solidFill>
                            <a:schemeClr val="tx1"/>
                          </a:solidFill>
                          <a:effectLst/>
                          <a:latin typeface="Times New Roman" panose="02020603050405020304" pitchFamily="18" charset="0"/>
                          <a:ea typeface="黑体" panose="02010609060101010101" pitchFamily="49" charset="-122"/>
                          <a:sym typeface="Symbol" panose="05050102010706020507" pitchFamily="18" charset="2"/>
                        </a:rPr>
                        <a:t></a:t>
                      </a:r>
                    </a:p>
                  </a:txBody>
                  <a:tcPr marL="46132" marR="46132" marT="24604" marB="24604" anchor="ct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accent4">
                        <a:lumMod val="20000"/>
                        <a:lumOff val="80000"/>
                      </a:schemeClr>
                    </a:solidFill>
                  </a:tcPr>
                </a:tc>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endParaRPr kumimoji="0" lang="zh-CN" altLang="zh-CN" sz="1500" b="0" i="0" u="none" strike="noStrike" cap="none" normalizeH="0" baseline="0">
                        <a:ln>
                          <a:noFill/>
                        </a:ln>
                        <a:solidFill>
                          <a:schemeClr val="tx1"/>
                        </a:solidFill>
                        <a:effectLst/>
                        <a:latin typeface="Times New Roman" panose="02020603050405020304" pitchFamily="18" charset="0"/>
                        <a:ea typeface="黑体" panose="02010609060101010101" pitchFamily="49" charset="-122"/>
                      </a:endParaRPr>
                    </a:p>
                  </a:txBody>
                  <a:tcPr marL="46132" marR="46132" marT="24604" marB="24604"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accent4">
                        <a:lumMod val="20000"/>
                        <a:lumOff val="80000"/>
                      </a:schemeClr>
                    </a:solidFill>
                  </a:tcPr>
                </a:tc>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r>
                        <a:rPr kumimoji="0" lang="en-US" altLang="zh-CN" sz="1500" b="1" i="1" u="none" strike="noStrike" cap="none" normalizeH="0" baseline="0">
                          <a:ln>
                            <a:noFill/>
                          </a:ln>
                          <a:solidFill>
                            <a:schemeClr val="tx1"/>
                          </a:solidFill>
                          <a:effectLst/>
                          <a:latin typeface="Times New Roman" panose="02020603050405020304" pitchFamily="18" charset="0"/>
                          <a:ea typeface="黑体" panose="02010609060101010101" pitchFamily="49" charset="-122"/>
                        </a:rPr>
                        <a:t>T </a:t>
                      </a:r>
                      <a:r>
                        <a:rPr kumimoji="0" lang="en-US" altLang="zh-CN" sz="1500" b="1" i="0" u="none" strike="noStrike" cap="none" normalizeH="0" baseline="0">
                          <a:ln>
                            <a:noFill/>
                          </a:ln>
                          <a:solidFill>
                            <a:schemeClr val="tx1"/>
                          </a:solidFill>
                          <a:effectLst/>
                          <a:latin typeface="Times New Roman" panose="02020603050405020304" pitchFamily="18" charset="0"/>
                          <a:ea typeface="黑体" panose="02010609060101010101" pitchFamily="49" charset="-122"/>
                          <a:sym typeface="Symbol" panose="05050102010706020507" pitchFamily="18" charset="2"/>
                        </a:rPr>
                        <a:t></a:t>
                      </a:r>
                    </a:p>
                  </a:txBody>
                  <a:tcPr marL="46132" marR="46132" marT="24604" marB="24604"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accent4">
                        <a:lumMod val="20000"/>
                        <a:lumOff val="80000"/>
                      </a:schemeClr>
                    </a:solidFill>
                  </a:tcPr>
                </a:tc>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r>
                        <a:rPr kumimoji="0" lang="en-US" altLang="zh-CN" sz="1500" b="1" i="1" u="none" strike="noStrike" cap="none" normalizeH="0" baseline="0">
                          <a:ln>
                            <a:noFill/>
                          </a:ln>
                          <a:solidFill>
                            <a:schemeClr val="tx1"/>
                          </a:solidFill>
                          <a:effectLst/>
                          <a:latin typeface="Times New Roman" panose="02020603050405020304" pitchFamily="18" charset="0"/>
                          <a:ea typeface="黑体" panose="02010609060101010101" pitchFamily="49" charset="-122"/>
                        </a:rPr>
                        <a:t>T</a:t>
                      </a:r>
                      <a:r>
                        <a:rPr kumimoji="0" lang="en-US" altLang="zh-CN" sz="1500" b="1" i="0" u="none" strike="noStrike" cap="none" normalizeH="0" baseline="0">
                          <a:ln>
                            <a:noFill/>
                          </a:ln>
                          <a:solidFill>
                            <a:schemeClr val="tx1"/>
                          </a:solidFill>
                          <a:effectLst/>
                          <a:latin typeface="Times New Roman" panose="02020603050405020304" pitchFamily="18" charset="0"/>
                          <a:ea typeface="黑体" panose="02010609060101010101" pitchFamily="49" charset="-122"/>
                          <a:sym typeface="Symbol" panose="05050102010706020507" pitchFamily="18" charset="2"/>
                        </a:rPr>
                        <a:t>*</a:t>
                      </a:r>
                      <a:r>
                        <a:rPr kumimoji="0" lang="en-US" altLang="zh-CN" sz="1500" b="1" i="1" u="none" strike="noStrike" cap="none" normalizeH="0" baseline="0">
                          <a:ln>
                            <a:noFill/>
                          </a:ln>
                          <a:solidFill>
                            <a:schemeClr val="tx1"/>
                          </a:solidFill>
                          <a:effectLst/>
                          <a:latin typeface="Times New Roman" panose="02020603050405020304" pitchFamily="18" charset="0"/>
                          <a:ea typeface="黑体" panose="02010609060101010101" pitchFamily="49" charset="-122"/>
                          <a:sym typeface="Symbol" panose="05050102010706020507" pitchFamily="18" charset="2"/>
                        </a:rPr>
                        <a:t>FT </a:t>
                      </a:r>
                      <a:r>
                        <a:rPr kumimoji="0" lang="en-US" altLang="zh-CN" sz="1500" b="1" i="0" u="none" strike="noStrike" cap="none" normalizeH="0" baseline="0">
                          <a:ln>
                            <a:noFill/>
                          </a:ln>
                          <a:solidFill>
                            <a:schemeClr val="tx1"/>
                          </a:solidFill>
                          <a:effectLst/>
                          <a:latin typeface="Times New Roman" panose="02020603050405020304" pitchFamily="18" charset="0"/>
                          <a:ea typeface="黑体" panose="02010609060101010101" pitchFamily="49" charset="-122"/>
                          <a:sym typeface="Symbol" panose="05050102010706020507" pitchFamily="18" charset="2"/>
                        </a:rPr>
                        <a:t></a:t>
                      </a:r>
                    </a:p>
                  </a:txBody>
                  <a:tcPr marL="46132" marR="46132" marT="24604" marB="24604"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accent4">
                        <a:lumMod val="20000"/>
                        <a:lumOff val="80000"/>
                      </a:schemeClr>
                    </a:solidFill>
                  </a:tcPr>
                </a:tc>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endParaRPr kumimoji="0" lang="zh-CN" altLang="zh-CN" sz="1500" b="0" i="0" u="none" strike="noStrike" cap="none" normalizeH="0" baseline="0">
                        <a:ln>
                          <a:noFill/>
                        </a:ln>
                        <a:solidFill>
                          <a:schemeClr val="tx1"/>
                        </a:solidFill>
                        <a:effectLst/>
                        <a:latin typeface="Times New Roman" panose="02020603050405020304" pitchFamily="18" charset="0"/>
                        <a:ea typeface="黑体" panose="02010609060101010101" pitchFamily="49" charset="-122"/>
                      </a:endParaRPr>
                    </a:p>
                  </a:txBody>
                  <a:tcPr marL="46132" marR="46132" marT="24604" marB="24604"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accent4">
                        <a:lumMod val="20000"/>
                        <a:lumOff val="80000"/>
                      </a:schemeClr>
                    </a:solidFill>
                  </a:tcPr>
                </a:tc>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r>
                        <a:rPr kumimoji="0" lang="en-US" altLang="zh-CN" sz="1500" b="1" i="1" u="none" strike="noStrike" cap="none" normalizeH="0" baseline="0">
                          <a:ln>
                            <a:noFill/>
                          </a:ln>
                          <a:solidFill>
                            <a:schemeClr val="tx1"/>
                          </a:solidFill>
                          <a:effectLst/>
                          <a:latin typeface="Times New Roman" panose="02020603050405020304" pitchFamily="18" charset="0"/>
                          <a:ea typeface="黑体" panose="02010609060101010101" pitchFamily="49" charset="-122"/>
                        </a:rPr>
                        <a:t>T </a:t>
                      </a:r>
                      <a:r>
                        <a:rPr kumimoji="0" lang="en-US" altLang="zh-CN" sz="1500" b="1" i="0" u="none" strike="noStrike" cap="none" normalizeH="0" baseline="0">
                          <a:ln>
                            <a:noFill/>
                          </a:ln>
                          <a:solidFill>
                            <a:schemeClr val="tx1"/>
                          </a:solidFill>
                          <a:effectLst/>
                          <a:latin typeface="Times New Roman" panose="02020603050405020304" pitchFamily="18" charset="0"/>
                          <a:ea typeface="黑体" panose="02010609060101010101" pitchFamily="49" charset="-122"/>
                          <a:sym typeface="Symbol" panose="05050102010706020507" pitchFamily="18" charset="2"/>
                        </a:rPr>
                        <a:t></a:t>
                      </a:r>
                    </a:p>
                  </a:txBody>
                  <a:tcPr marL="46132" marR="46132" marT="24604" marB="24604"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accent4">
                        <a:lumMod val="20000"/>
                        <a:lumOff val="80000"/>
                      </a:schemeClr>
                    </a:solidFill>
                  </a:tcPr>
                </a:tc>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r>
                        <a:rPr kumimoji="0" lang="en-US" altLang="zh-CN" sz="1500" b="1" i="1" u="none" strike="noStrike" cap="none" normalizeH="0" baseline="0">
                          <a:ln>
                            <a:noFill/>
                          </a:ln>
                          <a:solidFill>
                            <a:schemeClr val="tx1"/>
                          </a:solidFill>
                          <a:effectLst/>
                          <a:latin typeface="Times New Roman" panose="02020603050405020304" pitchFamily="18" charset="0"/>
                          <a:ea typeface="黑体" panose="02010609060101010101" pitchFamily="49" charset="-122"/>
                        </a:rPr>
                        <a:t>T </a:t>
                      </a:r>
                      <a:r>
                        <a:rPr kumimoji="0" lang="en-US" altLang="zh-CN" sz="1500" b="1" i="0" u="none" strike="noStrike" cap="none" normalizeH="0" baseline="0">
                          <a:ln>
                            <a:noFill/>
                          </a:ln>
                          <a:solidFill>
                            <a:schemeClr val="tx1"/>
                          </a:solidFill>
                          <a:effectLst/>
                          <a:latin typeface="Times New Roman" panose="02020603050405020304" pitchFamily="18" charset="0"/>
                          <a:ea typeface="黑体" panose="02010609060101010101" pitchFamily="49" charset="-122"/>
                          <a:sym typeface="Symbol" panose="05050102010706020507" pitchFamily="18" charset="2"/>
                        </a:rPr>
                        <a:t></a:t>
                      </a:r>
                    </a:p>
                  </a:txBody>
                  <a:tcPr marL="46132" marR="46132" marT="24604" marB="24604" anchor="ct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accent4">
                        <a:lumMod val="20000"/>
                        <a:lumOff val="80000"/>
                      </a:schemeClr>
                    </a:solidFill>
                  </a:tcPr>
                </a:tc>
                <a:extLst>
                  <a:ext uri="{0D108BD9-81ED-4DB2-BD59-A6C34878D82A}">
                    <a16:rowId xmlns:a16="http://schemas.microsoft.com/office/drawing/2014/main" val="10005"/>
                  </a:ext>
                </a:extLst>
              </a:tr>
              <a:tr h="361994">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r>
                        <a:rPr kumimoji="0" lang="en-US" altLang="zh-CN" sz="1500" b="1" i="1" u="none" strike="noStrike" cap="none" normalizeH="0" baseline="0">
                          <a:ln>
                            <a:noFill/>
                          </a:ln>
                          <a:solidFill>
                            <a:schemeClr val="tx1"/>
                          </a:solidFill>
                          <a:effectLst/>
                          <a:latin typeface="Times New Roman" panose="02020603050405020304" pitchFamily="18" charset="0"/>
                          <a:ea typeface="黑体" panose="02010609060101010101" pitchFamily="49" charset="-122"/>
                        </a:rPr>
                        <a:t>F</a:t>
                      </a:r>
                    </a:p>
                  </a:txBody>
                  <a:tcPr marL="46132" marR="46132" marT="24604" marB="24604" anchor="ct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chemeClr val="accent4">
                        <a:lumMod val="20000"/>
                        <a:lumOff val="80000"/>
                      </a:schemeClr>
                    </a:solidFill>
                  </a:tcPr>
                </a:tc>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r>
                        <a:rPr kumimoji="0" lang="en-US" altLang="zh-CN" sz="1500" b="1" i="1" u="none" strike="noStrike" cap="none" normalizeH="0" baseline="0" err="1">
                          <a:ln>
                            <a:noFill/>
                          </a:ln>
                          <a:solidFill>
                            <a:schemeClr val="tx1"/>
                          </a:solidFill>
                          <a:effectLst/>
                          <a:latin typeface="Times New Roman" panose="02020603050405020304" pitchFamily="18" charset="0"/>
                          <a:ea typeface="黑体" panose="02010609060101010101" pitchFamily="49" charset="-122"/>
                        </a:rPr>
                        <a:t>F</a:t>
                      </a:r>
                      <a:r>
                        <a:rPr kumimoji="0" lang="en-US" altLang="zh-CN" sz="1500" b="1" i="0" u="none" strike="noStrike" cap="none" normalizeH="0" baseline="0" err="1">
                          <a:ln>
                            <a:noFill/>
                          </a:ln>
                          <a:solidFill>
                            <a:schemeClr val="tx1"/>
                          </a:solidFill>
                          <a:effectLst/>
                          <a:latin typeface="Times New Roman" panose="02020603050405020304" pitchFamily="18" charset="0"/>
                          <a:ea typeface="黑体" panose="02010609060101010101" pitchFamily="49" charset="-122"/>
                          <a:sym typeface="Symbol" panose="05050102010706020507" pitchFamily="18" charset="2"/>
                        </a:rPr>
                        <a:t>id</a:t>
                      </a:r>
                      <a:endParaRPr kumimoji="0" lang="en-US" altLang="zh-CN" sz="1500" b="1" i="0" u="none" strike="noStrike" cap="none" normalizeH="0" baseline="0">
                        <a:ln>
                          <a:noFill/>
                        </a:ln>
                        <a:solidFill>
                          <a:schemeClr val="tx1"/>
                        </a:solidFill>
                        <a:effectLst/>
                        <a:latin typeface="Times New Roman" panose="02020603050405020304" pitchFamily="18" charset="0"/>
                        <a:ea typeface="黑体" panose="02010609060101010101" pitchFamily="49" charset="-122"/>
                        <a:sym typeface="Symbol" panose="05050102010706020507" pitchFamily="18" charset="2"/>
                      </a:endParaRPr>
                    </a:p>
                  </a:txBody>
                  <a:tcPr marL="46132" marR="46132" marT="24604" marB="24604"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chemeClr val="accent4">
                        <a:lumMod val="20000"/>
                        <a:lumOff val="80000"/>
                      </a:schemeClr>
                    </a:solidFill>
                  </a:tcPr>
                </a:tc>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endParaRPr kumimoji="0" lang="zh-CN" altLang="zh-CN" sz="1500" b="0" i="0" u="none" strike="noStrike" cap="none" normalizeH="0" baseline="0">
                        <a:ln>
                          <a:noFill/>
                        </a:ln>
                        <a:solidFill>
                          <a:schemeClr val="tx1"/>
                        </a:solidFill>
                        <a:effectLst/>
                        <a:latin typeface="Times New Roman" panose="02020603050405020304" pitchFamily="18" charset="0"/>
                        <a:ea typeface="黑体" panose="02010609060101010101" pitchFamily="49" charset="-122"/>
                      </a:endParaRPr>
                    </a:p>
                  </a:txBody>
                  <a:tcPr marL="46132" marR="46132" marT="24604" marB="24604"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chemeClr val="accent4">
                        <a:lumMod val="20000"/>
                        <a:lumOff val="80000"/>
                      </a:schemeClr>
                    </a:solidFill>
                  </a:tcPr>
                </a:tc>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endParaRPr kumimoji="0" lang="zh-CN" altLang="zh-CN" sz="1500" b="0" i="0" u="none" strike="noStrike" cap="none" normalizeH="0" baseline="0">
                        <a:ln>
                          <a:noFill/>
                        </a:ln>
                        <a:solidFill>
                          <a:schemeClr val="tx1"/>
                        </a:solidFill>
                        <a:effectLst/>
                        <a:latin typeface="Times New Roman" panose="02020603050405020304" pitchFamily="18" charset="0"/>
                        <a:ea typeface="黑体" panose="02010609060101010101" pitchFamily="49" charset="-122"/>
                      </a:endParaRPr>
                    </a:p>
                  </a:txBody>
                  <a:tcPr marL="46132" marR="46132" marT="24604" marB="24604"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chemeClr val="accent4">
                        <a:lumMod val="20000"/>
                        <a:lumOff val="80000"/>
                      </a:schemeClr>
                    </a:solidFill>
                  </a:tcPr>
                </a:tc>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r>
                        <a:rPr kumimoji="0" lang="en-US" altLang="zh-CN" sz="1500" b="1" i="1" u="none" strike="noStrike" cap="none" normalizeH="0" baseline="0">
                          <a:ln>
                            <a:noFill/>
                          </a:ln>
                          <a:solidFill>
                            <a:schemeClr val="tx1"/>
                          </a:solidFill>
                          <a:effectLst/>
                          <a:latin typeface="Times New Roman" panose="02020603050405020304" pitchFamily="18" charset="0"/>
                          <a:ea typeface="黑体" panose="02010609060101010101" pitchFamily="49" charset="-122"/>
                        </a:rPr>
                        <a:t>F</a:t>
                      </a:r>
                      <a:r>
                        <a:rPr kumimoji="0" lang="en-US" altLang="zh-CN" sz="1500" b="1" i="0" u="none" strike="noStrike" cap="none" normalizeH="0" baseline="0">
                          <a:ln>
                            <a:noFill/>
                          </a:ln>
                          <a:solidFill>
                            <a:schemeClr val="tx1"/>
                          </a:solidFill>
                          <a:effectLst/>
                          <a:latin typeface="Times New Roman" panose="02020603050405020304" pitchFamily="18" charset="0"/>
                          <a:ea typeface="黑体" panose="02010609060101010101" pitchFamily="49" charset="-122"/>
                          <a:sym typeface="Symbol" panose="05050102010706020507" pitchFamily="18" charset="2"/>
                        </a:rPr>
                        <a:t>(</a:t>
                      </a:r>
                      <a:r>
                        <a:rPr kumimoji="0" lang="en-US" altLang="zh-CN" sz="1500" b="1" i="1" u="none" strike="noStrike" cap="none" normalizeH="0" baseline="0">
                          <a:ln>
                            <a:noFill/>
                          </a:ln>
                          <a:solidFill>
                            <a:schemeClr val="tx1"/>
                          </a:solidFill>
                          <a:effectLst/>
                          <a:latin typeface="Times New Roman" panose="02020603050405020304" pitchFamily="18" charset="0"/>
                          <a:ea typeface="黑体" panose="02010609060101010101" pitchFamily="49" charset="-122"/>
                          <a:sym typeface="Symbol" panose="05050102010706020507" pitchFamily="18" charset="2"/>
                        </a:rPr>
                        <a:t>E</a:t>
                      </a:r>
                      <a:r>
                        <a:rPr kumimoji="0" lang="en-US" altLang="zh-CN" sz="1500" b="1" i="0" u="none" strike="noStrike" cap="none" normalizeH="0" baseline="0">
                          <a:ln>
                            <a:noFill/>
                          </a:ln>
                          <a:solidFill>
                            <a:schemeClr val="tx1"/>
                          </a:solidFill>
                          <a:effectLst/>
                          <a:latin typeface="Times New Roman" panose="02020603050405020304" pitchFamily="18" charset="0"/>
                          <a:ea typeface="黑体" panose="02010609060101010101" pitchFamily="49" charset="-122"/>
                          <a:sym typeface="Symbol" panose="05050102010706020507" pitchFamily="18" charset="2"/>
                        </a:rPr>
                        <a:t>)</a:t>
                      </a:r>
                      <a:endParaRPr kumimoji="0" lang="en-US" altLang="zh-CN" sz="1500" b="0" i="0" u="none" strike="noStrike" cap="none" normalizeH="0" baseline="0">
                        <a:ln>
                          <a:noFill/>
                        </a:ln>
                        <a:solidFill>
                          <a:schemeClr val="tx1"/>
                        </a:solidFill>
                        <a:effectLst/>
                        <a:latin typeface="Times New Roman" panose="02020603050405020304" pitchFamily="18" charset="0"/>
                        <a:ea typeface="黑体" panose="02010609060101010101" pitchFamily="49" charset="-122"/>
                      </a:endParaRPr>
                    </a:p>
                  </a:txBody>
                  <a:tcPr marL="46132" marR="46132" marT="24604" marB="24604"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chemeClr val="accent4">
                        <a:lumMod val="20000"/>
                        <a:lumOff val="80000"/>
                      </a:schemeClr>
                    </a:solidFill>
                  </a:tcPr>
                </a:tc>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endParaRPr kumimoji="0" lang="zh-CN" altLang="zh-CN" sz="1500" b="0" i="0" u="none" strike="noStrike" cap="none" normalizeH="0" baseline="0">
                        <a:ln>
                          <a:noFill/>
                        </a:ln>
                        <a:solidFill>
                          <a:schemeClr val="tx1"/>
                        </a:solidFill>
                        <a:effectLst/>
                        <a:latin typeface="Times New Roman" panose="02020603050405020304" pitchFamily="18" charset="0"/>
                        <a:ea typeface="黑体" panose="02010609060101010101" pitchFamily="49" charset="-122"/>
                      </a:endParaRPr>
                    </a:p>
                  </a:txBody>
                  <a:tcPr marL="46132" marR="46132" marT="24604" marB="24604"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chemeClr val="accent4">
                        <a:lumMod val="20000"/>
                        <a:lumOff val="80000"/>
                      </a:schemeClr>
                    </a:solidFill>
                  </a:tcPr>
                </a:tc>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endParaRPr kumimoji="0" lang="zh-CN" altLang="zh-CN" sz="1500" b="0" i="0" u="none" strike="noStrike" cap="none" normalizeH="0" baseline="0" dirty="0">
                        <a:ln>
                          <a:noFill/>
                        </a:ln>
                        <a:solidFill>
                          <a:schemeClr val="tx1"/>
                        </a:solidFill>
                        <a:effectLst/>
                        <a:latin typeface="Times New Roman" panose="02020603050405020304" pitchFamily="18" charset="0"/>
                        <a:ea typeface="黑体" panose="02010609060101010101" pitchFamily="49" charset="-122"/>
                      </a:endParaRPr>
                    </a:p>
                  </a:txBody>
                  <a:tcPr marL="46132" marR="46132" marT="24604" marB="24604" anchor="ct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chemeClr val="accent4">
                        <a:lumMod val="20000"/>
                        <a:lumOff val="80000"/>
                      </a:schemeClr>
                    </a:solidFill>
                  </a:tcPr>
                </a:tc>
                <a:extLst>
                  <a:ext uri="{0D108BD9-81ED-4DB2-BD59-A6C34878D82A}">
                    <a16:rowId xmlns:a16="http://schemas.microsoft.com/office/drawing/2014/main" val="10006"/>
                  </a:ext>
                </a:extLst>
              </a:tr>
            </a:tbl>
          </a:graphicData>
        </a:graphic>
      </p:graphicFrame>
      <p:sp>
        <p:nvSpPr>
          <p:cNvPr id="7" name="箭头: 下 6">
            <a:extLst>
              <a:ext uri="{FF2B5EF4-FFF2-40B4-BE49-F238E27FC236}">
                <a16:creationId xmlns:a16="http://schemas.microsoft.com/office/drawing/2014/main" id="{AAAB187D-9B6E-1A0B-8170-465DBC2517E0}"/>
              </a:ext>
            </a:extLst>
          </p:cNvPr>
          <p:cNvSpPr/>
          <p:nvPr/>
        </p:nvSpPr>
        <p:spPr>
          <a:xfrm>
            <a:off x="967666" y="3321903"/>
            <a:ext cx="275207" cy="319596"/>
          </a:xfrm>
          <a:prstGeom prst="downArrow">
            <a:avLst/>
          </a:prstGeom>
          <a:solidFill>
            <a:srgbClr val="FF0000"/>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8" name="箭头: 下 7">
            <a:extLst>
              <a:ext uri="{FF2B5EF4-FFF2-40B4-BE49-F238E27FC236}">
                <a16:creationId xmlns:a16="http://schemas.microsoft.com/office/drawing/2014/main" id="{F3515E32-9263-A9C6-5923-5D9ECEFFE8F2}"/>
              </a:ext>
            </a:extLst>
          </p:cNvPr>
          <p:cNvSpPr/>
          <p:nvPr/>
        </p:nvSpPr>
        <p:spPr>
          <a:xfrm>
            <a:off x="4296793" y="3321903"/>
            <a:ext cx="275207" cy="319596"/>
          </a:xfrm>
          <a:prstGeom prst="downArrow">
            <a:avLst/>
          </a:prstGeom>
          <a:solidFill>
            <a:srgbClr val="FF0000"/>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1" name="椭圆 10">
            <a:extLst>
              <a:ext uri="{FF2B5EF4-FFF2-40B4-BE49-F238E27FC236}">
                <a16:creationId xmlns:a16="http://schemas.microsoft.com/office/drawing/2014/main" id="{D40F09BC-68EC-2F50-C360-6665CD61C0C9}"/>
              </a:ext>
            </a:extLst>
          </p:cNvPr>
          <p:cNvSpPr/>
          <p:nvPr/>
        </p:nvSpPr>
        <p:spPr>
          <a:xfrm>
            <a:off x="3407547" y="5121908"/>
            <a:ext cx="889246" cy="390617"/>
          </a:xfrm>
          <a:prstGeom prst="ellipse">
            <a:avLst/>
          </a:prstGeom>
          <a:noFill/>
          <a:ln w="38100">
            <a:solidFill>
              <a:srgbClr val="FF0000"/>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zh-CN" altLang="en-US"/>
          </a:p>
        </p:txBody>
      </p:sp>
    </p:spTree>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7"/>
                                        </p:tgtEl>
                                        <p:attrNameLst>
                                          <p:attrName>style.visibility</p:attrName>
                                        </p:attrNameLst>
                                      </p:cBhvr>
                                      <p:to>
                                        <p:strVal val="visible"/>
                                      </p:to>
                                    </p:set>
                                    <p:animEffect transition="in" filter="fade">
                                      <p:cBhvr>
                                        <p:cTn id="7" dur="500"/>
                                        <p:tgtEl>
                                          <p:spTgt spid="7"/>
                                        </p:tgtEl>
                                      </p:cBhvr>
                                    </p:animEffect>
                                  </p:childTnLst>
                                </p:cTn>
                              </p:par>
                              <p:par>
                                <p:cTn id="8" presetID="10" presetClass="entr" presetSubtype="0" fill="hold" grpId="0" nodeType="withEffect">
                                  <p:stCondLst>
                                    <p:cond delay="0"/>
                                  </p:stCondLst>
                                  <p:childTnLst>
                                    <p:set>
                                      <p:cBhvr>
                                        <p:cTn id="9" dur="1" fill="hold">
                                          <p:stCondLst>
                                            <p:cond delay="0"/>
                                          </p:stCondLst>
                                        </p:cTn>
                                        <p:tgtEl>
                                          <p:spTgt spid="8"/>
                                        </p:tgtEl>
                                        <p:attrNameLst>
                                          <p:attrName>style.visibility</p:attrName>
                                        </p:attrNameLst>
                                      </p:cBhvr>
                                      <p:to>
                                        <p:strVal val="visible"/>
                                      </p:to>
                                    </p:set>
                                    <p:animEffect transition="in" filter="fade">
                                      <p:cBhvr>
                                        <p:cTn id="10" dur="500"/>
                                        <p:tgtEl>
                                          <p:spTgt spid="8"/>
                                        </p:tgtEl>
                                      </p:cBhvr>
                                    </p:animEffect>
                                  </p:childTnLst>
                                </p:cTn>
                              </p:par>
                            </p:childTnLst>
                          </p:cTn>
                        </p:par>
                      </p:childTnLst>
                    </p:cTn>
                  </p:par>
                  <p:par>
                    <p:cTn id="11" fill="hold">
                      <p:stCondLst>
                        <p:cond delay="indefinite"/>
                      </p:stCondLst>
                      <p:childTnLst>
                        <p:par>
                          <p:cTn id="12" fill="hold">
                            <p:stCondLst>
                              <p:cond delay="0"/>
                            </p:stCondLst>
                            <p:childTnLst>
                              <p:par>
                                <p:cTn id="13" presetID="21" presetClass="entr" presetSubtype="1" fill="hold" grpId="0" nodeType="clickEffect">
                                  <p:stCondLst>
                                    <p:cond delay="0"/>
                                  </p:stCondLst>
                                  <p:childTnLst>
                                    <p:set>
                                      <p:cBhvr>
                                        <p:cTn id="14" dur="1" fill="hold">
                                          <p:stCondLst>
                                            <p:cond delay="0"/>
                                          </p:stCondLst>
                                        </p:cTn>
                                        <p:tgtEl>
                                          <p:spTgt spid="11"/>
                                        </p:tgtEl>
                                        <p:attrNameLst>
                                          <p:attrName>style.visibility</p:attrName>
                                        </p:attrNameLst>
                                      </p:cBhvr>
                                      <p:to>
                                        <p:strVal val="visible"/>
                                      </p:to>
                                    </p:set>
                                    <p:animEffect transition="in" filter="wheel(1)">
                                      <p:cBhvr>
                                        <p:cTn id="15" dur="2000"/>
                                        <p:tgtEl>
                                          <p:spTgt spid="1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animBg="1"/>
      <p:bldP spid="8" grpId="0" animBg="1"/>
      <p:bldP spid="11" grpId="0" animBg="1"/>
    </p:bldLst>
  </p:timing>
</p:sld>
</file>

<file path=ppt/slides/slide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3794" name="Rectangle 2">
            <a:extLst>
              <a:ext uri="{FF2B5EF4-FFF2-40B4-BE49-F238E27FC236}">
                <a16:creationId xmlns:a16="http://schemas.microsoft.com/office/drawing/2014/main" id="{493A1722-65CD-40A3-A2E0-1B40636E8C8F}"/>
              </a:ext>
            </a:extLst>
          </p:cNvPr>
          <p:cNvSpPr>
            <a:spLocks noGrp="1" noChangeArrowheads="1"/>
          </p:cNvSpPr>
          <p:nvPr>
            <p:ph type="title"/>
          </p:nvPr>
        </p:nvSpPr>
        <p:spPr/>
        <p:txBody>
          <a:bodyPr/>
          <a:lstStyle/>
          <a:p>
            <a:pPr eaLnBrk="1" hangingPunct="1"/>
            <a:r>
              <a:rPr lang="en-US" altLang="zh-CN"/>
              <a:t>3.3.4 </a:t>
            </a:r>
            <a:r>
              <a:rPr lang="zh-CN" altLang="en-US"/>
              <a:t>非递归的预测分析</a:t>
            </a:r>
          </a:p>
        </p:txBody>
      </p:sp>
      <p:sp>
        <p:nvSpPr>
          <p:cNvPr id="33795" name="Rectangle 3">
            <a:extLst>
              <a:ext uri="{FF2B5EF4-FFF2-40B4-BE49-F238E27FC236}">
                <a16:creationId xmlns:a16="http://schemas.microsoft.com/office/drawing/2014/main" id="{23ED70FF-D24D-400A-B70E-290F9CEFE7DD}"/>
              </a:ext>
            </a:extLst>
          </p:cNvPr>
          <p:cNvSpPr>
            <a:spLocks noGrp="1" noChangeArrowheads="1"/>
          </p:cNvSpPr>
          <p:nvPr>
            <p:ph idx="1"/>
          </p:nvPr>
        </p:nvSpPr>
        <p:spPr/>
        <p:txBody>
          <a:bodyPr/>
          <a:lstStyle/>
          <a:p>
            <a:pPr eaLnBrk="1" hangingPunct="1">
              <a:lnSpc>
                <a:spcPct val="90000"/>
              </a:lnSpc>
              <a:buFont typeface="Wingdings" panose="05000000000000000000" pitchFamily="2" charset="2"/>
              <a:buNone/>
            </a:pPr>
            <a:r>
              <a:rPr lang="zh-CN" altLang="en-US" sz="2800"/>
              <a:t>预测分析器接受输入</a:t>
            </a:r>
            <a:r>
              <a:rPr lang="en-US" altLang="zh-CN" sz="2800" b="1">
                <a:latin typeface="Times New Roman" panose="02020603050405020304" pitchFamily="18" charset="0"/>
              </a:rPr>
              <a:t>id</a:t>
            </a:r>
            <a:r>
              <a:rPr lang="en-US" altLang="zh-CN" sz="2800">
                <a:latin typeface="Times New Roman" panose="02020603050405020304" pitchFamily="18" charset="0"/>
              </a:rPr>
              <a:t> * </a:t>
            </a:r>
            <a:r>
              <a:rPr lang="en-US" altLang="zh-CN" sz="2800" b="1">
                <a:latin typeface="Times New Roman" panose="02020603050405020304" pitchFamily="18" charset="0"/>
              </a:rPr>
              <a:t>id</a:t>
            </a:r>
            <a:r>
              <a:rPr lang="en-US" altLang="zh-CN" sz="2800">
                <a:latin typeface="Times New Roman" panose="02020603050405020304" pitchFamily="18" charset="0"/>
              </a:rPr>
              <a:t> + </a:t>
            </a:r>
            <a:r>
              <a:rPr lang="en-US" altLang="zh-CN" sz="2800" b="1">
                <a:latin typeface="Times New Roman" panose="02020603050405020304" pitchFamily="18" charset="0"/>
              </a:rPr>
              <a:t>id</a:t>
            </a:r>
            <a:r>
              <a:rPr lang="zh-CN" altLang="en-US" sz="2800"/>
              <a:t>的动作</a:t>
            </a:r>
          </a:p>
        </p:txBody>
      </p:sp>
      <p:graphicFrame>
        <p:nvGraphicFramePr>
          <p:cNvPr id="5" name="Group 4">
            <a:extLst>
              <a:ext uri="{FF2B5EF4-FFF2-40B4-BE49-F238E27FC236}">
                <a16:creationId xmlns:a16="http://schemas.microsoft.com/office/drawing/2014/main" id="{F6ABFCDC-D9AE-4ACB-859A-0C1D76140F5C}"/>
              </a:ext>
            </a:extLst>
          </p:cNvPr>
          <p:cNvGraphicFramePr>
            <a:graphicFrameLocks/>
          </p:cNvGraphicFramePr>
          <p:nvPr/>
        </p:nvGraphicFramePr>
        <p:xfrm>
          <a:off x="609600" y="1981200"/>
          <a:ext cx="8305800" cy="4667252"/>
        </p:xfrm>
        <a:graphic>
          <a:graphicData uri="http://schemas.openxmlformats.org/drawingml/2006/table">
            <a:tbl>
              <a:tblPr/>
              <a:tblGrid>
                <a:gridCol w="2667000">
                  <a:extLst>
                    <a:ext uri="{9D8B030D-6E8A-4147-A177-3AD203B41FA5}">
                      <a16:colId xmlns:a16="http://schemas.microsoft.com/office/drawing/2014/main" val="20000"/>
                    </a:ext>
                  </a:extLst>
                </a:gridCol>
                <a:gridCol w="2832100">
                  <a:extLst>
                    <a:ext uri="{9D8B030D-6E8A-4147-A177-3AD203B41FA5}">
                      <a16:colId xmlns:a16="http://schemas.microsoft.com/office/drawing/2014/main" val="20001"/>
                    </a:ext>
                  </a:extLst>
                </a:gridCol>
                <a:gridCol w="2806700">
                  <a:extLst>
                    <a:ext uri="{9D8B030D-6E8A-4147-A177-3AD203B41FA5}">
                      <a16:colId xmlns:a16="http://schemas.microsoft.com/office/drawing/2014/main" val="20002"/>
                    </a:ext>
                  </a:extLst>
                </a:gridCol>
              </a:tblGrid>
              <a:tr h="518160">
                <a:tc>
                  <a:txBody>
                    <a:body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itchFamily="2" charset="2"/>
                        <a:buNone/>
                        <a:tabLst/>
                      </a:pPr>
                      <a:r>
                        <a:rPr kumimoji="0" lang="zh-CN" altLang="en-US" sz="2800" b="0" i="0" u="none" strike="noStrike" cap="none" normalizeH="0" baseline="0">
                          <a:ln>
                            <a:noFill/>
                          </a:ln>
                          <a:solidFill>
                            <a:schemeClr val="tx1"/>
                          </a:solidFill>
                          <a:effectLst/>
                          <a:latin typeface="Times New Roman" pitchFamily="18" charset="0"/>
                          <a:ea typeface="黑体" pitchFamily="2" charset="-122"/>
                        </a:rPr>
                        <a:t>栈 </a:t>
                      </a:r>
                    </a:p>
                  </a:txBody>
                  <a:tcPr horzOverflow="overflow">
                    <a:lnL w="28575"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28575"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a:txBody>
                    <a:body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itchFamily="2" charset="2"/>
                        <a:buNone/>
                        <a:tabLst/>
                      </a:pPr>
                      <a:r>
                        <a:rPr kumimoji="0" lang="zh-CN" altLang="en-US" sz="2800" b="0" i="0" u="none" strike="noStrike" cap="none" normalizeH="0" baseline="0">
                          <a:ln>
                            <a:noFill/>
                          </a:ln>
                          <a:solidFill>
                            <a:schemeClr val="tx1"/>
                          </a:solidFill>
                          <a:effectLst/>
                          <a:latin typeface="Times New Roman" pitchFamily="18" charset="0"/>
                          <a:ea typeface="黑体" pitchFamily="2" charset="-122"/>
                        </a:rPr>
                        <a:t>输    入 </a:t>
                      </a:r>
                    </a:p>
                  </a:txBody>
                  <a:tcPr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28575"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a:txBody>
                    <a:body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itchFamily="2" charset="2"/>
                        <a:buNone/>
                        <a:tabLst/>
                      </a:pPr>
                      <a:r>
                        <a:rPr kumimoji="0" lang="zh-CN" altLang="en-US" sz="2800" b="0" i="0" u="none" strike="noStrike" cap="none" normalizeH="0" baseline="0">
                          <a:ln>
                            <a:noFill/>
                          </a:ln>
                          <a:solidFill>
                            <a:schemeClr val="tx1"/>
                          </a:solidFill>
                          <a:effectLst/>
                          <a:latin typeface="Times New Roman" pitchFamily="18" charset="0"/>
                          <a:ea typeface="黑体" pitchFamily="2" charset="-122"/>
                        </a:rPr>
                        <a:t>输    出 </a:t>
                      </a:r>
                    </a:p>
                  </a:txBody>
                  <a:tcPr horzOverflow="overflow">
                    <a:lnL w="12700" cap="flat" cmpd="sng" algn="ctr">
                      <a:solidFill>
                        <a:schemeClr val="tx1"/>
                      </a:solidFill>
                      <a:prstDash val="solid"/>
                      <a:round/>
                      <a:headEnd type="none" w="sm" len="sm"/>
                      <a:tailEnd type="none" w="sm" len="sm"/>
                    </a:lnL>
                    <a:lnR w="28575" cap="flat" cmpd="sng" algn="ctr">
                      <a:solidFill>
                        <a:schemeClr val="tx1"/>
                      </a:solidFill>
                      <a:prstDash val="solid"/>
                      <a:round/>
                      <a:headEnd type="none" w="sm" len="sm"/>
                      <a:tailEnd type="none" w="sm" len="sm"/>
                    </a:lnR>
                    <a:lnT w="28575"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extLst>
                  <a:ext uri="{0D108BD9-81ED-4DB2-BD59-A6C34878D82A}">
                    <a16:rowId xmlns:a16="http://schemas.microsoft.com/office/drawing/2014/main" val="10000"/>
                  </a:ext>
                </a:extLst>
              </a:tr>
              <a:tr h="519113">
                <a:tc>
                  <a:txBody>
                    <a:bodyPr/>
                    <a:lstStyle/>
                    <a:p>
                      <a:pPr marL="0" marR="0" lvl="0" indent="0" algn="l" defTabSz="914400" rtl="0" eaLnBrk="1" fontAlgn="base" latinLnBrk="0" hangingPunct="1">
                        <a:lnSpc>
                          <a:spcPct val="100000"/>
                        </a:lnSpc>
                        <a:spcBef>
                          <a:spcPct val="20000"/>
                        </a:spcBef>
                        <a:spcAft>
                          <a:spcPct val="0"/>
                        </a:spcAft>
                        <a:buClr>
                          <a:schemeClr val="folHlink"/>
                        </a:buClr>
                        <a:buSzPct val="60000"/>
                        <a:buFont typeface="Wingdings" pitchFamily="2" charset="2"/>
                        <a:buNone/>
                        <a:tabLst/>
                      </a:pPr>
                      <a:r>
                        <a:rPr kumimoji="0" lang="en-US" altLang="zh-CN" sz="2800" b="1" i="0" u="none" strike="noStrike" cap="none" normalizeH="0" baseline="0">
                          <a:ln>
                            <a:noFill/>
                          </a:ln>
                          <a:solidFill>
                            <a:schemeClr val="tx1"/>
                          </a:solidFill>
                          <a:effectLst/>
                          <a:latin typeface="Times New Roman" pitchFamily="18" charset="0"/>
                          <a:ea typeface="黑体" pitchFamily="2" charset="-122"/>
                        </a:rPr>
                        <a:t>$</a:t>
                      </a:r>
                      <a:r>
                        <a:rPr kumimoji="0" lang="en-US" altLang="zh-CN" sz="2800" b="1" i="1" u="none" strike="noStrike" cap="none" normalizeH="0" baseline="0">
                          <a:ln>
                            <a:noFill/>
                          </a:ln>
                          <a:solidFill>
                            <a:schemeClr val="tx1"/>
                          </a:solidFill>
                          <a:effectLst/>
                          <a:latin typeface="Times New Roman" pitchFamily="18" charset="0"/>
                          <a:ea typeface="黑体" pitchFamily="2" charset="-122"/>
                        </a:rPr>
                        <a:t>E </a:t>
                      </a:r>
                      <a:r>
                        <a:rPr kumimoji="0" lang="en-US" altLang="zh-CN" sz="2800" b="1" i="0" u="none" strike="noStrike" cap="none" normalizeH="0" baseline="0">
                          <a:ln>
                            <a:noFill/>
                          </a:ln>
                          <a:solidFill>
                            <a:schemeClr val="tx1"/>
                          </a:solidFill>
                          <a:effectLst/>
                          <a:latin typeface="Times New Roman" pitchFamily="18" charset="0"/>
                          <a:ea typeface="黑体" pitchFamily="2" charset="-122"/>
                          <a:sym typeface="Symbol" pitchFamily="18" charset="2"/>
                        </a:rPr>
                        <a:t></a:t>
                      </a:r>
                      <a:r>
                        <a:rPr kumimoji="0" lang="en-US" altLang="zh-CN" sz="2800" b="1" i="1" u="none" strike="noStrike" cap="none" normalizeH="0" baseline="0">
                          <a:ln>
                            <a:noFill/>
                          </a:ln>
                          <a:solidFill>
                            <a:schemeClr val="tx1"/>
                          </a:solidFill>
                          <a:effectLst/>
                          <a:latin typeface="Times New Roman" pitchFamily="18" charset="0"/>
                          <a:ea typeface="黑体" pitchFamily="2" charset="-122"/>
                        </a:rPr>
                        <a:t>T </a:t>
                      </a:r>
                      <a:r>
                        <a:rPr kumimoji="0" lang="en-US" altLang="zh-CN" sz="2800" b="1" i="0" u="none" strike="noStrike" cap="none" normalizeH="0" baseline="0">
                          <a:ln>
                            <a:noFill/>
                          </a:ln>
                          <a:solidFill>
                            <a:schemeClr val="tx1"/>
                          </a:solidFill>
                          <a:effectLst/>
                          <a:latin typeface="Times New Roman" pitchFamily="18" charset="0"/>
                          <a:ea typeface="黑体" pitchFamily="2" charset="-122"/>
                          <a:sym typeface="Symbol" pitchFamily="18" charset="2"/>
                        </a:rPr>
                        <a:t></a:t>
                      </a:r>
                      <a:r>
                        <a:rPr kumimoji="0" lang="en-US" altLang="zh-CN" sz="2800" b="1" i="0" u="none" strike="noStrike" cap="none" normalizeH="0" baseline="0">
                          <a:ln>
                            <a:noFill/>
                          </a:ln>
                          <a:solidFill>
                            <a:schemeClr val="tx1"/>
                          </a:solidFill>
                          <a:effectLst/>
                          <a:latin typeface="Times New Roman" pitchFamily="18" charset="0"/>
                          <a:ea typeface="黑体" pitchFamily="2" charset="-122"/>
                        </a:rPr>
                        <a:t> id</a:t>
                      </a:r>
                      <a:r>
                        <a:rPr kumimoji="0" lang="en-US" altLang="zh-CN" sz="2800" b="0" i="0" u="none" strike="noStrike" cap="none" normalizeH="0" baseline="0">
                          <a:ln>
                            <a:noFill/>
                          </a:ln>
                          <a:solidFill>
                            <a:schemeClr val="tx1"/>
                          </a:solidFill>
                          <a:effectLst/>
                          <a:latin typeface="Times New Roman" pitchFamily="18" charset="0"/>
                          <a:ea typeface="黑体" pitchFamily="2" charset="-122"/>
                        </a:rPr>
                        <a:t> </a:t>
                      </a:r>
                    </a:p>
                  </a:txBody>
                  <a:tcPr horzOverflow="overflow">
                    <a:lnL w="28575"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
                          <a:schemeClr val="folHlink"/>
                        </a:buClr>
                        <a:buSzPct val="60000"/>
                        <a:buFont typeface="Wingdings" pitchFamily="2" charset="2"/>
                        <a:buNone/>
                        <a:tabLst/>
                      </a:pPr>
                      <a:r>
                        <a:rPr kumimoji="0" lang="en-US" altLang="zh-CN" sz="2800" b="1" i="0" u="none" strike="noStrike" cap="none" normalizeH="0" baseline="0">
                          <a:ln>
                            <a:noFill/>
                          </a:ln>
                          <a:solidFill>
                            <a:schemeClr val="tx1"/>
                          </a:solidFill>
                          <a:effectLst/>
                          <a:latin typeface="Times New Roman" pitchFamily="18" charset="0"/>
                          <a:ea typeface="黑体" pitchFamily="2" charset="-122"/>
                        </a:rPr>
                        <a:t>       id + id$</a:t>
                      </a:r>
                      <a:r>
                        <a:rPr kumimoji="0" lang="en-US" altLang="zh-CN" sz="2800" b="0" i="0" u="none" strike="noStrike" cap="none" normalizeH="0" baseline="0">
                          <a:ln>
                            <a:noFill/>
                          </a:ln>
                          <a:solidFill>
                            <a:schemeClr val="tx1"/>
                          </a:solidFill>
                          <a:effectLst/>
                          <a:latin typeface="Times New Roman" pitchFamily="18" charset="0"/>
                          <a:ea typeface="黑体" pitchFamily="2" charset="-122"/>
                        </a:rPr>
                        <a:t>  </a:t>
                      </a:r>
                    </a:p>
                  </a:txBody>
                  <a:tcPr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
                          <a:schemeClr val="folHlink"/>
                        </a:buClr>
                        <a:buSzPct val="60000"/>
                        <a:buFont typeface="Wingdings" pitchFamily="2" charset="2"/>
                        <a:buNone/>
                        <a:tabLst/>
                      </a:pPr>
                      <a:r>
                        <a:rPr kumimoji="0" lang="en-US" altLang="zh-CN" sz="2800" b="1" i="1" u="none" strike="noStrike" cap="none" normalizeH="0" baseline="0">
                          <a:ln>
                            <a:noFill/>
                          </a:ln>
                          <a:solidFill>
                            <a:schemeClr val="tx1"/>
                          </a:solidFill>
                          <a:effectLst/>
                          <a:latin typeface="Times New Roman" pitchFamily="18" charset="0"/>
                          <a:ea typeface="黑体" pitchFamily="2" charset="-122"/>
                        </a:rPr>
                        <a:t>F</a:t>
                      </a:r>
                      <a:r>
                        <a:rPr kumimoji="0" lang="en-US" altLang="zh-CN" sz="2800" b="1" i="0" u="none" strike="noStrike" cap="none" normalizeH="0" baseline="0">
                          <a:ln>
                            <a:noFill/>
                          </a:ln>
                          <a:solidFill>
                            <a:schemeClr val="tx1"/>
                          </a:solidFill>
                          <a:effectLst/>
                          <a:latin typeface="Times New Roman" pitchFamily="18" charset="0"/>
                          <a:ea typeface="黑体" pitchFamily="2" charset="-122"/>
                        </a:rPr>
                        <a:t> </a:t>
                      </a:r>
                      <a:r>
                        <a:rPr kumimoji="0" lang="en-US" altLang="zh-CN" sz="2800" b="1" i="0" u="none" strike="noStrike" cap="none" normalizeH="0" baseline="0">
                          <a:ln>
                            <a:noFill/>
                          </a:ln>
                          <a:solidFill>
                            <a:schemeClr val="tx1"/>
                          </a:solidFill>
                          <a:effectLst/>
                          <a:latin typeface="Times New Roman" pitchFamily="18" charset="0"/>
                          <a:ea typeface="黑体" pitchFamily="2" charset="-122"/>
                          <a:sym typeface="Symbol" pitchFamily="18" charset="2"/>
                        </a:rPr>
                        <a:t></a:t>
                      </a:r>
                      <a:r>
                        <a:rPr kumimoji="0" lang="en-US" altLang="zh-CN" sz="2800" b="1" i="0" u="none" strike="noStrike" cap="none" normalizeH="0" baseline="0">
                          <a:ln>
                            <a:noFill/>
                          </a:ln>
                          <a:solidFill>
                            <a:schemeClr val="tx1"/>
                          </a:solidFill>
                          <a:effectLst/>
                          <a:latin typeface="Times New Roman" pitchFamily="18" charset="0"/>
                          <a:ea typeface="黑体" pitchFamily="2" charset="-122"/>
                        </a:rPr>
                        <a:t> id</a:t>
                      </a:r>
                      <a:r>
                        <a:rPr kumimoji="0" lang="en-US" altLang="zh-CN" sz="2800" b="0" i="0" u="none" strike="noStrike" cap="none" normalizeH="0" baseline="0">
                          <a:ln>
                            <a:noFill/>
                          </a:ln>
                          <a:solidFill>
                            <a:schemeClr val="tx1"/>
                          </a:solidFill>
                          <a:effectLst/>
                          <a:latin typeface="Times New Roman" pitchFamily="18" charset="0"/>
                          <a:ea typeface="黑体" pitchFamily="2" charset="-122"/>
                        </a:rPr>
                        <a:t> </a:t>
                      </a:r>
                    </a:p>
                  </a:txBody>
                  <a:tcPr horzOverflow="overflow">
                    <a:lnL w="12700" cap="flat" cmpd="sng" algn="ctr">
                      <a:solidFill>
                        <a:schemeClr val="tx1"/>
                      </a:solidFill>
                      <a:prstDash val="solid"/>
                      <a:round/>
                      <a:headEnd type="none" w="sm" len="sm"/>
                      <a:tailEnd type="none" w="sm" len="sm"/>
                    </a:lnL>
                    <a:lnR w="28575"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1"/>
                  </a:ext>
                </a:extLst>
              </a:tr>
              <a:tr h="518160">
                <a:tc>
                  <a:txBody>
                    <a:bodyPr/>
                    <a:lstStyle/>
                    <a:p>
                      <a:pPr marL="0" marR="0" lvl="0" indent="0" algn="l" defTabSz="914400" rtl="0" eaLnBrk="1" fontAlgn="base" latinLnBrk="0" hangingPunct="1">
                        <a:lnSpc>
                          <a:spcPct val="100000"/>
                        </a:lnSpc>
                        <a:spcBef>
                          <a:spcPct val="20000"/>
                        </a:spcBef>
                        <a:spcAft>
                          <a:spcPct val="0"/>
                        </a:spcAft>
                        <a:buClr>
                          <a:schemeClr val="folHlink"/>
                        </a:buClr>
                        <a:buSzPct val="60000"/>
                        <a:buFont typeface="Wingdings" pitchFamily="2" charset="2"/>
                        <a:buNone/>
                        <a:tabLst/>
                      </a:pPr>
                      <a:r>
                        <a:rPr kumimoji="0" lang="en-US" altLang="zh-CN" sz="2800" b="1" i="0" u="none" strike="noStrike" cap="none" normalizeH="0" baseline="0">
                          <a:ln>
                            <a:noFill/>
                          </a:ln>
                          <a:solidFill>
                            <a:schemeClr val="tx1"/>
                          </a:solidFill>
                          <a:effectLst/>
                          <a:latin typeface="Times New Roman" pitchFamily="18" charset="0"/>
                          <a:ea typeface="黑体" pitchFamily="2" charset="-122"/>
                        </a:rPr>
                        <a:t>$</a:t>
                      </a:r>
                      <a:r>
                        <a:rPr kumimoji="0" lang="en-US" altLang="zh-CN" sz="2800" b="1" i="1" u="none" strike="noStrike" cap="none" normalizeH="0" baseline="0">
                          <a:ln>
                            <a:noFill/>
                          </a:ln>
                          <a:solidFill>
                            <a:schemeClr val="tx1"/>
                          </a:solidFill>
                          <a:effectLst/>
                          <a:latin typeface="Times New Roman" pitchFamily="18" charset="0"/>
                          <a:ea typeface="黑体" pitchFamily="2" charset="-122"/>
                        </a:rPr>
                        <a:t>E </a:t>
                      </a:r>
                      <a:r>
                        <a:rPr kumimoji="0" lang="en-US" altLang="zh-CN" sz="2800" b="1" i="0" u="none" strike="noStrike" cap="none" normalizeH="0" baseline="0">
                          <a:ln>
                            <a:noFill/>
                          </a:ln>
                          <a:solidFill>
                            <a:schemeClr val="tx1"/>
                          </a:solidFill>
                          <a:effectLst/>
                          <a:latin typeface="Times New Roman" pitchFamily="18" charset="0"/>
                          <a:ea typeface="黑体" pitchFamily="2" charset="-122"/>
                          <a:sym typeface="Symbol" pitchFamily="18" charset="2"/>
                        </a:rPr>
                        <a:t></a:t>
                      </a:r>
                      <a:r>
                        <a:rPr kumimoji="0" lang="en-US" altLang="zh-CN" sz="2800" b="1" i="1" u="none" strike="noStrike" cap="none" normalizeH="0" baseline="0">
                          <a:ln>
                            <a:noFill/>
                          </a:ln>
                          <a:solidFill>
                            <a:schemeClr val="tx1"/>
                          </a:solidFill>
                          <a:effectLst/>
                          <a:latin typeface="Times New Roman" pitchFamily="18" charset="0"/>
                          <a:ea typeface="黑体" pitchFamily="2" charset="-122"/>
                        </a:rPr>
                        <a:t>T </a:t>
                      </a:r>
                      <a:r>
                        <a:rPr kumimoji="0" lang="en-US" altLang="zh-CN" sz="2800" b="1" i="0" u="none" strike="noStrike" cap="none" normalizeH="0" baseline="0">
                          <a:ln>
                            <a:noFill/>
                          </a:ln>
                          <a:solidFill>
                            <a:schemeClr val="tx1"/>
                          </a:solidFill>
                          <a:effectLst/>
                          <a:latin typeface="Times New Roman" pitchFamily="18" charset="0"/>
                          <a:ea typeface="黑体" pitchFamily="2" charset="-122"/>
                          <a:sym typeface="Symbol" pitchFamily="18" charset="2"/>
                        </a:rPr>
                        <a:t></a:t>
                      </a:r>
                    </a:p>
                  </a:txBody>
                  <a:tcPr horzOverflow="overflow">
                    <a:lnL w="28575"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
                          <a:schemeClr val="folHlink"/>
                        </a:buClr>
                        <a:buSzPct val="60000"/>
                        <a:buFont typeface="Wingdings" pitchFamily="2" charset="2"/>
                        <a:buNone/>
                        <a:tabLst/>
                      </a:pPr>
                      <a:r>
                        <a:rPr kumimoji="0" lang="en-US" altLang="zh-CN" sz="2800" b="1" i="0" u="none" strike="noStrike" cap="none" normalizeH="0" baseline="0">
                          <a:ln>
                            <a:noFill/>
                          </a:ln>
                          <a:solidFill>
                            <a:schemeClr val="tx1"/>
                          </a:solidFill>
                          <a:effectLst/>
                          <a:latin typeface="Times New Roman" pitchFamily="18" charset="0"/>
                          <a:ea typeface="黑体" pitchFamily="2" charset="-122"/>
                        </a:rPr>
                        <a:t>           + id$</a:t>
                      </a:r>
                    </a:p>
                  </a:txBody>
                  <a:tcPr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
                          <a:schemeClr val="folHlink"/>
                        </a:buClr>
                        <a:buSzPct val="60000"/>
                        <a:buFont typeface="Wingdings" pitchFamily="2" charset="2"/>
                        <a:buNone/>
                        <a:tabLst/>
                      </a:pPr>
                      <a:endParaRPr kumimoji="0" lang="zh-CN" altLang="zh-CN" sz="2800" b="1" i="0" u="none" strike="noStrike" cap="none" normalizeH="0" baseline="0">
                        <a:ln>
                          <a:noFill/>
                        </a:ln>
                        <a:solidFill>
                          <a:schemeClr val="tx1"/>
                        </a:solidFill>
                        <a:effectLst/>
                        <a:latin typeface="Times New Roman" pitchFamily="18" charset="0"/>
                        <a:ea typeface="黑体" pitchFamily="2" charset="-122"/>
                      </a:endParaRPr>
                    </a:p>
                  </a:txBody>
                  <a:tcPr horzOverflow="overflow">
                    <a:lnL w="12700" cap="flat" cmpd="sng" algn="ctr">
                      <a:solidFill>
                        <a:schemeClr val="tx1"/>
                      </a:solidFill>
                      <a:prstDash val="solid"/>
                      <a:round/>
                      <a:headEnd type="none" w="sm" len="sm"/>
                      <a:tailEnd type="none" w="sm" len="sm"/>
                    </a:lnL>
                    <a:lnR w="28575" cap="flat" cmpd="sng" algn="ctr">
                      <a:solidFill>
                        <a:schemeClr val="tx1"/>
                      </a:solidFill>
                      <a:prstDash val="solid"/>
                      <a:round/>
                      <a:headEnd type="none" w="sm" len="sm"/>
                      <a:tailEnd type="none" w="sm" len="sm"/>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2"/>
                  </a:ext>
                </a:extLst>
              </a:tr>
              <a:tr h="519113">
                <a:tc>
                  <a:txBody>
                    <a:bodyPr/>
                    <a:lstStyle/>
                    <a:p>
                      <a:pPr marL="0" marR="0" lvl="0" indent="0" algn="l" defTabSz="914400" rtl="0" eaLnBrk="1" fontAlgn="base" latinLnBrk="0" hangingPunct="1">
                        <a:lnSpc>
                          <a:spcPct val="100000"/>
                        </a:lnSpc>
                        <a:spcBef>
                          <a:spcPct val="20000"/>
                        </a:spcBef>
                        <a:spcAft>
                          <a:spcPct val="0"/>
                        </a:spcAft>
                        <a:buClr>
                          <a:schemeClr val="folHlink"/>
                        </a:buClr>
                        <a:buSzPct val="60000"/>
                        <a:buFont typeface="Wingdings" pitchFamily="2" charset="2"/>
                        <a:buNone/>
                        <a:tabLst/>
                      </a:pPr>
                      <a:r>
                        <a:rPr kumimoji="0" lang="en-US" altLang="zh-CN" sz="2800" b="1" i="0" u="none" strike="noStrike" cap="none" normalizeH="0" baseline="0">
                          <a:ln>
                            <a:noFill/>
                          </a:ln>
                          <a:solidFill>
                            <a:schemeClr val="tx1"/>
                          </a:solidFill>
                          <a:effectLst/>
                          <a:latin typeface="Times New Roman" pitchFamily="18" charset="0"/>
                          <a:ea typeface="黑体" pitchFamily="2" charset="-122"/>
                        </a:rPr>
                        <a:t>$</a:t>
                      </a:r>
                      <a:r>
                        <a:rPr kumimoji="0" lang="en-US" altLang="zh-CN" sz="2800" b="1" i="1" u="none" strike="noStrike" cap="none" normalizeH="0" baseline="0">
                          <a:ln>
                            <a:noFill/>
                          </a:ln>
                          <a:solidFill>
                            <a:schemeClr val="tx1"/>
                          </a:solidFill>
                          <a:effectLst/>
                          <a:latin typeface="Times New Roman" pitchFamily="18" charset="0"/>
                          <a:ea typeface="黑体" pitchFamily="2" charset="-122"/>
                        </a:rPr>
                        <a:t>E </a:t>
                      </a:r>
                      <a:r>
                        <a:rPr kumimoji="0" lang="en-US" altLang="zh-CN" sz="2800" b="1" i="0" u="none" strike="noStrike" cap="none" normalizeH="0" baseline="0">
                          <a:ln>
                            <a:noFill/>
                          </a:ln>
                          <a:solidFill>
                            <a:schemeClr val="tx1"/>
                          </a:solidFill>
                          <a:effectLst/>
                          <a:latin typeface="Times New Roman" pitchFamily="18" charset="0"/>
                          <a:ea typeface="黑体" pitchFamily="2" charset="-122"/>
                          <a:sym typeface="Symbol" pitchFamily="18" charset="2"/>
                        </a:rPr>
                        <a:t></a:t>
                      </a:r>
                    </a:p>
                  </a:txBody>
                  <a:tcPr horzOverflow="overflow">
                    <a:lnL w="28575"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
                          <a:schemeClr val="folHlink"/>
                        </a:buClr>
                        <a:buSzPct val="60000"/>
                        <a:buFont typeface="Wingdings" pitchFamily="2" charset="2"/>
                        <a:buNone/>
                        <a:tabLst/>
                      </a:pPr>
                      <a:r>
                        <a:rPr kumimoji="0" lang="en-US" altLang="zh-CN" sz="2800" b="1" i="0" u="none" strike="noStrike" cap="none" normalizeH="0" baseline="0">
                          <a:ln>
                            <a:noFill/>
                          </a:ln>
                          <a:solidFill>
                            <a:schemeClr val="tx1"/>
                          </a:solidFill>
                          <a:effectLst/>
                          <a:latin typeface="Times New Roman" pitchFamily="18" charset="0"/>
                          <a:ea typeface="黑体" pitchFamily="2" charset="-122"/>
                        </a:rPr>
                        <a:t>           + id$</a:t>
                      </a:r>
                    </a:p>
                  </a:txBody>
                  <a:tcPr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
                          <a:schemeClr val="folHlink"/>
                        </a:buClr>
                        <a:buSzPct val="60000"/>
                        <a:buFont typeface="Wingdings" pitchFamily="2" charset="2"/>
                        <a:buNone/>
                        <a:tabLst/>
                      </a:pPr>
                      <a:r>
                        <a:rPr kumimoji="0" lang="en-US" altLang="zh-CN" sz="2800" b="1" i="1" u="none" strike="noStrike" cap="none" normalizeH="0" baseline="0">
                          <a:ln>
                            <a:noFill/>
                          </a:ln>
                          <a:solidFill>
                            <a:schemeClr val="tx1"/>
                          </a:solidFill>
                          <a:effectLst/>
                          <a:latin typeface="Times New Roman" pitchFamily="18" charset="0"/>
                          <a:ea typeface="黑体" pitchFamily="2" charset="-122"/>
                        </a:rPr>
                        <a:t>T </a:t>
                      </a:r>
                      <a:r>
                        <a:rPr kumimoji="0" lang="en-US" altLang="zh-CN" sz="2800" b="1" i="0" u="none" strike="noStrike" cap="none" normalizeH="0" baseline="0">
                          <a:ln>
                            <a:noFill/>
                          </a:ln>
                          <a:solidFill>
                            <a:schemeClr val="tx1"/>
                          </a:solidFill>
                          <a:effectLst/>
                          <a:latin typeface="Times New Roman" pitchFamily="18" charset="0"/>
                          <a:ea typeface="黑体" pitchFamily="2" charset="-122"/>
                          <a:sym typeface="Symbol" pitchFamily="18" charset="2"/>
                        </a:rPr>
                        <a:t> </a:t>
                      </a:r>
                    </a:p>
                  </a:txBody>
                  <a:tcPr horzOverflow="overflow">
                    <a:lnL w="12700" cap="flat" cmpd="sng" algn="ctr">
                      <a:solidFill>
                        <a:schemeClr val="tx1"/>
                      </a:solidFill>
                      <a:prstDash val="solid"/>
                      <a:round/>
                      <a:headEnd type="none" w="sm" len="sm"/>
                      <a:tailEnd type="none" w="sm" len="sm"/>
                    </a:lnL>
                    <a:lnR w="28575" cap="flat" cmpd="sng" algn="ctr">
                      <a:solidFill>
                        <a:schemeClr val="tx1"/>
                      </a:solidFill>
                      <a:prstDash val="solid"/>
                      <a:round/>
                      <a:headEnd type="none" w="sm" len="sm"/>
                      <a:tailEnd type="none" w="sm" len="sm"/>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3"/>
                  </a:ext>
                </a:extLst>
              </a:tr>
              <a:tr h="518160">
                <a:tc>
                  <a:txBody>
                    <a:bodyPr/>
                    <a:lstStyle/>
                    <a:p>
                      <a:pPr marL="0" marR="0" lvl="0" indent="0" algn="l" defTabSz="914400" rtl="0" eaLnBrk="1" fontAlgn="base" latinLnBrk="0" hangingPunct="1">
                        <a:lnSpc>
                          <a:spcPct val="100000"/>
                        </a:lnSpc>
                        <a:spcBef>
                          <a:spcPct val="20000"/>
                        </a:spcBef>
                        <a:spcAft>
                          <a:spcPct val="0"/>
                        </a:spcAft>
                        <a:buClr>
                          <a:schemeClr val="folHlink"/>
                        </a:buClr>
                        <a:buSzPct val="60000"/>
                        <a:buFont typeface="Wingdings" pitchFamily="2" charset="2"/>
                        <a:buNone/>
                        <a:tabLst/>
                      </a:pPr>
                      <a:r>
                        <a:rPr kumimoji="0" lang="en-US" altLang="zh-CN" sz="2800" b="1" i="0" u="none" strike="noStrike" cap="none" normalizeH="0" baseline="0">
                          <a:ln>
                            <a:noFill/>
                          </a:ln>
                          <a:solidFill>
                            <a:schemeClr val="tx1"/>
                          </a:solidFill>
                          <a:effectLst/>
                          <a:latin typeface="Times New Roman" pitchFamily="18" charset="0"/>
                          <a:ea typeface="黑体" pitchFamily="2" charset="-122"/>
                        </a:rPr>
                        <a:t>$</a:t>
                      </a:r>
                      <a:r>
                        <a:rPr kumimoji="0" lang="en-US" altLang="zh-CN" sz="2800" b="1" i="1" u="none" strike="noStrike" cap="none" normalizeH="0" baseline="0">
                          <a:ln>
                            <a:noFill/>
                          </a:ln>
                          <a:solidFill>
                            <a:schemeClr val="tx1"/>
                          </a:solidFill>
                          <a:effectLst/>
                          <a:latin typeface="Times New Roman" pitchFamily="18" charset="0"/>
                          <a:ea typeface="黑体" pitchFamily="2" charset="-122"/>
                        </a:rPr>
                        <a:t>E </a:t>
                      </a:r>
                      <a:r>
                        <a:rPr kumimoji="0" lang="en-US" altLang="zh-CN" sz="2800" b="1" i="0" u="none" strike="noStrike" cap="none" normalizeH="0" baseline="0">
                          <a:ln>
                            <a:noFill/>
                          </a:ln>
                          <a:solidFill>
                            <a:schemeClr val="tx1"/>
                          </a:solidFill>
                          <a:effectLst/>
                          <a:latin typeface="Times New Roman" pitchFamily="18" charset="0"/>
                          <a:ea typeface="黑体" pitchFamily="2" charset="-122"/>
                          <a:sym typeface="Symbol" pitchFamily="18" charset="2"/>
                        </a:rPr>
                        <a:t></a:t>
                      </a:r>
                      <a:r>
                        <a:rPr kumimoji="0" lang="en-US" altLang="zh-CN" sz="2800" b="1" i="1" u="none" strike="noStrike" cap="none" normalizeH="0" baseline="0">
                          <a:ln>
                            <a:noFill/>
                          </a:ln>
                          <a:solidFill>
                            <a:schemeClr val="tx1"/>
                          </a:solidFill>
                          <a:effectLst/>
                          <a:latin typeface="Times New Roman" pitchFamily="18" charset="0"/>
                          <a:ea typeface="黑体" pitchFamily="2" charset="-122"/>
                        </a:rPr>
                        <a:t>T</a:t>
                      </a:r>
                      <a:r>
                        <a:rPr kumimoji="0" lang="en-US" altLang="zh-CN" sz="2800" b="1" i="0" u="none" strike="noStrike" cap="none" normalizeH="0" baseline="0">
                          <a:ln>
                            <a:noFill/>
                          </a:ln>
                          <a:solidFill>
                            <a:schemeClr val="tx1"/>
                          </a:solidFill>
                          <a:effectLst/>
                          <a:latin typeface="Times New Roman" pitchFamily="18" charset="0"/>
                          <a:ea typeface="黑体" pitchFamily="2" charset="-122"/>
                        </a:rPr>
                        <a:t>+</a:t>
                      </a:r>
                    </a:p>
                  </a:txBody>
                  <a:tcPr horzOverflow="overflow">
                    <a:lnL w="28575"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
                          <a:schemeClr val="folHlink"/>
                        </a:buClr>
                        <a:buSzPct val="60000"/>
                        <a:buFont typeface="Wingdings" pitchFamily="2" charset="2"/>
                        <a:buNone/>
                        <a:tabLst/>
                      </a:pPr>
                      <a:r>
                        <a:rPr kumimoji="0" lang="en-US" altLang="zh-CN" sz="2800" b="1" i="0" u="none" strike="noStrike" cap="none" normalizeH="0" baseline="0">
                          <a:ln>
                            <a:noFill/>
                          </a:ln>
                          <a:solidFill>
                            <a:schemeClr val="tx1"/>
                          </a:solidFill>
                          <a:effectLst/>
                          <a:latin typeface="Times New Roman" pitchFamily="18" charset="0"/>
                          <a:ea typeface="黑体" pitchFamily="2" charset="-122"/>
                        </a:rPr>
                        <a:t>           + id$</a:t>
                      </a:r>
                    </a:p>
                  </a:txBody>
                  <a:tcPr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
                          <a:schemeClr val="folHlink"/>
                        </a:buClr>
                        <a:buSzPct val="60000"/>
                        <a:buFont typeface="Wingdings" pitchFamily="2" charset="2"/>
                        <a:buNone/>
                        <a:tabLst/>
                      </a:pPr>
                      <a:r>
                        <a:rPr kumimoji="0" lang="en-US" altLang="zh-CN" sz="2800" b="1" i="1" u="none" strike="noStrike" cap="none" normalizeH="0" baseline="0">
                          <a:ln>
                            <a:noFill/>
                          </a:ln>
                          <a:solidFill>
                            <a:schemeClr val="tx1"/>
                          </a:solidFill>
                          <a:effectLst/>
                          <a:latin typeface="Times New Roman" pitchFamily="18" charset="0"/>
                          <a:ea typeface="黑体" pitchFamily="2" charset="-122"/>
                          <a:sym typeface="Symbol" pitchFamily="18" charset="2"/>
                        </a:rPr>
                        <a:t>E</a:t>
                      </a:r>
                      <a:r>
                        <a:rPr kumimoji="0" lang="en-US" altLang="zh-CN" sz="2800" b="1" i="1" u="none" strike="noStrike" cap="none" normalizeH="0" baseline="0">
                          <a:ln>
                            <a:noFill/>
                          </a:ln>
                          <a:solidFill>
                            <a:schemeClr val="tx1"/>
                          </a:solidFill>
                          <a:effectLst/>
                          <a:latin typeface="Times New Roman" pitchFamily="18" charset="0"/>
                          <a:ea typeface="黑体" pitchFamily="2" charset="-122"/>
                        </a:rPr>
                        <a:t> </a:t>
                      </a:r>
                      <a:r>
                        <a:rPr kumimoji="0" lang="en-US" altLang="zh-CN" sz="2800" b="1" i="0" u="none" strike="noStrike" cap="none" normalizeH="0" baseline="0">
                          <a:ln>
                            <a:noFill/>
                          </a:ln>
                          <a:solidFill>
                            <a:schemeClr val="tx1"/>
                          </a:solidFill>
                          <a:effectLst/>
                          <a:latin typeface="Times New Roman" pitchFamily="18" charset="0"/>
                          <a:ea typeface="黑体" pitchFamily="2" charset="-122"/>
                          <a:sym typeface="Symbol" pitchFamily="18" charset="2"/>
                        </a:rPr>
                        <a:t> +</a:t>
                      </a:r>
                      <a:r>
                        <a:rPr kumimoji="0" lang="en-US" altLang="zh-CN" sz="2800" b="1" i="1" u="none" strike="noStrike" cap="none" normalizeH="0" baseline="0">
                          <a:ln>
                            <a:noFill/>
                          </a:ln>
                          <a:solidFill>
                            <a:schemeClr val="tx1"/>
                          </a:solidFill>
                          <a:effectLst/>
                          <a:latin typeface="Times New Roman" pitchFamily="18" charset="0"/>
                          <a:ea typeface="黑体" pitchFamily="2" charset="-122"/>
                          <a:sym typeface="Symbol" pitchFamily="18" charset="2"/>
                        </a:rPr>
                        <a:t>TE</a:t>
                      </a:r>
                      <a:r>
                        <a:rPr kumimoji="0" lang="en-US" altLang="zh-CN" sz="2800" b="1" i="1" u="none" strike="noStrike" cap="none" normalizeH="0" baseline="0">
                          <a:ln>
                            <a:noFill/>
                          </a:ln>
                          <a:solidFill>
                            <a:schemeClr val="tx1"/>
                          </a:solidFill>
                          <a:effectLst/>
                          <a:latin typeface="Times New Roman" pitchFamily="18" charset="0"/>
                          <a:ea typeface="黑体" pitchFamily="2" charset="-122"/>
                        </a:rPr>
                        <a:t> </a:t>
                      </a:r>
                      <a:r>
                        <a:rPr kumimoji="0" lang="en-US" altLang="zh-CN" sz="2800" b="1" i="0" u="none" strike="noStrike" cap="none" normalizeH="0" baseline="0">
                          <a:ln>
                            <a:noFill/>
                          </a:ln>
                          <a:solidFill>
                            <a:schemeClr val="tx1"/>
                          </a:solidFill>
                          <a:effectLst/>
                          <a:latin typeface="Times New Roman" pitchFamily="18" charset="0"/>
                          <a:ea typeface="黑体" pitchFamily="2" charset="-122"/>
                          <a:sym typeface="Symbol" pitchFamily="18" charset="2"/>
                        </a:rPr>
                        <a:t></a:t>
                      </a:r>
                    </a:p>
                  </a:txBody>
                  <a:tcPr horzOverflow="overflow">
                    <a:lnL w="12700" cap="flat" cmpd="sng" algn="ctr">
                      <a:solidFill>
                        <a:schemeClr val="tx1"/>
                      </a:solidFill>
                      <a:prstDash val="solid"/>
                      <a:round/>
                      <a:headEnd type="none" w="sm" len="sm"/>
                      <a:tailEnd type="none" w="sm" len="sm"/>
                    </a:lnL>
                    <a:lnR w="28575" cap="flat" cmpd="sng" algn="ctr">
                      <a:solidFill>
                        <a:schemeClr val="tx1"/>
                      </a:solidFill>
                      <a:prstDash val="solid"/>
                      <a:round/>
                      <a:headEnd type="none" w="sm" len="sm"/>
                      <a:tailEnd type="none" w="sm" len="sm"/>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4"/>
                  </a:ext>
                </a:extLst>
              </a:tr>
              <a:tr h="518160">
                <a:tc>
                  <a:txBody>
                    <a:bodyPr/>
                    <a:lstStyle/>
                    <a:p>
                      <a:pPr marL="0" marR="0" lvl="0" indent="0" algn="l" defTabSz="914400" rtl="0" eaLnBrk="1" fontAlgn="base" latinLnBrk="0" hangingPunct="1">
                        <a:lnSpc>
                          <a:spcPct val="100000"/>
                        </a:lnSpc>
                        <a:spcBef>
                          <a:spcPct val="20000"/>
                        </a:spcBef>
                        <a:spcAft>
                          <a:spcPct val="0"/>
                        </a:spcAft>
                        <a:buClr>
                          <a:schemeClr val="folHlink"/>
                        </a:buClr>
                        <a:buSzPct val="60000"/>
                        <a:buFont typeface="Wingdings" pitchFamily="2" charset="2"/>
                        <a:buNone/>
                        <a:tabLst/>
                      </a:pPr>
                      <a:endParaRPr kumimoji="0" lang="zh-CN" altLang="zh-CN" sz="2800" b="1" i="1" u="none" strike="noStrike" cap="none" normalizeH="0" baseline="0">
                        <a:ln>
                          <a:noFill/>
                        </a:ln>
                        <a:solidFill>
                          <a:schemeClr val="tx1"/>
                        </a:solidFill>
                        <a:effectLst/>
                        <a:latin typeface="Times New Roman" pitchFamily="18" charset="0"/>
                        <a:ea typeface="黑体" pitchFamily="2" charset="-122"/>
                      </a:endParaRPr>
                    </a:p>
                  </a:txBody>
                  <a:tcPr horzOverflow="overflow">
                    <a:lnL w="28575"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
                          <a:schemeClr val="folHlink"/>
                        </a:buClr>
                        <a:buSzPct val="60000"/>
                        <a:buFont typeface="Wingdings" pitchFamily="2" charset="2"/>
                        <a:buNone/>
                        <a:tabLst/>
                      </a:pPr>
                      <a:endParaRPr kumimoji="0" lang="zh-CN" altLang="zh-CN" sz="2800" b="1" i="0" u="none" strike="noStrike" cap="none" normalizeH="0" baseline="0">
                        <a:ln>
                          <a:noFill/>
                        </a:ln>
                        <a:solidFill>
                          <a:schemeClr val="tx1"/>
                        </a:solidFill>
                        <a:effectLst/>
                        <a:latin typeface="Times New Roman" pitchFamily="18" charset="0"/>
                        <a:ea typeface="黑体" pitchFamily="2" charset="-122"/>
                      </a:endParaRPr>
                    </a:p>
                  </a:txBody>
                  <a:tcPr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
                          <a:schemeClr val="folHlink"/>
                        </a:buClr>
                        <a:buSzPct val="60000"/>
                        <a:buFont typeface="Wingdings" pitchFamily="2" charset="2"/>
                        <a:buNone/>
                        <a:tabLst/>
                      </a:pPr>
                      <a:endParaRPr kumimoji="0" lang="zh-CN" altLang="zh-CN" sz="2800" b="1" i="0" u="none" strike="noStrike" cap="none" normalizeH="0" baseline="0">
                        <a:ln>
                          <a:noFill/>
                        </a:ln>
                        <a:solidFill>
                          <a:schemeClr val="tx1"/>
                        </a:solidFill>
                        <a:effectLst/>
                        <a:latin typeface="Times New Roman" pitchFamily="18" charset="0"/>
                        <a:ea typeface="黑体" pitchFamily="2" charset="-122"/>
                        <a:sym typeface="Symbol" pitchFamily="18" charset="2"/>
                      </a:endParaRPr>
                    </a:p>
                  </a:txBody>
                  <a:tcPr horzOverflow="overflow">
                    <a:lnL w="12700" cap="flat" cmpd="sng" algn="ctr">
                      <a:solidFill>
                        <a:schemeClr val="tx1"/>
                      </a:solidFill>
                      <a:prstDash val="solid"/>
                      <a:round/>
                      <a:headEnd type="none" w="sm" len="sm"/>
                      <a:tailEnd type="none" w="sm" len="sm"/>
                    </a:lnL>
                    <a:lnR w="28575" cap="flat" cmpd="sng" algn="ctr">
                      <a:solidFill>
                        <a:schemeClr val="tx1"/>
                      </a:solidFill>
                      <a:prstDash val="solid"/>
                      <a:round/>
                      <a:headEnd type="none" w="sm" len="sm"/>
                      <a:tailEnd type="none" w="sm" len="sm"/>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5"/>
                  </a:ext>
                </a:extLst>
              </a:tr>
              <a:tr h="519113">
                <a:tc>
                  <a:txBody>
                    <a:bodyPr/>
                    <a:lstStyle/>
                    <a:p>
                      <a:pPr marL="0" marR="0" lvl="0" indent="0" algn="l" defTabSz="914400" rtl="0" eaLnBrk="1" fontAlgn="base" latinLnBrk="0" hangingPunct="1">
                        <a:lnSpc>
                          <a:spcPct val="100000"/>
                        </a:lnSpc>
                        <a:spcBef>
                          <a:spcPct val="20000"/>
                        </a:spcBef>
                        <a:spcAft>
                          <a:spcPct val="0"/>
                        </a:spcAft>
                        <a:buClr>
                          <a:schemeClr val="folHlink"/>
                        </a:buClr>
                        <a:buSzPct val="60000"/>
                        <a:buFont typeface="Wingdings" pitchFamily="2" charset="2"/>
                        <a:buNone/>
                        <a:tabLst/>
                      </a:pPr>
                      <a:endParaRPr kumimoji="0" lang="zh-CN" altLang="zh-CN" sz="2800" b="1" i="1" u="none" strike="noStrike" cap="none" normalizeH="0" baseline="0">
                        <a:ln>
                          <a:noFill/>
                        </a:ln>
                        <a:solidFill>
                          <a:schemeClr val="tx1"/>
                        </a:solidFill>
                        <a:effectLst/>
                        <a:latin typeface="Tahoma" pitchFamily="34" charset="0"/>
                        <a:ea typeface="黑体" pitchFamily="2" charset="-122"/>
                      </a:endParaRPr>
                    </a:p>
                  </a:txBody>
                  <a:tcPr horzOverflow="overflow">
                    <a:lnL w="28575"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
                          <a:schemeClr val="folHlink"/>
                        </a:buClr>
                        <a:buSzPct val="60000"/>
                        <a:buFont typeface="Wingdings" pitchFamily="2" charset="2"/>
                        <a:buNone/>
                        <a:tabLst/>
                      </a:pPr>
                      <a:endParaRPr kumimoji="0" lang="zh-CN" altLang="zh-CN" sz="2800" b="1" i="0" u="none" strike="noStrike" cap="none" normalizeH="0" baseline="0">
                        <a:ln>
                          <a:noFill/>
                        </a:ln>
                        <a:solidFill>
                          <a:schemeClr val="tx1"/>
                        </a:solidFill>
                        <a:effectLst/>
                        <a:latin typeface="Tahoma" pitchFamily="34" charset="0"/>
                        <a:ea typeface="黑体" pitchFamily="2" charset="-122"/>
                      </a:endParaRPr>
                    </a:p>
                  </a:txBody>
                  <a:tcPr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
                          <a:schemeClr val="folHlink"/>
                        </a:buClr>
                        <a:buSzPct val="60000"/>
                        <a:buFont typeface="Wingdings" pitchFamily="2" charset="2"/>
                        <a:buNone/>
                        <a:tabLst/>
                      </a:pPr>
                      <a:endParaRPr kumimoji="0" lang="zh-CN" altLang="zh-CN" sz="2800" b="1" i="0" u="none" strike="noStrike" cap="none" normalizeH="0" baseline="0">
                        <a:ln>
                          <a:noFill/>
                        </a:ln>
                        <a:solidFill>
                          <a:schemeClr val="tx1"/>
                        </a:solidFill>
                        <a:effectLst/>
                        <a:latin typeface="Tahoma" pitchFamily="34" charset="0"/>
                        <a:ea typeface="黑体" pitchFamily="2" charset="-122"/>
                        <a:sym typeface="Symbol" pitchFamily="18" charset="2"/>
                      </a:endParaRPr>
                    </a:p>
                  </a:txBody>
                  <a:tcPr horzOverflow="overflow">
                    <a:lnL w="12700" cap="flat" cmpd="sng" algn="ctr">
                      <a:solidFill>
                        <a:schemeClr val="tx1"/>
                      </a:solidFill>
                      <a:prstDash val="solid"/>
                      <a:round/>
                      <a:headEnd type="none" w="sm" len="sm"/>
                      <a:tailEnd type="none" w="sm" len="sm"/>
                    </a:lnL>
                    <a:lnR w="28575" cap="flat" cmpd="sng" algn="ctr">
                      <a:solidFill>
                        <a:schemeClr val="tx1"/>
                      </a:solidFill>
                      <a:prstDash val="solid"/>
                      <a:round/>
                      <a:headEnd type="none" w="sm" len="sm"/>
                      <a:tailEnd type="none" w="sm" len="sm"/>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6"/>
                  </a:ext>
                </a:extLst>
              </a:tr>
              <a:tr h="518160">
                <a:tc>
                  <a:txBody>
                    <a:bodyPr/>
                    <a:lstStyle/>
                    <a:p>
                      <a:pPr marL="0" marR="0" lvl="0" indent="0" algn="l" defTabSz="914400" rtl="0" eaLnBrk="1" fontAlgn="base" latinLnBrk="0" hangingPunct="1">
                        <a:lnSpc>
                          <a:spcPct val="100000"/>
                        </a:lnSpc>
                        <a:spcBef>
                          <a:spcPct val="20000"/>
                        </a:spcBef>
                        <a:spcAft>
                          <a:spcPct val="0"/>
                        </a:spcAft>
                        <a:buClr>
                          <a:schemeClr val="folHlink"/>
                        </a:buClr>
                        <a:buSzPct val="60000"/>
                        <a:buFont typeface="Wingdings" pitchFamily="2" charset="2"/>
                        <a:buNone/>
                        <a:tabLst/>
                      </a:pPr>
                      <a:endParaRPr kumimoji="0" lang="zh-CN" altLang="zh-CN" sz="2800" b="1" i="0" u="none" strike="noStrike" cap="none" normalizeH="0" baseline="0">
                        <a:ln>
                          <a:noFill/>
                        </a:ln>
                        <a:solidFill>
                          <a:schemeClr val="tx1"/>
                        </a:solidFill>
                        <a:effectLst/>
                        <a:latin typeface="Tahoma" pitchFamily="34" charset="0"/>
                        <a:ea typeface="黑体" pitchFamily="2" charset="-122"/>
                      </a:endParaRPr>
                    </a:p>
                  </a:txBody>
                  <a:tcPr horzOverflow="overflow">
                    <a:lnL w="28575"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
                          <a:schemeClr val="folHlink"/>
                        </a:buClr>
                        <a:buSzPct val="60000"/>
                        <a:buFont typeface="Wingdings" pitchFamily="2" charset="2"/>
                        <a:buNone/>
                        <a:tabLst/>
                      </a:pPr>
                      <a:endParaRPr kumimoji="0" lang="zh-CN" altLang="zh-CN" sz="2800" b="1" i="0" u="none" strike="noStrike" cap="none" normalizeH="0" baseline="0">
                        <a:ln>
                          <a:noFill/>
                        </a:ln>
                        <a:solidFill>
                          <a:schemeClr val="tx1"/>
                        </a:solidFill>
                        <a:effectLst/>
                        <a:latin typeface="Tahoma" pitchFamily="34" charset="0"/>
                        <a:ea typeface="黑体" pitchFamily="2" charset="-122"/>
                      </a:endParaRPr>
                    </a:p>
                  </a:txBody>
                  <a:tcPr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
                          <a:schemeClr val="folHlink"/>
                        </a:buClr>
                        <a:buSzPct val="60000"/>
                        <a:buFont typeface="Wingdings" pitchFamily="2" charset="2"/>
                        <a:buNone/>
                        <a:tabLst/>
                      </a:pPr>
                      <a:endParaRPr kumimoji="0" lang="zh-CN" altLang="zh-CN" sz="2800" b="1" i="0" u="none" strike="noStrike" cap="none" normalizeH="0" baseline="0">
                        <a:ln>
                          <a:noFill/>
                        </a:ln>
                        <a:solidFill>
                          <a:schemeClr val="tx1"/>
                        </a:solidFill>
                        <a:effectLst/>
                        <a:latin typeface="Tahoma" pitchFamily="34" charset="0"/>
                        <a:ea typeface="黑体" pitchFamily="2" charset="-122"/>
                        <a:sym typeface="Symbol" pitchFamily="18" charset="2"/>
                      </a:endParaRPr>
                    </a:p>
                  </a:txBody>
                  <a:tcPr horzOverflow="overflow">
                    <a:lnL w="12700" cap="flat" cmpd="sng" algn="ctr">
                      <a:solidFill>
                        <a:schemeClr val="tx1"/>
                      </a:solidFill>
                      <a:prstDash val="solid"/>
                      <a:round/>
                      <a:headEnd type="none" w="sm" len="sm"/>
                      <a:tailEnd type="none" w="sm" len="sm"/>
                    </a:lnL>
                    <a:lnR w="28575" cap="flat" cmpd="sng" algn="ctr">
                      <a:solidFill>
                        <a:schemeClr val="tx1"/>
                      </a:solidFill>
                      <a:prstDash val="solid"/>
                      <a:round/>
                      <a:headEnd type="none" w="sm" len="sm"/>
                      <a:tailEnd type="none" w="sm" len="sm"/>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7"/>
                  </a:ext>
                </a:extLst>
              </a:tr>
              <a:tr h="519113">
                <a:tc>
                  <a:txBody>
                    <a:bodyPr/>
                    <a:lstStyle/>
                    <a:p>
                      <a:pPr marL="0" marR="0" lvl="0" indent="0" algn="l" defTabSz="914400" rtl="0" eaLnBrk="1" fontAlgn="base" latinLnBrk="0" hangingPunct="1">
                        <a:lnSpc>
                          <a:spcPct val="100000"/>
                        </a:lnSpc>
                        <a:spcBef>
                          <a:spcPct val="20000"/>
                        </a:spcBef>
                        <a:spcAft>
                          <a:spcPct val="0"/>
                        </a:spcAft>
                        <a:buClr>
                          <a:schemeClr val="folHlink"/>
                        </a:buClr>
                        <a:buSzPct val="60000"/>
                        <a:buFont typeface="Wingdings" pitchFamily="2" charset="2"/>
                        <a:buNone/>
                        <a:tabLst/>
                      </a:pPr>
                      <a:endParaRPr kumimoji="0" lang="zh-CN" altLang="zh-CN" sz="2800" b="1" i="0" u="none" strike="noStrike" cap="none" normalizeH="0" baseline="0">
                        <a:ln>
                          <a:noFill/>
                        </a:ln>
                        <a:solidFill>
                          <a:schemeClr val="tx1"/>
                        </a:solidFill>
                        <a:effectLst/>
                        <a:latin typeface="Tahoma" pitchFamily="34" charset="0"/>
                        <a:ea typeface="黑体" pitchFamily="2" charset="-122"/>
                        <a:sym typeface="Symbol" pitchFamily="18" charset="2"/>
                      </a:endParaRPr>
                    </a:p>
                  </a:txBody>
                  <a:tcPr horzOverflow="overflow">
                    <a:lnL w="28575"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sm" len="sm"/>
                      <a:tailEnd type="none" w="sm" len="sm"/>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
                          <a:schemeClr val="folHlink"/>
                        </a:buClr>
                        <a:buSzPct val="60000"/>
                        <a:buFont typeface="Wingdings" pitchFamily="2" charset="2"/>
                        <a:buNone/>
                        <a:tabLst/>
                      </a:pPr>
                      <a:endParaRPr kumimoji="0" lang="zh-CN" altLang="zh-CN" sz="2800" b="1" i="0" u="none" strike="noStrike" cap="none" normalizeH="0" baseline="0">
                        <a:ln>
                          <a:noFill/>
                        </a:ln>
                        <a:solidFill>
                          <a:schemeClr val="tx1"/>
                        </a:solidFill>
                        <a:effectLst/>
                        <a:latin typeface="Tahoma" pitchFamily="34" charset="0"/>
                        <a:ea typeface="黑体" pitchFamily="2" charset="-122"/>
                      </a:endParaRPr>
                    </a:p>
                  </a:txBody>
                  <a:tcPr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sm" len="sm"/>
                      <a:tailEnd type="none" w="sm" len="sm"/>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
                          <a:schemeClr val="folHlink"/>
                        </a:buClr>
                        <a:buSzPct val="60000"/>
                        <a:buFont typeface="Wingdings" pitchFamily="2" charset="2"/>
                        <a:buNone/>
                        <a:tabLst/>
                      </a:pPr>
                      <a:endParaRPr kumimoji="0" lang="zh-CN" altLang="zh-CN" sz="2800" b="1" i="0" u="none" strike="noStrike" cap="none" normalizeH="0" baseline="0" dirty="0">
                        <a:ln>
                          <a:noFill/>
                        </a:ln>
                        <a:solidFill>
                          <a:schemeClr val="tx1"/>
                        </a:solidFill>
                        <a:effectLst/>
                        <a:latin typeface="Tahoma" pitchFamily="34" charset="0"/>
                        <a:ea typeface="黑体" pitchFamily="2" charset="-122"/>
                      </a:endParaRPr>
                    </a:p>
                  </a:txBody>
                  <a:tcPr horzOverflow="overflow">
                    <a:lnL w="12700" cap="flat" cmpd="sng" algn="ctr">
                      <a:solidFill>
                        <a:schemeClr val="tx1"/>
                      </a:solidFill>
                      <a:prstDash val="solid"/>
                      <a:round/>
                      <a:headEnd type="none" w="sm" len="sm"/>
                      <a:tailEnd type="none" w="sm" len="sm"/>
                    </a:lnL>
                    <a:lnR w="28575" cap="flat" cmpd="sng" algn="ctr">
                      <a:solidFill>
                        <a:schemeClr val="tx1"/>
                      </a:solidFill>
                      <a:prstDash val="solid"/>
                      <a:round/>
                      <a:headEnd type="none" w="sm" len="sm"/>
                      <a:tailEnd type="none" w="sm" len="sm"/>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sm" len="sm"/>
                      <a:tailEnd type="none" w="sm" len="sm"/>
                    </a:lnB>
                    <a:lnTlToBr>
                      <a:noFill/>
                    </a:lnTlToBr>
                    <a:lnBlToTr>
                      <a:noFill/>
                    </a:lnBlToTr>
                    <a:noFill/>
                  </a:tcPr>
                </a:tc>
                <a:extLst>
                  <a:ext uri="{0D108BD9-81ED-4DB2-BD59-A6C34878D82A}">
                    <a16:rowId xmlns:a16="http://schemas.microsoft.com/office/drawing/2014/main" val="10008"/>
                  </a:ext>
                </a:extLst>
              </a:tr>
            </a:tbl>
          </a:graphicData>
        </a:graphic>
      </p:graphicFrame>
      <p:sp>
        <p:nvSpPr>
          <p:cNvPr id="2" name="日期占位符 1">
            <a:extLst>
              <a:ext uri="{FF2B5EF4-FFF2-40B4-BE49-F238E27FC236}">
                <a16:creationId xmlns:a16="http://schemas.microsoft.com/office/drawing/2014/main" id="{3A4E411B-4CD8-4D80-5F71-2D3D5E2C5D3E}"/>
              </a:ext>
            </a:extLst>
          </p:cNvPr>
          <p:cNvSpPr>
            <a:spLocks noGrp="1"/>
          </p:cNvSpPr>
          <p:nvPr>
            <p:ph type="dt" sz="half" idx="10"/>
          </p:nvPr>
        </p:nvSpPr>
        <p:spPr/>
        <p:txBody>
          <a:bodyPr/>
          <a:lstStyle/>
          <a:p>
            <a:fld id="{AC30F48D-6131-4998-A5DD-8C1D0A2F0329}" type="datetime2">
              <a:rPr lang="zh-CN" altLang="en-US" smtClean="0"/>
              <a:pPr/>
              <a:t>2025年11月26日</a:t>
            </a:fld>
            <a:endParaRPr lang="zh-CN" altLang="en-US"/>
          </a:p>
        </p:txBody>
      </p:sp>
      <p:sp>
        <p:nvSpPr>
          <p:cNvPr id="3" name="页脚占位符 2">
            <a:extLst>
              <a:ext uri="{FF2B5EF4-FFF2-40B4-BE49-F238E27FC236}">
                <a16:creationId xmlns:a16="http://schemas.microsoft.com/office/drawing/2014/main" id="{2AEFE79B-FFB5-A5D1-B5BB-ABA6747D71A6}"/>
              </a:ext>
            </a:extLst>
          </p:cNvPr>
          <p:cNvSpPr>
            <a:spLocks noGrp="1"/>
          </p:cNvSpPr>
          <p:nvPr>
            <p:ph type="ftr" sz="quarter" idx="11"/>
          </p:nvPr>
        </p:nvSpPr>
        <p:spPr/>
        <p:txBody>
          <a:bodyPr/>
          <a:lstStyle/>
          <a:p>
            <a:r>
              <a:rPr lang="zh-CN" altLang="en-US"/>
              <a:t>编译原理</a:t>
            </a:r>
            <a:r>
              <a:rPr lang="en-US" altLang="zh-CN"/>
              <a:t>-</a:t>
            </a:r>
            <a:r>
              <a:rPr lang="zh-CN" altLang="en-US"/>
              <a:t>王欣捷</a:t>
            </a:r>
            <a:r>
              <a:rPr lang="en-US" altLang="zh-CN"/>
              <a:t>-</a:t>
            </a:r>
            <a:r>
              <a:rPr lang="zh-CN" altLang="en-US"/>
              <a:t>第三章 语法分析</a:t>
            </a:r>
            <a:r>
              <a:rPr lang="en-US" altLang="zh-CN"/>
              <a:t>(4)</a:t>
            </a:r>
            <a:endParaRPr lang="zh-CN" altLang="en-US"/>
          </a:p>
        </p:txBody>
      </p:sp>
      <p:sp>
        <p:nvSpPr>
          <p:cNvPr id="4" name="灯片编号占位符 3">
            <a:extLst>
              <a:ext uri="{FF2B5EF4-FFF2-40B4-BE49-F238E27FC236}">
                <a16:creationId xmlns:a16="http://schemas.microsoft.com/office/drawing/2014/main" id="{4E0D1804-FFED-70E5-2C91-DC05CEF32B75}"/>
              </a:ext>
            </a:extLst>
          </p:cNvPr>
          <p:cNvSpPr>
            <a:spLocks noGrp="1"/>
          </p:cNvSpPr>
          <p:nvPr>
            <p:ph type="sldNum" sz="quarter" idx="12"/>
          </p:nvPr>
        </p:nvSpPr>
        <p:spPr/>
        <p:txBody>
          <a:bodyPr/>
          <a:lstStyle/>
          <a:p>
            <a:fld id="{094DEB03-EFC6-4C20-8FC8-295189A5386F}" type="slidenum">
              <a:rPr lang="zh-CN" altLang="en-US" smtClean="0"/>
              <a:pPr/>
              <a:t>24</a:t>
            </a:fld>
            <a:endParaRPr lang="zh-CN" altLang="en-US"/>
          </a:p>
        </p:txBody>
      </p:sp>
      <p:graphicFrame>
        <p:nvGraphicFramePr>
          <p:cNvPr id="6" name="Group 3">
            <a:extLst>
              <a:ext uri="{FF2B5EF4-FFF2-40B4-BE49-F238E27FC236}">
                <a16:creationId xmlns:a16="http://schemas.microsoft.com/office/drawing/2014/main" id="{D7054211-BFDE-22F9-E193-4A59A46A8E98}"/>
              </a:ext>
            </a:extLst>
          </p:cNvPr>
          <p:cNvGraphicFramePr>
            <a:graphicFrameLocks/>
          </p:cNvGraphicFramePr>
          <p:nvPr>
            <p:extLst>
              <p:ext uri="{D42A27DB-BD31-4B8C-83A1-F6EECF244321}">
                <p14:modId xmlns:p14="http://schemas.microsoft.com/office/powerpoint/2010/main" val="3613163617"/>
              </p:ext>
            </p:extLst>
          </p:nvPr>
        </p:nvGraphicFramePr>
        <p:xfrm>
          <a:off x="1681224" y="1431471"/>
          <a:ext cx="6162551" cy="2535464"/>
        </p:xfrm>
        <a:graphic>
          <a:graphicData uri="http://schemas.openxmlformats.org/drawingml/2006/table">
            <a:tbl>
              <a:tblPr>
                <a:effectLst>
                  <a:outerShdw blurRad="63500" sx="102000" sy="102000" algn="ctr" rotWithShape="0">
                    <a:prstClr val="black">
                      <a:alpha val="40000"/>
                    </a:prstClr>
                  </a:outerShdw>
                </a:effectLst>
              </a:tblPr>
              <a:tblGrid>
                <a:gridCol w="753362">
                  <a:extLst>
                    <a:ext uri="{9D8B030D-6E8A-4147-A177-3AD203B41FA5}">
                      <a16:colId xmlns:a16="http://schemas.microsoft.com/office/drawing/2014/main" val="20000"/>
                    </a:ext>
                  </a:extLst>
                </a:gridCol>
                <a:gridCol w="914796">
                  <a:extLst>
                    <a:ext uri="{9D8B030D-6E8A-4147-A177-3AD203B41FA5}">
                      <a16:colId xmlns:a16="http://schemas.microsoft.com/office/drawing/2014/main" val="20001"/>
                    </a:ext>
                  </a:extLst>
                </a:gridCol>
                <a:gridCol w="974215">
                  <a:extLst>
                    <a:ext uri="{9D8B030D-6E8A-4147-A177-3AD203B41FA5}">
                      <a16:colId xmlns:a16="http://schemas.microsoft.com/office/drawing/2014/main" val="20002"/>
                    </a:ext>
                  </a:extLst>
                </a:gridCol>
                <a:gridCol w="1010203">
                  <a:extLst>
                    <a:ext uri="{9D8B030D-6E8A-4147-A177-3AD203B41FA5}">
                      <a16:colId xmlns:a16="http://schemas.microsoft.com/office/drawing/2014/main" val="20003"/>
                    </a:ext>
                  </a:extLst>
                </a:gridCol>
                <a:gridCol w="867599">
                  <a:extLst>
                    <a:ext uri="{9D8B030D-6E8A-4147-A177-3AD203B41FA5}">
                      <a16:colId xmlns:a16="http://schemas.microsoft.com/office/drawing/2014/main" val="20004"/>
                    </a:ext>
                  </a:extLst>
                </a:gridCol>
                <a:gridCol w="860986">
                  <a:extLst>
                    <a:ext uri="{9D8B030D-6E8A-4147-A177-3AD203B41FA5}">
                      <a16:colId xmlns:a16="http://schemas.microsoft.com/office/drawing/2014/main" val="20005"/>
                    </a:ext>
                  </a:extLst>
                </a:gridCol>
                <a:gridCol w="781390">
                  <a:extLst>
                    <a:ext uri="{9D8B030D-6E8A-4147-A177-3AD203B41FA5}">
                      <a16:colId xmlns:a16="http://schemas.microsoft.com/office/drawing/2014/main" val="20006"/>
                    </a:ext>
                  </a:extLst>
                </a:gridCol>
              </a:tblGrid>
              <a:tr h="361994">
                <a:tc rowSpan="2">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r>
                        <a:rPr kumimoji="0" lang="zh-CN" altLang="en-US" sz="1500" b="0" i="0" u="none" strike="noStrike" cap="none" normalizeH="0" baseline="0">
                          <a:ln>
                            <a:noFill/>
                          </a:ln>
                          <a:solidFill>
                            <a:schemeClr val="tx1"/>
                          </a:solidFill>
                          <a:effectLst/>
                          <a:latin typeface="Times New Roman" panose="02020603050405020304" pitchFamily="18" charset="0"/>
                          <a:ea typeface="黑体" panose="02010609060101010101" pitchFamily="49" charset="-122"/>
                        </a:rPr>
                        <a:t>非 终</a:t>
                      </a:r>
                      <a:endParaRPr kumimoji="0" lang="en-US" altLang="zh-CN" sz="1500" b="0" i="0" u="none" strike="noStrike" cap="none" normalizeH="0" baseline="0">
                        <a:ln>
                          <a:noFill/>
                        </a:ln>
                        <a:solidFill>
                          <a:schemeClr val="tx1"/>
                        </a:solidFill>
                        <a:effectLst/>
                        <a:latin typeface="Times New Roman" panose="02020603050405020304" pitchFamily="18" charset="0"/>
                        <a:ea typeface="黑体" panose="02010609060101010101" pitchFamily="49" charset="-122"/>
                      </a:endParaRPr>
                    </a:p>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r>
                        <a:rPr kumimoji="0" lang="zh-CN" altLang="en-US" sz="1500" b="0" i="0" u="none" strike="noStrike" cap="none" normalizeH="0" baseline="0">
                          <a:ln>
                            <a:noFill/>
                          </a:ln>
                          <a:solidFill>
                            <a:schemeClr val="tx1"/>
                          </a:solidFill>
                          <a:effectLst/>
                          <a:latin typeface="Times New Roman" panose="02020603050405020304" pitchFamily="18" charset="0"/>
                          <a:ea typeface="黑体" panose="02010609060101010101" pitchFamily="49" charset="-122"/>
                        </a:rPr>
                        <a:t>结 符</a:t>
                      </a:r>
                    </a:p>
                  </a:txBody>
                  <a:tcPr marL="139781" marR="139781" marT="69890" marB="69890" anchor="ct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accent4">
                        <a:lumMod val="20000"/>
                        <a:lumOff val="80000"/>
                      </a:schemeClr>
                    </a:solidFill>
                  </a:tcPr>
                </a:tc>
                <a:tc gridSpan="6">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r>
                        <a:rPr kumimoji="0" lang="zh-CN" altLang="en-US" sz="1500" b="0" i="0" u="none" strike="noStrike" cap="none" normalizeH="0" baseline="0">
                          <a:ln>
                            <a:noFill/>
                          </a:ln>
                          <a:solidFill>
                            <a:schemeClr val="tx1"/>
                          </a:solidFill>
                          <a:effectLst/>
                          <a:latin typeface="Times New Roman" panose="02020603050405020304" pitchFamily="18" charset="0"/>
                          <a:ea typeface="黑体" panose="02010609060101010101" pitchFamily="49" charset="-122"/>
                        </a:rPr>
                        <a:t>输 入 符 号</a:t>
                      </a:r>
                    </a:p>
                  </a:txBody>
                  <a:tcPr marL="139781" marR="139781" marT="69890" marB="69890" anchor="ct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accent4">
                        <a:lumMod val="20000"/>
                        <a:lumOff val="80000"/>
                      </a:schemeClr>
                    </a:solidFill>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extLst>
                  <a:ext uri="{0D108BD9-81ED-4DB2-BD59-A6C34878D82A}">
                    <a16:rowId xmlns:a16="http://schemas.microsoft.com/office/drawing/2014/main" val="10000"/>
                  </a:ext>
                </a:extLst>
              </a:tr>
              <a:tr h="360042">
                <a:tc vMerge="1">
                  <a:txBody>
                    <a:bodyPr/>
                    <a:lstStyle/>
                    <a:p>
                      <a:endParaRPr lang="zh-CN" altLang="en-US"/>
                    </a:p>
                  </a:txBody>
                  <a:tcPr/>
                </a:tc>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r>
                        <a:rPr kumimoji="0" lang="en-US" altLang="zh-CN" sz="1500" b="1" i="0" u="none" strike="noStrike" cap="none" normalizeH="0" baseline="0">
                          <a:ln>
                            <a:noFill/>
                          </a:ln>
                          <a:solidFill>
                            <a:schemeClr val="tx1"/>
                          </a:solidFill>
                          <a:effectLst/>
                          <a:latin typeface="Times New Roman" panose="02020603050405020304" pitchFamily="18" charset="0"/>
                          <a:ea typeface="黑体" panose="02010609060101010101" pitchFamily="49" charset="-122"/>
                        </a:rPr>
                        <a:t>id</a:t>
                      </a:r>
                    </a:p>
                  </a:txBody>
                  <a:tcPr marL="46132" marR="46132" marT="24604" marB="24604"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accent4">
                        <a:lumMod val="20000"/>
                        <a:lumOff val="80000"/>
                      </a:schemeClr>
                    </a:solidFill>
                  </a:tcPr>
                </a:tc>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r>
                        <a:rPr kumimoji="0" lang="en-US" altLang="zh-CN" sz="1500" b="1" i="0" u="none" strike="noStrike" cap="none" normalizeH="0" baseline="0">
                          <a:ln>
                            <a:noFill/>
                          </a:ln>
                          <a:solidFill>
                            <a:schemeClr val="tx1"/>
                          </a:solidFill>
                          <a:effectLst/>
                          <a:latin typeface="Times New Roman" panose="02020603050405020304" pitchFamily="18" charset="0"/>
                          <a:ea typeface="黑体" panose="02010609060101010101" pitchFamily="49" charset="-122"/>
                        </a:rPr>
                        <a:t>+</a:t>
                      </a:r>
                    </a:p>
                  </a:txBody>
                  <a:tcPr marL="46132" marR="46132" marT="24604" marB="24604"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accent4">
                        <a:lumMod val="20000"/>
                        <a:lumOff val="80000"/>
                      </a:schemeClr>
                    </a:solidFill>
                  </a:tcPr>
                </a:tc>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r>
                        <a:rPr kumimoji="0" lang="en-US" altLang="zh-CN" sz="1500" b="1" i="0" u="none" strike="noStrike" cap="none" normalizeH="0" baseline="0">
                          <a:ln>
                            <a:noFill/>
                          </a:ln>
                          <a:solidFill>
                            <a:schemeClr val="tx1"/>
                          </a:solidFill>
                          <a:effectLst/>
                          <a:latin typeface="Times New Roman" panose="02020603050405020304" pitchFamily="18" charset="0"/>
                          <a:ea typeface="黑体" panose="02010609060101010101" pitchFamily="49" charset="-122"/>
                        </a:rPr>
                        <a:t>*</a:t>
                      </a:r>
                    </a:p>
                  </a:txBody>
                  <a:tcPr marL="46132" marR="46132" marT="24604" marB="24604"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accent4">
                        <a:lumMod val="20000"/>
                        <a:lumOff val="80000"/>
                      </a:schemeClr>
                    </a:solidFill>
                  </a:tcPr>
                </a:tc>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r>
                        <a:rPr kumimoji="0" lang="en-US" altLang="zh-CN" sz="1500" b="1" i="0" u="none" strike="noStrike" cap="none" normalizeH="0" baseline="0">
                          <a:ln>
                            <a:noFill/>
                          </a:ln>
                          <a:solidFill>
                            <a:schemeClr val="tx1"/>
                          </a:solidFill>
                          <a:effectLst/>
                          <a:latin typeface="Times New Roman" panose="02020603050405020304" pitchFamily="18" charset="0"/>
                          <a:ea typeface="黑体" panose="02010609060101010101" pitchFamily="49" charset="-122"/>
                        </a:rPr>
                        <a:t>(</a:t>
                      </a:r>
                    </a:p>
                  </a:txBody>
                  <a:tcPr marL="46132" marR="46132" marT="24604" marB="24604"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accent4">
                        <a:lumMod val="20000"/>
                        <a:lumOff val="80000"/>
                      </a:schemeClr>
                    </a:solidFill>
                  </a:tcPr>
                </a:tc>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r>
                        <a:rPr kumimoji="0" lang="en-US" altLang="zh-CN" sz="1500" b="1" i="0" u="none" strike="noStrike" cap="none" normalizeH="0" baseline="0">
                          <a:ln>
                            <a:noFill/>
                          </a:ln>
                          <a:solidFill>
                            <a:schemeClr val="tx1"/>
                          </a:solidFill>
                          <a:effectLst/>
                          <a:latin typeface="Times New Roman" panose="02020603050405020304" pitchFamily="18" charset="0"/>
                          <a:ea typeface="黑体" panose="02010609060101010101" pitchFamily="49" charset="-122"/>
                        </a:rPr>
                        <a:t>)</a:t>
                      </a:r>
                    </a:p>
                  </a:txBody>
                  <a:tcPr marL="46132" marR="46132" marT="24604" marB="24604"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accent4">
                        <a:lumMod val="20000"/>
                        <a:lumOff val="80000"/>
                      </a:schemeClr>
                    </a:solidFill>
                  </a:tcPr>
                </a:tc>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r>
                        <a:rPr kumimoji="0" lang="en-US" altLang="zh-CN" sz="1500" b="1" i="0" u="none" strike="noStrike" cap="none" normalizeH="0" baseline="0">
                          <a:ln>
                            <a:noFill/>
                          </a:ln>
                          <a:solidFill>
                            <a:schemeClr val="tx1"/>
                          </a:solidFill>
                          <a:effectLst/>
                          <a:latin typeface="Times New Roman" panose="02020603050405020304" pitchFamily="18" charset="0"/>
                          <a:ea typeface="黑体" panose="02010609060101010101" pitchFamily="49" charset="-122"/>
                        </a:rPr>
                        <a:t>$</a:t>
                      </a:r>
                    </a:p>
                  </a:txBody>
                  <a:tcPr marL="46132" marR="46132" marT="24604" marB="24604" anchor="ct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accent4">
                        <a:lumMod val="20000"/>
                        <a:lumOff val="80000"/>
                      </a:schemeClr>
                    </a:solidFill>
                  </a:tcPr>
                </a:tc>
                <a:extLst>
                  <a:ext uri="{0D108BD9-81ED-4DB2-BD59-A6C34878D82A}">
                    <a16:rowId xmlns:a16="http://schemas.microsoft.com/office/drawing/2014/main" val="10001"/>
                  </a:ext>
                </a:extLst>
              </a:tr>
              <a:tr h="361994">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r>
                        <a:rPr kumimoji="0" lang="en-US" altLang="zh-CN" sz="1500" b="1" i="1" u="none" strike="noStrike" cap="none" normalizeH="0" baseline="0">
                          <a:ln>
                            <a:noFill/>
                          </a:ln>
                          <a:solidFill>
                            <a:schemeClr val="tx1"/>
                          </a:solidFill>
                          <a:effectLst/>
                          <a:latin typeface="Times New Roman" panose="02020603050405020304" pitchFamily="18" charset="0"/>
                          <a:ea typeface="黑体" panose="02010609060101010101" pitchFamily="49" charset="-122"/>
                        </a:rPr>
                        <a:t>E</a:t>
                      </a:r>
                    </a:p>
                  </a:txBody>
                  <a:tcPr marL="46132" marR="46132" marT="24604" marB="24604" anchor="ct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accent4">
                        <a:lumMod val="20000"/>
                        <a:lumOff val="80000"/>
                      </a:schemeClr>
                    </a:solidFill>
                  </a:tcPr>
                </a:tc>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r>
                        <a:rPr kumimoji="0" lang="en-US" altLang="zh-CN" sz="1500" b="1" i="1" u="none" strike="noStrike" cap="none" normalizeH="0" baseline="0">
                          <a:ln>
                            <a:noFill/>
                          </a:ln>
                          <a:solidFill>
                            <a:schemeClr val="tx1"/>
                          </a:solidFill>
                          <a:effectLst/>
                          <a:latin typeface="Times New Roman" panose="02020603050405020304" pitchFamily="18" charset="0"/>
                          <a:ea typeface="黑体" panose="02010609060101010101" pitchFamily="49" charset="-122"/>
                        </a:rPr>
                        <a:t>E</a:t>
                      </a:r>
                      <a:r>
                        <a:rPr kumimoji="0" lang="en-US" altLang="zh-CN" sz="1500" b="1" i="0" u="none" strike="noStrike" cap="none" normalizeH="0" baseline="0">
                          <a:ln>
                            <a:noFill/>
                          </a:ln>
                          <a:solidFill>
                            <a:schemeClr val="tx1"/>
                          </a:solidFill>
                          <a:effectLst/>
                          <a:latin typeface="Times New Roman" panose="02020603050405020304" pitchFamily="18" charset="0"/>
                          <a:ea typeface="黑体" panose="02010609060101010101" pitchFamily="49" charset="-122"/>
                          <a:sym typeface="Symbol" panose="05050102010706020507" pitchFamily="18" charset="2"/>
                        </a:rPr>
                        <a:t></a:t>
                      </a:r>
                      <a:r>
                        <a:rPr kumimoji="0" lang="en-US" altLang="zh-CN" sz="1500" b="1" i="1" u="none" strike="noStrike" cap="none" normalizeH="0" baseline="0">
                          <a:ln>
                            <a:noFill/>
                          </a:ln>
                          <a:solidFill>
                            <a:schemeClr val="tx1"/>
                          </a:solidFill>
                          <a:effectLst/>
                          <a:latin typeface="Times New Roman" panose="02020603050405020304" pitchFamily="18" charset="0"/>
                          <a:ea typeface="黑体" panose="02010609060101010101" pitchFamily="49" charset="-122"/>
                          <a:sym typeface="Symbol" panose="05050102010706020507" pitchFamily="18" charset="2"/>
                        </a:rPr>
                        <a:t>TE</a:t>
                      </a:r>
                      <a:r>
                        <a:rPr kumimoji="0" lang="en-US" altLang="zh-CN" sz="1500" b="1" i="0" u="none" strike="noStrike" cap="none" normalizeH="0" baseline="0">
                          <a:ln>
                            <a:noFill/>
                          </a:ln>
                          <a:solidFill>
                            <a:schemeClr val="tx1"/>
                          </a:solidFill>
                          <a:effectLst/>
                          <a:latin typeface="Times New Roman" panose="02020603050405020304" pitchFamily="18" charset="0"/>
                          <a:ea typeface="黑体" panose="02010609060101010101" pitchFamily="49" charset="-122"/>
                          <a:sym typeface="Symbol" panose="05050102010706020507" pitchFamily="18" charset="2"/>
                        </a:rPr>
                        <a:t></a:t>
                      </a:r>
                    </a:p>
                  </a:txBody>
                  <a:tcPr marL="46132" marR="46132" marT="24604" marB="24604"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accent4">
                        <a:lumMod val="20000"/>
                        <a:lumOff val="80000"/>
                      </a:schemeClr>
                    </a:solidFill>
                  </a:tcPr>
                </a:tc>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endParaRPr kumimoji="0" lang="zh-CN" altLang="zh-CN" sz="1500" b="0" i="0" u="none" strike="noStrike" cap="none" normalizeH="0" baseline="0">
                        <a:ln>
                          <a:noFill/>
                        </a:ln>
                        <a:solidFill>
                          <a:schemeClr val="tx1"/>
                        </a:solidFill>
                        <a:effectLst/>
                        <a:latin typeface="Times New Roman" panose="02020603050405020304" pitchFamily="18" charset="0"/>
                        <a:ea typeface="黑体" panose="02010609060101010101" pitchFamily="49" charset="-122"/>
                      </a:endParaRPr>
                    </a:p>
                  </a:txBody>
                  <a:tcPr marL="46132" marR="46132" marT="24604" marB="24604"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accent4">
                        <a:lumMod val="20000"/>
                        <a:lumOff val="80000"/>
                      </a:schemeClr>
                    </a:solidFill>
                  </a:tcPr>
                </a:tc>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endParaRPr kumimoji="0" lang="zh-CN" altLang="zh-CN" sz="1500" b="0" i="0" u="none" strike="noStrike" cap="none" normalizeH="0" baseline="0">
                        <a:ln>
                          <a:noFill/>
                        </a:ln>
                        <a:solidFill>
                          <a:schemeClr val="tx1"/>
                        </a:solidFill>
                        <a:effectLst/>
                        <a:latin typeface="Times New Roman" panose="02020603050405020304" pitchFamily="18" charset="0"/>
                        <a:ea typeface="黑体" panose="02010609060101010101" pitchFamily="49" charset="-122"/>
                      </a:endParaRPr>
                    </a:p>
                  </a:txBody>
                  <a:tcPr marL="46132" marR="46132" marT="24604" marB="24604"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accent4">
                        <a:lumMod val="20000"/>
                        <a:lumOff val="80000"/>
                      </a:schemeClr>
                    </a:solidFill>
                  </a:tcPr>
                </a:tc>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r>
                        <a:rPr kumimoji="0" lang="en-US" altLang="zh-CN" sz="1500" b="1" i="1" u="none" strike="noStrike" cap="none" normalizeH="0" baseline="0">
                          <a:ln>
                            <a:noFill/>
                          </a:ln>
                          <a:solidFill>
                            <a:schemeClr val="tx1"/>
                          </a:solidFill>
                          <a:effectLst/>
                          <a:latin typeface="Times New Roman" panose="02020603050405020304" pitchFamily="18" charset="0"/>
                          <a:ea typeface="黑体" panose="02010609060101010101" pitchFamily="49" charset="-122"/>
                        </a:rPr>
                        <a:t>E</a:t>
                      </a:r>
                      <a:r>
                        <a:rPr kumimoji="0" lang="en-US" altLang="zh-CN" sz="1500" b="1" i="1" u="none" strike="noStrike" cap="none" normalizeH="0" baseline="0">
                          <a:ln>
                            <a:noFill/>
                          </a:ln>
                          <a:solidFill>
                            <a:schemeClr val="tx1"/>
                          </a:solidFill>
                          <a:effectLst/>
                          <a:latin typeface="Times New Roman" panose="02020603050405020304" pitchFamily="18" charset="0"/>
                          <a:ea typeface="黑体" panose="02010609060101010101" pitchFamily="49" charset="-122"/>
                          <a:sym typeface="Symbol" panose="05050102010706020507" pitchFamily="18" charset="2"/>
                        </a:rPr>
                        <a:t>TE</a:t>
                      </a:r>
                      <a:r>
                        <a:rPr kumimoji="0" lang="en-US" altLang="zh-CN" sz="1500" b="1" i="0" u="none" strike="noStrike" cap="none" normalizeH="0" baseline="0">
                          <a:ln>
                            <a:noFill/>
                          </a:ln>
                          <a:solidFill>
                            <a:schemeClr val="tx1"/>
                          </a:solidFill>
                          <a:effectLst/>
                          <a:latin typeface="Times New Roman" panose="02020603050405020304" pitchFamily="18" charset="0"/>
                          <a:ea typeface="黑体" panose="02010609060101010101" pitchFamily="49" charset="-122"/>
                          <a:sym typeface="Symbol" panose="05050102010706020507" pitchFamily="18" charset="2"/>
                        </a:rPr>
                        <a:t></a:t>
                      </a:r>
                    </a:p>
                  </a:txBody>
                  <a:tcPr marL="46132" marR="46132" marT="24604" marB="24604"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accent4">
                        <a:lumMod val="20000"/>
                        <a:lumOff val="80000"/>
                      </a:schemeClr>
                    </a:solidFill>
                  </a:tcPr>
                </a:tc>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endParaRPr kumimoji="0" lang="zh-CN" altLang="zh-CN" sz="1500" b="0" i="0" u="none" strike="noStrike" cap="none" normalizeH="0" baseline="0">
                        <a:ln>
                          <a:noFill/>
                        </a:ln>
                        <a:solidFill>
                          <a:schemeClr val="tx1"/>
                        </a:solidFill>
                        <a:effectLst/>
                        <a:latin typeface="Times New Roman" panose="02020603050405020304" pitchFamily="18" charset="0"/>
                        <a:ea typeface="黑体" panose="02010609060101010101" pitchFamily="49" charset="-122"/>
                      </a:endParaRPr>
                    </a:p>
                  </a:txBody>
                  <a:tcPr marL="46132" marR="46132" marT="24604" marB="24604"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accent4">
                        <a:lumMod val="20000"/>
                        <a:lumOff val="80000"/>
                      </a:schemeClr>
                    </a:solidFill>
                  </a:tcPr>
                </a:tc>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endParaRPr kumimoji="0" lang="zh-CN" altLang="zh-CN" sz="1500" b="0" i="0" u="none" strike="noStrike" cap="none" normalizeH="0" baseline="0">
                        <a:ln>
                          <a:noFill/>
                        </a:ln>
                        <a:solidFill>
                          <a:schemeClr val="tx1"/>
                        </a:solidFill>
                        <a:effectLst/>
                        <a:latin typeface="Times New Roman" panose="02020603050405020304" pitchFamily="18" charset="0"/>
                        <a:ea typeface="黑体" panose="02010609060101010101" pitchFamily="49" charset="-122"/>
                      </a:endParaRPr>
                    </a:p>
                  </a:txBody>
                  <a:tcPr marL="46132" marR="46132" marT="24604" marB="24604" anchor="ct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accent4">
                        <a:lumMod val="20000"/>
                        <a:lumOff val="80000"/>
                      </a:schemeClr>
                    </a:solidFill>
                  </a:tcPr>
                </a:tc>
                <a:extLst>
                  <a:ext uri="{0D108BD9-81ED-4DB2-BD59-A6C34878D82A}">
                    <a16:rowId xmlns:a16="http://schemas.microsoft.com/office/drawing/2014/main" val="10002"/>
                  </a:ext>
                </a:extLst>
              </a:tr>
              <a:tr h="361018">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r>
                        <a:rPr kumimoji="0" lang="en-US" altLang="zh-CN" sz="1500" b="1" i="1" u="none" strike="noStrike" cap="none" normalizeH="0" baseline="0">
                          <a:ln>
                            <a:noFill/>
                          </a:ln>
                          <a:solidFill>
                            <a:schemeClr val="tx1"/>
                          </a:solidFill>
                          <a:effectLst/>
                          <a:latin typeface="Times New Roman" panose="02020603050405020304" pitchFamily="18" charset="0"/>
                          <a:ea typeface="黑体" panose="02010609060101010101" pitchFamily="49" charset="-122"/>
                        </a:rPr>
                        <a:t>E </a:t>
                      </a:r>
                      <a:r>
                        <a:rPr kumimoji="0" lang="en-US" altLang="zh-CN" sz="1500" b="1" i="0" u="none" strike="noStrike" cap="none" normalizeH="0" baseline="0">
                          <a:ln>
                            <a:noFill/>
                          </a:ln>
                          <a:solidFill>
                            <a:schemeClr val="tx1"/>
                          </a:solidFill>
                          <a:effectLst/>
                          <a:latin typeface="Times New Roman" panose="02020603050405020304" pitchFamily="18" charset="0"/>
                          <a:ea typeface="黑体" panose="02010609060101010101" pitchFamily="49" charset="-122"/>
                          <a:sym typeface="Symbol" panose="05050102010706020507" pitchFamily="18" charset="2"/>
                        </a:rPr>
                        <a:t></a:t>
                      </a:r>
                    </a:p>
                  </a:txBody>
                  <a:tcPr marL="46132" marR="46132" marT="24604" marB="24604" anchor="ct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accent4">
                        <a:lumMod val="20000"/>
                        <a:lumOff val="80000"/>
                      </a:schemeClr>
                    </a:solidFill>
                  </a:tcPr>
                </a:tc>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endParaRPr kumimoji="0" lang="zh-CN" altLang="zh-CN" sz="1500" b="0" i="0" u="none" strike="noStrike" cap="none" normalizeH="0" baseline="0">
                        <a:ln>
                          <a:noFill/>
                        </a:ln>
                        <a:solidFill>
                          <a:schemeClr val="tx1"/>
                        </a:solidFill>
                        <a:effectLst/>
                        <a:latin typeface="Times New Roman" panose="02020603050405020304" pitchFamily="18" charset="0"/>
                        <a:ea typeface="黑体" panose="02010609060101010101" pitchFamily="49" charset="-122"/>
                      </a:endParaRPr>
                    </a:p>
                  </a:txBody>
                  <a:tcPr marL="46132" marR="46132" marT="24604" marB="24604"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accent4">
                        <a:lumMod val="20000"/>
                        <a:lumOff val="80000"/>
                      </a:schemeClr>
                    </a:solidFill>
                  </a:tcPr>
                </a:tc>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r>
                        <a:rPr kumimoji="0" lang="en-US" altLang="zh-CN" sz="1500" b="1" i="1" u="none" strike="noStrike" cap="none" normalizeH="0" baseline="0">
                          <a:ln>
                            <a:noFill/>
                          </a:ln>
                          <a:solidFill>
                            <a:schemeClr val="tx1"/>
                          </a:solidFill>
                          <a:effectLst/>
                          <a:latin typeface="Times New Roman" panose="02020603050405020304" pitchFamily="18" charset="0"/>
                          <a:ea typeface="黑体" panose="02010609060101010101" pitchFamily="49" charset="-122"/>
                        </a:rPr>
                        <a:t>E</a:t>
                      </a:r>
                      <a:r>
                        <a:rPr kumimoji="0" lang="en-US" altLang="zh-CN" sz="1500" b="1" i="0" u="none" strike="noStrike" cap="none" normalizeH="0" baseline="0">
                          <a:ln>
                            <a:noFill/>
                          </a:ln>
                          <a:solidFill>
                            <a:schemeClr val="tx1"/>
                          </a:solidFill>
                          <a:effectLst/>
                          <a:latin typeface="Times New Roman" panose="02020603050405020304" pitchFamily="18" charset="0"/>
                          <a:ea typeface="黑体" panose="02010609060101010101" pitchFamily="49" charset="-122"/>
                          <a:sym typeface="Symbol" panose="05050102010706020507" pitchFamily="18" charset="2"/>
                        </a:rPr>
                        <a:t>+</a:t>
                      </a:r>
                      <a:r>
                        <a:rPr kumimoji="0" lang="en-US" altLang="zh-CN" sz="1500" b="1" i="1" u="none" strike="noStrike" cap="none" normalizeH="0" baseline="0">
                          <a:ln>
                            <a:noFill/>
                          </a:ln>
                          <a:solidFill>
                            <a:schemeClr val="tx1"/>
                          </a:solidFill>
                          <a:effectLst/>
                          <a:latin typeface="Times New Roman" panose="02020603050405020304" pitchFamily="18" charset="0"/>
                          <a:ea typeface="黑体" panose="02010609060101010101" pitchFamily="49" charset="-122"/>
                          <a:sym typeface="Symbol" panose="05050102010706020507" pitchFamily="18" charset="2"/>
                        </a:rPr>
                        <a:t>TE</a:t>
                      </a:r>
                      <a:r>
                        <a:rPr kumimoji="0" lang="en-US" altLang="zh-CN" sz="1500" b="1" i="0" u="none" strike="noStrike" cap="none" normalizeH="0" baseline="0">
                          <a:ln>
                            <a:noFill/>
                          </a:ln>
                          <a:solidFill>
                            <a:schemeClr val="tx1"/>
                          </a:solidFill>
                          <a:effectLst/>
                          <a:latin typeface="Times New Roman" panose="02020603050405020304" pitchFamily="18" charset="0"/>
                          <a:ea typeface="黑体" panose="02010609060101010101" pitchFamily="49" charset="-122"/>
                          <a:sym typeface="Symbol" panose="05050102010706020507" pitchFamily="18" charset="2"/>
                        </a:rPr>
                        <a:t></a:t>
                      </a:r>
                    </a:p>
                  </a:txBody>
                  <a:tcPr marL="46132" marR="46132" marT="24604" marB="24604"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accent4">
                        <a:lumMod val="20000"/>
                        <a:lumOff val="80000"/>
                      </a:schemeClr>
                    </a:solidFill>
                  </a:tcPr>
                </a:tc>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endParaRPr kumimoji="0" lang="zh-CN" altLang="zh-CN" sz="1500" b="0" i="0" u="none" strike="noStrike" cap="none" normalizeH="0" baseline="0">
                        <a:ln>
                          <a:noFill/>
                        </a:ln>
                        <a:solidFill>
                          <a:schemeClr val="tx1"/>
                        </a:solidFill>
                        <a:effectLst/>
                        <a:latin typeface="Times New Roman" panose="02020603050405020304" pitchFamily="18" charset="0"/>
                        <a:ea typeface="黑体" panose="02010609060101010101" pitchFamily="49" charset="-122"/>
                      </a:endParaRPr>
                    </a:p>
                  </a:txBody>
                  <a:tcPr marL="46132" marR="46132" marT="24604" marB="24604"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accent4">
                        <a:lumMod val="20000"/>
                        <a:lumOff val="80000"/>
                      </a:schemeClr>
                    </a:solidFill>
                  </a:tcPr>
                </a:tc>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endParaRPr kumimoji="0" lang="zh-CN" altLang="zh-CN" sz="1500" b="0" i="0" u="none" strike="noStrike" cap="none" normalizeH="0" baseline="0">
                        <a:ln>
                          <a:noFill/>
                        </a:ln>
                        <a:solidFill>
                          <a:schemeClr val="tx1"/>
                        </a:solidFill>
                        <a:effectLst/>
                        <a:latin typeface="Times New Roman" panose="02020603050405020304" pitchFamily="18" charset="0"/>
                        <a:ea typeface="黑体" panose="02010609060101010101" pitchFamily="49" charset="-122"/>
                      </a:endParaRPr>
                    </a:p>
                  </a:txBody>
                  <a:tcPr marL="46132" marR="46132" marT="24604" marB="24604"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accent4">
                        <a:lumMod val="20000"/>
                        <a:lumOff val="80000"/>
                      </a:schemeClr>
                    </a:solidFill>
                  </a:tcPr>
                </a:tc>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r>
                        <a:rPr kumimoji="0" lang="en-US" altLang="zh-CN" sz="1500" b="1" i="1" u="none" strike="noStrike" cap="none" normalizeH="0" baseline="0">
                          <a:ln>
                            <a:noFill/>
                          </a:ln>
                          <a:solidFill>
                            <a:schemeClr val="tx1"/>
                          </a:solidFill>
                          <a:effectLst/>
                          <a:latin typeface="Times New Roman" panose="02020603050405020304" pitchFamily="18" charset="0"/>
                          <a:ea typeface="黑体" panose="02010609060101010101" pitchFamily="49" charset="-122"/>
                        </a:rPr>
                        <a:t>E</a:t>
                      </a:r>
                      <a:r>
                        <a:rPr kumimoji="0" lang="en-US" altLang="zh-CN" sz="1700" b="1" i="0" u="none" strike="noStrike" cap="none" normalizeH="0" baseline="0">
                          <a:ln>
                            <a:noFill/>
                          </a:ln>
                          <a:solidFill>
                            <a:schemeClr val="tx1"/>
                          </a:solidFill>
                          <a:effectLst/>
                          <a:latin typeface="Times New Roman" panose="02020603050405020304" pitchFamily="18" charset="0"/>
                          <a:ea typeface="黑体" panose="02010609060101010101" pitchFamily="49" charset="-122"/>
                          <a:sym typeface="Symbol" panose="05050102010706020507" pitchFamily="18" charset="2"/>
                        </a:rPr>
                        <a:t></a:t>
                      </a:r>
                    </a:p>
                  </a:txBody>
                  <a:tcPr marL="46132" marR="46132" marT="24604" marB="24604"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accent4">
                        <a:lumMod val="20000"/>
                        <a:lumOff val="80000"/>
                      </a:schemeClr>
                    </a:solidFill>
                  </a:tcPr>
                </a:tc>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r>
                        <a:rPr kumimoji="0" lang="en-US" altLang="zh-CN" sz="1500" b="1" i="1" u="none" strike="noStrike" cap="none" normalizeH="0" baseline="0">
                          <a:ln>
                            <a:noFill/>
                          </a:ln>
                          <a:solidFill>
                            <a:schemeClr val="tx1"/>
                          </a:solidFill>
                          <a:effectLst/>
                          <a:latin typeface="Times New Roman" panose="02020603050405020304" pitchFamily="18" charset="0"/>
                          <a:ea typeface="黑体" panose="02010609060101010101" pitchFamily="49" charset="-122"/>
                        </a:rPr>
                        <a:t>E</a:t>
                      </a:r>
                      <a:r>
                        <a:rPr kumimoji="0" lang="en-US" altLang="zh-CN" sz="1700" b="1" i="0" u="none" strike="noStrike" cap="none" normalizeH="0" baseline="0">
                          <a:ln>
                            <a:noFill/>
                          </a:ln>
                          <a:solidFill>
                            <a:schemeClr val="tx1"/>
                          </a:solidFill>
                          <a:effectLst/>
                          <a:latin typeface="Times New Roman" panose="02020603050405020304" pitchFamily="18" charset="0"/>
                          <a:ea typeface="黑体" panose="02010609060101010101" pitchFamily="49" charset="-122"/>
                          <a:sym typeface="Symbol" panose="05050102010706020507" pitchFamily="18" charset="2"/>
                        </a:rPr>
                        <a:t></a:t>
                      </a:r>
                    </a:p>
                  </a:txBody>
                  <a:tcPr marL="46132" marR="46132" marT="24604" marB="24604" anchor="ct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accent4">
                        <a:lumMod val="20000"/>
                        <a:lumOff val="80000"/>
                      </a:schemeClr>
                    </a:solidFill>
                  </a:tcPr>
                </a:tc>
                <a:extLst>
                  <a:ext uri="{0D108BD9-81ED-4DB2-BD59-A6C34878D82A}">
                    <a16:rowId xmlns:a16="http://schemas.microsoft.com/office/drawing/2014/main" val="10003"/>
                  </a:ext>
                </a:extLst>
              </a:tr>
              <a:tr h="361994">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r>
                        <a:rPr kumimoji="0" lang="en-US" altLang="zh-CN" sz="1500" b="1" i="1" u="none" strike="noStrike" cap="none" normalizeH="0" baseline="0">
                          <a:ln>
                            <a:noFill/>
                          </a:ln>
                          <a:solidFill>
                            <a:schemeClr val="tx1"/>
                          </a:solidFill>
                          <a:effectLst/>
                          <a:latin typeface="Times New Roman" panose="02020603050405020304" pitchFamily="18" charset="0"/>
                          <a:ea typeface="黑体" panose="02010609060101010101" pitchFamily="49" charset="-122"/>
                        </a:rPr>
                        <a:t>T</a:t>
                      </a:r>
                    </a:p>
                  </a:txBody>
                  <a:tcPr marL="46132" marR="46132" marT="24604" marB="24604" anchor="ct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accent4">
                        <a:lumMod val="20000"/>
                        <a:lumOff val="80000"/>
                      </a:schemeClr>
                    </a:solidFill>
                  </a:tcPr>
                </a:tc>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r>
                        <a:rPr kumimoji="0" lang="en-US" altLang="zh-CN" sz="1500" b="1" i="1" u="none" strike="noStrike" cap="none" normalizeH="0" baseline="0">
                          <a:ln>
                            <a:noFill/>
                          </a:ln>
                          <a:solidFill>
                            <a:schemeClr val="tx1"/>
                          </a:solidFill>
                          <a:effectLst/>
                          <a:latin typeface="Times New Roman" panose="02020603050405020304" pitchFamily="18" charset="0"/>
                          <a:ea typeface="黑体" panose="02010609060101010101" pitchFamily="49" charset="-122"/>
                        </a:rPr>
                        <a:t>T</a:t>
                      </a:r>
                      <a:r>
                        <a:rPr kumimoji="0" lang="en-US" altLang="zh-CN" sz="1500" b="1" i="0" u="none" strike="noStrike" cap="none" normalizeH="0" baseline="0">
                          <a:ln>
                            <a:noFill/>
                          </a:ln>
                          <a:solidFill>
                            <a:schemeClr val="tx1"/>
                          </a:solidFill>
                          <a:effectLst/>
                          <a:latin typeface="Times New Roman" panose="02020603050405020304" pitchFamily="18" charset="0"/>
                          <a:ea typeface="黑体" panose="02010609060101010101" pitchFamily="49" charset="-122"/>
                          <a:sym typeface="Symbol" panose="05050102010706020507" pitchFamily="18" charset="2"/>
                        </a:rPr>
                        <a:t></a:t>
                      </a:r>
                      <a:r>
                        <a:rPr kumimoji="0" lang="en-US" altLang="zh-CN" sz="1500" b="1" i="1" u="none" strike="noStrike" cap="none" normalizeH="0" baseline="0">
                          <a:ln>
                            <a:noFill/>
                          </a:ln>
                          <a:solidFill>
                            <a:schemeClr val="tx1"/>
                          </a:solidFill>
                          <a:effectLst/>
                          <a:latin typeface="Times New Roman" panose="02020603050405020304" pitchFamily="18" charset="0"/>
                          <a:ea typeface="黑体" panose="02010609060101010101" pitchFamily="49" charset="-122"/>
                          <a:sym typeface="Symbol" panose="05050102010706020507" pitchFamily="18" charset="2"/>
                        </a:rPr>
                        <a:t>FT </a:t>
                      </a:r>
                      <a:r>
                        <a:rPr kumimoji="0" lang="en-US" altLang="zh-CN" sz="1700" b="1" i="0" u="none" strike="noStrike" cap="none" normalizeH="0" baseline="0">
                          <a:ln>
                            <a:noFill/>
                          </a:ln>
                          <a:solidFill>
                            <a:schemeClr val="tx1"/>
                          </a:solidFill>
                          <a:effectLst/>
                          <a:latin typeface="Times New Roman" panose="02020603050405020304" pitchFamily="18" charset="0"/>
                          <a:ea typeface="黑体" panose="02010609060101010101" pitchFamily="49" charset="-122"/>
                          <a:sym typeface="Symbol" panose="05050102010706020507" pitchFamily="18" charset="2"/>
                        </a:rPr>
                        <a:t></a:t>
                      </a:r>
                    </a:p>
                  </a:txBody>
                  <a:tcPr marL="46132" marR="46132" marT="24604" marB="24604"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accent4">
                        <a:lumMod val="20000"/>
                        <a:lumOff val="80000"/>
                      </a:schemeClr>
                    </a:solidFill>
                  </a:tcPr>
                </a:tc>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endParaRPr kumimoji="0" lang="zh-CN" altLang="zh-CN" sz="1500" b="0" i="0" u="none" strike="noStrike" cap="none" normalizeH="0" baseline="0">
                        <a:ln>
                          <a:noFill/>
                        </a:ln>
                        <a:solidFill>
                          <a:schemeClr val="tx1"/>
                        </a:solidFill>
                        <a:effectLst/>
                        <a:latin typeface="Times New Roman" panose="02020603050405020304" pitchFamily="18" charset="0"/>
                        <a:ea typeface="黑体" panose="02010609060101010101" pitchFamily="49" charset="-122"/>
                      </a:endParaRPr>
                    </a:p>
                  </a:txBody>
                  <a:tcPr marL="46132" marR="46132" marT="24604" marB="24604"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accent4">
                        <a:lumMod val="20000"/>
                        <a:lumOff val="80000"/>
                      </a:schemeClr>
                    </a:solidFill>
                  </a:tcPr>
                </a:tc>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endParaRPr kumimoji="0" lang="zh-CN" altLang="zh-CN" sz="1500" b="0" i="0" u="none" strike="noStrike" cap="none" normalizeH="0" baseline="0">
                        <a:ln>
                          <a:noFill/>
                        </a:ln>
                        <a:solidFill>
                          <a:schemeClr val="tx1"/>
                        </a:solidFill>
                        <a:effectLst/>
                        <a:latin typeface="Times New Roman" panose="02020603050405020304" pitchFamily="18" charset="0"/>
                        <a:ea typeface="黑体" panose="02010609060101010101" pitchFamily="49" charset="-122"/>
                      </a:endParaRPr>
                    </a:p>
                  </a:txBody>
                  <a:tcPr marL="46132" marR="46132" marT="24604" marB="24604"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accent4">
                        <a:lumMod val="20000"/>
                        <a:lumOff val="80000"/>
                      </a:schemeClr>
                    </a:solidFill>
                  </a:tcPr>
                </a:tc>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r>
                        <a:rPr kumimoji="0" lang="en-US" altLang="zh-CN" sz="1500" b="1" i="1" u="none" strike="noStrike" cap="none" normalizeH="0" baseline="0">
                          <a:ln>
                            <a:noFill/>
                          </a:ln>
                          <a:solidFill>
                            <a:schemeClr val="tx1"/>
                          </a:solidFill>
                          <a:effectLst/>
                          <a:latin typeface="Times New Roman" panose="02020603050405020304" pitchFamily="18" charset="0"/>
                          <a:ea typeface="黑体" panose="02010609060101010101" pitchFamily="49" charset="-122"/>
                        </a:rPr>
                        <a:t>T</a:t>
                      </a:r>
                      <a:r>
                        <a:rPr kumimoji="0" lang="en-US" altLang="zh-CN" sz="1500" b="1" i="0" u="none" strike="noStrike" cap="none" normalizeH="0" baseline="0">
                          <a:ln>
                            <a:noFill/>
                          </a:ln>
                          <a:solidFill>
                            <a:schemeClr val="tx1"/>
                          </a:solidFill>
                          <a:effectLst/>
                          <a:latin typeface="Times New Roman" panose="02020603050405020304" pitchFamily="18" charset="0"/>
                          <a:ea typeface="黑体" panose="02010609060101010101" pitchFamily="49" charset="-122"/>
                          <a:sym typeface="Symbol" panose="05050102010706020507" pitchFamily="18" charset="2"/>
                        </a:rPr>
                        <a:t></a:t>
                      </a:r>
                      <a:r>
                        <a:rPr kumimoji="0" lang="en-US" altLang="zh-CN" sz="1500" b="1" i="1" u="none" strike="noStrike" cap="none" normalizeH="0" baseline="0">
                          <a:ln>
                            <a:noFill/>
                          </a:ln>
                          <a:solidFill>
                            <a:schemeClr val="tx1"/>
                          </a:solidFill>
                          <a:effectLst/>
                          <a:latin typeface="Times New Roman" panose="02020603050405020304" pitchFamily="18" charset="0"/>
                          <a:ea typeface="黑体" panose="02010609060101010101" pitchFamily="49" charset="-122"/>
                          <a:sym typeface="Symbol" panose="05050102010706020507" pitchFamily="18" charset="2"/>
                        </a:rPr>
                        <a:t>FT </a:t>
                      </a:r>
                      <a:r>
                        <a:rPr kumimoji="0" lang="en-US" altLang="zh-CN" sz="1700" b="1" i="0" u="none" strike="noStrike" cap="none" normalizeH="0" baseline="0">
                          <a:ln>
                            <a:noFill/>
                          </a:ln>
                          <a:solidFill>
                            <a:schemeClr val="tx1"/>
                          </a:solidFill>
                          <a:effectLst/>
                          <a:latin typeface="Times New Roman" panose="02020603050405020304" pitchFamily="18" charset="0"/>
                          <a:ea typeface="黑体" panose="02010609060101010101" pitchFamily="49" charset="-122"/>
                          <a:sym typeface="Symbol" panose="05050102010706020507" pitchFamily="18" charset="2"/>
                        </a:rPr>
                        <a:t></a:t>
                      </a:r>
                    </a:p>
                  </a:txBody>
                  <a:tcPr marL="46132" marR="46132" marT="24604" marB="24604"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accent4">
                        <a:lumMod val="20000"/>
                        <a:lumOff val="80000"/>
                      </a:schemeClr>
                    </a:solidFill>
                  </a:tcPr>
                </a:tc>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endParaRPr kumimoji="0" lang="zh-CN" altLang="zh-CN" sz="1500" b="0" i="0" u="none" strike="noStrike" cap="none" normalizeH="0" baseline="0">
                        <a:ln>
                          <a:noFill/>
                        </a:ln>
                        <a:solidFill>
                          <a:schemeClr val="tx1"/>
                        </a:solidFill>
                        <a:effectLst/>
                        <a:latin typeface="Times New Roman" panose="02020603050405020304" pitchFamily="18" charset="0"/>
                        <a:ea typeface="黑体" panose="02010609060101010101" pitchFamily="49" charset="-122"/>
                      </a:endParaRPr>
                    </a:p>
                  </a:txBody>
                  <a:tcPr marL="46132" marR="46132" marT="24604" marB="24604"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accent4">
                        <a:lumMod val="20000"/>
                        <a:lumOff val="80000"/>
                      </a:schemeClr>
                    </a:solidFill>
                  </a:tcPr>
                </a:tc>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endParaRPr kumimoji="0" lang="zh-CN" altLang="zh-CN" sz="1500" b="0" i="0" u="none" strike="noStrike" cap="none" normalizeH="0" baseline="0">
                        <a:ln>
                          <a:noFill/>
                        </a:ln>
                        <a:solidFill>
                          <a:schemeClr val="tx1"/>
                        </a:solidFill>
                        <a:effectLst/>
                        <a:latin typeface="Times New Roman" panose="02020603050405020304" pitchFamily="18" charset="0"/>
                        <a:ea typeface="黑体" panose="02010609060101010101" pitchFamily="49" charset="-122"/>
                      </a:endParaRPr>
                    </a:p>
                  </a:txBody>
                  <a:tcPr marL="46132" marR="46132" marT="24604" marB="24604" anchor="ct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accent4">
                        <a:lumMod val="20000"/>
                        <a:lumOff val="80000"/>
                      </a:schemeClr>
                    </a:solidFill>
                  </a:tcPr>
                </a:tc>
                <a:extLst>
                  <a:ext uri="{0D108BD9-81ED-4DB2-BD59-A6C34878D82A}">
                    <a16:rowId xmlns:a16="http://schemas.microsoft.com/office/drawing/2014/main" val="10004"/>
                  </a:ext>
                </a:extLst>
              </a:tr>
              <a:tr h="360042">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r>
                        <a:rPr kumimoji="0" lang="en-US" altLang="zh-CN" sz="1500" b="1" i="1" u="none" strike="noStrike" cap="none" normalizeH="0" baseline="0">
                          <a:ln>
                            <a:noFill/>
                          </a:ln>
                          <a:solidFill>
                            <a:schemeClr val="tx1"/>
                          </a:solidFill>
                          <a:effectLst/>
                          <a:latin typeface="Times New Roman" panose="02020603050405020304" pitchFamily="18" charset="0"/>
                          <a:ea typeface="黑体" panose="02010609060101010101" pitchFamily="49" charset="-122"/>
                        </a:rPr>
                        <a:t>T </a:t>
                      </a:r>
                      <a:r>
                        <a:rPr kumimoji="0" lang="en-US" altLang="zh-CN" sz="1500" b="1" i="0" u="none" strike="noStrike" cap="none" normalizeH="0" baseline="0">
                          <a:ln>
                            <a:noFill/>
                          </a:ln>
                          <a:solidFill>
                            <a:schemeClr val="tx1"/>
                          </a:solidFill>
                          <a:effectLst/>
                          <a:latin typeface="Times New Roman" panose="02020603050405020304" pitchFamily="18" charset="0"/>
                          <a:ea typeface="黑体" panose="02010609060101010101" pitchFamily="49" charset="-122"/>
                          <a:sym typeface="Symbol" panose="05050102010706020507" pitchFamily="18" charset="2"/>
                        </a:rPr>
                        <a:t></a:t>
                      </a:r>
                    </a:p>
                  </a:txBody>
                  <a:tcPr marL="46132" marR="46132" marT="24604" marB="24604" anchor="ct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accent4">
                        <a:lumMod val="20000"/>
                        <a:lumOff val="80000"/>
                      </a:schemeClr>
                    </a:solidFill>
                  </a:tcPr>
                </a:tc>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endParaRPr kumimoji="0" lang="zh-CN" altLang="zh-CN" sz="1500" b="0" i="0" u="none" strike="noStrike" cap="none" normalizeH="0" baseline="0">
                        <a:ln>
                          <a:noFill/>
                        </a:ln>
                        <a:solidFill>
                          <a:schemeClr val="tx1"/>
                        </a:solidFill>
                        <a:effectLst/>
                        <a:latin typeface="Times New Roman" panose="02020603050405020304" pitchFamily="18" charset="0"/>
                        <a:ea typeface="黑体" panose="02010609060101010101" pitchFamily="49" charset="-122"/>
                      </a:endParaRPr>
                    </a:p>
                  </a:txBody>
                  <a:tcPr marL="46132" marR="46132" marT="24604" marB="24604"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accent4">
                        <a:lumMod val="20000"/>
                        <a:lumOff val="80000"/>
                      </a:schemeClr>
                    </a:solidFill>
                  </a:tcPr>
                </a:tc>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r>
                        <a:rPr kumimoji="0" lang="en-US" altLang="zh-CN" sz="1500" b="1" i="1" u="none" strike="noStrike" cap="none" normalizeH="0" baseline="0">
                          <a:ln>
                            <a:noFill/>
                          </a:ln>
                          <a:solidFill>
                            <a:schemeClr val="tx1"/>
                          </a:solidFill>
                          <a:effectLst/>
                          <a:latin typeface="Times New Roman" panose="02020603050405020304" pitchFamily="18" charset="0"/>
                          <a:ea typeface="黑体" panose="02010609060101010101" pitchFamily="49" charset="-122"/>
                        </a:rPr>
                        <a:t>T </a:t>
                      </a:r>
                      <a:r>
                        <a:rPr kumimoji="0" lang="en-US" altLang="zh-CN" sz="1500" b="1" i="0" u="none" strike="noStrike" cap="none" normalizeH="0" baseline="0">
                          <a:ln>
                            <a:noFill/>
                          </a:ln>
                          <a:solidFill>
                            <a:schemeClr val="tx1"/>
                          </a:solidFill>
                          <a:effectLst/>
                          <a:latin typeface="Times New Roman" panose="02020603050405020304" pitchFamily="18" charset="0"/>
                          <a:ea typeface="黑体" panose="02010609060101010101" pitchFamily="49" charset="-122"/>
                          <a:sym typeface="Symbol" panose="05050102010706020507" pitchFamily="18" charset="2"/>
                        </a:rPr>
                        <a:t></a:t>
                      </a:r>
                    </a:p>
                  </a:txBody>
                  <a:tcPr marL="46132" marR="46132" marT="24604" marB="24604"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accent4">
                        <a:lumMod val="20000"/>
                        <a:lumOff val="80000"/>
                      </a:schemeClr>
                    </a:solidFill>
                  </a:tcPr>
                </a:tc>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r>
                        <a:rPr kumimoji="0" lang="en-US" altLang="zh-CN" sz="1500" b="1" i="1" u="none" strike="noStrike" cap="none" normalizeH="0" baseline="0">
                          <a:ln>
                            <a:noFill/>
                          </a:ln>
                          <a:solidFill>
                            <a:schemeClr val="tx1"/>
                          </a:solidFill>
                          <a:effectLst/>
                          <a:latin typeface="Times New Roman" panose="02020603050405020304" pitchFamily="18" charset="0"/>
                          <a:ea typeface="黑体" panose="02010609060101010101" pitchFamily="49" charset="-122"/>
                        </a:rPr>
                        <a:t>T</a:t>
                      </a:r>
                      <a:r>
                        <a:rPr kumimoji="0" lang="en-US" altLang="zh-CN" sz="1500" b="1" i="0" u="none" strike="noStrike" cap="none" normalizeH="0" baseline="0">
                          <a:ln>
                            <a:noFill/>
                          </a:ln>
                          <a:solidFill>
                            <a:schemeClr val="tx1"/>
                          </a:solidFill>
                          <a:effectLst/>
                          <a:latin typeface="Times New Roman" panose="02020603050405020304" pitchFamily="18" charset="0"/>
                          <a:ea typeface="黑体" panose="02010609060101010101" pitchFamily="49" charset="-122"/>
                          <a:sym typeface="Symbol" panose="05050102010706020507" pitchFamily="18" charset="2"/>
                        </a:rPr>
                        <a:t>*</a:t>
                      </a:r>
                      <a:r>
                        <a:rPr kumimoji="0" lang="en-US" altLang="zh-CN" sz="1500" b="1" i="1" u="none" strike="noStrike" cap="none" normalizeH="0" baseline="0">
                          <a:ln>
                            <a:noFill/>
                          </a:ln>
                          <a:solidFill>
                            <a:schemeClr val="tx1"/>
                          </a:solidFill>
                          <a:effectLst/>
                          <a:latin typeface="Times New Roman" panose="02020603050405020304" pitchFamily="18" charset="0"/>
                          <a:ea typeface="黑体" panose="02010609060101010101" pitchFamily="49" charset="-122"/>
                          <a:sym typeface="Symbol" panose="05050102010706020507" pitchFamily="18" charset="2"/>
                        </a:rPr>
                        <a:t>FT </a:t>
                      </a:r>
                      <a:r>
                        <a:rPr kumimoji="0" lang="en-US" altLang="zh-CN" sz="1500" b="1" i="0" u="none" strike="noStrike" cap="none" normalizeH="0" baseline="0">
                          <a:ln>
                            <a:noFill/>
                          </a:ln>
                          <a:solidFill>
                            <a:schemeClr val="tx1"/>
                          </a:solidFill>
                          <a:effectLst/>
                          <a:latin typeface="Times New Roman" panose="02020603050405020304" pitchFamily="18" charset="0"/>
                          <a:ea typeface="黑体" panose="02010609060101010101" pitchFamily="49" charset="-122"/>
                          <a:sym typeface="Symbol" panose="05050102010706020507" pitchFamily="18" charset="2"/>
                        </a:rPr>
                        <a:t></a:t>
                      </a:r>
                    </a:p>
                  </a:txBody>
                  <a:tcPr marL="46132" marR="46132" marT="24604" marB="24604"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accent4">
                        <a:lumMod val="20000"/>
                        <a:lumOff val="80000"/>
                      </a:schemeClr>
                    </a:solidFill>
                  </a:tcPr>
                </a:tc>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endParaRPr kumimoji="0" lang="zh-CN" altLang="zh-CN" sz="1500" b="0" i="0" u="none" strike="noStrike" cap="none" normalizeH="0" baseline="0">
                        <a:ln>
                          <a:noFill/>
                        </a:ln>
                        <a:solidFill>
                          <a:schemeClr val="tx1"/>
                        </a:solidFill>
                        <a:effectLst/>
                        <a:latin typeface="Times New Roman" panose="02020603050405020304" pitchFamily="18" charset="0"/>
                        <a:ea typeface="黑体" panose="02010609060101010101" pitchFamily="49" charset="-122"/>
                      </a:endParaRPr>
                    </a:p>
                  </a:txBody>
                  <a:tcPr marL="46132" marR="46132" marT="24604" marB="24604"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accent4">
                        <a:lumMod val="20000"/>
                        <a:lumOff val="80000"/>
                      </a:schemeClr>
                    </a:solidFill>
                  </a:tcPr>
                </a:tc>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r>
                        <a:rPr kumimoji="0" lang="en-US" altLang="zh-CN" sz="1500" b="1" i="1" u="none" strike="noStrike" cap="none" normalizeH="0" baseline="0">
                          <a:ln>
                            <a:noFill/>
                          </a:ln>
                          <a:solidFill>
                            <a:schemeClr val="tx1"/>
                          </a:solidFill>
                          <a:effectLst/>
                          <a:latin typeface="Times New Roman" panose="02020603050405020304" pitchFamily="18" charset="0"/>
                          <a:ea typeface="黑体" panose="02010609060101010101" pitchFamily="49" charset="-122"/>
                        </a:rPr>
                        <a:t>T </a:t>
                      </a:r>
                      <a:r>
                        <a:rPr kumimoji="0" lang="en-US" altLang="zh-CN" sz="1500" b="1" i="0" u="none" strike="noStrike" cap="none" normalizeH="0" baseline="0">
                          <a:ln>
                            <a:noFill/>
                          </a:ln>
                          <a:solidFill>
                            <a:schemeClr val="tx1"/>
                          </a:solidFill>
                          <a:effectLst/>
                          <a:latin typeface="Times New Roman" panose="02020603050405020304" pitchFamily="18" charset="0"/>
                          <a:ea typeface="黑体" panose="02010609060101010101" pitchFamily="49" charset="-122"/>
                          <a:sym typeface="Symbol" panose="05050102010706020507" pitchFamily="18" charset="2"/>
                        </a:rPr>
                        <a:t></a:t>
                      </a:r>
                    </a:p>
                  </a:txBody>
                  <a:tcPr marL="46132" marR="46132" marT="24604" marB="24604"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accent4">
                        <a:lumMod val="20000"/>
                        <a:lumOff val="80000"/>
                      </a:schemeClr>
                    </a:solidFill>
                  </a:tcPr>
                </a:tc>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r>
                        <a:rPr kumimoji="0" lang="en-US" altLang="zh-CN" sz="1500" b="1" i="1" u="none" strike="noStrike" cap="none" normalizeH="0" baseline="0">
                          <a:ln>
                            <a:noFill/>
                          </a:ln>
                          <a:solidFill>
                            <a:schemeClr val="tx1"/>
                          </a:solidFill>
                          <a:effectLst/>
                          <a:latin typeface="Times New Roman" panose="02020603050405020304" pitchFamily="18" charset="0"/>
                          <a:ea typeface="黑体" panose="02010609060101010101" pitchFamily="49" charset="-122"/>
                        </a:rPr>
                        <a:t>T </a:t>
                      </a:r>
                      <a:r>
                        <a:rPr kumimoji="0" lang="en-US" altLang="zh-CN" sz="1500" b="1" i="0" u="none" strike="noStrike" cap="none" normalizeH="0" baseline="0">
                          <a:ln>
                            <a:noFill/>
                          </a:ln>
                          <a:solidFill>
                            <a:schemeClr val="tx1"/>
                          </a:solidFill>
                          <a:effectLst/>
                          <a:latin typeface="Times New Roman" panose="02020603050405020304" pitchFamily="18" charset="0"/>
                          <a:ea typeface="黑体" panose="02010609060101010101" pitchFamily="49" charset="-122"/>
                          <a:sym typeface="Symbol" panose="05050102010706020507" pitchFamily="18" charset="2"/>
                        </a:rPr>
                        <a:t></a:t>
                      </a:r>
                    </a:p>
                  </a:txBody>
                  <a:tcPr marL="46132" marR="46132" marT="24604" marB="24604" anchor="ct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accent4">
                        <a:lumMod val="20000"/>
                        <a:lumOff val="80000"/>
                      </a:schemeClr>
                    </a:solidFill>
                  </a:tcPr>
                </a:tc>
                <a:extLst>
                  <a:ext uri="{0D108BD9-81ED-4DB2-BD59-A6C34878D82A}">
                    <a16:rowId xmlns:a16="http://schemas.microsoft.com/office/drawing/2014/main" val="10005"/>
                  </a:ext>
                </a:extLst>
              </a:tr>
              <a:tr h="361994">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r>
                        <a:rPr kumimoji="0" lang="en-US" altLang="zh-CN" sz="1500" b="1" i="1" u="none" strike="noStrike" cap="none" normalizeH="0" baseline="0">
                          <a:ln>
                            <a:noFill/>
                          </a:ln>
                          <a:solidFill>
                            <a:schemeClr val="tx1"/>
                          </a:solidFill>
                          <a:effectLst/>
                          <a:latin typeface="Times New Roman" panose="02020603050405020304" pitchFamily="18" charset="0"/>
                          <a:ea typeface="黑体" panose="02010609060101010101" pitchFamily="49" charset="-122"/>
                        </a:rPr>
                        <a:t>F</a:t>
                      </a:r>
                    </a:p>
                  </a:txBody>
                  <a:tcPr marL="46132" marR="46132" marT="24604" marB="24604" anchor="ct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chemeClr val="accent4">
                        <a:lumMod val="20000"/>
                        <a:lumOff val="80000"/>
                      </a:schemeClr>
                    </a:solidFill>
                  </a:tcPr>
                </a:tc>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r>
                        <a:rPr kumimoji="0" lang="en-US" altLang="zh-CN" sz="1500" b="1" i="1" u="none" strike="noStrike" cap="none" normalizeH="0" baseline="0" err="1">
                          <a:ln>
                            <a:noFill/>
                          </a:ln>
                          <a:solidFill>
                            <a:schemeClr val="tx1"/>
                          </a:solidFill>
                          <a:effectLst/>
                          <a:latin typeface="Times New Roman" panose="02020603050405020304" pitchFamily="18" charset="0"/>
                          <a:ea typeface="黑体" panose="02010609060101010101" pitchFamily="49" charset="-122"/>
                        </a:rPr>
                        <a:t>F</a:t>
                      </a:r>
                      <a:r>
                        <a:rPr kumimoji="0" lang="en-US" altLang="zh-CN" sz="1500" b="1" i="0" u="none" strike="noStrike" cap="none" normalizeH="0" baseline="0" err="1">
                          <a:ln>
                            <a:noFill/>
                          </a:ln>
                          <a:solidFill>
                            <a:schemeClr val="tx1"/>
                          </a:solidFill>
                          <a:effectLst/>
                          <a:latin typeface="Times New Roman" panose="02020603050405020304" pitchFamily="18" charset="0"/>
                          <a:ea typeface="黑体" panose="02010609060101010101" pitchFamily="49" charset="-122"/>
                          <a:sym typeface="Symbol" panose="05050102010706020507" pitchFamily="18" charset="2"/>
                        </a:rPr>
                        <a:t>id</a:t>
                      </a:r>
                      <a:endParaRPr kumimoji="0" lang="en-US" altLang="zh-CN" sz="1500" b="1" i="0" u="none" strike="noStrike" cap="none" normalizeH="0" baseline="0">
                        <a:ln>
                          <a:noFill/>
                        </a:ln>
                        <a:solidFill>
                          <a:schemeClr val="tx1"/>
                        </a:solidFill>
                        <a:effectLst/>
                        <a:latin typeface="Times New Roman" panose="02020603050405020304" pitchFamily="18" charset="0"/>
                        <a:ea typeface="黑体" panose="02010609060101010101" pitchFamily="49" charset="-122"/>
                        <a:sym typeface="Symbol" panose="05050102010706020507" pitchFamily="18" charset="2"/>
                      </a:endParaRPr>
                    </a:p>
                  </a:txBody>
                  <a:tcPr marL="46132" marR="46132" marT="24604" marB="24604"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chemeClr val="accent4">
                        <a:lumMod val="20000"/>
                        <a:lumOff val="80000"/>
                      </a:schemeClr>
                    </a:solidFill>
                  </a:tcPr>
                </a:tc>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endParaRPr kumimoji="0" lang="zh-CN" altLang="zh-CN" sz="1500" b="0" i="0" u="none" strike="noStrike" cap="none" normalizeH="0" baseline="0">
                        <a:ln>
                          <a:noFill/>
                        </a:ln>
                        <a:solidFill>
                          <a:schemeClr val="tx1"/>
                        </a:solidFill>
                        <a:effectLst/>
                        <a:latin typeface="Times New Roman" panose="02020603050405020304" pitchFamily="18" charset="0"/>
                        <a:ea typeface="黑体" panose="02010609060101010101" pitchFamily="49" charset="-122"/>
                      </a:endParaRPr>
                    </a:p>
                  </a:txBody>
                  <a:tcPr marL="46132" marR="46132" marT="24604" marB="24604"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chemeClr val="accent4">
                        <a:lumMod val="20000"/>
                        <a:lumOff val="80000"/>
                      </a:schemeClr>
                    </a:solidFill>
                  </a:tcPr>
                </a:tc>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endParaRPr kumimoji="0" lang="zh-CN" altLang="zh-CN" sz="1500" b="0" i="0" u="none" strike="noStrike" cap="none" normalizeH="0" baseline="0">
                        <a:ln>
                          <a:noFill/>
                        </a:ln>
                        <a:solidFill>
                          <a:schemeClr val="tx1"/>
                        </a:solidFill>
                        <a:effectLst/>
                        <a:latin typeface="Times New Roman" panose="02020603050405020304" pitchFamily="18" charset="0"/>
                        <a:ea typeface="黑体" panose="02010609060101010101" pitchFamily="49" charset="-122"/>
                      </a:endParaRPr>
                    </a:p>
                  </a:txBody>
                  <a:tcPr marL="46132" marR="46132" marT="24604" marB="24604"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chemeClr val="accent4">
                        <a:lumMod val="20000"/>
                        <a:lumOff val="80000"/>
                      </a:schemeClr>
                    </a:solidFill>
                  </a:tcPr>
                </a:tc>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r>
                        <a:rPr kumimoji="0" lang="en-US" altLang="zh-CN" sz="1500" b="1" i="1" u="none" strike="noStrike" cap="none" normalizeH="0" baseline="0">
                          <a:ln>
                            <a:noFill/>
                          </a:ln>
                          <a:solidFill>
                            <a:schemeClr val="tx1"/>
                          </a:solidFill>
                          <a:effectLst/>
                          <a:latin typeface="Times New Roman" panose="02020603050405020304" pitchFamily="18" charset="0"/>
                          <a:ea typeface="黑体" panose="02010609060101010101" pitchFamily="49" charset="-122"/>
                        </a:rPr>
                        <a:t>F</a:t>
                      </a:r>
                      <a:r>
                        <a:rPr kumimoji="0" lang="en-US" altLang="zh-CN" sz="1500" b="1" i="0" u="none" strike="noStrike" cap="none" normalizeH="0" baseline="0">
                          <a:ln>
                            <a:noFill/>
                          </a:ln>
                          <a:solidFill>
                            <a:schemeClr val="tx1"/>
                          </a:solidFill>
                          <a:effectLst/>
                          <a:latin typeface="Times New Roman" panose="02020603050405020304" pitchFamily="18" charset="0"/>
                          <a:ea typeface="黑体" panose="02010609060101010101" pitchFamily="49" charset="-122"/>
                          <a:sym typeface="Symbol" panose="05050102010706020507" pitchFamily="18" charset="2"/>
                        </a:rPr>
                        <a:t>(</a:t>
                      </a:r>
                      <a:r>
                        <a:rPr kumimoji="0" lang="en-US" altLang="zh-CN" sz="1500" b="1" i="1" u="none" strike="noStrike" cap="none" normalizeH="0" baseline="0">
                          <a:ln>
                            <a:noFill/>
                          </a:ln>
                          <a:solidFill>
                            <a:schemeClr val="tx1"/>
                          </a:solidFill>
                          <a:effectLst/>
                          <a:latin typeface="Times New Roman" panose="02020603050405020304" pitchFamily="18" charset="0"/>
                          <a:ea typeface="黑体" panose="02010609060101010101" pitchFamily="49" charset="-122"/>
                          <a:sym typeface="Symbol" panose="05050102010706020507" pitchFamily="18" charset="2"/>
                        </a:rPr>
                        <a:t>E</a:t>
                      </a:r>
                      <a:r>
                        <a:rPr kumimoji="0" lang="en-US" altLang="zh-CN" sz="1500" b="1" i="0" u="none" strike="noStrike" cap="none" normalizeH="0" baseline="0">
                          <a:ln>
                            <a:noFill/>
                          </a:ln>
                          <a:solidFill>
                            <a:schemeClr val="tx1"/>
                          </a:solidFill>
                          <a:effectLst/>
                          <a:latin typeface="Times New Roman" panose="02020603050405020304" pitchFamily="18" charset="0"/>
                          <a:ea typeface="黑体" panose="02010609060101010101" pitchFamily="49" charset="-122"/>
                          <a:sym typeface="Symbol" panose="05050102010706020507" pitchFamily="18" charset="2"/>
                        </a:rPr>
                        <a:t>)</a:t>
                      </a:r>
                      <a:endParaRPr kumimoji="0" lang="en-US" altLang="zh-CN" sz="1500" b="0" i="0" u="none" strike="noStrike" cap="none" normalizeH="0" baseline="0">
                        <a:ln>
                          <a:noFill/>
                        </a:ln>
                        <a:solidFill>
                          <a:schemeClr val="tx1"/>
                        </a:solidFill>
                        <a:effectLst/>
                        <a:latin typeface="Times New Roman" panose="02020603050405020304" pitchFamily="18" charset="0"/>
                        <a:ea typeface="黑体" panose="02010609060101010101" pitchFamily="49" charset="-122"/>
                      </a:endParaRPr>
                    </a:p>
                  </a:txBody>
                  <a:tcPr marL="46132" marR="46132" marT="24604" marB="24604"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chemeClr val="accent4">
                        <a:lumMod val="20000"/>
                        <a:lumOff val="80000"/>
                      </a:schemeClr>
                    </a:solidFill>
                  </a:tcPr>
                </a:tc>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endParaRPr kumimoji="0" lang="zh-CN" altLang="zh-CN" sz="1500" b="0" i="0" u="none" strike="noStrike" cap="none" normalizeH="0" baseline="0">
                        <a:ln>
                          <a:noFill/>
                        </a:ln>
                        <a:solidFill>
                          <a:schemeClr val="tx1"/>
                        </a:solidFill>
                        <a:effectLst/>
                        <a:latin typeface="Times New Roman" panose="02020603050405020304" pitchFamily="18" charset="0"/>
                        <a:ea typeface="黑体" panose="02010609060101010101" pitchFamily="49" charset="-122"/>
                      </a:endParaRPr>
                    </a:p>
                  </a:txBody>
                  <a:tcPr marL="46132" marR="46132" marT="24604" marB="24604"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chemeClr val="accent4">
                        <a:lumMod val="20000"/>
                        <a:lumOff val="80000"/>
                      </a:schemeClr>
                    </a:solidFill>
                  </a:tcPr>
                </a:tc>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endParaRPr kumimoji="0" lang="zh-CN" altLang="zh-CN" sz="1500" b="0" i="0" u="none" strike="noStrike" cap="none" normalizeH="0" baseline="0" dirty="0">
                        <a:ln>
                          <a:noFill/>
                        </a:ln>
                        <a:solidFill>
                          <a:schemeClr val="tx1"/>
                        </a:solidFill>
                        <a:effectLst/>
                        <a:latin typeface="Times New Roman" panose="02020603050405020304" pitchFamily="18" charset="0"/>
                        <a:ea typeface="黑体" panose="02010609060101010101" pitchFamily="49" charset="-122"/>
                      </a:endParaRPr>
                    </a:p>
                  </a:txBody>
                  <a:tcPr marL="46132" marR="46132" marT="24604" marB="24604" anchor="ct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chemeClr val="accent4">
                        <a:lumMod val="20000"/>
                        <a:lumOff val="80000"/>
                      </a:schemeClr>
                    </a:solidFill>
                  </a:tcPr>
                </a:tc>
                <a:extLst>
                  <a:ext uri="{0D108BD9-81ED-4DB2-BD59-A6C34878D82A}">
                    <a16:rowId xmlns:a16="http://schemas.microsoft.com/office/drawing/2014/main" val="10006"/>
                  </a:ext>
                </a:extLst>
              </a:tr>
            </a:tbl>
          </a:graphicData>
        </a:graphic>
      </p:graphicFrame>
      <p:sp>
        <p:nvSpPr>
          <p:cNvPr id="7" name="箭头: 下 6">
            <a:extLst>
              <a:ext uri="{FF2B5EF4-FFF2-40B4-BE49-F238E27FC236}">
                <a16:creationId xmlns:a16="http://schemas.microsoft.com/office/drawing/2014/main" id="{A95B809E-A1B7-622E-E6FD-568E6059AC6C}"/>
              </a:ext>
            </a:extLst>
          </p:cNvPr>
          <p:cNvSpPr/>
          <p:nvPr/>
        </p:nvSpPr>
        <p:spPr>
          <a:xfrm>
            <a:off x="1473693" y="3800858"/>
            <a:ext cx="275207" cy="319596"/>
          </a:xfrm>
          <a:prstGeom prst="downArrow">
            <a:avLst/>
          </a:prstGeom>
          <a:solidFill>
            <a:srgbClr val="FF0000"/>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8" name="箭头: 下 7">
            <a:extLst>
              <a:ext uri="{FF2B5EF4-FFF2-40B4-BE49-F238E27FC236}">
                <a16:creationId xmlns:a16="http://schemas.microsoft.com/office/drawing/2014/main" id="{A1021F0F-CAE6-E194-CB25-92D688951431}"/>
              </a:ext>
            </a:extLst>
          </p:cNvPr>
          <p:cNvSpPr/>
          <p:nvPr/>
        </p:nvSpPr>
        <p:spPr>
          <a:xfrm>
            <a:off x="4296793" y="3800858"/>
            <a:ext cx="275207" cy="319596"/>
          </a:xfrm>
          <a:prstGeom prst="downArrow">
            <a:avLst/>
          </a:prstGeom>
          <a:solidFill>
            <a:srgbClr val="FF0000"/>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zh-CN" altLang="en-US"/>
          </a:p>
        </p:txBody>
      </p:sp>
    </p:spTree>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7"/>
                                        </p:tgtEl>
                                        <p:attrNameLst>
                                          <p:attrName>style.visibility</p:attrName>
                                        </p:attrNameLst>
                                      </p:cBhvr>
                                      <p:to>
                                        <p:strVal val="visible"/>
                                      </p:to>
                                    </p:set>
                                    <p:animEffect transition="in" filter="fade">
                                      <p:cBhvr>
                                        <p:cTn id="7" dur="500"/>
                                        <p:tgtEl>
                                          <p:spTgt spid="7"/>
                                        </p:tgtEl>
                                      </p:cBhvr>
                                    </p:animEffect>
                                  </p:childTnLst>
                                </p:cTn>
                              </p:par>
                              <p:par>
                                <p:cTn id="8" presetID="10" presetClass="entr" presetSubtype="0" fill="hold" grpId="0" nodeType="withEffect">
                                  <p:stCondLst>
                                    <p:cond delay="0"/>
                                  </p:stCondLst>
                                  <p:childTnLst>
                                    <p:set>
                                      <p:cBhvr>
                                        <p:cTn id="9" dur="1" fill="hold">
                                          <p:stCondLst>
                                            <p:cond delay="0"/>
                                          </p:stCondLst>
                                        </p:cTn>
                                        <p:tgtEl>
                                          <p:spTgt spid="8"/>
                                        </p:tgtEl>
                                        <p:attrNameLst>
                                          <p:attrName>style.visibility</p:attrName>
                                        </p:attrNameLst>
                                      </p:cBhvr>
                                      <p:to>
                                        <p:strVal val="visible"/>
                                      </p:to>
                                    </p:set>
                                    <p:animEffect transition="in" filter="fade">
                                      <p:cBhvr>
                                        <p:cTn id="10" dur="500"/>
                                        <p:tgtEl>
                                          <p:spTgt spid="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animBg="1"/>
      <p:bldP spid="8" grpId="0" animBg="1"/>
    </p:bldLst>
  </p:timing>
</p:sld>
</file>

<file path=ppt/slides/slide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4818" name="Rectangle 2">
            <a:extLst>
              <a:ext uri="{FF2B5EF4-FFF2-40B4-BE49-F238E27FC236}">
                <a16:creationId xmlns:a16="http://schemas.microsoft.com/office/drawing/2014/main" id="{9CF3324B-466E-4103-A7DB-AC0CE7F1CCD7}"/>
              </a:ext>
            </a:extLst>
          </p:cNvPr>
          <p:cNvSpPr>
            <a:spLocks noGrp="1" noChangeArrowheads="1"/>
          </p:cNvSpPr>
          <p:nvPr>
            <p:ph type="title"/>
          </p:nvPr>
        </p:nvSpPr>
        <p:spPr/>
        <p:txBody>
          <a:bodyPr/>
          <a:lstStyle/>
          <a:p>
            <a:pPr eaLnBrk="1" hangingPunct="1"/>
            <a:r>
              <a:rPr lang="en-US" altLang="zh-CN"/>
              <a:t>3.3.4 </a:t>
            </a:r>
            <a:r>
              <a:rPr lang="zh-CN" altLang="en-US"/>
              <a:t>非递归的预测分析</a:t>
            </a:r>
          </a:p>
        </p:txBody>
      </p:sp>
      <p:sp>
        <p:nvSpPr>
          <p:cNvPr id="34819" name="Rectangle 3">
            <a:extLst>
              <a:ext uri="{FF2B5EF4-FFF2-40B4-BE49-F238E27FC236}">
                <a16:creationId xmlns:a16="http://schemas.microsoft.com/office/drawing/2014/main" id="{FEB4C3BB-2ACD-4328-9A57-E34ACD9E7A05}"/>
              </a:ext>
            </a:extLst>
          </p:cNvPr>
          <p:cNvSpPr>
            <a:spLocks noGrp="1" noChangeArrowheads="1"/>
          </p:cNvSpPr>
          <p:nvPr>
            <p:ph idx="1"/>
          </p:nvPr>
        </p:nvSpPr>
        <p:spPr/>
        <p:txBody>
          <a:bodyPr/>
          <a:lstStyle/>
          <a:p>
            <a:pPr eaLnBrk="1" hangingPunct="1">
              <a:lnSpc>
                <a:spcPct val="90000"/>
              </a:lnSpc>
              <a:buFont typeface="Wingdings" panose="05000000000000000000" pitchFamily="2" charset="2"/>
              <a:buNone/>
            </a:pPr>
            <a:r>
              <a:rPr lang="zh-CN" altLang="en-US" sz="2800"/>
              <a:t>预测分析器接受输入</a:t>
            </a:r>
            <a:r>
              <a:rPr lang="en-US" altLang="zh-CN" sz="2800" b="1">
                <a:latin typeface="Times New Roman" panose="02020603050405020304" pitchFamily="18" charset="0"/>
              </a:rPr>
              <a:t>id</a:t>
            </a:r>
            <a:r>
              <a:rPr lang="en-US" altLang="zh-CN" sz="2800">
                <a:latin typeface="Times New Roman" panose="02020603050405020304" pitchFamily="18" charset="0"/>
              </a:rPr>
              <a:t> * </a:t>
            </a:r>
            <a:r>
              <a:rPr lang="en-US" altLang="zh-CN" sz="2800" b="1">
                <a:latin typeface="Times New Roman" panose="02020603050405020304" pitchFamily="18" charset="0"/>
              </a:rPr>
              <a:t>id</a:t>
            </a:r>
            <a:r>
              <a:rPr lang="en-US" altLang="zh-CN" sz="2800">
                <a:latin typeface="Times New Roman" panose="02020603050405020304" pitchFamily="18" charset="0"/>
              </a:rPr>
              <a:t> + </a:t>
            </a:r>
            <a:r>
              <a:rPr lang="en-US" altLang="zh-CN" sz="2800" b="1">
                <a:latin typeface="Times New Roman" panose="02020603050405020304" pitchFamily="18" charset="0"/>
              </a:rPr>
              <a:t>id</a:t>
            </a:r>
            <a:r>
              <a:rPr lang="zh-CN" altLang="en-US" sz="2800"/>
              <a:t>的动作</a:t>
            </a:r>
          </a:p>
        </p:txBody>
      </p:sp>
      <p:graphicFrame>
        <p:nvGraphicFramePr>
          <p:cNvPr id="5" name="Group 4">
            <a:extLst>
              <a:ext uri="{FF2B5EF4-FFF2-40B4-BE49-F238E27FC236}">
                <a16:creationId xmlns:a16="http://schemas.microsoft.com/office/drawing/2014/main" id="{AA4E2AA0-10A5-4B25-BC76-2D2B820FD6B9}"/>
              </a:ext>
            </a:extLst>
          </p:cNvPr>
          <p:cNvGraphicFramePr>
            <a:graphicFrameLocks/>
          </p:cNvGraphicFramePr>
          <p:nvPr/>
        </p:nvGraphicFramePr>
        <p:xfrm>
          <a:off x="609600" y="1981200"/>
          <a:ext cx="8305800" cy="4667252"/>
        </p:xfrm>
        <a:graphic>
          <a:graphicData uri="http://schemas.openxmlformats.org/drawingml/2006/table">
            <a:tbl>
              <a:tblPr/>
              <a:tblGrid>
                <a:gridCol w="2667000">
                  <a:extLst>
                    <a:ext uri="{9D8B030D-6E8A-4147-A177-3AD203B41FA5}">
                      <a16:colId xmlns:a16="http://schemas.microsoft.com/office/drawing/2014/main" val="20000"/>
                    </a:ext>
                  </a:extLst>
                </a:gridCol>
                <a:gridCol w="2832100">
                  <a:extLst>
                    <a:ext uri="{9D8B030D-6E8A-4147-A177-3AD203B41FA5}">
                      <a16:colId xmlns:a16="http://schemas.microsoft.com/office/drawing/2014/main" val="20001"/>
                    </a:ext>
                  </a:extLst>
                </a:gridCol>
                <a:gridCol w="2806700">
                  <a:extLst>
                    <a:ext uri="{9D8B030D-6E8A-4147-A177-3AD203B41FA5}">
                      <a16:colId xmlns:a16="http://schemas.microsoft.com/office/drawing/2014/main" val="20002"/>
                    </a:ext>
                  </a:extLst>
                </a:gridCol>
              </a:tblGrid>
              <a:tr h="518160">
                <a:tc>
                  <a:txBody>
                    <a:body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itchFamily="2" charset="2"/>
                        <a:buNone/>
                        <a:tabLst/>
                      </a:pPr>
                      <a:r>
                        <a:rPr kumimoji="0" lang="zh-CN" altLang="en-US" sz="2800" b="0" i="0" u="none" strike="noStrike" cap="none" normalizeH="0" baseline="0">
                          <a:ln>
                            <a:noFill/>
                          </a:ln>
                          <a:solidFill>
                            <a:schemeClr val="tx1"/>
                          </a:solidFill>
                          <a:effectLst/>
                          <a:latin typeface="Times New Roman" pitchFamily="18" charset="0"/>
                          <a:ea typeface="黑体" pitchFamily="2" charset="-122"/>
                        </a:rPr>
                        <a:t>栈 </a:t>
                      </a:r>
                    </a:p>
                  </a:txBody>
                  <a:tcPr horzOverflow="overflow">
                    <a:lnL w="28575"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28575"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a:txBody>
                    <a:body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itchFamily="2" charset="2"/>
                        <a:buNone/>
                        <a:tabLst/>
                      </a:pPr>
                      <a:r>
                        <a:rPr kumimoji="0" lang="zh-CN" altLang="en-US" sz="2800" b="0" i="0" u="none" strike="noStrike" cap="none" normalizeH="0" baseline="0">
                          <a:ln>
                            <a:noFill/>
                          </a:ln>
                          <a:solidFill>
                            <a:schemeClr val="tx1"/>
                          </a:solidFill>
                          <a:effectLst/>
                          <a:latin typeface="Times New Roman" pitchFamily="18" charset="0"/>
                          <a:ea typeface="黑体" pitchFamily="2" charset="-122"/>
                        </a:rPr>
                        <a:t>输    入 </a:t>
                      </a:r>
                    </a:p>
                  </a:txBody>
                  <a:tcPr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28575"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a:txBody>
                    <a:body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itchFamily="2" charset="2"/>
                        <a:buNone/>
                        <a:tabLst/>
                      </a:pPr>
                      <a:r>
                        <a:rPr kumimoji="0" lang="zh-CN" altLang="en-US" sz="2800" b="0" i="0" u="none" strike="noStrike" cap="none" normalizeH="0" baseline="0">
                          <a:ln>
                            <a:noFill/>
                          </a:ln>
                          <a:solidFill>
                            <a:schemeClr val="tx1"/>
                          </a:solidFill>
                          <a:effectLst/>
                          <a:latin typeface="Times New Roman" pitchFamily="18" charset="0"/>
                          <a:ea typeface="黑体" pitchFamily="2" charset="-122"/>
                        </a:rPr>
                        <a:t>输    出 </a:t>
                      </a:r>
                    </a:p>
                  </a:txBody>
                  <a:tcPr horzOverflow="overflow">
                    <a:lnL w="12700" cap="flat" cmpd="sng" algn="ctr">
                      <a:solidFill>
                        <a:schemeClr val="tx1"/>
                      </a:solidFill>
                      <a:prstDash val="solid"/>
                      <a:round/>
                      <a:headEnd type="none" w="sm" len="sm"/>
                      <a:tailEnd type="none" w="sm" len="sm"/>
                    </a:lnL>
                    <a:lnR w="28575" cap="flat" cmpd="sng" algn="ctr">
                      <a:solidFill>
                        <a:schemeClr val="tx1"/>
                      </a:solidFill>
                      <a:prstDash val="solid"/>
                      <a:round/>
                      <a:headEnd type="none" w="sm" len="sm"/>
                      <a:tailEnd type="none" w="sm" len="sm"/>
                    </a:lnR>
                    <a:lnT w="28575"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extLst>
                  <a:ext uri="{0D108BD9-81ED-4DB2-BD59-A6C34878D82A}">
                    <a16:rowId xmlns:a16="http://schemas.microsoft.com/office/drawing/2014/main" val="10000"/>
                  </a:ext>
                </a:extLst>
              </a:tr>
              <a:tr h="519113">
                <a:tc>
                  <a:txBody>
                    <a:bodyPr/>
                    <a:lstStyle/>
                    <a:p>
                      <a:pPr marL="0" marR="0" lvl="0" indent="0" algn="l" defTabSz="914400" rtl="0" eaLnBrk="1" fontAlgn="base" latinLnBrk="0" hangingPunct="1">
                        <a:lnSpc>
                          <a:spcPct val="100000"/>
                        </a:lnSpc>
                        <a:spcBef>
                          <a:spcPct val="20000"/>
                        </a:spcBef>
                        <a:spcAft>
                          <a:spcPct val="0"/>
                        </a:spcAft>
                        <a:buClr>
                          <a:schemeClr val="folHlink"/>
                        </a:buClr>
                        <a:buSzPct val="60000"/>
                        <a:buFont typeface="Wingdings" pitchFamily="2" charset="2"/>
                        <a:buNone/>
                        <a:tabLst/>
                      </a:pPr>
                      <a:r>
                        <a:rPr kumimoji="0" lang="en-US" altLang="zh-CN" sz="2800" b="1" i="0" u="none" strike="noStrike" cap="none" normalizeH="0" baseline="0">
                          <a:ln>
                            <a:noFill/>
                          </a:ln>
                          <a:solidFill>
                            <a:schemeClr val="tx1"/>
                          </a:solidFill>
                          <a:effectLst/>
                          <a:latin typeface="Times New Roman" pitchFamily="18" charset="0"/>
                          <a:ea typeface="黑体" pitchFamily="2" charset="-122"/>
                        </a:rPr>
                        <a:t>$</a:t>
                      </a:r>
                      <a:r>
                        <a:rPr kumimoji="0" lang="en-US" altLang="zh-CN" sz="2800" b="1" i="1" u="none" strike="noStrike" cap="none" normalizeH="0" baseline="0">
                          <a:ln>
                            <a:noFill/>
                          </a:ln>
                          <a:solidFill>
                            <a:schemeClr val="tx1"/>
                          </a:solidFill>
                          <a:effectLst/>
                          <a:latin typeface="Times New Roman" pitchFamily="18" charset="0"/>
                          <a:ea typeface="黑体" pitchFamily="2" charset="-122"/>
                        </a:rPr>
                        <a:t>E </a:t>
                      </a:r>
                      <a:r>
                        <a:rPr kumimoji="0" lang="en-US" altLang="zh-CN" sz="2800" b="1" i="0" u="none" strike="noStrike" cap="none" normalizeH="0" baseline="0">
                          <a:ln>
                            <a:noFill/>
                          </a:ln>
                          <a:solidFill>
                            <a:schemeClr val="tx1"/>
                          </a:solidFill>
                          <a:effectLst/>
                          <a:latin typeface="Times New Roman" pitchFamily="18" charset="0"/>
                          <a:ea typeface="黑体" pitchFamily="2" charset="-122"/>
                          <a:sym typeface="Symbol" pitchFamily="18" charset="2"/>
                        </a:rPr>
                        <a:t></a:t>
                      </a:r>
                      <a:r>
                        <a:rPr kumimoji="0" lang="en-US" altLang="zh-CN" sz="2800" b="1" i="1" u="none" strike="noStrike" cap="none" normalizeH="0" baseline="0">
                          <a:ln>
                            <a:noFill/>
                          </a:ln>
                          <a:solidFill>
                            <a:schemeClr val="tx1"/>
                          </a:solidFill>
                          <a:effectLst/>
                          <a:latin typeface="Times New Roman" pitchFamily="18" charset="0"/>
                          <a:ea typeface="黑体" pitchFamily="2" charset="-122"/>
                        </a:rPr>
                        <a:t>T </a:t>
                      </a:r>
                      <a:r>
                        <a:rPr kumimoji="0" lang="en-US" altLang="zh-CN" sz="2800" b="1" i="0" u="none" strike="noStrike" cap="none" normalizeH="0" baseline="0">
                          <a:ln>
                            <a:noFill/>
                          </a:ln>
                          <a:solidFill>
                            <a:schemeClr val="tx1"/>
                          </a:solidFill>
                          <a:effectLst/>
                          <a:latin typeface="Times New Roman" pitchFamily="18" charset="0"/>
                          <a:ea typeface="黑体" pitchFamily="2" charset="-122"/>
                          <a:sym typeface="Symbol" pitchFamily="18" charset="2"/>
                        </a:rPr>
                        <a:t></a:t>
                      </a:r>
                      <a:r>
                        <a:rPr kumimoji="0" lang="en-US" altLang="zh-CN" sz="2800" b="1" i="0" u="none" strike="noStrike" cap="none" normalizeH="0" baseline="0">
                          <a:ln>
                            <a:noFill/>
                          </a:ln>
                          <a:solidFill>
                            <a:schemeClr val="tx1"/>
                          </a:solidFill>
                          <a:effectLst/>
                          <a:latin typeface="Times New Roman" pitchFamily="18" charset="0"/>
                          <a:ea typeface="黑体" pitchFamily="2" charset="-122"/>
                        </a:rPr>
                        <a:t> id</a:t>
                      </a:r>
                      <a:r>
                        <a:rPr kumimoji="0" lang="en-US" altLang="zh-CN" sz="2800" b="0" i="0" u="none" strike="noStrike" cap="none" normalizeH="0" baseline="0">
                          <a:ln>
                            <a:noFill/>
                          </a:ln>
                          <a:solidFill>
                            <a:schemeClr val="tx1"/>
                          </a:solidFill>
                          <a:effectLst/>
                          <a:latin typeface="Times New Roman" pitchFamily="18" charset="0"/>
                          <a:ea typeface="黑体" pitchFamily="2" charset="-122"/>
                        </a:rPr>
                        <a:t> </a:t>
                      </a:r>
                    </a:p>
                  </a:txBody>
                  <a:tcPr horzOverflow="overflow">
                    <a:lnL w="28575"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
                          <a:schemeClr val="folHlink"/>
                        </a:buClr>
                        <a:buSzPct val="60000"/>
                        <a:buFont typeface="Wingdings" pitchFamily="2" charset="2"/>
                        <a:buNone/>
                        <a:tabLst/>
                      </a:pPr>
                      <a:r>
                        <a:rPr kumimoji="0" lang="en-US" altLang="zh-CN" sz="2800" b="1" i="0" u="none" strike="noStrike" cap="none" normalizeH="0" baseline="0">
                          <a:ln>
                            <a:noFill/>
                          </a:ln>
                          <a:solidFill>
                            <a:schemeClr val="tx1"/>
                          </a:solidFill>
                          <a:effectLst/>
                          <a:latin typeface="Times New Roman" pitchFamily="18" charset="0"/>
                          <a:ea typeface="黑体" pitchFamily="2" charset="-122"/>
                        </a:rPr>
                        <a:t>       id + id$</a:t>
                      </a:r>
                      <a:r>
                        <a:rPr kumimoji="0" lang="en-US" altLang="zh-CN" sz="2800" b="0" i="0" u="none" strike="noStrike" cap="none" normalizeH="0" baseline="0">
                          <a:ln>
                            <a:noFill/>
                          </a:ln>
                          <a:solidFill>
                            <a:schemeClr val="tx1"/>
                          </a:solidFill>
                          <a:effectLst/>
                          <a:latin typeface="Times New Roman" pitchFamily="18" charset="0"/>
                          <a:ea typeface="黑体" pitchFamily="2" charset="-122"/>
                        </a:rPr>
                        <a:t>  </a:t>
                      </a:r>
                    </a:p>
                  </a:txBody>
                  <a:tcPr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
                          <a:schemeClr val="folHlink"/>
                        </a:buClr>
                        <a:buSzPct val="60000"/>
                        <a:buFont typeface="Wingdings" pitchFamily="2" charset="2"/>
                        <a:buNone/>
                        <a:tabLst/>
                      </a:pPr>
                      <a:r>
                        <a:rPr kumimoji="0" lang="en-US" altLang="zh-CN" sz="2800" b="1" i="1" u="none" strike="noStrike" cap="none" normalizeH="0" baseline="0">
                          <a:ln>
                            <a:noFill/>
                          </a:ln>
                          <a:solidFill>
                            <a:schemeClr val="tx1"/>
                          </a:solidFill>
                          <a:effectLst/>
                          <a:latin typeface="Times New Roman" pitchFamily="18" charset="0"/>
                          <a:ea typeface="黑体" pitchFamily="2" charset="-122"/>
                        </a:rPr>
                        <a:t>F</a:t>
                      </a:r>
                      <a:r>
                        <a:rPr kumimoji="0" lang="en-US" altLang="zh-CN" sz="2800" b="1" i="0" u="none" strike="noStrike" cap="none" normalizeH="0" baseline="0">
                          <a:ln>
                            <a:noFill/>
                          </a:ln>
                          <a:solidFill>
                            <a:schemeClr val="tx1"/>
                          </a:solidFill>
                          <a:effectLst/>
                          <a:latin typeface="Times New Roman" pitchFamily="18" charset="0"/>
                          <a:ea typeface="黑体" pitchFamily="2" charset="-122"/>
                        </a:rPr>
                        <a:t> </a:t>
                      </a:r>
                      <a:r>
                        <a:rPr kumimoji="0" lang="en-US" altLang="zh-CN" sz="2800" b="1" i="0" u="none" strike="noStrike" cap="none" normalizeH="0" baseline="0">
                          <a:ln>
                            <a:noFill/>
                          </a:ln>
                          <a:solidFill>
                            <a:schemeClr val="tx1"/>
                          </a:solidFill>
                          <a:effectLst/>
                          <a:latin typeface="Times New Roman" pitchFamily="18" charset="0"/>
                          <a:ea typeface="黑体" pitchFamily="2" charset="-122"/>
                          <a:sym typeface="Symbol" pitchFamily="18" charset="2"/>
                        </a:rPr>
                        <a:t></a:t>
                      </a:r>
                      <a:r>
                        <a:rPr kumimoji="0" lang="en-US" altLang="zh-CN" sz="2800" b="1" i="0" u="none" strike="noStrike" cap="none" normalizeH="0" baseline="0">
                          <a:ln>
                            <a:noFill/>
                          </a:ln>
                          <a:solidFill>
                            <a:schemeClr val="tx1"/>
                          </a:solidFill>
                          <a:effectLst/>
                          <a:latin typeface="Times New Roman" pitchFamily="18" charset="0"/>
                          <a:ea typeface="黑体" pitchFamily="2" charset="-122"/>
                        </a:rPr>
                        <a:t> id</a:t>
                      </a:r>
                      <a:r>
                        <a:rPr kumimoji="0" lang="en-US" altLang="zh-CN" sz="2800" b="0" i="0" u="none" strike="noStrike" cap="none" normalizeH="0" baseline="0">
                          <a:ln>
                            <a:noFill/>
                          </a:ln>
                          <a:solidFill>
                            <a:schemeClr val="tx1"/>
                          </a:solidFill>
                          <a:effectLst/>
                          <a:latin typeface="Times New Roman" pitchFamily="18" charset="0"/>
                          <a:ea typeface="黑体" pitchFamily="2" charset="-122"/>
                        </a:rPr>
                        <a:t> </a:t>
                      </a:r>
                    </a:p>
                  </a:txBody>
                  <a:tcPr horzOverflow="overflow">
                    <a:lnL w="12700" cap="flat" cmpd="sng" algn="ctr">
                      <a:solidFill>
                        <a:schemeClr val="tx1"/>
                      </a:solidFill>
                      <a:prstDash val="solid"/>
                      <a:round/>
                      <a:headEnd type="none" w="sm" len="sm"/>
                      <a:tailEnd type="none" w="sm" len="sm"/>
                    </a:lnL>
                    <a:lnR w="28575"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1"/>
                  </a:ext>
                </a:extLst>
              </a:tr>
              <a:tr h="518160">
                <a:tc>
                  <a:txBody>
                    <a:bodyPr/>
                    <a:lstStyle/>
                    <a:p>
                      <a:pPr marL="0" marR="0" lvl="0" indent="0" algn="l" defTabSz="914400" rtl="0" eaLnBrk="1" fontAlgn="base" latinLnBrk="0" hangingPunct="1">
                        <a:lnSpc>
                          <a:spcPct val="100000"/>
                        </a:lnSpc>
                        <a:spcBef>
                          <a:spcPct val="20000"/>
                        </a:spcBef>
                        <a:spcAft>
                          <a:spcPct val="0"/>
                        </a:spcAft>
                        <a:buClr>
                          <a:schemeClr val="folHlink"/>
                        </a:buClr>
                        <a:buSzPct val="60000"/>
                        <a:buFont typeface="Wingdings" pitchFamily="2" charset="2"/>
                        <a:buNone/>
                        <a:tabLst/>
                      </a:pPr>
                      <a:r>
                        <a:rPr kumimoji="0" lang="en-US" altLang="zh-CN" sz="2800" b="1" i="0" u="none" strike="noStrike" cap="none" normalizeH="0" baseline="0">
                          <a:ln>
                            <a:noFill/>
                          </a:ln>
                          <a:solidFill>
                            <a:schemeClr val="tx1"/>
                          </a:solidFill>
                          <a:effectLst/>
                          <a:latin typeface="Times New Roman" pitchFamily="18" charset="0"/>
                          <a:ea typeface="黑体" pitchFamily="2" charset="-122"/>
                        </a:rPr>
                        <a:t>$</a:t>
                      </a:r>
                      <a:r>
                        <a:rPr kumimoji="0" lang="en-US" altLang="zh-CN" sz="2800" b="1" i="1" u="none" strike="noStrike" cap="none" normalizeH="0" baseline="0">
                          <a:ln>
                            <a:noFill/>
                          </a:ln>
                          <a:solidFill>
                            <a:schemeClr val="tx1"/>
                          </a:solidFill>
                          <a:effectLst/>
                          <a:latin typeface="Times New Roman" pitchFamily="18" charset="0"/>
                          <a:ea typeface="黑体" pitchFamily="2" charset="-122"/>
                        </a:rPr>
                        <a:t>E </a:t>
                      </a:r>
                      <a:r>
                        <a:rPr kumimoji="0" lang="en-US" altLang="zh-CN" sz="2800" b="1" i="0" u="none" strike="noStrike" cap="none" normalizeH="0" baseline="0">
                          <a:ln>
                            <a:noFill/>
                          </a:ln>
                          <a:solidFill>
                            <a:schemeClr val="tx1"/>
                          </a:solidFill>
                          <a:effectLst/>
                          <a:latin typeface="Times New Roman" pitchFamily="18" charset="0"/>
                          <a:ea typeface="黑体" pitchFamily="2" charset="-122"/>
                          <a:sym typeface="Symbol" pitchFamily="18" charset="2"/>
                        </a:rPr>
                        <a:t></a:t>
                      </a:r>
                      <a:r>
                        <a:rPr kumimoji="0" lang="en-US" altLang="zh-CN" sz="2800" b="1" i="1" u="none" strike="noStrike" cap="none" normalizeH="0" baseline="0">
                          <a:ln>
                            <a:noFill/>
                          </a:ln>
                          <a:solidFill>
                            <a:schemeClr val="tx1"/>
                          </a:solidFill>
                          <a:effectLst/>
                          <a:latin typeface="Times New Roman" pitchFamily="18" charset="0"/>
                          <a:ea typeface="黑体" pitchFamily="2" charset="-122"/>
                        </a:rPr>
                        <a:t>T </a:t>
                      </a:r>
                      <a:r>
                        <a:rPr kumimoji="0" lang="en-US" altLang="zh-CN" sz="2800" b="1" i="0" u="none" strike="noStrike" cap="none" normalizeH="0" baseline="0">
                          <a:ln>
                            <a:noFill/>
                          </a:ln>
                          <a:solidFill>
                            <a:schemeClr val="tx1"/>
                          </a:solidFill>
                          <a:effectLst/>
                          <a:latin typeface="Times New Roman" pitchFamily="18" charset="0"/>
                          <a:ea typeface="黑体" pitchFamily="2" charset="-122"/>
                          <a:sym typeface="Symbol" pitchFamily="18" charset="2"/>
                        </a:rPr>
                        <a:t></a:t>
                      </a:r>
                    </a:p>
                  </a:txBody>
                  <a:tcPr horzOverflow="overflow">
                    <a:lnL w="28575"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
                          <a:schemeClr val="folHlink"/>
                        </a:buClr>
                        <a:buSzPct val="60000"/>
                        <a:buFont typeface="Wingdings" pitchFamily="2" charset="2"/>
                        <a:buNone/>
                        <a:tabLst/>
                      </a:pPr>
                      <a:r>
                        <a:rPr kumimoji="0" lang="en-US" altLang="zh-CN" sz="2800" b="1" i="0" u="none" strike="noStrike" cap="none" normalizeH="0" baseline="0">
                          <a:ln>
                            <a:noFill/>
                          </a:ln>
                          <a:solidFill>
                            <a:schemeClr val="tx1"/>
                          </a:solidFill>
                          <a:effectLst/>
                          <a:latin typeface="Times New Roman" pitchFamily="18" charset="0"/>
                          <a:ea typeface="黑体" pitchFamily="2" charset="-122"/>
                        </a:rPr>
                        <a:t>           + id$</a:t>
                      </a:r>
                    </a:p>
                  </a:txBody>
                  <a:tcPr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
                          <a:schemeClr val="folHlink"/>
                        </a:buClr>
                        <a:buSzPct val="60000"/>
                        <a:buFont typeface="Wingdings" pitchFamily="2" charset="2"/>
                        <a:buNone/>
                        <a:tabLst/>
                      </a:pPr>
                      <a:endParaRPr kumimoji="0" lang="zh-CN" altLang="zh-CN" sz="2800" b="1" i="0" u="none" strike="noStrike" cap="none" normalizeH="0" baseline="0">
                        <a:ln>
                          <a:noFill/>
                        </a:ln>
                        <a:solidFill>
                          <a:schemeClr val="tx1"/>
                        </a:solidFill>
                        <a:effectLst/>
                        <a:latin typeface="Times New Roman" pitchFamily="18" charset="0"/>
                        <a:ea typeface="黑体" pitchFamily="2" charset="-122"/>
                      </a:endParaRPr>
                    </a:p>
                  </a:txBody>
                  <a:tcPr horzOverflow="overflow">
                    <a:lnL w="12700" cap="flat" cmpd="sng" algn="ctr">
                      <a:solidFill>
                        <a:schemeClr val="tx1"/>
                      </a:solidFill>
                      <a:prstDash val="solid"/>
                      <a:round/>
                      <a:headEnd type="none" w="sm" len="sm"/>
                      <a:tailEnd type="none" w="sm" len="sm"/>
                    </a:lnL>
                    <a:lnR w="28575" cap="flat" cmpd="sng" algn="ctr">
                      <a:solidFill>
                        <a:schemeClr val="tx1"/>
                      </a:solidFill>
                      <a:prstDash val="solid"/>
                      <a:round/>
                      <a:headEnd type="none" w="sm" len="sm"/>
                      <a:tailEnd type="none" w="sm" len="sm"/>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2"/>
                  </a:ext>
                </a:extLst>
              </a:tr>
              <a:tr h="519113">
                <a:tc>
                  <a:txBody>
                    <a:bodyPr/>
                    <a:lstStyle/>
                    <a:p>
                      <a:pPr marL="0" marR="0" lvl="0" indent="0" algn="l" defTabSz="914400" rtl="0" eaLnBrk="1" fontAlgn="base" latinLnBrk="0" hangingPunct="1">
                        <a:lnSpc>
                          <a:spcPct val="100000"/>
                        </a:lnSpc>
                        <a:spcBef>
                          <a:spcPct val="20000"/>
                        </a:spcBef>
                        <a:spcAft>
                          <a:spcPct val="0"/>
                        </a:spcAft>
                        <a:buClr>
                          <a:schemeClr val="folHlink"/>
                        </a:buClr>
                        <a:buSzPct val="60000"/>
                        <a:buFont typeface="Wingdings" pitchFamily="2" charset="2"/>
                        <a:buNone/>
                        <a:tabLst/>
                      </a:pPr>
                      <a:r>
                        <a:rPr kumimoji="0" lang="en-US" altLang="zh-CN" sz="2800" b="1" i="0" u="none" strike="noStrike" cap="none" normalizeH="0" baseline="0">
                          <a:ln>
                            <a:noFill/>
                          </a:ln>
                          <a:solidFill>
                            <a:schemeClr val="tx1"/>
                          </a:solidFill>
                          <a:effectLst/>
                          <a:latin typeface="Times New Roman" pitchFamily="18" charset="0"/>
                          <a:ea typeface="黑体" pitchFamily="2" charset="-122"/>
                        </a:rPr>
                        <a:t>$</a:t>
                      </a:r>
                      <a:r>
                        <a:rPr kumimoji="0" lang="en-US" altLang="zh-CN" sz="2800" b="1" i="1" u="none" strike="noStrike" cap="none" normalizeH="0" baseline="0">
                          <a:ln>
                            <a:noFill/>
                          </a:ln>
                          <a:solidFill>
                            <a:schemeClr val="tx1"/>
                          </a:solidFill>
                          <a:effectLst/>
                          <a:latin typeface="Times New Roman" pitchFamily="18" charset="0"/>
                          <a:ea typeface="黑体" pitchFamily="2" charset="-122"/>
                        </a:rPr>
                        <a:t>E </a:t>
                      </a:r>
                      <a:r>
                        <a:rPr kumimoji="0" lang="en-US" altLang="zh-CN" sz="2800" b="1" i="0" u="none" strike="noStrike" cap="none" normalizeH="0" baseline="0">
                          <a:ln>
                            <a:noFill/>
                          </a:ln>
                          <a:solidFill>
                            <a:schemeClr val="tx1"/>
                          </a:solidFill>
                          <a:effectLst/>
                          <a:latin typeface="Times New Roman" pitchFamily="18" charset="0"/>
                          <a:ea typeface="黑体" pitchFamily="2" charset="-122"/>
                          <a:sym typeface="Symbol" pitchFamily="18" charset="2"/>
                        </a:rPr>
                        <a:t></a:t>
                      </a:r>
                    </a:p>
                  </a:txBody>
                  <a:tcPr horzOverflow="overflow">
                    <a:lnL w="28575"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
                          <a:schemeClr val="folHlink"/>
                        </a:buClr>
                        <a:buSzPct val="60000"/>
                        <a:buFont typeface="Wingdings" pitchFamily="2" charset="2"/>
                        <a:buNone/>
                        <a:tabLst/>
                      </a:pPr>
                      <a:r>
                        <a:rPr kumimoji="0" lang="en-US" altLang="zh-CN" sz="2800" b="1" i="0" u="none" strike="noStrike" cap="none" normalizeH="0" baseline="0">
                          <a:ln>
                            <a:noFill/>
                          </a:ln>
                          <a:solidFill>
                            <a:schemeClr val="tx1"/>
                          </a:solidFill>
                          <a:effectLst/>
                          <a:latin typeface="Times New Roman" pitchFamily="18" charset="0"/>
                          <a:ea typeface="黑体" pitchFamily="2" charset="-122"/>
                        </a:rPr>
                        <a:t>           + id$</a:t>
                      </a:r>
                    </a:p>
                  </a:txBody>
                  <a:tcPr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
                          <a:schemeClr val="folHlink"/>
                        </a:buClr>
                        <a:buSzPct val="60000"/>
                        <a:buFont typeface="Wingdings" pitchFamily="2" charset="2"/>
                        <a:buNone/>
                        <a:tabLst/>
                      </a:pPr>
                      <a:r>
                        <a:rPr kumimoji="0" lang="en-US" altLang="zh-CN" sz="2800" b="1" i="1" u="none" strike="noStrike" cap="none" normalizeH="0" baseline="0">
                          <a:ln>
                            <a:noFill/>
                          </a:ln>
                          <a:solidFill>
                            <a:schemeClr val="tx1"/>
                          </a:solidFill>
                          <a:effectLst/>
                          <a:latin typeface="Times New Roman" pitchFamily="18" charset="0"/>
                          <a:ea typeface="黑体" pitchFamily="2" charset="-122"/>
                        </a:rPr>
                        <a:t>T </a:t>
                      </a:r>
                      <a:r>
                        <a:rPr kumimoji="0" lang="en-US" altLang="zh-CN" sz="2800" b="1" i="0" u="none" strike="noStrike" cap="none" normalizeH="0" baseline="0">
                          <a:ln>
                            <a:noFill/>
                          </a:ln>
                          <a:solidFill>
                            <a:schemeClr val="tx1"/>
                          </a:solidFill>
                          <a:effectLst/>
                          <a:latin typeface="Times New Roman" pitchFamily="18" charset="0"/>
                          <a:ea typeface="黑体" pitchFamily="2" charset="-122"/>
                          <a:sym typeface="Symbol" pitchFamily="18" charset="2"/>
                        </a:rPr>
                        <a:t> </a:t>
                      </a:r>
                    </a:p>
                  </a:txBody>
                  <a:tcPr horzOverflow="overflow">
                    <a:lnL w="12700" cap="flat" cmpd="sng" algn="ctr">
                      <a:solidFill>
                        <a:schemeClr val="tx1"/>
                      </a:solidFill>
                      <a:prstDash val="solid"/>
                      <a:round/>
                      <a:headEnd type="none" w="sm" len="sm"/>
                      <a:tailEnd type="none" w="sm" len="sm"/>
                    </a:lnL>
                    <a:lnR w="28575" cap="flat" cmpd="sng" algn="ctr">
                      <a:solidFill>
                        <a:schemeClr val="tx1"/>
                      </a:solidFill>
                      <a:prstDash val="solid"/>
                      <a:round/>
                      <a:headEnd type="none" w="sm" len="sm"/>
                      <a:tailEnd type="none" w="sm" len="sm"/>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3"/>
                  </a:ext>
                </a:extLst>
              </a:tr>
              <a:tr h="518160">
                <a:tc>
                  <a:txBody>
                    <a:bodyPr/>
                    <a:lstStyle/>
                    <a:p>
                      <a:pPr marL="0" marR="0" lvl="0" indent="0" algn="l" defTabSz="914400" rtl="0" eaLnBrk="1" fontAlgn="base" latinLnBrk="0" hangingPunct="1">
                        <a:lnSpc>
                          <a:spcPct val="100000"/>
                        </a:lnSpc>
                        <a:spcBef>
                          <a:spcPct val="20000"/>
                        </a:spcBef>
                        <a:spcAft>
                          <a:spcPct val="0"/>
                        </a:spcAft>
                        <a:buClr>
                          <a:schemeClr val="folHlink"/>
                        </a:buClr>
                        <a:buSzPct val="60000"/>
                        <a:buFont typeface="Wingdings" pitchFamily="2" charset="2"/>
                        <a:buNone/>
                        <a:tabLst/>
                      </a:pPr>
                      <a:r>
                        <a:rPr kumimoji="0" lang="en-US" altLang="zh-CN" sz="2800" b="1" i="0" u="none" strike="noStrike" cap="none" normalizeH="0" baseline="0">
                          <a:ln>
                            <a:noFill/>
                          </a:ln>
                          <a:solidFill>
                            <a:schemeClr val="tx1"/>
                          </a:solidFill>
                          <a:effectLst/>
                          <a:latin typeface="Times New Roman" pitchFamily="18" charset="0"/>
                          <a:ea typeface="黑体" pitchFamily="2" charset="-122"/>
                        </a:rPr>
                        <a:t>$</a:t>
                      </a:r>
                      <a:r>
                        <a:rPr kumimoji="0" lang="en-US" altLang="zh-CN" sz="2800" b="1" i="1" u="none" strike="noStrike" cap="none" normalizeH="0" baseline="0">
                          <a:ln>
                            <a:noFill/>
                          </a:ln>
                          <a:solidFill>
                            <a:schemeClr val="tx1"/>
                          </a:solidFill>
                          <a:effectLst/>
                          <a:latin typeface="Times New Roman" pitchFamily="18" charset="0"/>
                          <a:ea typeface="黑体" pitchFamily="2" charset="-122"/>
                        </a:rPr>
                        <a:t>E </a:t>
                      </a:r>
                      <a:r>
                        <a:rPr kumimoji="0" lang="en-US" altLang="zh-CN" sz="2800" b="1" i="0" u="none" strike="noStrike" cap="none" normalizeH="0" baseline="0">
                          <a:ln>
                            <a:noFill/>
                          </a:ln>
                          <a:solidFill>
                            <a:schemeClr val="tx1"/>
                          </a:solidFill>
                          <a:effectLst/>
                          <a:latin typeface="Times New Roman" pitchFamily="18" charset="0"/>
                          <a:ea typeface="黑体" pitchFamily="2" charset="-122"/>
                          <a:sym typeface="Symbol" pitchFamily="18" charset="2"/>
                        </a:rPr>
                        <a:t></a:t>
                      </a:r>
                      <a:r>
                        <a:rPr kumimoji="0" lang="en-US" altLang="zh-CN" sz="2800" b="1" i="1" u="none" strike="noStrike" cap="none" normalizeH="0" baseline="0">
                          <a:ln>
                            <a:noFill/>
                          </a:ln>
                          <a:solidFill>
                            <a:schemeClr val="tx1"/>
                          </a:solidFill>
                          <a:effectLst/>
                          <a:latin typeface="Times New Roman" pitchFamily="18" charset="0"/>
                          <a:ea typeface="黑体" pitchFamily="2" charset="-122"/>
                        </a:rPr>
                        <a:t>T</a:t>
                      </a:r>
                      <a:r>
                        <a:rPr kumimoji="0" lang="en-US" altLang="zh-CN" sz="2800" b="1" i="0" u="none" strike="noStrike" cap="none" normalizeH="0" baseline="0">
                          <a:ln>
                            <a:noFill/>
                          </a:ln>
                          <a:solidFill>
                            <a:schemeClr val="tx1"/>
                          </a:solidFill>
                          <a:effectLst/>
                          <a:latin typeface="Times New Roman" pitchFamily="18" charset="0"/>
                          <a:ea typeface="黑体" pitchFamily="2" charset="-122"/>
                        </a:rPr>
                        <a:t>+</a:t>
                      </a:r>
                    </a:p>
                  </a:txBody>
                  <a:tcPr horzOverflow="overflow">
                    <a:lnL w="28575"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
                          <a:schemeClr val="folHlink"/>
                        </a:buClr>
                        <a:buSzPct val="60000"/>
                        <a:buFont typeface="Wingdings" pitchFamily="2" charset="2"/>
                        <a:buNone/>
                        <a:tabLst/>
                      </a:pPr>
                      <a:r>
                        <a:rPr kumimoji="0" lang="en-US" altLang="zh-CN" sz="2800" b="1" i="0" u="none" strike="noStrike" cap="none" normalizeH="0" baseline="0">
                          <a:ln>
                            <a:noFill/>
                          </a:ln>
                          <a:solidFill>
                            <a:schemeClr val="tx1"/>
                          </a:solidFill>
                          <a:effectLst/>
                          <a:latin typeface="Times New Roman" pitchFamily="18" charset="0"/>
                          <a:ea typeface="黑体" pitchFamily="2" charset="-122"/>
                        </a:rPr>
                        <a:t>           + id$</a:t>
                      </a:r>
                    </a:p>
                  </a:txBody>
                  <a:tcPr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
                          <a:schemeClr val="folHlink"/>
                        </a:buClr>
                        <a:buSzPct val="60000"/>
                        <a:buFont typeface="Wingdings" pitchFamily="2" charset="2"/>
                        <a:buNone/>
                        <a:tabLst/>
                      </a:pPr>
                      <a:r>
                        <a:rPr kumimoji="0" lang="en-US" altLang="zh-CN" sz="2800" b="1" i="1" u="none" strike="noStrike" cap="none" normalizeH="0" baseline="0">
                          <a:ln>
                            <a:noFill/>
                          </a:ln>
                          <a:solidFill>
                            <a:schemeClr val="tx1"/>
                          </a:solidFill>
                          <a:effectLst/>
                          <a:latin typeface="Times New Roman" pitchFamily="18" charset="0"/>
                          <a:ea typeface="黑体" pitchFamily="2" charset="-122"/>
                          <a:sym typeface="Symbol" pitchFamily="18" charset="2"/>
                        </a:rPr>
                        <a:t>E</a:t>
                      </a:r>
                      <a:r>
                        <a:rPr kumimoji="0" lang="en-US" altLang="zh-CN" sz="2800" b="1" i="1" u="none" strike="noStrike" cap="none" normalizeH="0" baseline="0">
                          <a:ln>
                            <a:noFill/>
                          </a:ln>
                          <a:solidFill>
                            <a:schemeClr val="tx1"/>
                          </a:solidFill>
                          <a:effectLst/>
                          <a:latin typeface="Times New Roman" pitchFamily="18" charset="0"/>
                          <a:ea typeface="黑体" pitchFamily="2" charset="-122"/>
                        </a:rPr>
                        <a:t> </a:t>
                      </a:r>
                      <a:r>
                        <a:rPr kumimoji="0" lang="en-US" altLang="zh-CN" sz="2800" b="1" i="0" u="none" strike="noStrike" cap="none" normalizeH="0" baseline="0">
                          <a:ln>
                            <a:noFill/>
                          </a:ln>
                          <a:solidFill>
                            <a:schemeClr val="tx1"/>
                          </a:solidFill>
                          <a:effectLst/>
                          <a:latin typeface="Times New Roman" pitchFamily="18" charset="0"/>
                          <a:ea typeface="黑体" pitchFamily="2" charset="-122"/>
                          <a:sym typeface="Symbol" pitchFamily="18" charset="2"/>
                        </a:rPr>
                        <a:t> +</a:t>
                      </a:r>
                      <a:r>
                        <a:rPr kumimoji="0" lang="en-US" altLang="zh-CN" sz="2800" b="1" i="1" u="none" strike="noStrike" cap="none" normalizeH="0" baseline="0">
                          <a:ln>
                            <a:noFill/>
                          </a:ln>
                          <a:solidFill>
                            <a:schemeClr val="tx1"/>
                          </a:solidFill>
                          <a:effectLst/>
                          <a:latin typeface="Times New Roman" pitchFamily="18" charset="0"/>
                          <a:ea typeface="黑体" pitchFamily="2" charset="-122"/>
                          <a:sym typeface="Symbol" pitchFamily="18" charset="2"/>
                        </a:rPr>
                        <a:t>TE</a:t>
                      </a:r>
                      <a:r>
                        <a:rPr kumimoji="0" lang="en-US" altLang="zh-CN" sz="2800" b="1" i="1" u="none" strike="noStrike" cap="none" normalizeH="0" baseline="0">
                          <a:ln>
                            <a:noFill/>
                          </a:ln>
                          <a:solidFill>
                            <a:schemeClr val="tx1"/>
                          </a:solidFill>
                          <a:effectLst/>
                          <a:latin typeface="Times New Roman" pitchFamily="18" charset="0"/>
                          <a:ea typeface="黑体" pitchFamily="2" charset="-122"/>
                        </a:rPr>
                        <a:t> </a:t>
                      </a:r>
                      <a:r>
                        <a:rPr kumimoji="0" lang="en-US" altLang="zh-CN" sz="2800" b="1" i="0" u="none" strike="noStrike" cap="none" normalizeH="0" baseline="0">
                          <a:ln>
                            <a:noFill/>
                          </a:ln>
                          <a:solidFill>
                            <a:schemeClr val="tx1"/>
                          </a:solidFill>
                          <a:effectLst/>
                          <a:latin typeface="Times New Roman" pitchFamily="18" charset="0"/>
                          <a:ea typeface="黑体" pitchFamily="2" charset="-122"/>
                          <a:sym typeface="Symbol" pitchFamily="18" charset="2"/>
                        </a:rPr>
                        <a:t></a:t>
                      </a:r>
                    </a:p>
                  </a:txBody>
                  <a:tcPr horzOverflow="overflow">
                    <a:lnL w="12700" cap="flat" cmpd="sng" algn="ctr">
                      <a:solidFill>
                        <a:schemeClr val="tx1"/>
                      </a:solidFill>
                      <a:prstDash val="solid"/>
                      <a:round/>
                      <a:headEnd type="none" w="sm" len="sm"/>
                      <a:tailEnd type="none" w="sm" len="sm"/>
                    </a:lnL>
                    <a:lnR w="28575" cap="flat" cmpd="sng" algn="ctr">
                      <a:solidFill>
                        <a:schemeClr val="tx1"/>
                      </a:solidFill>
                      <a:prstDash val="solid"/>
                      <a:round/>
                      <a:headEnd type="none" w="sm" len="sm"/>
                      <a:tailEnd type="none" w="sm" len="sm"/>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4"/>
                  </a:ext>
                </a:extLst>
              </a:tr>
              <a:tr h="518160">
                <a:tc>
                  <a:txBody>
                    <a:bodyPr/>
                    <a:lstStyle/>
                    <a:p>
                      <a:pPr marL="0" marR="0" lvl="0" indent="0" algn="l" defTabSz="914400" rtl="0" eaLnBrk="1" fontAlgn="base" latinLnBrk="0" hangingPunct="1">
                        <a:lnSpc>
                          <a:spcPct val="100000"/>
                        </a:lnSpc>
                        <a:spcBef>
                          <a:spcPct val="20000"/>
                        </a:spcBef>
                        <a:spcAft>
                          <a:spcPct val="0"/>
                        </a:spcAft>
                        <a:buClr>
                          <a:schemeClr val="folHlink"/>
                        </a:buClr>
                        <a:buSzPct val="60000"/>
                        <a:buFont typeface="Wingdings" pitchFamily="2" charset="2"/>
                        <a:buNone/>
                        <a:tabLst/>
                      </a:pPr>
                      <a:r>
                        <a:rPr kumimoji="0" lang="en-US" altLang="zh-CN" sz="2800" b="1" i="0" u="none" strike="noStrike" cap="none" normalizeH="0" baseline="0">
                          <a:ln>
                            <a:noFill/>
                          </a:ln>
                          <a:solidFill>
                            <a:schemeClr val="tx1"/>
                          </a:solidFill>
                          <a:effectLst/>
                          <a:latin typeface="Times New Roman" pitchFamily="18" charset="0"/>
                          <a:ea typeface="黑体" pitchFamily="2" charset="-122"/>
                        </a:rPr>
                        <a:t>$</a:t>
                      </a:r>
                      <a:r>
                        <a:rPr kumimoji="0" lang="en-US" altLang="zh-CN" sz="2800" b="1" i="1" u="none" strike="noStrike" cap="none" normalizeH="0" baseline="0">
                          <a:ln>
                            <a:noFill/>
                          </a:ln>
                          <a:solidFill>
                            <a:schemeClr val="tx1"/>
                          </a:solidFill>
                          <a:effectLst/>
                          <a:latin typeface="Times New Roman" pitchFamily="18" charset="0"/>
                          <a:ea typeface="黑体" pitchFamily="2" charset="-122"/>
                        </a:rPr>
                        <a:t>E </a:t>
                      </a:r>
                      <a:r>
                        <a:rPr kumimoji="0" lang="en-US" altLang="zh-CN" sz="2800" b="1" i="0" u="none" strike="noStrike" cap="none" normalizeH="0" baseline="0">
                          <a:ln>
                            <a:noFill/>
                          </a:ln>
                          <a:solidFill>
                            <a:schemeClr val="tx1"/>
                          </a:solidFill>
                          <a:effectLst/>
                          <a:latin typeface="Times New Roman" pitchFamily="18" charset="0"/>
                          <a:ea typeface="黑体" pitchFamily="2" charset="-122"/>
                          <a:sym typeface="Symbol" pitchFamily="18" charset="2"/>
                        </a:rPr>
                        <a:t></a:t>
                      </a:r>
                      <a:r>
                        <a:rPr kumimoji="0" lang="en-US" altLang="zh-CN" sz="2800" b="1" i="1" u="none" strike="noStrike" cap="none" normalizeH="0" baseline="0">
                          <a:ln>
                            <a:noFill/>
                          </a:ln>
                          <a:solidFill>
                            <a:schemeClr val="tx1"/>
                          </a:solidFill>
                          <a:effectLst/>
                          <a:latin typeface="Times New Roman" pitchFamily="18" charset="0"/>
                          <a:ea typeface="黑体" pitchFamily="2" charset="-122"/>
                        </a:rPr>
                        <a:t>T</a:t>
                      </a:r>
                    </a:p>
                  </a:txBody>
                  <a:tcPr horzOverflow="overflow">
                    <a:lnL w="28575"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
                          <a:schemeClr val="folHlink"/>
                        </a:buClr>
                        <a:buSzPct val="60000"/>
                        <a:buFont typeface="Wingdings" pitchFamily="2" charset="2"/>
                        <a:buNone/>
                        <a:tabLst/>
                      </a:pPr>
                      <a:r>
                        <a:rPr kumimoji="0" lang="en-US" altLang="zh-CN" sz="2800" b="1" i="0" u="none" strike="noStrike" cap="none" normalizeH="0" baseline="0">
                          <a:ln>
                            <a:noFill/>
                          </a:ln>
                          <a:solidFill>
                            <a:schemeClr val="tx1"/>
                          </a:solidFill>
                          <a:effectLst/>
                          <a:latin typeface="Times New Roman" pitchFamily="18" charset="0"/>
                          <a:ea typeface="黑体" pitchFamily="2" charset="-122"/>
                        </a:rPr>
                        <a:t>              id$</a:t>
                      </a:r>
                    </a:p>
                  </a:txBody>
                  <a:tcPr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
                          <a:schemeClr val="folHlink"/>
                        </a:buClr>
                        <a:buSzPct val="60000"/>
                        <a:buFont typeface="Wingdings" pitchFamily="2" charset="2"/>
                        <a:buNone/>
                        <a:tabLst/>
                      </a:pPr>
                      <a:endParaRPr kumimoji="0" lang="zh-CN" altLang="zh-CN" sz="2800" b="1" i="0" u="none" strike="noStrike" cap="none" normalizeH="0" baseline="0">
                        <a:ln>
                          <a:noFill/>
                        </a:ln>
                        <a:solidFill>
                          <a:schemeClr val="tx1"/>
                        </a:solidFill>
                        <a:effectLst/>
                        <a:latin typeface="Times New Roman" pitchFamily="18" charset="0"/>
                        <a:ea typeface="黑体" pitchFamily="2" charset="-122"/>
                        <a:sym typeface="Symbol" pitchFamily="18" charset="2"/>
                      </a:endParaRPr>
                    </a:p>
                  </a:txBody>
                  <a:tcPr horzOverflow="overflow">
                    <a:lnL w="12700" cap="flat" cmpd="sng" algn="ctr">
                      <a:solidFill>
                        <a:schemeClr val="tx1"/>
                      </a:solidFill>
                      <a:prstDash val="solid"/>
                      <a:round/>
                      <a:headEnd type="none" w="sm" len="sm"/>
                      <a:tailEnd type="none" w="sm" len="sm"/>
                    </a:lnL>
                    <a:lnR w="28575" cap="flat" cmpd="sng" algn="ctr">
                      <a:solidFill>
                        <a:schemeClr val="tx1"/>
                      </a:solidFill>
                      <a:prstDash val="solid"/>
                      <a:round/>
                      <a:headEnd type="none" w="sm" len="sm"/>
                      <a:tailEnd type="none" w="sm" len="sm"/>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5"/>
                  </a:ext>
                </a:extLst>
              </a:tr>
              <a:tr h="519113">
                <a:tc>
                  <a:txBody>
                    <a:bodyPr/>
                    <a:lstStyle/>
                    <a:p>
                      <a:pPr marL="0" marR="0" lvl="0" indent="0" algn="l" defTabSz="914400" rtl="0" eaLnBrk="1" fontAlgn="base" latinLnBrk="0" hangingPunct="1">
                        <a:lnSpc>
                          <a:spcPct val="100000"/>
                        </a:lnSpc>
                        <a:spcBef>
                          <a:spcPct val="20000"/>
                        </a:spcBef>
                        <a:spcAft>
                          <a:spcPct val="0"/>
                        </a:spcAft>
                        <a:buClr>
                          <a:schemeClr val="folHlink"/>
                        </a:buClr>
                        <a:buSzPct val="60000"/>
                        <a:buFont typeface="Wingdings" pitchFamily="2" charset="2"/>
                        <a:buNone/>
                        <a:tabLst/>
                      </a:pPr>
                      <a:endParaRPr kumimoji="0" lang="zh-CN" altLang="zh-CN" sz="2800" b="1" i="1" u="none" strike="noStrike" cap="none" normalizeH="0" baseline="0">
                        <a:ln>
                          <a:noFill/>
                        </a:ln>
                        <a:solidFill>
                          <a:schemeClr val="tx1"/>
                        </a:solidFill>
                        <a:effectLst/>
                        <a:latin typeface="Tahoma" pitchFamily="34" charset="0"/>
                        <a:ea typeface="黑体" pitchFamily="2" charset="-122"/>
                      </a:endParaRPr>
                    </a:p>
                  </a:txBody>
                  <a:tcPr horzOverflow="overflow">
                    <a:lnL w="28575"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
                          <a:schemeClr val="folHlink"/>
                        </a:buClr>
                        <a:buSzPct val="60000"/>
                        <a:buFont typeface="Wingdings" pitchFamily="2" charset="2"/>
                        <a:buNone/>
                        <a:tabLst/>
                      </a:pPr>
                      <a:endParaRPr kumimoji="0" lang="zh-CN" altLang="zh-CN" sz="2800" b="1" i="0" u="none" strike="noStrike" cap="none" normalizeH="0" baseline="0">
                        <a:ln>
                          <a:noFill/>
                        </a:ln>
                        <a:solidFill>
                          <a:schemeClr val="tx1"/>
                        </a:solidFill>
                        <a:effectLst/>
                        <a:latin typeface="Tahoma" pitchFamily="34" charset="0"/>
                        <a:ea typeface="黑体" pitchFamily="2" charset="-122"/>
                      </a:endParaRPr>
                    </a:p>
                  </a:txBody>
                  <a:tcPr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
                          <a:schemeClr val="folHlink"/>
                        </a:buClr>
                        <a:buSzPct val="60000"/>
                        <a:buFont typeface="Wingdings" pitchFamily="2" charset="2"/>
                        <a:buNone/>
                        <a:tabLst/>
                      </a:pPr>
                      <a:endParaRPr kumimoji="0" lang="zh-CN" altLang="zh-CN" sz="2800" b="1" i="0" u="none" strike="noStrike" cap="none" normalizeH="0" baseline="0">
                        <a:ln>
                          <a:noFill/>
                        </a:ln>
                        <a:solidFill>
                          <a:schemeClr val="tx1"/>
                        </a:solidFill>
                        <a:effectLst/>
                        <a:latin typeface="Tahoma" pitchFamily="34" charset="0"/>
                        <a:ea typeface="黑体" pitchFamily="2" charset="-122"/>
                        <a:sym typeface="Symbol" pitchFamily="18" charset="2"/>
                      </a:endParaRPr>
                    </a:p>
                  </a:txBody>
                  <a:tcPr horzOverflow="overflow">
                    <a:lnL w="12700" cap="flat" cmpd="sng" algn="ctr">
                      <a:solidFill>
                        <a:schemeClr val="tx1"/>
                      </a:solidFill>
                      <a:prstDash val="solid"/>
                      <a:round/>
                      <a:headEnd type="none" w="sm" len="sm"/>
                      <a:tailEnd type="none" w="sm" len="sm"/>
                    </a:lnL>
                    <a:lnR w="28575" cap="flat" cmpd="sng" algn="ctr">
                      <a:solidFill>
                        <a:schemeClr val="tx1"/>
                      </a:solidFill>
                      <a:prstDash val="solid"/>
                      <a:round/>
                      <a:headEnd type="none" w="sm" len="sm"/>
                      <a:tailEnd type="none" w="sm" len="sm"/>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6"/>
                  </a:ext>
                </a:extLst>
              </a:tr>
              <a:tr h="518160">
                <a:tc>
                  <a:txBody>
                    <a:bodyPr/>
                    <a:lstStyle/>
                    <a:p>
                      <a:pPr marL="0" marR="0" lvl="0" indent="0" algn="l" defTabSz="914400" rtl="0" eaLnBrk="1" fontAlgn="base" latinLnBrk="0" hangingPunct="1">
                        <a:lnSpc>
                          <a:spcPct val="100000"/>
                        </a:lnSpc>
                        <a:spcBef>
                          <a:spcPct val="20000"/>
                        </a:spcBef>
                        <a:spcAft>
                          <a:spcPct val="0"/>
                        </a:spcAft>
                        <a:buClr>
                          <a:schemeClr val="folHlink"/>
                        </a:buClr>
                        <a:buSzPct val="60000"/>
                        <a:buFont typeface="Wingdings" pitchFamily="2" charset="2"/>
                        <a:buNone/>
                        <a:tabLst/>
                      </a:pPr>
                      <a:endParaRPr kumimoji="0" lang="zh-CN" altLang="zh-CN" sz="2800" b="1" i="0" u="none" strike="noStrike" cap="none" normalizeH="0" baseline="0">
                        <a:ln>
                          <a:noFill/>
                        </a:ln>
                        <a:solidFill>
                          <a:schemeClr val="tx1"/>
                        </a:solidFill>
                        <a:effectLst/>
                        <a:latin typeface="Tahoma" pitchFamily="34" charset="0"/>
                        <a:ea typeface="黑体" pitchFamily="2" charset="-122"/>
                      </a:endParaRPr>
                    </a:p>
                  </a:txBody>
                  <a:tcPr horzOverflow="overflow">
                    <a:lnL w="28575"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
                          <a:schemeClr val="folHlink"/>
                        </a:buClr>
                        <a:buSzPct val="60000"/>
                        <a:buFont typeface="Wingdings" pitchFamily="2" charset="2"/>
                        <a:buNone/>
                        <a:tabLst/>
                      </a:pPr>
                      <a:endParaRPr kumimoji="0" lang="zh-CN" altLang="zh-CN" sz="2800" b="1" i="0" u="none" strike="noStrike" cap="none" normalizeH="0" baseline="0">
                        <a:ln>
                          <a:noFill/>
                        </a:ln>
                        <a:solidFill>
                          <a:schemeClr val="tx1"/>
                        </a:solidFill>
                        <a:effectLst/>
                        <a:latin typeface="Tahoma" pitchFamily="34" charset="0"/>
                        <a:ea typeface="黑体" pitchFamily="2" charset="-122"/>
                      </a:endParaRPr>
                    </a:p>
                  </a:txBody>
                  <a:tcPr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
                          <a:schemeClr val="folHlink"/>
                        </a:buClr>
                        <a:buSzPct val="60000"/>
                        <a:buFont typeface="Wingdings" pitchFamily="2" charset="2"/>
                        <a:buNone/>
                        <a:tabLst/>
                      </a:pPr>
                      <a:endParaRPr kumimoji="0" lang="zh-CN" altLang="zh-CN" sz="2800" b="1" i="0" u="none" strike="noStrike" cap="none" normalizeH="0" baseline="0">
                        <a:ln>
                          <a:noFill/>
                        </a:ln>
                        <a:solidFill>
                          <a:schemeClr val="tx1"/>
                        </a:solidFill>
                        <a:effectLst/>
                        <a:latin typeface="Tahoma" pitchFamily="34" charset="0"/>
                        <a:ea typeface="黑体" pitchFamily="2" charset="-122"/>
                        <a:sym typeface="Symbol" pitchFamily="18" charset="2"/>
                      </a:endParaRPr>
                    </a:p>
                  </a:txBody>
                  <a:tcPr horzOverflow="overflow">
                    <a:lnL w="12700" cap="flat" cmpd="sng" algn="ctr">
                      <a:solidFill>
                        <a:schemeClr val="tx1"/>
                      </a:solidFill>
                      <a:prstDash val="solid"/>
                      <a:round/>
                      <a:headEnd type="none" w="sm" len="sm"/>
                      <a:tailEnd type="none" w="sm" len="sm"/>
                    </a:lnL>
                    <a:lnR w="28575" cap="flat" cmpd="sng" algn="ctr">
                      <a:solidFill>
                        <a:schemeClr val="tx1"/>
                      </a:solidFill>
                      <a:prstDash val="solid"/>
                      <a:round/>
                      <a:headEnd type="none" w="sm" len="sm"/>
                      <a:tailEnd type="none" w="sm" len="sm"/>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7"/>
                  </a:ext>
                </a:extLst>
              </a:tr>
              <a:tr h="519113">
                <a:tc>
                  <a:txBody>
                    <a:bodyPr/>
                    <a:lstStyle/>
                    <a:p>
                      <a:pPr marL="0" marR="0" lvl="0" indent="0" algn="l" defTabSz="914400" rtl="0" eaLnBrk="1" fontAlgn="base" latinLnBrk="0" hangingPunct="1">
                        <a:lnSpc>
                          <a:spcPct val="100000"/>
                        </a:lnSpc>
                        <a:spcBef>
                          <a:spcPct val="20000"/>
                        </a:spcBef>
                        <a:spcAft>
                          <a:spcPct val="0"/>
                        </a:spcAft>
                        <a:buClr>
                          <a:schemeClr val="folHlink"/>
                        </a:buClr>
                        <a:buSzPct val="60000"/>
                        <a:buFont typeface="Wingdings" pitchFamily="2" charset="2"/>
                        <a:buNone/>
                        <a:tabLst/>
                      </a:pPr>
                      <a:endParaRPr kumimoji="0" lang="zh-CN" altLang="zh-CN" sz="2800" b="1" i="0" u="none" strike="noStrike" cap="none" normalizeH="0" baseline="0">
                        <a:ln>
                          <a:noFill/>
                        </a:ln>
                        <a:solidFill>
                          <a:schemeClr val="tx1"/>
                        </a:solidFill>
                        <a:effectLst/>
                        <a:latin typeface="Tahoma" pitchFamily="34" charset="0"/>
                        <a:ea typeface="黑体" pitchFamily="2" charset="-122"/>
                        <a:sym typeface="Symbol" pitchFamily="18" charset="2"/>
                      </a:endParaRPr>
                    </a:p>
                  </a:txBody>
                  <a:tcPr horzOverflow="overflow">
                    <a:lnL w="28575"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sm" len="sm"/>
                      <a:tailEnd type="none" w="sm" len="sm"/>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
                          <a:schemeClr val="folHlink"/>
                        </a:buClr>
                        <a:buSzPct val="60000"/>
                        <a:buFont typeface="Wingdings" pitchFamily="2" charset="2"/>
                        <a:buNone/>
                        <a:tabLst/>
                      </a:pPr>
                      <a:endParaRPr kumimoji="0" lang="zh-CN" altLang="zh-CN" sz="2800" b="1" i="0" u="none" strike="noStrike" cap="none" normalizeH="0" baseline="0">
                        <a:ln>
                          <a:noFill/>
                        </a:ln>
                        <a:solidFill>
                          <a:schemeClr val="tx1"/>
                        </a:solidFill>
                        <a:effectLst/>
                        <a:latin typeface="Tahoma" pitchFamily="34" charset="0"/>
                        <a:ea typeface="黑体" pitchFamily="2" charset="-122"/>
                      </a:endParaRPr>
                    </a:p>
                  </a:txBody>
                  <a:tcPr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sm" len="sm"/>
                      <a:tailEnd type="none" w="sm" len="sm"/>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
                          <a:schemeClr val="folHlink"/>
                        </a:buClr>
                        <a:buSzPct val="60000"/>
                        <a:buFont typeface="Wingdings" pitchFamily="2" charset="2"/>
                        <a:buNone/>
                        <a:tabLst/>
                      </a:pPr>
                      <a:endParaRPr kumimoji="0" lang="zh-CN" altLang="zh-CN" sz="2800" b="1" i="0" u="none" strike="noStrike" cap="none" normalizeH="0" baseline="0" dirty="0">
                        <a:ln>
                          <a:noFill/>
                        </a:ln>
                        <a:solidFill>
                          <a:schemeClr val="tx1"/>
                        </a:solidFill>
                        <a:effectLst/>
                        <a:latin typeface="Tahoma" pitchFamily="34" charset="0"/>
                        <a:ea typeface="黑体" pitchFamily="2" charset="-122"/>
                      </a:endParaRPr>
                    </a:p>
                  </a:txBody>
                  <a:tcPr horzOverflow="overflow">
                    <a:lnL w="12700" cap="flat" cmpd="sng" algn="ctr">
                      <a:solidFill>
                        <a:schemeClr val="tx1"/>
                      </a:solidFill>
                      <a:prstDash val="solid"/>
                      <a:round/>
                      <a:headEnd type="none" w="sm" len="sm"/>
                      <a:tailEnd type="none" w="sm" len="sm"/>
                    </a:lnL>
                    <a:lnR w="28575" cap="flat" cmpd="sng" algn="ctr">
                      <a:solidFill>
                        <a:schemeClr val="tx1"/>
                      </a:solidFill>
                      <a:prstDash val="solid"/>
                      <a:round/>
                      <a:headEnd type="none" w="sm" len="sm"/>
                      <a:tailEnd type="none" w="sm" len="sm"/>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sm" len="sm"/>
                      <a:tailEnd type="none" w="sm" len="sm"/>
                    </a:lnB>
                    <a:lnTlToBr>
                      <a:noFill/>
                    </a:lnTlToBr>
                    <a:lnBlToTr>
                      <a:noFill/>
                    </a:lnBlToTr>
                    <a:noFill/>
                  </a:tcPr>
                </a:tc>
                <a:extLst>
                  <a:ext uri="{0D108BD9-81ED-4DB2-BD59-A6C34878D82A}">
                    <a16:rowId xmlns:a16="http://schemas.microsoft.com/office/drawing/2014/main" val="10008"/>
                  </a:ext>
                </a:extLst>
              </a:tr>
            </a:tbl>
          </a:graphicData>
        </a:graphic>
      </p:graphicFrame>
      <p:sp>
        <p:nvSpPr>
          <p:cNvPr id="2" name="日期占位符 1">
            <a:extLst>
              <a:ext uri="{FF2B5EF4-FFF2-40B4-BE49-F238E27FC236}">
                <a16:creationId xmlns:a16="http://schemas.microsoft.com/office/drawing/2014/main" id="{CC5DE08F-48F2-FA7F-7EC8-89BA7827F5AF}"/>
              </a:ext>
            </a:extLst>
          </p:cNvPr>
          <p:cNvSpPr>
            <a:spLocks noGrp="1"/>
          </p:cNvSpPr>
          <p:nvPr>
            <p:ph type="dt" sz="half" idx="10"/>
          </p:nvPr>
        </p:nvSpPr>
        <p:spPr/>
        <p:txBody>
          <a:bodyPr/>
          <a:lstStyle/>
          <a:p>
            <a:fld id="{543AA5D3-151E-4748-BD7C-944642CD0D37}" type="datetime2">
              <a:rPr lang="zh-CN" altLang="en-US" smtClean="0"/>
              <a:pPr/>
              <a:t>2025年11月26日</a:t>
            </a:fld>
            <a:endParaRPr lang="zh-CN" altLang="en-US"/>
          </a:p>
        </p:txBody>
      </p:sp>
      <p:sp>
        <p:nvSpPr>
          <p:cNvPr id="3" name="页脚占位符 2">
            <a:extLst>
              <a:ext uri="{FF2B5EF4-FFF2-40B4-BE49-F238E27FC236}">
                <a16:creationId xmlns:a16="http://schemas.microsoft.com/office/drawing/2014/main" id="{EFC72E26-107E-696D-42D4-030570334B51}"/>
              </a:ext>
            </a:extLst>
          </p:cNvPr>
          <p:cNvSpPr>
            <a:spLocks noGrp="1"/>
          </p:cNvSpPr>
          <p:nvPr>
            <p:ph type="ftr" sz="quarter" idx="11"/>
          </p:nvPr>
        </p:nvSpPr>
        <p:spPr/>
        <p:txBody>
          <a:bodyPr/>
          <a:lstStyle/>
          <a:p>
            <a:r>
              <a:rPr lang="zh-CN" altLang="en-US"/>
              <a:t>编译原理</a:t>
            </a:r>
            <a:r>
              <a:rPr lang="en-US" altLang="zh-CN"/>
              <a:t>-</a:t>
            </a:r>
            <a:r>
              <a:rPr lang="zh-CN" altLang="en-US"/>
              <a:t>王欣捷</a:t>
            </a:r>
            <a:r>
              <a:rPr lang="en-US" altLang="zh-CN"/>
              <a:t>-</a:t>
            </a:r>
            <a:r>
              <a:rPr lang="zh-CN" altLang="en-US"/>
              <a:t>第三章 语法分析</a:t>
            </a:r>
            <a:r>
              <a:rPr lang="en-US" altLang="zh-CN"/>
              <a:t>(4)</a:t>
            </a:r>
            <a:endParaRPr lang="zh-CN" altLang="en-US"/>
          </a:p>
        </p:txBody>
      </p:sp>
      <p:sp>
        <p:nvSpPr>
          <p:cNvPr id="4" name="灯片编号占位符 3">
            <a:extLst>
              <a:ext uri="{FF2B5EF4-FFF2-40B4-BE49-F238E27FC236}">
                <a16:creationId xmlns:a16="http://schemas.microsoft.com/office/drawing/2014/main" id="{09A5100A-42DA-BF2E-326E-2DA1B50FD3B0}"/>
              </a:ext>
            </a:extLst>
          </p:cNvPr>
          <p:cNvSpPr>
            <a:spLocks noGrp="1"/>
          </p:cNvSpPr>
          <p:nvPr>
            <p:ph type="sldNum" sz="quarter" idx="12"/>
          </p:nvPr>
        </p:nvSpPr>
        <p:spPr/>
        <p:txBody>
          <a:bodyPr/>
          <a:lstStyle/>
          <a:p>
            <a:fld id="{094DEB03-EFC6-4C20-8FC8-295189A5386F}" type="slidenum">
              <a:rPr lang="zh-CN" altLang="en-US" smtClean="0"/>
              <a:pPr/>
              <a:t>25</a:t>
            </a:fld>
            <a:endParaRPr lang="zh-CN" altLang="en-US"/>
          </a:p>
        </p:txBody>
      </p:sp>
      <p:graphicFrame>
        <p:nvGraphicFramePr>
          <p:cNvPr id="6" name="Group 3">
            <a:extLst>
              <a:ext uri="{FF2B5EF4-FFF2-40B4-BE49-F238E27FC236}">
                <a16:creationId xmlns:a16="http://schemas.microsoft.com/office/drawing/2014/main" id="{C7722745-A559-FBA0-CFE1-BECFD805D995}"/>
              </a:ext>
            </a:extLst>
          </p:cNvPr>
          <p:cNvGraphicFramePr>
            <a:graphicFrameLocks/>
          </p:cNvGraphicFramePr>
          <p:nvPr>
            <p:extLst>
              <p:ext uri="{D42A27DB-BD31-4B8C-83A1-F6EECF244321}">
                <p14:modId xmlns:p14="http://schemas.microsoft.com/office/powerpoint/2010/main" val="2765228591"/>
              </p:ext>
            </p:extLst>
          </p:nvPr>
        </p:nvGraphicFramePr>
        <p:xfrm>
          <a:off x="1681224" y="1431471"/>
          <a:ext cx="6162551" cy="2535464"/>
        </p:xfrm>
        <a:graphic>
          <a:graphicData uri="http://schemas.openxmlformats.org/drawingml/2006/table">
            <a:tbl>
              <a:tblPr>
                <a:effectLst>
                  <a:outerShdw blurRad="63500" sx="102000" sy="102000" algn="ctr" rotWithShape="0">
                    <a:prstClr val="black">
                      <a:alpha val="40000"/>
                    </a:prstClr>
                  </a:outerShdw>
                </a:effectLst>
              </a:tblPr>
              <a:tblGrid>
                <a:gridCol w="753362">
                  <a:extLst>
                    <a:ext uri="{9D8B030D-6E8A-4147-A177-3AD203B41FA5}">
                      <a16:colId xmlns:a16="http://schemas.microsoft.com/office/drawing/2014/main" val="20000"/>
                    </a:ext>
                  </a:extLst>
                </a:gridCol>
                <a:gridCol w="914796">
                  <a:extLst>
                    <a:ext uri="{9D8B030D-6E8A-4147-A177-3AD203B41FA5}">
                      <a16:colId xmlns:a16="http://schemas.microsoft.com/office/drawing/2014/main" val="20001"/>
                    </a:ext>
                  </a:extLst>
                </a:gridCol>
                <a:gridCol w="974215">
                  <a:extLst>
                    <a:ext uri="{9D8B030D-6E8A-4147-A177-3AD203B41FA5}">
                      <a16:colId xmlns:a16="http://schemas.microsoft.com/office/drawing/2014/main" val="20002"/>
                    </a:ext>
                  </a:extLst>
                </a:gridCol>
                <a:gridCol w="1010203">
                  <a:extLst>
                    <a:ext uri="{9D8B030D-6E8A-4147-A177-3AD203B41FA5}">
                      <a16:colId xmlns:a16="http://schemas.microsoft.com/office/drawing/2014/main" val="20003"/>
                    </a:ext>
                  </a:extLst>
                </a:gridCol>
                <a:gridCol w="867599">
                  <a:extLst>
                    <a:ext uri="{9D8B030D-6E8A-4147-A177-3AD203B41FA5}">
                      <a16:colId xmlns:a16="http://schemas.microsoft.com/office/drawing/2014/main" val="20004"/>
                    </a:ext>
                  </a:extLst>
                </a:gridCol>
                <a:gridCol w="860986">
                  <a:extLst>
                    <a:ext uri="{9D8B030D-6E8A-4147-A177-3AD203B41FA5}">
                      <a16:colId xmlns:a16="http://schemas.microsoft.com/office/drawing/2014/main" val="20005"/>
                    </a:ext>
                  </a:extLst>
                </a:gridCol>
                <a:gridCol w="781390">
                  <a:extLst>
                    <a:ext uri="{9D8B030D-6E8A-4147-A177-3AD203B41FA5}">
                      <a16:colId xmlns:a16="http://schemas.microsoft.com/office/drawing/2014/main" val="20006"/>
                    </a:ext>
                  </a:extLst>
                </a:gridCol>
              </a:tblGrid>
              <a:tr h="361994">
                <a:tc rowSpan="2">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r>
                        <a:rPr kumimoji="0" lang="zh-CN" altLang="en-US" sz="1500" b="0" i="0" u="none" strike="noStrike" cap="none" normalizeH="0" baseline="0">
                          <a:ln>
                            <a:noFill/>
                          </a:ln>
                          <a:solidFill>
                            <a:schemeClr val="tx1"/>
                          </a:solidFill>
                          <a:effectLst/>
                          <a:latin typeface="Times New Roman" panose="02020603050405020304" pitchFamily="18" charset="0"/>
                          <a:ea typeface="黑体" panose="02010609060101010101" pitchFamily="49" charset="-122"/>
                        </a:rPr>
                        <a:t>非 终</a:t>
                      </a:r>
                      <a:endParaRPr kumimoji="0" lang="en-US" altLang="zh-CN" sz="1500" b="0" i="0" u="none" strike="noStrike" cap="none" normalizeH="0" baseline="0">
                        <a:ln>
                          <a:noFill/>
                        </a:ln>
                        <a:solidFill>
                          <a:schemeClr val="tx1"/>
                        </a:solidFill>
                        <a:effectLst/>
                        <a:latin typeface="Times New Roman" panose="02020603050405020304" pitchFamily="18" charset="0"/>
                        <a:ea typeface="黑体" panose="02010609060101010101" pitchFamily="49" charset="-122"/>
                      </a:endParaRPr>
                    </a:p>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r>
                        <a:rPr kumimoji="0" lang="zh-CN" altLang="en-US" sz="1500" b="0" i="0" u="none" strike="noStrike" cap="none" normalizeH="0" baseline="0">
                          <a:ln>
                            <a:noFill/>
                          </a:ln>
                          <a:solidFill>
                            <a:schemeClr val="tx1"/>
                          </a:solidFill>
                          <a:effectLst/>
                          <a:latin typeface="Times New Roman" panose="02020603050405020304" pitchFamily="18" charset="0"/>
                          <a:ea typeface="黑体" panose="02010609060101010101" pitchFamily="49" charset="-122"/>
                        </a:rPr>
                        <a:t>结 符</a:t>
                      </a:r>
                    </a:p>
                  </a:txBody>
                  <a:tcPr marL="139781" marR="139781" marT="69890" marB="69890" anchor="ct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accent4">
                        <a:lumMod val="20000"/>
                        <a:lumOff val="80000"/>
                      </a:schemeClr>
                    </a:solidFill>
                  </a:tcPr>
                </a:tc>
                <a:tc gridSpan="6">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r>
                        <a:rPr kumimoji="0" lang="zh-CN" altLang="en-US" sz="1500" b="0" i="0" u="none" strike="noStrike" cap="none" normalizeH="0" baseline="0">
                          <a:ln>
                            <a:noFill/>
                          </a:ln>
                          <a:solidFill>
                            <a:schemeClr val="tx1"/>
                          </a:solidFill>
                          <a:effectLst/>
                          <a:latin typeface="Times New Roman" panose="02020603050405020304" pitchFamily="18" charset="0"/>
                          <a:ea typeface="黑体" panose="02010609060101010101" pitchFamily="49" charset="-122"/>
                        </a:rPr>
                        <a:t>输 入 符 号</a:t>
                      </a:r>
                    </a:p>
                  </a:txBody>
                  <a:tcPr marL="139781" marR="139781" marT="69890" marB="69890" anchor="ct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accent4">
                        <a:lumMod val="20000"/>
                        <a:lumOff val="80000"/>
                      </a:schemeClr>
                    </a:solidFill>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extLst>
                  <a:ext uri="{0D108BD9-81ED-4DB2-BD59-A6C34878D82A}">
                    <a16:rowId xmlns:a16="http://schemas.microsoft.com/office/drawing/2014/main" val="10000"/>
                  </a:ext>
                </a:extLst>
              </a:tr>
              <a:tr h="360042">
                <a:tc vMerge="1">
                  <a:txBody>
                    <a:bodyPr/>
                    <a:lstStyle/>
                    <a:p>
                      <a:endParaRPr lang="zh-CN" altLang="en-US"/>
                    </a:p>
                  </a:txBody>
                  <a:tcPr/>
                </a:tc>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r>
                        <a:rPr kumimoji="0" lang="en-US" altLang="zh-CN" sz="1500" b="1" i="0" u="none" strike="noStrike" cap="none" normalizeH="0" baseline="0">
                          <a:ln>
                            <a:noFill/>
                          </a:ln>
                          <a:solidFill>
                            <a:schemeClr val="tx1"/>
                          </a:solidFill>
                          <a:effectLst/>
                          <a:latin typeface="Times New Roman" panose="02020603050405020304" pitchFamily="18" charset="0"/>
                          <a:ea typeface="黑体" panose="02010609060101010101" pitchFamily="49" charset="-122"/>
                        </a:rPr>
                        <a:t>id</a:t>
                      </a:r>
                    </a:p>
                  </a:txBody>
                  <a:tcPr marL="46132" marR="46132" marT="24604" marB="24604"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accent4">
                        <a:lumMod val="20000"/>
                        <a:lumOff val="80000"/>
                      </a:schemeClr>
                    </a:solidFill>
                  </a:tcPr>
                </a:tc>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r>
                        <a:rPr kumimoji="0" lang="en-US" altLang="zh-CN" sz="1500" b="1" i="0" u="none" strike="noStrike" cap="none" normalizeH="0" baseline="0">
                          <a:ln>
                            <a:noFill/>
                          </a:ln>
                          <a:solidFill>
                            <a:schemeClr val="tx1"/>
                          </a:solidFill>
                          <a:effectLst/>
                          <a:latin typeface="Times New Roman" panose="02020603050405020304" pitchFamily="18" charset="0"/>
                          <a:ea typeface="黑体" panose="02010609060101010101" pitchFamily="49" charset="-122"/>
                        </a:rPr>
                        <a:t>+</a:t>
                      </a:r>
                    </a:p>
                  </a:txBody>
                  <a:tcPr marL="46132" marR="46132" marT="24604" marB="24604"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accent4">
                        <a:lumMod val="20000"/>
                        <a:lumOff val="80000"/>
                      </a:schemeClr>
                    </a:solidFill>
                  </a:tcPr>
                </a:tc>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r>
                        <a:rPr kumimoji="0" lang="en-US" altLang="zh-CN" sz="1500" b="1" i="0" u="none" strike="noStrike" cap="none" normalizeH="0" baseline="0">
                          <a:ln>
                            <a:noFill/>
                          </a:ln>
                          <a:solidFill>
                            <a:schemeClr val="tx1"/>
                          </a:solidFill>
                          <a:effectLst/>
                          <a:latin typeface="Times New Roman" panose="02020603050405020304" pitchFamily="18" charset="0"/>
                          <a:ea typeface="黑体" panose="02010609060101010101" pitchFamily="49" charset="-122"/>
                        </a:rPr>
                        <a:t>*</a:t>
                      </a:r>
                    </a:p>
                  </a:txBody>
                  <a:tcPr marL="46132" marR="46132" marT="24604" marB="24604"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accent4">
                        <a:lumMod val="20000"/>
                        <a:lumOff val="80000"/>
                      </a:schemeClr>
                    </a:solidFill>
                  </a:tcPr>
                </a:tc>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r>
                        <a:rPr kumimoji="0" lang="en-US" altLang="zh-CN" sz="1500" b="1" i="0" u="none" strike="noStrike" cap="none" normalizeH="0" baseline="0">
                          <a:ln>
                            <a:noFill/>
                          </a:ln>
                          <a:solidFill>
                            <a:schemeClr val="tx1"/>
                          </a:solidFill>
                          <a:effectLst/>
                          <a:latin typeface="Times New Roman" panose="02020603050405020304" pitchFamily="18" charset="0"/>
                          <a:ea typeface="黑体" panose="02010609060101010101" pitchFamily="49" charset="-122"/>
                        </a:rPr>
                        <a:t>(</a:t>
                      </a:r>
                    </a:p>
                  </a:txBody>
                  <a:tcPr marL="46132" marR="46132" marT="24604" marB="24604"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accent4">
                        <a:lumMod val="20000"/>
                        <a:lumOff val="80000"/>
                      </a:schemeClr>
                    </a:solidFill>
                  </a:tcPr>
                </a:tc>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r>
                        <a:rPr kumimoji="0" lang="en-US" altLang="zh-CN" sz="1500" b="1" i="0" u="none" strike="noStrike" cap="none" normalizeH="0" baseline="0">
                          <a:ln>
                            <a:noFill/>
                          </a:ln>
                          <a:solidFill>
                            <a:schemeClr val="tx1"/>
                          </a:solidFill>
                          <a:effectLst/>
                          <a:latin typeface="Times New Roman" panose="02020603050405020304" pitchFamily="18" charset="0"/>
                          <a:ea typeface="黑体" panose="02010609060101010101" pitchFamily="49" charset="-122"/>
                        </a:rPr>
                        <a:t>)</a:t>
                      </a:r>
                    </a:p>
                  </a:txBody>
                  <a:tcPr marL="46132" marR="46132" marT="24604" marB="24604"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accent4">
                        <a:lumMod val="20000"/>
                        <a:lumOff val="80000"/>
                      </a:schemeClr>
                    </a:solidFill>
                  </a:tcPr>
                </a:tc>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r>
                        <a:rPr kumimoji="0" lang="en-US" altLang="zh-CN" sz="1500" b="1" i="0" u="none" strike="noStrike" cap="none" normalizeH="0" baseline="0">
                          <a:ln>
                            <a:noFill/>
                          </a:ln>
                          <a:solidFill>
                            <a:schemeClr val="tx1"/>
                          </a:solidFill>
                          <a:effectLst/>
                          <a:latin typeface="Times New Roman" panose="02020603050405020304" pitchFamily="18" charset="0"/>
                          <a:ea typeface="黑体" panose="02010609060101010101" pitchFamily="49" charset="-122"/>
                        </a:rPr>
                        <a:t>$</a:t>
                      </a:r>
                    </a:p>
                  </a:txBody>
                  <a:tcPr marL="46132" marR="46132" marT="24604" marB="24604" anchor="ct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accent4">
                        <a:lumMod val="20000"/>
                        <a:lumOff val="80000"/>
                      </a:schemeClr>
                    </a:solidFill>
                  </a:tcPr>
                </a:tc>
                <a:extLst>
                  <a:ext uri="{0D108BD9-81ED-4DB2-BD59-A6C34878D82A}">
                    <a16:rowId xmlns:a16="http://schemas.microsoft.com/office/drawing/2014/main" val="10001"/>
                  </a:ext>
                </a:extLst>
              </a:tr>
              <a:tr h="361994">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r>
                        <a:rPr kumimoji="0" lang="en-US" altLang="zh-CN" sz="1500" b="1" i="1" u="none" strike="noStrike" cap="none" normalizeH="0" baseline="0">
                          <a:ln>
                            <a:noFill/>
                          </a:ln>
                          <a:solidFill>
                            <a:schemeClr val="tx1"/>
                          </a:solidFill>
                          <a:effectLst/>
                          <a:latin typeface="Times New Roman" panose="02020603050405020304" pitchFamily="18" charset="0"/>
                          <a:ea typeface="黑体" panose="02010609060101010101" pitchFamily="49" charset="-122"/>
                        </a:rPr>
                        <a:t>E</a:t>
                      </a:r>
                    </a:p>
                  </a:txBody>
                  <a:tcPr marL="46132" marR="46132" marT="24604" marB="24604" anchor="ct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accent4">
                        <a:lumMod val="20000"/>
                        <a:lumOff val="80000"/>
                      </a:schemeClr>
                    </a:solidFill>
                  </a:tcPr>
                </a:tc>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r>
                        <a:rPr kumimoji="0" lang="en-US" altLang="zh-CN" sz="1500" b="1" i="1" u="none" strike="noStrike" cap="none" normalizeH="0" baseline="0">
                          <a:ln>
                            <a:noFill/>
                          </a:ln>
                          <a:solidFill>
                            <a:schemeClr val="tx1"/>
                          </a:solidFill>
                          <a:effectLst/>
                          <a:latin typeface="Times New Roman" panose="02020603050405020304" pitchFamily="18" charset="0"/>
                          <a:ea typeface="黑体" panose="02010609060101010101" pitchFamily="49" charset="-122"/>
                        </a:rPr>
                        <a:t>E</a:t>
                      </a:r>
                      <a:r>
                        <a:rPr kumimoji="0" lang="en-US" altLang="zh-CN" sz="1500" b="1" i="0" u="none" strike="noStrike" cap="none" normalizeH="0" baseline="0">
                          <a:ln>
                            <a:noFill/>
                          </a:ln>
                          <a:solidFill>
                            <a:schemeClr val="tx1"/>
                          </a:solidFill>
                          <a:effectLst/>
                          <a:latin typeface="Times New Roman" panose="02020603050405020304" pitchFamily="18" charset="0"/>
                          <a:ea typeface="黑体" panose="02010609060101010101" pitchFamily="49" charset="-122"/>
                          <a:sym typeface="Symbol" panose="05050102010706020507" pitchFamily="18" charset="2"/>
                        </a:rPr>
                        <a:t></a:t>
                      </a:r>
                      <a:r>
                        <a:rPr kumimoji="0" lang="en-US" altLang="zh-CN" sz="1500" b="1" i="1" u="none" strike="noStrike" cap="none" normalizeH="0" baseline="0">
                          <a:ln>
                            <a:noFill/>
                          </a:ln>
                          <a:solidFill>
                            <a:schemeClr val="tx1"/>
                          </a:solidFill>
                          <a:effectLst/>
                          <a:latin typeface="Times New Roman" panose="02020603050405020304" pitchFamily="18" charset="0"/>
                          <a:ea typeface="黑体" panose="02010609060101010101" pitchFamily="49" charset="-122"/>
                          <a:sym typeface="Symbol" panose="05050102010706020507" pitchFamily="18" charset="2"/>
                        </a:rPr>
                        <a:t>TE</a:t>
                      </a:r>
                      <a:r>
                        <a:rPr kumimoji="0" lang="en-US" altLang="zh-CN" sz="1500" b="1" i="0" u="none" strike="noStrike" cap="none" normalizeH="0" baseline="0">
                          <a:ln>
                            <a:noFill/>
                          </a:ln>
                          <a:solidFill>
                            <a:schemeClr val="tx1"/>
                          </a:solidFill>
                          <a:effectLst/>
                          <a:latin typeface="Times New Roman" panose="02020603050405020304" pitchFamily="18" charset="0"/>
                          <a:ea typeface="黑体" panose="02010609060101010101" pitchFamily="49" charset="-122"/>
                          <a:sym typeface="Symbol" panose="05050102010706020507" pitchFamily="18" charset="2"/>
                        </a:rPr>
                        <a:t></a:t>
                      </a:r>
                    </a:p>
                  </a:txBody>
                  <a:tcPr marL="46132" marR="46132" marT="24604" marB="24604"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accent4">
                        <a:lumMod val="20000"/>
                        <a:lumOff val="80000"/>
                      </a:schemeClr>
                    </a:solidFill>
                  </a:tcPr>
                </a:tc>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endParaRPr kumimoji="0" lang="zh-CN" altLang="zh-CN" sz="1500" b="0" i="0" u="none" strike="noStrike" cap="none" normalizeH="0" baseline="0">
                        <a:ln>
                          <a:noFill/>
                        </a:ln>
                        <a:solidFill>
                          <a:schemeClr val="tx1"/>
                        </a:solidFill>
                        <a:effectLst/>
                        <a:latin typeface="Times New Roman" panose="02020603050405020304" pitchFamily="18" charset="0"/>
                        <a:ea typeface="黑体" panose="02010609060101010101" pitchFamily="49" charset="-122"/>
                      </a:endParaRPr>
                    </a:p>
                  </a:txBody>
                  <a:tcPr marL="46132" marR="46132" marT="24604" marB="24604"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accent4">
                        <a:lumMod val="20000"/>
                        <a:lumOff val="80000"/>
                      </a:schemeClr>
                    </a:solidFill>
                  </a:tcPr>
                </a:tc>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endParaRPr kumimoji="0" lang="zh-CN" altLang="zh-CN" sz="1500" b="0" i="0" u="none" strike="noStrike" cap="none" normalizeH="0" baseline="0">
                        <a:ln>
                          <a:noFill/>
                        </a:ln>
                        <a:solidFill>
                          <a:schemeClr val="tx1"/>
                        </a:solidFill>
                        <a:effectLst/>
                        <a:latin typeface="Times New Roman" panose="02020603050405020304" pitchFamily="18" charset="0"/>
                        <a:ea typeface="黑体" panose="02010609060101010101" pitchFamily="49" charset="-122"/>
                      </a:endParaRPr>
                    </a:p>
                  </a:txBody>
                  <a:tcPr marL="46132" marR="46132" marT="24604" marB="24604"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accent4">
                        <a:lumMod val="20000"/>
                        <a:lumOff val="80000"/>
                      </a:schemeClr>
                    </a:solidFill>
                  </a:tcPr>
                </a:tc>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r>
                        <a:rPr kumimoji="0" lang="en-US" altLang="zh-CN" sz="1500" b="1" i="1" u="none" strike="noStrike" cap="none" normalizeH="0" baseline="0">
                          <a:ln>
                            <a:noFill/>
                          </a:ln>
                          <a:solidFill>
                            <a:schemeClr val="tx1"/>
                          </a:solidFill>
                          <a:effectLst/>
                          <a:latin typeface="Times New Roman" panose="02020603050405020304" pitchFamily="18" charset="0"/>
                          <a:ea typeface="黑体" panose="02010609060101010101" pitchFamily="49" charset="-122"/>
                        </a:rPr>
                        <a:t>E</a:t>
                      </a:r>
                      <a:r>
                        <a:rPr kumimoji="0" lang="en-US" altLang="zh-CN" sz="1500" b="1" i="1" u="none" strike="noStrike" cap="none" normalizeH="0" baseline="0">
                          <a:ln>
                            <a:noFill/>
                          </a:ln>
                          <a:solidFill>
                            <a:schemeClr val="tx1"/>
                          </a:solidFill>
                          <a:effectLst/>
                          <a:latin typeface="Times New Roman" panose="02020603050405020304" pitchFamily="18" charset="0"/>
                          <a:ea typeface="黑体" panose="02010609060101010101" pitchFamily="49" charset="-122"/>
                          <a:sym typeface="Symbol" panose="05050102010706020507" pitchFamily="18" charset="2"/>
                        </a:rPr>
                        <a:t>TE</a:t>
                      </a:r>
                      <a:r>
                        <a:rPr kumimoji="0" lang="en-US" altLang="zh-CN" sz="1500" b="1" i="0" u="none" strike="noStrike" cap="none" normalizeH="0" baseline="0">
                          <a:ln>
                            <a:noFill/>
                          </a:ln>
                          <a:solidFill>
                            <a:schemeClr val="tx1"/>
                          </a:solidFill>
                          <a:effectLst/>
                          <a:latin typeface="Times New Roman" panose="02020603050405020304" pitchFamily="18" charset="0"/>
                          <a:ea typeface="黑体" panose="02010609060101010101" pitchFamily="49" charset="-122"/>
                          <a:sym typeface="Symbol" panose="05050102010706020507" pitchFamily="18" charset="2"/>
                        </a:rPr>
                        <a:t></a:t>
                      </a:r>
                    </a:p>
                  </a:txBody>
                  <a:tcPr marL="46132" marR="46132" marT="24604" marB="24604"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accent4">
                        <a:lumMod val="20000"/>
                        <a:lumOff val="80000"/>
                      </a:schemeClr>
                    </a:solidFill>
                  </a:tcPr>
                </a:tc>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endParaRPr kumimoji="0" lang="zh-CN" altLang="zh-CN" sz="1500" b="0" i="0" u="none" strike="noStrike" cap="none" normalizeH="0" baseline="0">
                        <a:ln>
                          <a:noFill/>
                        </a:ln>
                        <a:solidFill>
                          <a:schemeClr val="tx1"/>
                        </a:solidFill>
                        <a:effectLst/>
                        <a:latin typeface="Times New Roman" panose="02020603050405020304" pitchFamily="18" charset="0"/>
                        <a:ea typeface="黑体" panose="02010609060101010101" pitchFamily="49" charset="-122"/>
                      </a:endParaRPr>
                    </a:p>
                  </a:txBody>
                  <a:tcPr marL="46132" marR="46132" marT="24604" marB="24604"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accent4">
                        <a:lumMod val="20000"/>
                        <a:lumOff val="80000"/>
                      </a:schemeClr>
                    </a:solidFill>
                  </a:tcPr>
                </a:tc>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endParaRPr kumimoji="0" lang="zh-CN" altLang="zh-CN" sz="1500" b="0" i="0" u="none" strike="noStrike" cap="none" normalizeH="0" baseline="0">
                        <a:ln>
                          <a:noFill/>
                        </a:ln>
                        <a:solidFill>
                          <a:schemeClr val="tx1"/>
                        </a:solidFill>
                        <a:effectLst/>
                        <a:latin typeface="Times New Roman" panose="02020603050405020304" pitchFamily="18" charset="0"/>
                        <a:ea typeface="黑体" panose="02010609060101010101" pitchFamily="49" charset="-122"/>
                      </a:endParaRPr>
                    </a:p>
                  </a:txBody>
                  <a:tcPr marL="46132" marR="46132" marT="24604" marB="24604" anchor="ct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accent4">
                        <a:lumMod val="20000"/>
                        <a:lumOff val="80000"/>
                      </a:schemeClr>
                    </a:solidFill>
                  </a:tcPr>
                </a:tc>
                <a:extLst>
                  <a:ext uri="{0D108BD9-81ED-4DB2-BD59-A6C34878D82A}">
                    <a16:rowId xmlns:a16="http://schemas.microsoft.com/office/drawing/2014/main" val="10002"/>
                  </a:ext>
                </a:extLst>
              </a:tr>
              <a:tr h="361018">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r>
                        <a:rPr kumimoji="0" lang="en-US" altLang="zh-CN" sz="1500" b="1" i="1" u="none" strike="noStrike" cap="none" normalizeH="0" baseline="0">
                          <a:ln>
                            <a:noFill/>
                          </a:ln>
                          <a:solidFill>
                            <a:schemeClr val="tx1"/>
                          </a:solidFill>
                          <a:effectLst/>
                          <a:latin typeface="Times New Roman" panose="02020603050405020304" pitchFamily="18" charset="0"/>
                          <a:ea typeface="黑体" panose="02010609060101010101" pitchFamily="49" charset="-122"/>
                        </a:rPr>
                        <a:t>E </a:t>
                      </a:r>
                      <a:r>
                        <a:rPr kumimoji="0" lang="en-US" altLang="zh-CN" sz="1500" b="1" i="0" u="none" strike="noStrike" cap="none" normalizeH="0" baseline="0">
                          <a:ln>
                            <a:noFill/>
                          </a:ln>
                          <a:solidFill>
                            <a:schemeClr val="tx1"/>
                          </a:solidFill>
                          <a:effectLst/>
                          <a:latin typeface="Times New Roman" panose="02020603050405020304" pitchFamily="18" charset="0"/>
                          <a:ea typeface="黑体" panose="02010609060101010101" pitchFamily="49" charset="-122"/>
                          <a:sym typeface="Symbol" panose="05050102010706020507" pitchFamily="18" charset="2"/>
                        </a:rPr>
                        <a:t></a:t>
                      </a:r>
                    </a:p>
                  </a:txBody>
                  <a:tcPr marL="46132" marR="46132" marT="24604" marB="24604" anchor="ct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accent4">
                        <a:lumMod val="20000"/>
                        <a:lumOff val="80000"/>
                      </a:schemeClr>
                    </a:solidFill>
                  </a:tcPr>
                </a:tc>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endParaRPr kumimoji="0" lang="zh-CN" altLang="zh-CN" sz="1500" b="0" i="0" u="none" strike="noStrike" cap="none" normalizeH="0" baseline="0">
                        <a:ln>
                          <a:noFill/>
                        </a:ln>
                        <a:solidFill>
                          <a:schemeClr val="tx1"/>
                        </a:solidFill>
                        <a:effectLst/>
                        <a:latin typeface="Times New Roman" panose="02020603050405020304" pitchFamily="18" charset="0"/>
                        <a:ea typeface="黑体" panose="02010609060101010101" pitchFamily="49" charset="-122"/>
                      </a:endParaRPr>
                    </a:p>
                  </a:txBody>
                  <a:tcPr marL="46132" marR="46132" marT="24604" marB="24604"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accent4">
                        <a:lumMod val="20000"/>
                        <a:lumOff val="80000"/>
                      </a:schemeClr>
                    </a:solidFill>
                  </a:tcPr>
                </a:tc>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r>
                        <a:rPr kumimoji="0" lang="en-US" altLang="zh-CN" sz="1500" b="1" i="1" u="none" strike="noStrike" cap="none" normalizeH="0" baseline="0">
                          <a:ln>
                            <a:noFill/>
                          </a:ln>
                          <a:solidFill>
                            <a:schemeClr val="tx1"/>
                          </a:solidFill>
                          <a:effectLst/>
                          <a:latin typeface="Times New Roman" panose="02020603050405020304" pitchFamily="18" charset="0"/>
                          <a:ea typeface="黑体" panose="02010609060101010101" pitchFamily="49" charset="-122"/>
                        </a:rPr>
                        <a:t>E</a:t>
                      </a:r>
                      <a:r>
                        <a:rPr kumimoji="0" lang="en-US" altLang="zh-CN" sz="1500" b="1" i="0" u="none" strike="noStrike" cap="none" normalizeH="0" baseline="0">
                          <a:ln>
                            <a:noFill/>
                          </a:ln>
                          <a:solidFill>
                            <a:schemeClr val="tx1"/>
                          </a:solidFill>
                          <a:effectLst/>
                          <a:latin typeface="Times New Roman" panose="02020603050405020304" pitchFamily="18" charset="0"/>
                          <a:ea typeface="黑体" panose="02010609060101010101" pitchFamily="49" charset="-122"/>
                          <a:sym typeface="Symbol" panose="05050102010706020507" pitchFamily="18" charset="2"/>
                        </a:rPr>
                        <a:t>+</a:t>
                      </a:r>
                      <a:r>
                        <a:rPr kumimoji="0" lang="en-US" altLang="zh-CN" sz="1500" b="1" i="1" u="none" strike="noStrike" cap="none" normalizeH="0" baseline="0">
                          <a:ln>
                            <a:noFill/>
                          </a:ln>
                          <a:solidFill>
                            <a:schemeClr val="tx1"/>
                          </a:solidFill>
                          <a:effectLst/>
                          <a:latin typeface="Times New Roman" panose="02020603050405020304" pitchFamily="18" charset="0"/>
                          <a:ea typeface="黑体" panose="02010609060101010101" pitchFamily="49" charset="-122"/>
                          <a:sym typeface="Symbol" panose="05050102010706020507" pitchFamily="18" charset="2"/>
                        </a:rPr>
                        <a:t>TE</a:t>
                      </a:r>
                      <a:r>
                        <a:rPr kumimoji="0" lang="en-US" altLang="zh-CN" sz="1500" b="1" i="0" u="none" strike="noStrike" cap="none" normalizeH="0" baseline="0">
                          <a:ln>
                            <a:noFill/>
                          </a:ln>
                          <a:solidFill>
                            <a:schemeClr val="tx1"/>
                          </a:solidFill>
                          <a:effectLst/>
                          <a:latin typeface="Times New Roman" panose="02020603050405020304" pitchFamily="18" charset="0"/>
                          <a:ea typeface="黑体" panose="02010609060101010101" pitchFamily="49" charset="-122"/>
                          <a:sym typeface="Symbol" panose="05050102010706020507" pitchFamily="18" charset="2"/>
                        </a:rPr>
                        <a:t></a:t>
                      </a:r>
                    </a:p>
                  </a:txBody>
                  <a:tcPr marL="46132" marR="46132" marT="24604" marB="24604"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accent4">
                        <a:lumMod val="20000"/>
                        <a:lumOff val="80000"/>
                      </a:schemeClr>
                    </a:solidFill>
                  </a:tcPr>
                </a:tc>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endParaRPr kumimoji="0" lang="zh-CN" altLang="zh-CN" sz="1500" b="0" i="0" u="none" strike="noStrike" cap="none" normalizeH="0" baseline="0">
                        <a:ln>
                          <a:noFill/>
                        </a:ln>
                        <a:solidFill>
                          <a:schemeClr val="tx1"/>
                        </a:solidFill>
                        <a:effectLst/>
                        <a:latin typeface="Times New Roman" panose="02020603050405020304" pitchFamily="18" charset="0"/>
                        <a:ea typeface="黑体" panose="02010609060101010101" pitchFamily="49" charset="-122"/>
                      </a:endParaRPr>
                    </a:p>
                  </a:txBody>
                  <a:tcPr marL="46132" marR="46132" marT="24604" marB="24604"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accent4">
                        <a:lumMod val="20000"/>
                        <a:lumOff val="80000"/>
                      </a:schemeClr>
                    </a:solidFill>
                  </a:tcPr>
                </a:tc>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endParaRPr kumimoji="0" lang="zh-CN" altLang="zh-CN" sz="1500" b="0" i="0" u="none" strike="noStrike" cap="none" normalizeH="0" baseline="0">
                        <a:ln>
                          <a:noFill/>
                        </a:ln>
                        <a:solidFill>
                          <a:schemeClr val="tx1"/>
                        </a:solidFill>
                        <a:effectLst/>
                        <a:latin typeface="Times New Roman" panose="02020603050405020304" pitchFamily="18" charset="0"/>
                        <a:ea typeface="黑体" panose="02010609060101010101" pitchFamily="49" charset="-122"/>
                      </a:endParaRPr>
                    </a:p>
                  </a:txBody>
                  <a:tcPr marL="46132" marR="46132" marT="24604" marB="24604"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accent4">
                        <a:lumMod val="20000"/>
                        <a:lumOff val="80000"/>
                      </a:schemeClr>
                    </a:solidFill>
                  </a:tcPr>
                </a:tc>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r>
                        <a:rPr kumimoji="0" lang="en-US" altLang="zh-CN" sz="1500" b="1" i="1" u="none" strike="noStrike" cap="none" normalizeH="0" baseline="0">
                          <a:ln>
                            <a:noFill/>
                          </a:ln>
                          <a:solidFill>
                            <a:schemeClr val="tx1"/>
                          </a:solidFill>
                          <a:effectLst/>
                          <a:latin typeface="Times New Roman" panose="02020603050405020304" pitchFamily="18" charset="0"/>
                          <a:ea typeface="黑体" panose="02010609060101010101" pitchFamily="49" charset="-122"/>
                        </a:rPr>
                        <a:t>E</a:t>
                      </a:r>
                      <a:r>
                        <a:rPr kumimoji="0" lang="en-US" altLang="zh-CN" sz="1700" b="1" i="0" u="none" strike="noStrike" cap="none" normalizeH="0" baseline="0">
                          <a:ln>
                            <a:noFill/>
                          </a:ln>
                          <a:solidFill>
                            <a:schemeClr val="tx1"/>
                          </a:solidFill>
                          <a:effectLst/>
                          <a:latin typeface="Times New Roman" panose="02020603050405020304" pitchFamily="18" charset="0"/>
                          <a:ea typeface="黑体" panose="02010609060101010101" pitchFamily="49" charset="-122"/>
                          <a:sym typeface="Symbol" panose="05050102010706020507" pitchFamily="18" charset="2"/>
                        </a:rPr>
                        <a:t></a:t>
                      </a:r>
                    </a:p>
                  </a:txBody>
                  <a:tcPr marL="46132" marR="46132" marT="24604" marB="24604"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accent4">
                        <a:lumMod val="20000"/>
                        <a:lumOff val="80000"/>
                      </a:schemeClr>
                    </a:solidFill>
                  </a:tcPr>
                </a:tc>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r>
                        <a:rPr kumimoji="0" lang="en-US" altLang="zh-CN" sz="1500" b="1" i="1" u="none" strike="noStrike" cap="none" normalizeH="0" baseline="0">
                          <a:ln>
                            <a:noFill/>
                          </a:ln>
                          <a:solidFill>
                            <a:schemeClr val="tx1"/>
                          </a:solidFill>
                          <a:effectLst/>
                          <a:latin typeface="Times New Roman" panose="02020603050405020304" pitchFamily="18" charset="0"/>
                          <a:ea typeface="黑体" panose="02010609060101010101" pitchFamily="49" charset="-122"/>
                        </a:rPr>
                        <a:t>E</a:t>
                      </a:r>
                      <a:r>
                        <a:rPr kumimoji="0" lang="en-US" altLang="zh-CN" sz="1700" b="1" i="0" u="none" strike="noStrike" cap="none" normalizeH="0" baseline="0">
                          <a:ln>
                            <a:noFill/>
                          </a:ln>
                          <a:solidFill>
                            <a:schemeClr val="tx1"/>
                          </a:solidFill>
                          <a:effectLst/>
                          <a:latin typeface="Times New Roman" panose="02020603050405020304" pitchFamily="18" charset="0"/>
                          <a:ea typeface="黑体" panose="02010609060101010101" pitchFamily="49" charset="-122"/>
                          <a:sym typeface="Symbol" panose="05050102010706020507" pitchFamily="18" charset="2"/>
                        </a:rPr>
                        <a:t></a:t>
                      </a:r>
                    </a:p>
                  </a:txBody>
                  <a:tcPr marL="46132" marR="46132" marT="24604" marB="24604" anchor="ct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accent4">
                        <a:lumMod val="20000"/>
                        <a:lumOff val="80000"/>
                      </a:schemeClr>
                    </a:solidFill>
                  </a:tcPr>
                </a:tc>
                <a:extLst>
                  <a:ext uri="{0D108BD9-81ED-4DB2-BD59-A6C34878D82A}">
                    <a16:rowId xmlns:a16="http://schemas.microsoft.com/office/drawing/2014/main" val="10003"/>
                  </a:ext>
                </a:extLst>
              </a:tr>
              <a:tr h="361994">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r>
                        <a:rPr kumimoji="0" lang="en-US" altLang="zh-CN" sz="1500" b="1" i="1" u="none" strike="noStrike" cap="none" normalizeH="0" baseline="0">
                          <a:ln>
                            <a:noFill/>
                          </a:ln>
                          <a:solidFill>
                            <a:schemeClr val="tx1"/>
                          </a:solidFill>
                          <a:effectLst/>
                          <a:latin typeface="Times New Roman" panose="02020603050405020304" pitchFamily="18" charset="0"/>
                          <a:ea typeface="黑体" panose="02010609060101010101" pitchFamily="49" charset="-122"/>
                        </a:rPr>
                        <a:t>T</a:t>
                      </a:r>
                    </a:p>
                  </a:txBody>
                  <a:tcPr marL="46132" marR="46132" marT="24604" marB="24604" anchor="ct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accent4">
                        <a:lumMod val="20000"/>
                        <a:lumOff val="80000"/>
                      </a:schemeClr>
                    </a:solidFill>
                  </a:tcPr>
                </a:tc>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r>
                        <a:rPr kumimoji="0" lang="en-US" altLang="zh-CN" sz="1500" b="1" i="1" u="none" strike="noStrike" cap="none" normalizeH="0" baseline="0">
                          <a:ln>
                            <a:noFill/>
                          </a:ln>
                          <a:solidFill>
                            <a:schemeClr val="tx1"/>
                          </a:solidFill>
                          <a:effectLst/>
                          <a:latin typeface="Times New Roman" panose="02020603050405020304" pitchFamily="18" charset="0"/>
                          <a:ea typeface="黑体" panose="02010609060101010101" pitchFamily="49" charset="-122"/>
                        </a:rPr>
                        <a:t>T</a:t>
                      </a:r>
                      <a:r>
                        <a:rPr kumimoji="0" lang="en-US" altLang="zh-CN" sz="1500" b="1" i="0" u="none" strike="noStrike" cap="none" normalizeH="0" baseline="0">
                          <a:ln>
                            <a:noFill/>
                          </a:ln>
                          <a:solidFill>
                            <a:schemeClr val="tx1"/>
                          </a:solidFill>
                          <a:effectLst/>
                          <a:latin typeface="Times New Roman" panose="02020603050405020304" pitchFamily="18" charset="0"/>
                          <a:ea typeface="黑体" panose="02010609060101010101" pitchFamily="49" charset="-122"/>
                          <a:sym typeface="Symbol" panose="05050102010706020507" pitchFamily="18" charset="2"/>
                        </a:rPr>
                        <a:t></a:t>
                      </a:r>
                      <a:r>
                        <a:rPr kumimoji="0" lang="en-US" altLang="zh-CN" sz="1500" b="1" i="1" u="none" strike="noStrike" cap="none" normalizeH="0" baseline="0">
                          <a:ln>
                            <a:noFill/>
                          </a:ln>
                          <a:solidFill>
                            <a:schemeClr val="tx1"/>
                          </a:solidFill>
                          <a:effectLst/>
                          <a:latin typeface="Times New Roman" panose="02020603050405020304" pitchFamily="18" charset="0"/>
                          <a:ea typeface="黑体" panose="02010609060101010101" pitchFamily="49" charset="-122"/>
                          <a:sym typeface="Symbol" panose="05050102010706020507" pitchFamily="18" charset="2"/>
                        </a:rPr>
                        <a:t>FT </a:t>
                      </a:r>
                      <a:r>
                        <a:rPr kumimoji="0" lang="en-US" altLang="zh-CN" sz="1700" b="1" i="0" u="none" strike="noStrike" cap="none" normalizeH="0" baseline="0">
                          <a:ln>
                            <a:noFill/>
                          </a:ln>
                          <a:solidFill>
                            <a:schemeClr val="tx1"/>
                          </a:solidFill>
                          <a:effectLst/>
                          <a:latin typeface="Times New Roman" panose="02020603050405020304" pitchFamily="18" charset="0"/>
                          <a:ea typeface="黑体" panose="02010609060101010101" pitchFamily="49" charset="-122"/>
                          <a:sym typeface="Symbol" panose="05050102010706020507" pitchFamily="18" charset="2"/>
                        </a:rPr>
                        <a:t></a:t>
                      </a:r>
                    </a:p>
                  </a:txBody>
                  <a:tcPr marL="46132" marR="46132" marT="24604" marB="24604"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accent4">
                        <a:lumMod val="20000"/>
                        <a:lumOff val="80000"/>
                      </a:schemeClr>
                    </a:solidFill>
                  </a:tcPr>
                </a:tc>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endParaRPr kumimoji="0" lang="zh-CN" altLang="zh-CN" sz="1500" b="0" i="0" u="none" strike="noStrike" cap="none" normalizeH="0" baseline="0">
                        <a:ln>
                          <a:noFill/>
                        </a:ln>
                        <a:solidFill>
                          <a:schemeClr val="tx1"/>
                        </a:solidFill>
                        <a:effectLst/>
                        <a:latin typeface="Times New Roman" panose="02020603050405020304" pitchFamily="18" charset="0"/>
                        <a:ea typeface="黑体" panose="02010609060101010101" pitchFamily="49" charset="-122"/>
                      </a:endParaRPr>
                    </a:p>
                  </a:txBody>
                  <a:tcPr marL="46132" marR="46132" marT="24604" marB="24604"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accent4">
                        <a:lumMod val="20000"/>
                        <a:lumOff val="80000"/>
                      </a:schemeClr>
                    </a:solidFill>
                  </a:tcPr>
                </a:tc>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endParaRPr kumimoji="0" lang="zh-CN" altLang="zh-CN" sz="1500" b="0" i="0" u="none" strike="noStrike" cap="none" normalizeH="0" baseline="0">
                        <a:ln>
                          <a:noFill/>
                        </a:ln>
                        <a:solidFill>
                          <a:schemeClr val="tx1"/>
                        </a:solidFill>
                        <a:effectLst/>
                        <a:latin typeface="Times New Roman" panose="02020603050405020304" pitchFamily="18" charset="0"/>
                        <a:ea typeface="黑体" panose="02010609060101010101" pitchFamily="49" charset="-122"/>
                      </a:endParaRPr>
                    </a:p>
                  </a:txBody>
                  <a:tcPr marL="46132" marR="46132" marT="24604" marB="24604"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accent4">
                        <a:lumMod val="20000"/>
                        <a:lumOff val="80000"/>
                      </a:schemeClr>
                    </a:solidFill>
                  </a:tcPr>
                </a:tc>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r>
                        <a:rPr kumimoji="0" lang="en-US" altLang="zh-CN" sz="1500" b="1" i="1" u="none" strike="noStrike" cap="none" normalizeH="0" baseline="0">
                          <a:ln>
                            <a:noFill/>
                          </a:ln>
                          <a:solidFill>
                            <a:schemeClr val="tx1"/>
                          </a:solidFill>
                          <a:effectLst/>
                          <a:latin typeface="Times New Roman" panose="02020603050405020304" pitchFamily="18" charset="0"/>
                          <a:ea typeface="黑体" panose="02010609060101010101" pitchFamily="49" charset="-122"/>
                        </a:rPr>
                        <a:t>T</a:t>
                      </a:r>
                      <a:r>
                        <a:rPr kumimoji="0" lang="en-US" altLang="zh-CN" sz="1500" b="1" i="0" u="none" strike="noStrike" cap="none" normalizeH="0" baseline="0">
                          <a:ln>
                            <a:noFill/>
                          </a:ln>
                          <a:solidFill>
                            <a:schemeClr val="tx1"/>
                          </a:solidFill>
                          <a:effectLst/>
                          <a:latin typeface="Times New Roman" panose="02020603050405020304" pitchFamily="18" charset="0"/>
                          <a:ea typeface="黑体" panose="02010609060101010101" pitchFamily="49" charset="-122"/>
                          <a:sym typeface="Symbol" panose="05050102010706020507" pitchFamily="18" charset="2"/>
                        </a:rPr>
                        <a:t></a:t>
                      </a:r>
                      <a:r>
                        <a:rPr kumimoji="0" lang="en-US" altLang="zh-CN" sz="1500" b="1" i="1" u="none" strike="noStrike" cap="none" normalizeH="0" baseline="0">
                          <a:ln>
                            <a:noFill/>
                          </a:ln>
                          <a:solidFill>
                            <a:schemeClr val="tx1"/>
                          </a:solidFill>
                          <a:effectLst/>
                          <a:latin typeface="Times New Roman" panose="02020603050405020304" pitchFamily="18" charset="0"/>
                          <a:ea typeface="黑体" panose="02010609060101010101" pitchFamily="49" charset="-122"/>
                          <a:sym typeface="Symbol" panose="05050102010706020507" pitchFamily="18" charset="2"/>
                        </a:rPr>
                        <a:t>FT </a:t>
                      </a:r>
                      <a:r>
                        <a:rPr kumimoji="0" lang="en-US" altLang="zh-CN" sz="1700" b="1" i="0" u="none" strike="noStrike" cap="none" normalizeH="0" baseline="0">
                          <a:ln>
                            <a:noFill/>
                          </a:ln>
                          <a:solidFill>
                            <a:schemeClr val="tx1"/>
                          </a:solidFill>
                          <a:effectLst/>
                          <a:latin typeface="Times New Roman" panose="02020603050405020304" pitchFamily="18" charset="0"/>
                          <a:ea typeface="黑体" panose="02010609060101010101" pitchFamily="49" charset="-122"/>
                          <a:sym typeface="Symbol" panose="05050102010706020507" pitchFamily="18" charset="2"/>
                        </a:rPr>
                        <a:t></a:t>
                      </a:r>
                    </a:p>
                  </a:txBody>
                  <a:tcPr marL="46132" marR="46132" marT="24604" marB="24604"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accent4">
                        <a:lumMod val="20000"/>
                        <a:lumOff val="80000"/>
                      </a:schemeClr>
                    </a:solidFill>
                  </a:tcPr>
                </a:tc>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endParaRPr kumimoji="0" lang="zh-CN" altLang="zh-CN" sz="1500" b="0" i="0" u="none" strike="noStrike" cap="none" normalizeH="0" baseline="0">
                        <a:ln>
                          <a:noFill/>
                        </a:ln>
                        <a:solidFill>
                          <a:schemeClr val="tx1"/>
                        </a:solidFill>
                        <a:effectLst/>
                        <a:latin typeface="Times New Roman" panose="02020603050405020304" pitchFamily="18" charset="0"/>
                        <a:ea typeface="黑体" panose="02010609060101010101" pitchFamily="49" charset="-122"/>
                      </a:endParaRPr>
                    </a:p>
                  </a:txBody>
                  <a:tcPr marL="46132" marR="46132" marT="24604" marB="24604"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accent4">
                        <a:lumMod val="20000"/>
                        <a:lumOff val="80000"/>
                      </a:schemeClr>
                    </a:solidFill>
                  </a:tcPr>
                </a:tc>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endParaRPr kumimoji="0" lang="zh-CN" altLang="zh-CN" sz="1500" b="0" i="0" u="none" strike="noStrike" cap="none" normalizeH="0" baseline="0">
                        <a:ln>
                          <a:noFill/>
                        </a:ln>
                        <a:solidFill>
                          <a:schemeClr val="tx1"/>
                        </a:solidFill>
                        <a:effectLst/>
                        <a:latin typeface="Times New Roman" panose="02020603050405020304" pitchFamily="18" charset="0"/>
                        <a:ea typeface="黑体" panose="02010609060101010101" pitchFamily="49" charset="-122"/>
                      </a:endParaRPr>
                    </a:p>
                  </a:txBody>
                  <a:tcPr marL="46132" marR="46132" marT="24604" marB="24604" anchor="ct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accent4">
                        <a:lumMod val="20000"/>
                        <a:lumOff val="80000"/>
                      </a:schemeClr>
                    </a:solidFill>
                  </a:tcPr>
                </a:tc>
                <a:extLst>
                  <a:ext uri="{0D108BD9-81ED-4DB2-BD59-A6C34878D82A}">
                    <a16:rowId xmlns:a16="http://schemas.microsoft.com/office/drawing/2014/main" val="10004"/>
                  </a:ext>
                </a:extLst>
              </a:tr>
              <a:tr h="360042">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r>
                        <a:rPr kumimoji="0" lang="en-US" altLang="zh-CN" sz="1500" b="1" i="1" u="none" strike="noStrike" cap="none" normalizeH="0" baseline="0">
                          <a:ln>
                            <a:noFill/>
                          </a:ln>
                          <a:solidFill>
                            <a:schemeClr val="tx1"/>
                          </a:solidFill>
                          <a:effectLst/>
                          <a:latin typeface="Times New Roman" panose="02020603050405020304" pitchFamily="18" charset="0"/>
                          <a:ea typeface="黑体" panose="02010609060101010101" pitchFamily="49" charset="-122"/>
                        </a:rPr>
                        <a:t>T </a:t>
                      </a:r>
                      <a:r>
                        <a:rPr kumimoji="0" lang="en-US" altLang="zh-CN" sz="1500" b="1" i="0" u="none" strike="noStrike" cap="none" normalizeH="0" baseline="0">
                          <a:ln>
                            <a:noFill/>
                          </a:ln>
                          <a:solidFill>
                            <a:schemeClr val="tx1"/>
                          </a:solidFill>
                          <a:effectLst/>
                          <a:latin typeface="Times New Roman" panose="02020603050405020304" pitchFamily="18" charset="0"/>
                          <a:ea typeface="黑体" panose="02010609060101010101" pitchFamily="49" charset="-122"/>
                          <a:sym typeface="Symbol" panose="05050102010706020507" pitchFamily="18" charset="2"/>
                        </a:rPr>
                        <a:t></a:t>
                      </a:r>
                    </a:p>
                  </a:txBody>
                  <a:tcPr marL="46132" marR="46132" marT="24604" marB="24604" anchor="ct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accent4">
                        <a:lumMod val="20000"/>
                        <a:lumOff val="80000"/>
                      </a:schemeClr>
                    </a:solidFill>
                  </a:tcPr>
                </a:tc>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endParaRPr kumimoji="0" lang="zh-CN" altLang="zh-CN" sz="1500" b="0" i="0" u="none" strike="noStrike" cap="none" normalizeH="0" baseline="0">
                        <a:ln>
                          <a:noFill/>
                        </a:ln>
                        <a:solidFill>
                          <a:schemeClr val="tx1"/>
                        </a:solidFill>
                        <a:effectLst/>
                        <a:latin typeface="Times New Roman" panose="02020603050405020304" pitchFamily="18" charset="0"/>
                        <a:ea typeface="黑体" panose="02010609060101010101" pitchFamily="49" charset="-122"/>
                      </a:endParaRPr>
                    </a:p>
                  </a:txBody>
                  <a:tcPr marL="46132" marR="46132" marT="24604" marB="24604"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accent4">
                        <a:lumMod val="20000"/>
                        <a:lumOff val="80000"/>
                      </a:schemeClr>
                    </a:solidFill>
                  </a:tcPr>
                </a:tc>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r>
                        <a:rPr kumimoji="0" lang="en-US" altLang="zh-CN" sz="1500" b="1" i="1" u="none" strike="noStrike" cap="none" normalizeH="0" baseline="0">
                          <a:ln>
                            <a:noFill/>
                          </a:ln>
                          <a:solidFill>
                            <a:schemeClr val="tx1"/>
                          </a:solidFill>
                          <a:effectLst/>
                          <a:latin typeface="Times New Roman" panose="02020603050405020304" pitchFamily="18" charset="0"/>
                          <a:ea typeface="黑体" panose="02010609060101010101" pitchFamily="49" charset="-122"/>
                        </a:rPr>
                        <a:t>T </a:t>
                      </a:r>
                      <a:r>
                        <a:rPr kumimoji="0" lang="en-US" altLang="zh-CN" sz="1500" b="1" i="0" u="none" strike="noStrike" cap="none" normalizeH="0" baseline="0">
                          <a:ln>
                            <a:noFill/>
                          </a:ln>
                          <a:solidFill>
                            <a:schemeClr val="tx1"/>
                          </a:solidFill>
                          <a:effectLst/>
                          <a:latin typeface="Times New Roman" panose="02020603050405020304" pitchFamily="18" charset="0"/>
                          <a:ea typeface="黑体" panose="02010609060101010101" pitchFamily="49" charset="-122"/>
                          <a:sym typeface="Symbol" panose="05050102010706020507" pitchFamily="18" charset="2"/>
                        </a:rPr>
                        <a:t></a:t>
                      </a:r>
                    </a:p>
                  </a:txBody>
                  <a:tcPr marL="46132" marR="46132" marT="24604" marB="24604"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accent4">
                        <a:lumMod val="20000"/>
                        <a:lumOff val="80000"/>
                      </a:schemeClr>
                    </a:solidFill>
                  </a:tcPr>
                </a:tc>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r>
                        <a:rPr kumimoji="0" lang="en-US" altLang="zh-CN" sz="1500" b="1" i="1" u="none" strike="noStrike" cap="none" normalizeH="0" baseline="0">
                          <a:ln>
                            <a:noFill/>
                          </a:ln>
                          <a:solidFill>
                            <a:schemeClr val="tx1"/>
                          </a:solidFill>
                          <a:effectLst/>
                          <a:latin typeface="Times New Roman" panose="02020603050405020304" pitchFamily="18" charset="0"/>
                          <a:ea typeface="黑体" panose="02010609060101010101" pitchFamily="49" charset="-122"/>
                        </a:rPr>
                        <a:t>T</a:t>
                      </a:r>
                      <a:r>
                        <a:rPr kumimoji="0" lang="en-US" altLang="zh-CN" sz="1500" b="1" i="0" u="none" strike="noStrike" cap="none" normalizeH="0" baseline="0">
                          <a:ln>
                            <a:noFill/>
                          </a:ln>
                          <a:solidFill>
                            <a:schemeClr val="tx1"/>
                          </a:solidFill>
                          <a:effectLst/>
                          <a:latin typeface="Times New Roman" panose="02020603050405020304" pitchFamily="18" charset="0"/>
                          <a:ea typeface="黑体" panose="02010609060101010101" pitchFamily="49" charset="-122"/>
                          <a:sym typeface="Symbol" panose="05050102010706020507" pitchFamily="18" charset="2"/>
                        </a:rPr>
                        <a:t>*</a:t>
                      </a:r>
                      <a:r>
                        <a:rPr kumimoji="0" lang="en-US" altLang="zh-CN" sz="1500" b="1" i="1" u="none" strike="noStrike" cap="none" normalizeH="0" baseline="0">
                          <a:ln>
                            <a:noFill/>
                          </a:ln>
                          <a:solidFill>
                            <a:schemeClr val="tx1"/>
                          </a:solidFill>
                          <a:effectLst/>
                          <a:latin typeface="Times New Roman" panose="02020603050405020304" pitchFamily="18" charset="0"/>
                          <a:ea typeface="黑体" panose="02010609060101010101" pitchFamily="49" charset="-122"/>
                          <a:sym typeface="Symbol" panose="05050102010706020507" pitchFamily="18" charset="2"/>
                        </a:rPr>
                        <a:t>FT </a:t>
                      </a:r>
                      <a:r>
                        <a:rPr kumimoji="0" lang="en-US" altLang="zh-CN" sz="1500" b="1" i="0" u="none" strike="noStrike" cap="none" normalizeH="0" baseline="0">
                          <a:ln>
                            <a:noFill/>
                          </a:ln>
                          <a:solidFill>
                            <a:schemeClr val="tx1"/>
                          </a:solidFill>
                          <a:effectLst/>
                          <a:latin typeface="Times New Roman" panose="02020603050405020304" pitchFamily="18" charset="0"/>
                          <a:ea typeface="黑体" panose="02010609060101010101" pitchFamily="49" charset="-122"/>
                          <a:sym typeface="Symbol" panose="05050102010706020507" pitchFamily="18" charset="2"/>
                        </a:rPr>
                        <a:t></a:t>
                      </a:r>
                    </a:p>
                  </a:txBody>
                  <a:tcPr marL="46132" marR="46132" marT="24604" marB="24604"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accent4">
                        <a:lumMod val="20000"/>
                        <a:lumOff val="80000"/>
                      </a:schemeClr>
                    </a:solidFill>
                  </a:tcPr>
                </a:tc>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endParaRPr kumimoji="0" lang="zh-CN" altLang="zh-CN" sz="1500" b="0" i="0" u="none" strike="noStrike" cap="none" normalizeH="0" baseline="0">
                        <a:ln>
                          <a:noFill/>
                        </a:ln>
                        <a:solidFill>
                          <a:schemeClr val="tx1"/>
                        </a:solidFill>
                        <a:effectLst/>
                        <a:latin typeface="Times New Roman" panose="02020603050405020304" pitchFamily="18" charset="0"/>
                        <a:ea typeface="黑体" panose="02010609060101010101" pitchFamily="49" charset="-122"/>
                      </a:endParaRPr>
                    </a:p>
                  </a:txBody>
                  <a:tcPr marL="46132" marR="46132" marT="24604" marB="24604"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accent4">
                        <a:lumMod val="20000"/>
                        <a:lumOff val="80000"/>
                      </a:schemeClr>
                    </a:solidFill>
                  </a:tcPr>
                </a:tc>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r>
                        <a:rPr kumimoji="0" lang="en-US" altLang="zh-CN" sz="1500" b="1" i="1" u="none" strike="noStrike" cap="none" normalizeH="0" baseline="0">
                          <a:ln>
                            <a:noFill/>
                          </a:ln>
                          <a:solidFill>
                            <a:schemeClr val="tx1"/>
                          </a:solidFill>
                          <a:effectLst/>
                          <a:latin typeface="Times New Roman" panose="02020603050405020304" pitchFamily="18" charset="0"/>
                          <a:ea typeface="黑体" panose="02010609060101010101" pitchFamily="49" charset="-122"/>
                        </a:rPr>
                        <a:t>T </a:t>
                      </a:r>
                      <a:r>
                        <a:rPr kumimoji="0" lang="en-US" altLang="zh-CN" sz="1500" b="1" i="0" u="none" strike="noStrike" cap="none" normalizeH="0" baseline="0">
                          <a:ln>
                            <a:noFill/>
                          </a:ln>
                          <a:solidFill>
                            <a:schemeClr val="tx1"/>
                          </a:solidFill>
                          <a:effectLst/>
                          <a:latin typeface="Times New Roman" panose="02020603050405020304" pitchFamily="18" charset="0"/>
                          <a:ea typeface="黑体" panose="02010609060101010101" pitchFamily="49" charset="-122"/>
                          <a:sym typeface="Symbol" panose="05050102010706020507" pitchFamily="18" charset="2"/>
                        </a:rPr>
                        <a:t></a:t>
                      </a:r>
                    </a:p>
                  </a:txBody>
                  <a:tcPr marL="46132" marR="46132" marT="24604" marB="24604"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accent4">
                        <a:lumMod val="20000"/>
                        <a:lumOff val="80000"/>
                      </a:schemeClr>
                    </a:solidFill>
                  </a:tcPr>
                </a:tc>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r>
                        <a:rPr kumimoji="0" lang="en-US" altLang="zh-CN" sz="1500" b="1" i="1" u="none" strike="noStrike" cap="none" normalizeH="0" baseline="0">
                          <a:ln>
                            <a:noFill/>
                          </a:ln>
                          <a:solidFill>
                            <a:schemeClr val="tx1"/>
                          </a:solidFill>
                          <a:effectLst/>
                          <a:latin typeface="Times New Roman" panose="02020603050405020304" pitchFamily="18" charset="0"/>
                          <a:ea typeface="黑体" panose="02010609060101010101" pitchFamily="49" charset="-122"/>
                        </a:rPr>
                        <a:t>T </a:t>
                      </a:r>
                      <a:r>
                        <a:rPr kumimoji="0" lang="en-US" altLang="zh-CN" sz="1500" b="1" i="0" u="none" strike="noStrike" cap="none" normalizeH="0" baseline="0">
                          <a:ln>
                            <a:noFill/>
                          </a:ln>
                          <a:solidFill>
                            <a:schemeClr val="tx1"/>
                          </a:solidFill>
                          <a:effectLst/>
                          <a:latin typeface="Times New Roman" panose="02020603050405020304" pitchFamily="18" charset="0"/>
                          <a:ea typeface="黑体" panose="02010609060101010101" pitchFamily="49" charset="-122"/>
                          <a:sym typeface="Symbol" panose="05050102010706020507" pitchFamily="18" charset="2"/>
                        </a:rPr>
                        <a:t></a:t>
                      </a:r>
                    </a:p>
                  </a:txBody>
                  <a:tcPr marL="46132" marR="46132" marT="24604" marB="24604" anchor="ct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accent4">
                        <a:lumMod val="20000"/>
                        <a:lumOff val="80000"/>
                      </a:schemeClr>
                    </a:solidFill>
                  </a:tcPr>
                </a:tc>
                <a:extLst>
                  <a:ext uri="{0D108BD9-81ED-4DB2-BD59-A6C34878D82A}">
                    <a16:rowId xmlns:a16="http://schemas.microsoft.com/office/drawing/2014/main" val="10005"/>
                  </a:ext>
                </a:extLst>
              </a:tr>
              <a:tr h="361994">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r>
                        <a:rPr kumimoji="0" lang="en-US" altLang="zh-CN" sz="1500" b="1" i="1" u="none" strike="noStrike" cap="none" normalizeH="0" baseline="0">
                          <a:ln>
                            <a:noFill/>
                          </a:ln>
                          <a:solidFill>
                            <a:schemeClr val="tx1"/>
                          </a:solidFill>
                          <a:effectLst/>
                          <a:latin typeface="Times New Roman" panose="02020603050405020304" pitchFamily="18" charset="0"/>
                          <a:ea typeface="黑体" panose="02010609060101010101" pitchFamily="49" charset="-122"/>
                        </a:rPr>
                        <a:t>F</a:t>
                      </a:r>
                    </a:p>
                  </a:txBody>
                  <a:tcPr marL="46132" marR="46132" marT="24604" marB="24604" anchor="ct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chemeClr val="accent4">
                        <a:lumMod val="20000"/>
                        <a:lumOff val="80000"/>
                      </a:schemeClr>
                    </a:solidFill>
                  </a:tcPr>
                </a:tc>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r>
                        <a:rPr kumimoji="0" lang="en-US" altLang="zh-CN" sz="1500" b="1" i="1" u="none" strike="noStrike" cap="none" normalizeH="0" baseline="0" err="1">
                          <a:ln>
                            <a:noFill/>
                          </a:ln>
                          <a:solidFill>
                            <a:schemeClr val="tx1"/>
                          </a:solidFill>
                          <a:effectLst/>
                          <a:latin typeface="Times New Roman" panose="02020603050405020304" pitchFamily="18" charset="0"/>
                          <a:ea typeface="黑体" panose="02010609060101010101" pitchFamily="49" charset="-122"/>
                        </a:rPr>
                        <a:t>F</a:t>
                      </a:r>
                      <a:r>
                        <a:rPr kumimoji="0" lang="en-US" altLang="zh-CN" sz="1500" b="1" i="0" u="none" strike="noStrike" cap="none" normalizeH="0" baseline="0" err="1">
                          <a:ln>
                            <a:noFill/>
                          </a:ln>
                          <a:solidFill>
                            <a:schemeClr val="tx1"/>
                          </a:solidFill>
                          <a:effectLst/>
                          <a:latin typeface="Times New Roman" panose="02020603050405020304" pitchFamily="18" charset="0"/>
                          <a:ea typeface="黑体" panose="02010609060101010101" pitchFamily="49" charset="-122"/>
                          <a:sym typeface="Symbol" panose="05050102010706020507" pitchFamily="18" charset="2"/>
                        </a:rPr>
                        <a:t>id</a:t>
                      </a:r>
                      <a:endParaRPr kumimoji="0" lang="en-US" altLang="zh-CN" sz="1500" b="1" i="0" u="none" strike="noStrike" cap="none" normalizeH="0" baseline="0">
                        <a:ln>
                          <a:noFill/>
                        </a:ln>
                        <a:solidFill>
                          <a:schemeClr val="tx1"/>
                        </a:solidFill>
                        <a:effectLst/>
                        <a:latin typeface="Times New Roman" panose="02020603050405020304" pitchFamily="18" charset="0"/>
                        <a:ea typeface="黑体" panose="02010609060101010101" pitchFamily="49" charset="-122"/>
                        <a:sym typeface="Symbol" panose="05050102010706020507" pitchFamily="18" charset="2"/>
                      </a:endParaRPr>
                    </a:p>
                  </a:txBody>
                  <a:tcPr marL="46132" marR="46132" marT="24604" marB="24604"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chemeClr val="accent4">
                        <a:lumMod val="20000"/>
                        <a:lumOff val="80000"/>
                      </a:schemeClr>
                    </a:solidFill>
                  </a:tcPr>
                </a:tc>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endParaRPr kumimoji="0" lang="zh-CN" altLang="zh-CN" sz="1500" b="0" i="0" u="none" strike="noStrike" cap="none" normalizeH="0" baseline="0">
                        <a:ln>
                          <a:noFill/>
                        </a:ln>
                        <a:solidFill>
                          <a:schemeClr val="tx1"/>
                        </a:solidFill>
                        <a:effectLst/>
                        <a:latin typeface="Times New Roman" panose="02020603050405020304" pitchFamily="18" charset="0"/>
                        <a:ea typeface="黑体" panose="02010609060101010101" pitchFamily="49" charset="-122"/>
                      </a:endParaRPr>
                    </a:p>
                  </a:txBody>
                  <a:tcPr marL="46132" marR="46132" marT="24604" marB="24604"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chemeClr val="accent4">
                        <a:lumMod val="20000"/>
                        <a:lumOff val="80000"/>
                      </a:schemeClr>
                    </a:solidFill>
                  </a:tcPr>
                </a:tc>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endParaRPr kumimoji="0" lang="zh-CN" altLang="zh-CN" sz="1500" b="0" i="0" u="none" strike="noStrike" cap="none" normalizeH="0" baseline="0">
                        <a:ln>
                          <a:noFill/>
                        </a:ln>
                        <a:solidFill>
                          <a:schemeClr val="tx1"/>
                        </a:solidFill>
                        <a:effectLst/>
                        <a:latin typeface="Times New Roman" panose="02020603050405020304" pitchFamily="18" charset="0"/>
                        <a:ea typeface="黑体" panose="02010609060101010101" pitchFamily="49" charset="-122"/>
                      </a:endParaRPr>
                    </a:p>
                  </a:txBody>
                  <a:tcPr marL="46132" marR="46132" marT="24604" marB="24604"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chemeClr val="accent4">
                        <a:lumMod val="20000"/>
                        <a:lumOff val="80000"/>
                      </a:schemeClr>
                    </a:solidFill>
                  </a:tcPr>
                </a:tc>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r>
                        <a:rPr kumimoji="0" lang="en-US" altLang="zh-CN" sz="1500" b="1" i="1" u="none" strike="noStrike" cap="none" normalizeH="0" baseline="0">
                          <a:ln>
                            <a:noFill/>
                          </a:ln>
                          <a:solidFill>
                            <a:schemeClr val="tx1"/>
                          </a:solidFill>
                          <a:effectLst/>
                          <a:latin typeface="Times New Roman" panose="02020603050405020304" pitchFamily="18" charset="0"/>
                          <a:ea typeface="黑体" panose="02010609060101010101" pitchFamily="49" charset="-122"/>
                        </a:rPr>
                        <a:t>F</a:t>
                      </a:r>
                      <a:r>
                        <a:rPr kumimoji="0" lang="en-US" altLang="zh-CN" sz="1500" b="1" i="0" u="none" strike="noStrike" cap="none" normalizeH="0" baseline="0">
                          <a:ln>
                            <a:noFill/>
                          </a:ln>
                          <a:solidFill>
                            <a:schemeClr val="tx1"/>
                          </a:solidFill>
                          <a:effectLst/>
                          <a:latin typeface="Times New Roman" panose="02020603050405020304" pitchFamily="18" charset="0"/>
                          <a:ea typeface="黑体" panose="02010609060101010101" pitchFamily="49" charset="-122"/>
                          <a:sym typeface="Symbol" panose="05050102010706020507" pitchFamily="18" charset="2"/>
                        </a:rPr>
                        <a:t>(</a:t>
                      </a:r>
                      <a:r>
                        <a:rPr kumimoji="0" lang="en-US" altLang="zh-CN" sz="1500" b="1" i="1" u="none" strike="noStrike" cap="none" normalizeH="0" baseline="0">
                          <a:ln>
                            <a:noFill/>
                          </a:ln>
                          <a:solidFill>
                            <a:schemeClr val="tx1"/>
                          </a:solidFill>
                          <a:effectLst/>
                          <a:latin typeface="Times New Roman" panose="02020603050405020304" pitchFamily="18" charset="0"/>
                          <a:ea typeface="黑体" panose="02010609060101010101" pitchFamily="49" charset="-122"/>
                          <a:sym typeface="Symbol" panose="05050102010706020507" pitchFamily="18" charset="2"/>
                        </a:rPr>
                        <a:t>E</a:t>
                      </a:r>
                      <a:r>
                        <a:rPr kumimoji="0" lang="en-US" altLang="zh-CN" sz="1500" b="1" i="0" u="none" strike="noStrike" cap="none" normalizeH="0" baseline="0">
                          <a:ln>
                            <a:noFill/>
                          </a:ln>
                          <a:solidFill>
                            <a:schemeClr val="tx1"/>
                          </a:solidFill>
                          <a:effectLst/>
                          <a:latin typeface="Times New Roman" panose="02020603050405020304" pitchFamily="18" charset="0"/>
                          <a:ea typeface="黑体" panose="02010609060101010101" pitchFamily="49" charset="-122"/>
                          <a:sym typeface="Symbol" panose="05050102010706020507" pitchFamily="18" charset="2"/>
                        </a:rPr>
                        <a:t>)</a:t>
                      </a:r>
                      <a:endParaRPr kumimoji="0" lang="en-US" altLang="zh-CN" sz="1500" b="0" i="0" u="none" strike="noStrike" cap="none" normalizeH="0" baseline="0">
                        <a:ln>
                          <a:noFill/>
                        </a:ln>
                        <a:solidFill>
                          <a:schemeClr val="tx1"/>
                        </a:solidFill>
                        <a:effectLst/>
                        <a:latin typeface="Times New Roman" panose="02020603050405020304" pitchFamily="18" charset="0"/>
                        <a:ea typeface="黑体" panose="02010609060101010101" pitchFamily="49" charset="-122"/>
                      </a:endParaRPr>
                    </a:p>
                  </a:txBody>
                  <a:tcPr marL="46132" marR="46132" marT="24604" marB="24604"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chemeClr val="accent4">
                        <a:lumMod val="20000"/>
                        <a:lumOff val="80000"/>
                      </a:schemeClr>
                    </a:solidFill>
                  </a:tcPr>
                </a:tc>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endParaRPr kumimoji="0" lang="zh-CN" altLang="zh-CN" sz="1500" b="0" i="0" u="none" strike="noStrike" cap="none" normalizeH="0" baseline="0">
                        <a:ln>
                          <a:noFill/>
                        </a:ln>
                        <a:solidFill>
                          <a:schemeClr val="tx1"/>
                        </a:solidFill>
                        <a:effectLst/>
                        <a:latin typeface="Times New Roman" panose="02020603050405020304" pitchFamily="18" charset="0"/>
                        <a:ea typeface="黑体" panose="02010609060101010101" pitchFamily="49" charset="-122"/>
                      </a:endParaRPr>
                    </a:p>
                  </a:txBody>
                  <a:tcPr marL="46132" marR="46132" marT="24604" marB="24604"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chemeClr val="accent4">
                        <a:lumMod val="20000"/>
                        <a:lumOff val="80000"/>
                      </a:schemeClr>
                    </a:solidFill>
                  </a:tcPr>
                </a:tc>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endParaRPr kumimoji="0" lang="zh-CN" altLang="zh-CN" sz="1500" b="0" i="0" u="none" strike="noStrike" cap="none" normalizeH="0" baseline="0" dirty="0">
                        <a:ln>
                          <a:noFill/>
                        </a:ln>
                        <a:solidFill>
                          <a:schemeClr val="tx1"/>
                        </a:solidFill>
                        <a:effectLst/>
                        <a:latin typeface="Times New Roman" panose="02020603050405020304" pitchFamily="18" charset="0"/>
                        <a:ea typeface="黑体" panose="02010609060101010101" pitchFamily="49" charset="-122"/>
                      </a:endParaRPr>
                    </a:p>
                  </a:txBody>
                  <a:tcPr marL="46132" marR="46132" marT="24604" marB="24604" anchor="ct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chemeClr val="accent4">
                        <a:lumMod val="20000"/>
                        <a:lumOff val="80000"/>
                      </a:schemeClr>
                    </a:solidFill>
                  </a:tcPr>
                </a:tc>
                <a:extLst>
                  <a:ext uri="{0D108BD9-81ED-4DB2-BD59-A6C34878D82A}">
                    <a16:rowId xmlns:a16="http://schemas.microsoft.com/office/drawing/2014/main" val="10006"/>
                  </a:ext>
                </a:extLst>
              </a:tr>
            </a:tbl>
          </a:graphicData>
        </a:graphic>
      </p:graphicFrame>
      <p:sp>
        <p:nvSpPr>
          <p:cNvPr id="7" name="箭头: 下 6">
            <a:extLst>
              <a:ext uri="{FF2B5EF4-FFF2-40B4-BE49-F238E27FC236}">
                <a16:creationId xmlns:a16="http://schemas.microsoft.com/office/drawing/2014/main" id="{8AFC327E-7D72-D9B8-4991-F9E4D1507B1C}"/>
              </a:ext>
            </a:extLst>
          </p:cNvPr>
          <p:cNvSpPr/>
          <p:nvPr/>
        </p:nvSpPr>
        <p:spPr>
          <a:xfrm>
            <a:off x="1305018" y="4280252"/>
            <a:ext cx="275207" cy="319596"/>
          </a:xfrm>
          <a:prstGeom prst="downArrow">
            <a:avLst/>
          </a:prstGeom>
          <a:solidFill>
            <a:srgbClr val="FF0000"/>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8" name="箭头: 下 7">
            <a:extLst>
              <a:ext uri="{FF2B5EF4-FFF2-40B4-BE49-F238E27FC236}">
                <a16:creationId xmlns:a16="http://schemas.microsoft.com/office/drawing/2014/main" id="{C63D3C7B-F4AF-8E44-E125-8C4A52B4B99B}"/>
              </a:ext>
            </a:extLst>
          </p:cNvPr>
          <p:cNvSpPr/>
          <p:nvPr/>
        </p:nvSpPr>
        <p:spPr>
          <a:xfrm>
            <a:off x="4634977" y="4356866"/>
            <a:ext cx="275207" cy="319596"/>
          </a:xfrm>
          <a:prstGeom prst="downArrow">
            <a:avLst/>
          </a:prstGeom>
          <a:solidFill>
            <a:srgbClr val="FF0000"/>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9" name="椭圆 8">
            <a:extLst>
              <a:ext uri="{FF2B5EF4-FFF2-40B4-BE49-F238E27FC236}">
                <a16:creationId xmlns:a16="http://schemas.microsoft.com/office/drawing/2014/main" id="{9D8579CB-91E4-13B5-1373-1D5351869E2D}"/>
              </a:ext>
            </a:extLst>
          </p:cNvPr>
          <p:cNvSpPr/>
          <p:nvPr/>
        </p:nvSpPr>
        <p:spPr>
          <a:xfrm>
            <a:off x="2439881" y="2875857"/>
            <a:ext cx="889246" cy="390617"/>
          </a:xfrm>
          <a:prstGeom prst="ellipse">
            <a:avLst/>
          </a:prstGeom>
          <a:noFill/>
          <a:ln w="38100">
            <a:solidFill>
              <a:srgbClr val="FF0000"/>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zh-CN" altLang="en-US"/>
          </a:p>
        </p:txBody>
      </p:sp>
    </p:spTree>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7"/>
                                        </p:tgtEl>
                                        <p:attrNameLst>
                                          <p:attrName>style.visibility</p:attrName>
                                        </p:attrNameLst>
                                      </p:cBhvr>
                                      <p:to>
                                        <p:strVal val="visible"/>
                                      </p:to>
                                    </p:set>
                                    <p:animEffect transition="in" filter="fade">
                                      <p:cBhvr>
                                        <p:cTn id="7" dur="500"/>
                                        <p:tgtEl>
                                          <p:spTgt spid="7"/>
                                        </p:tgtEl>
                                      </p:cBhvr>
                                    </p:animEffect>
                                  </p:childTnLst>
                                </p:cTn>
                              </p:par>
                              <p:par>
                                <p:cTn id="8" presetID="10" presetClass="entr" presetSubtype="0" fill="hold" grpId="0" nodeType="withEffect">
                                  <p:stCondLst>
                                    <p:cond delay="0"/>
                                  </p:stCondLst>
                                  <p:childTnLst>
                                    <p:set>
                                      <p:cBhvr>
                                        <p:cTn id="9" dur="1" fill="hold">
                                          <p:stCondLst>
                                            <p:cond delay="0"/>
                                          </p:stCondLst>
                                        </p:cTn>
                                        <p:tgtEl>
                                          <p:spTgt spid="8"/>
                                        </p:tgtEl>
                                        <p:attrNameLst>
                                          <p:attrName>style.visibility</p:attrName>
                                        </p:attrNameLst>
                                      </p:cBhvr>
                                      <p:to>
                                        <p:strVal val="visible"/>
                                      </p:to>
                                    </p:set>
                                    <p:animEffect transition="in" filter="fade">
                                      <p:cBhvr>
                                        <p:cTn id="10" dur="500"/>
                                        <p:tgtEl>
                                          <p:spTgt spid="8"/>
                                        </p:tgtEl>
                                      </p:cBhvr>
                                    </p:animEffect>
                                  </p:childTnLst>
                                </p:cTn>
                              </p:par>
                            </p:childTnLst>
                          </p:cTn>
                        </p:par>
                      </p:childTnLst>
                    </p:cTn>
                  </p:par>
                  <p:par>
                    <p:cTn id="11" fill="hold">
                      <p:stCondLst>
                        <p:cond delay="indefinite"/>
                      </p:stCondLst>
                      <p:childTnLst>
                        <p:par>
                          <p:cTn id="12" fill="hold">
                            <p:stCondLst>
                              <p:cond delay="0"/>
                            </p:stCondLst>
                            <p:childTnLst>
                              <p:par>
                                <p:cTn id="13" presetID="21" presetClass="entr" presetSubtype="1" fill="hold" grpId="0" nodeType="clickEffect">
                                  <p:stCondLst>
                                    <p:cond delay="0"/>
                                  </p:stCondLst>
                                  <p:childTnLst>
                                    <p:set>
                                      <p:cBhvr>
                                        <p:cTn id="14" dur="1" fill="hold">
                                          <p:stCondLst>
                                            <p:cond delay="0"/>
                                          </p:stCondLst>
                                        </p:cTn>
                                        <p:tgtEl>
                                          <p:spTgt spid="9"/>
                                        </p:tgtEl>
                                        <p:attrNameLst>
                                          <p:attrName>style.visibility</p:attrName>
                                        </p:attrNameLst>
                                      </p:cBhvr>
                                      <p:to>
                                        <p:strVal val="visible"/>
                                      </p:to>
                                    </p:set>
                                    <p:animEffect transition="in" filter="wheel(1)">
                                      <p:cBhvr>
                                        <p:cTn id="15" dur="2000"/>
                                        <p:tgtEl>
                                          <p:spTgt spid="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animBg="1"/>
      <p:bldP spid="8" grpId="0" animBg="1"/>
      <p:bldP spid="9" grpId="0" animBg="1"/>
    </p:bldLst>
  </p:timing>
</p:sld>
</file>

<file path=ppt/slides/slide2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5842" name="Rectangle 2">
            <a:extLst>
              <a:ext uri="{FF2B5EF4-FFF2-40B4-BE49-F238E27FC236}">
                <a16:creationId xmlns:a16="http://schemas.microsoft.com/office/drawing/2014/main" id="{E079625B-A058-4B86-B4A2-2B0DE5ED1DBD}"/>
              </a:ext>
            </a:extLst>
          </p:cNvPr>
          <p:cNvSpPr>
            <a:spLocks noGrp="1" noChangeArrowheads="1"/>
          </p:cNvSpPr>
          <p:nvPr>
            <p:ph type="title"/>
          </p:nvPr>
        </p:nvSpPr>
        <p:spPr/>
        <p:txBody>
          <a:bodyPr/>
          <a:lstStyle/>
          <a:p>
            <a:pPr eaLnBrk="1" hangingPunct="1"/>
            <a:r>
              <a:rPr lang="en-US" altLang="zh-CN"/>
              <a:t>3.3.4 </a:t>
            </a:r>
            <a:r>
              <a:rPr lang="zh-CN" altLang="en-US"/>
              <a:t>非递归的预测分析</a:t>
            </a:r>
          </a:p>
        </p:txBody>
      </p:sp>
      <p:sp>
        <p:nvSpPr>
          <p:cNvPr id="35843" name="Rectangle 3">
            <a:extLst>
              <a:ext uri="{FF2B5EF4-FFF2-40B4-BE49-F238E27FC236}">
                <a16:creationId xmlns:a16="http://schemas.microsoft.com/office/drawing/2014/main" id="{80C23E29-5352-4D40-8940-1E7AC42FD1E8}"/>
              </a:ext>
            </a:extLst>
          </p:cNvPr>
          <p:cNvSpPr>
            <a:spLocks noGrp="1" noChangeArrowheads="1"/>
          </p:cNvSpPr>
          <p:nvPr>
            <p:ph idx="1"/>
          </p:nvPr>
        </p:nvSpPr>
        <p:spPr/>
        <p:txBody>
          <a:bodyPr/>
          <a:lstStyle/>
          <a:p>
            <a:pPr eaLnBrk="1" hangingPunct="1">
              <a:lnSpc>
                <a:spcPct val="90000"/>
              </a:lnSpc>
              <a:buFont typeface="Wingdings" panose="05000000000000000000" pitchFamily="2" charset="2"/>
              <a:buNone/>
            </a:pPr>
            <a:r>
              <a:rPr lang="zh-CN" altLang="en-US" sz="2800"/>
              <a:t>预测分析器接受输入</a:t>
            </a:r>
            <a:r>
              <a:rPr lang="en-US" altLang="zh-CN" sz="2800" b="1">
                <a:latin typeface="Times New Roman" panose="02020603050405020304" pitchFamily="18" charset="0"/>
              </a:rPr>
              <a:t>id</a:t>
            </a:r>
            <a:r>
              <a:rPr lang="en-US" altLang="zh-CN" sz="2800">
                <a:latin typeface="Times New Roman" panose="02020603050405020304" pitchFamily="18" charset="0"/>
              </a:rPr>
              <a:t> * </a:t>
            </a:r>
            <a:r>
              <a:rPr lang="en-US" altLang="zh-CN" sz="2800" b="1">
                <a:latin typeface="Times New Roman" panose="02020603050405020304" pitchFamily="18" charset="0"/>
              </a:rPr>
              <a:t>id</a:t>
            </a:r>
            <a:r>
              <a:rPr lang="en-US" altLang="zh-CN" sz="2800">
                <a:latin typeface="Times New Roman" panose="02020603050405020304" pitchFamily="18" charset="0"/>
              </a:rPr>
              <a:t> + </a:t>
            </a:r>
            <a:r>
              <a:rPr lang="en-US" altLang="zh-CN" sz="2800" b="1">
                <a:latin typeface="Times New Roman" panose="02020603050405020304" pitchFamily="18" charset="0"/>
              </a:rPr>
              <a:t>id</a:t>
            </a:r>
            <a:r>
              <a:rPr lang="zh-CN" altLang="en-US" sz="2800"/>
              <a:t>的动作</a:t>
            </a:r>
          </a:p>
        </p:txBody>
      </p:sp>
      <p:graphicFrame>
        <p:nvGraphicFramePr>
          <p:cNvPr id="5" name="Group 4">
            <a:extLst>
              <a:ext uri="{FF2B5EF4-FFF2-40B4-BE49-F238E27FC236}">
                <a16:creationId xmlns:a16="http://schemas.microsoft.com/office/drawing/2014/main" id="{3636AFD8-6022-4AA4-97BB-A969A3CE9861}"/>
              </a:ext>
            </a:extLst>
          </p:cNvPr>
          <p:cNvGraphicFramePr>
            <a:graphicFrameLocks/>
          </p:cNvGraphicFramePr>
          <p:nvPr/>
        </p:nvGraphicFramePr>
        <p:xfrm>
          <a:off x="609600" y="1981200"/>
          <a:ext cx="8305800" cy="4667252"/>
        </p:xfrm>
        <a:graphic>
          <a:graphicData uri="http://schemas.openxmlformats.org/drawingml/2006/table">
            <a:tbl>
              <a:tblPr/>
              <a:tblGrid>
                <a:gridCol w="2667000">
                  <a:extLst>
                    <a:ext uri="{9D8B030D-6E8A-4147-A177-3AD203B41FA5}">
                      <a16:colId xmlns:a16="http://schemas.microsoft.com/office/drawing/2014/main" val="20000"/>
                    </a:ext>
                  </a:extLst>
                </a:gridCol>
                <a:gridCol w="2832100">
                  <a:extLst>
                    <a:ext uri="{9D8B030D-6E8A-4147-A177-3AD203B41FA5}">
                      <a16:colId xmlns:a16="http://schemas.microsoft.com/office/drawing/2014/main" val="20001"/>
                    </a:ext>
                  </a:extLst>
                </a:gridCol>
                <a:gridCol w="2806700">
                  <a:extLst>
                    <a:ext uri="{9D8B030D-6E8A-4147-A177-3AD203B41FA5}">
                      <a16:colId xmlns:a16="http://schemas.microsoft.com/office/drawing/2014/main" val="20002"/>
                    </a:ext>
                  </a:extLst>
                </a:gridCol>
              </a:tblGrid>
              <a:tr h="518160">
                <a:tc>
                  <a:txBody>
                    <a:body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itchFamily="2" charset="2"/>
                        <a:buNone/>
                        <a:tabLst/>
                      </a:pPr>
                      <a:r>
                        <a:rPr kumimoji="0" lang="zh-CN" altLang="en-US" sz="2800" b="0" i="0" u="none" strike="noStrike" cap="none" normalizeH="0" baseline="0">
                          <a:ln>
                            <a:noFill/>
                          </a:ln>
                          <a:solidFill>
                            <a:schemeClr val="tx1"/>
                          </a:solidFill>
                          <a:effectLst/>
                          <a:latin typeface="Times New Roman" pitchFamily="18" charset="0"/>
                          <a:ea typeface="黑体" pitchFamily="2" charset="-122"/>
                        </a:rPr>
                        <a:t>栈 </a:t>
                      </a:r>
                    </a:p>
                  </a:txBody>
                  <a:tcPr horzOverflow="overflow">
                    <a:lnL w="28575"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28575"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a:txBody>
                    <a:body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itchFamily="2" charset="2"/>
                        <a:buNone/>
                        <a:tabLst/>
                      </a:pPr>
                      <a:r>
                        <a:rPr kumimoji="0" lang="zh-CN" altLang="en-US" sz="2800" b="0" i="0" u="none" strike="noStrike" cap="none" normalizeH="0" baseline="0">
                          <a:ln>
                            <a:noFill/>
                          </a:ln>
                          <a:solidFill>
                            <a:schemeClr val="tx1"/>
                          </a:solidFill>
                          <a:effectLst/>
                          <a:latin typeface="Times New Roman" pitchFamily="18" charset="0"/>
                          <a:ea typeface="黑体" pitchFamily="2" charset="-122"/>
                        </a:rPr>
                        <a:t>输    入 </a:t>
                      </a:r>
                    </a:p>
                  </a:txBody>
                  <a:tcPr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28575"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a:txBody>
                    <a:body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itchFamily="2" charset="2"/>
                        <a:buNone/>
                        <a:tabLst/>
                      </a:pPr>
                      <a:r>
                        <a:rPr kumimoji="0" lang="zh-CN" altLang="en-US" sz="2800" b="0" i="0" u="none" strike="noStrike" cap="none" normalizeH="0" baseline="0">
                          <a:ln>
                            <a:noFill/>
                          </a:ln>
                          <a:solidFill>
                            <a:schemeClr val="tx1"/>
                          </a:solidFill>
                          <a:effectLst/>
                          <a:latin typeface="Times New Roman" pitchFamily="18" charset="0"/>
                          <a:ea typeface="黑体" pitchFamily="2" charset="-122"/>
                        </a:rPr>
                        <a:t>输    出 </a:t>
                      </a:r>
                    </a:p>
                  </a:txBody>
                  <a:tcPr horzOverflow="overflow">
                    <a:lnL w="12700" cap="flat" cmpd="sng" algn="ctr">
                      <a:solidFill>
                        <a:schemeClr val="tx1"/>
                      </a:solidFill>
                      <a:prstDash val="solid"/>
                      <a:round/>
                      <a:headEnd type="none" w="sm" len="sm"/>
                      <a:tailEnd type="none" w="sm" len="sm"/>
                    </a:lnL>
                    <a:lnR w="28575" cap="flat" cmpd="sng" algn="ctr">
                      <a:solidFill>
                        <a:schemeClr val="tx1"/>
                      </a:solidFill>
                      <a:prstDash val="solid"/>
                      <a:round/>
                      <a:headEnd type="none" w="sm" len="sm"/>
                      <a:tailEnd type="none" w="sm" len="sm"/>
                    </a:lnR>
                    <a:lnT w="28575"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extLst>
                  <a:ext uri="{0D108BD9-81ED-4DB2-BD59-A6C34878D82A}">
                    <a16:rowId xmlns:a16="http://schemas.microsoft.com/office/drawing/2014/main" val="10000"/>
                  </a:ext>
                </a:extLst>
              </a:tr>
              <a:tr h="519113">
                <a:tc>
                  <a:txBody>
                    <a:bodyPr/>
                    <a:lstStyle/>
                    <a:p>
                      <a:pPr marL="0" marR="0" lvl="0" indent="0" algn="l" defTabSz="914400" rtl="0" eaLnBrk="1" fontAlgn="base" latinLnBrk="0" hangingPunct="1">
                        <a:lnSpc>
                          <a:spcPct val="100000"/>
                        </a:lnSpc>
                        <a:spcBef>
                          <a:spcPct val="20000"/>
                        </a:spcBef>
                        <a:spcAft>
                          <a:spcPct val="0"/>
                        </a:spcAft>
                        <a:buClr>
                          <a:schemeClr val="folHlink"/>
                        </a:buClr>
                        <a:buSzPct val="60000"/>
                        <a:buFont typeface="Wingdings" pitchFamily="2" charset="2"/>
                        <a:buNone/>
                        <a:tabLst/>
                      </a:pPr>
                      <a:r>
                        <a:rPr kumimoji="0" lang="en-US" altLang="zh-CN" sz="2800" b="1" i="0" u="none" strike="noStrike" cap="none" normalizeH="0" baseline="0">
                          <a:ln>
                            <a:noFill/>
                          </a:ln>
                          <a:solidFill>
                            <a:schemeClr val="tx1"/>
                          </a:solidFill>
                          <a:effectLst/>
                          <a:latin typeface="Times New Roman" pitchFamily="18" charset="0"/>
                          <a:ea typeface="黑体" pitchFamily="2" charset="-122"/>
                        </a:rPr>
                        <a:t>$</a:t>
                      </a:r>
                      <a:r>
                        <a:rPr kumimoji="0" lang="en-US" altLang="zh-CN" sz="2800" b="1" i="1" u="none" strike="noStrike" cap="none" normalizeH="0" baseline="0">
                          <a:ln>
                            <a:noFill/>
                          </a:ln>
                          <a:solidFill>
                            <a:schemeClr val="tx1"/>
                          </a:solidFill>
                          <a:effectLst/>
                          <a:latin typeface="Times New Roman" pitchFamily="18" charset="0"/>
                          <a:ea typeface="黑体" pitchFamily="2" charset="-122"/>
                        </a:rPr>
                        <a:t>E </a:t>
                      </a:r>
                      <a:r>
                        <a:rPr kumimoji="0" lang="en-US" altLang="zh-CN" sz="2800" b="1" i="0" u="none" strike="noStrike" cap="none" normalizeH="0" baseline="0">
                          <a:ln>
                            <a:noFill/>
                          </a:ln>
                          <a:solidFill>
                            <a:schemeClr val="tx1"/>
                          </a:solidFill>
                          <a:effectLst/>
                          <a:latin typeface="Times New Roman" pitchFamily="18" charset="0"/>
                          <a:ea typeface="黑体" pitchFamily="2" charset="-122"/>
                          <a:sym typeface="Symbol" pitchFamily="18" charset="2"/>
                        </a:rPr>
                        <a:t></a:t>
                      </a:r>
                      <a:r>
                        <a:rPr kumimoji="0" lang="en-US" altLang="zh-CN" sz="2800" b="1" i="1" u="none" strike="noStrike" cap="none" normalizeH="0" baseline="0">
                          <a:ln>
                            <a:noFill/>
                          </a:ln>
                          <a:solidFill>
                            <a:schemeClr val="tx1"/>
                          </a:solidFill>
                          <a:effectLst/>
                          <a:latin typeface="Times New Roman" pitchFamily="18" charset="0"/>
                          <a:ea typeface="黑体" pitchFamily="2" charset="-122"/>
                        </a:rPr>
                        <a:t>T </a:t>
                      </a:r>
                      <a:r>
                        <a:rPr kumimoji="0" lang="en-US" altLang="zh-CN" sz="2800" b="1" i="0" u="none" strike="noStrike" cap="none" normalizeH="0" baseline="0">
                          <a:ln>
                            <a:noFill/>
                          </a:ln>
                          <a:solidFill>
                            <a:schemeClr val="tx1"/>
                          </a:solidFill>
                          <a:effectLst/>
                          <a:latin typeface="Times New Roman" pitchFamily="18" charset="0"/>
                          <a:ea typeface="黑体" pitchFamily="2" charset="-122"/>
                          <a:sym typeface="Symbol" pitchFamily="18" charset="2"/>
                        </a:rPr>
                        <a:t></a:t>
                      </a:r>
                      <a:r>
                        <a:rPr kumimoji="0" lang="en-US" altLang="zh-CN" sz="2800" b="1" i="0" u="none" strike="noStrike" cap="none" normalizeH="0" baseline="0">
                          <a:ln>
                            <a:noFill/>
                          </a:ln>
                          <a:solidFill>
                            <a:schemeClr val="tx1"/>
                          </a:solidFill>
                          <a:effectLst/>
                          <a:latin typeface="Times New Roman" pitchFamily="18" charset="0"/>
                          <a:ea typeface="黑体" pitchFamily="2" charset="-122"/>
                        </a:rPr>
                        <a:t> id</a:t>
                      </a:r>
                      <a:r>
                        <a:rPr kumimoji="0" lang="en-US" altLang="zh-CN" sz="2800" b="0" i="0" u="none" strike="noStrike" cap="none" normalizeH="0" baseline="0">
                          <a:ln>
                            <a:noFill/>
                          </a:ln>
                          <a:solidFill>
                            <a:schemeClr val="tx1"/>
                          </a:solidFill>
                          <a:effectLst/>
                          <a:latin typeface="Times New Roman" pitchFamily="18" charset="0"/>
                          <a:ea typeface="黑体" pitchFamily="2" charset="-122"/>
                        </a:rPr>
                        <a:t> </a:t>
                      </a:r>
                    </a:p>
                  </a:txBody>
                  <a:tcPr horzOverflow="overflow">
                    <a:lnL w="28575"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
                          <a:schemeClr val="folHlink"/>
                        </a:buClr>
                        <a:buSzPct val="60000"/>
                        <a:buFont typeface="Wingdings" pitchFamily="2" charset="2"/>
                        <a:buNone/>
                        <a:tabLst/>
                      </a:pPr>
                      <a:r>
                        <a:rPr kumimoji="0" lang="en-US" altLang="zh-CN" sz="2800" b="1" i="0" u="none" strike="noStrike" cap="none" normalizeH="0" baseline="0">
                          <a:ln>
                            <a:noFill/>
                          </a:ln>
                          <a:solidFill>
                            <a:schemeClr val="tx1"/>
                          </a:solidFill>
                          <a:effectLst/>
                          <a:latin typeface="Times New Roman" pitchFamily="18" charset="0"/>
                          <a:ea typeface="黑体" pitchFamily="2" charset="-122"/>
                        </a:rPr>
                        <a:t>       id + id$</a:t>
                      </a:r>
                      <a:r>
                        <a:rPr kumimoji="0" lang="en-US" altLang="zh-CN" sz="2800" b="0" i="0" u="none" strike="noStrike" cap="none" normalizeH="0" baseline="0">
                          <a:ln>
                            <a:noFill/>
                          </a:ln>
                          <a:solidFill>
                            <a:schemeClr val="tx1"/>
                          </a:solidFill>
                          <a:effectLst/>
                          <a:latin typeface="Times New Roman" pitchFamily="18" charset="0"/>
                          <a:ea typeface="黑体" pitchFamily="2" charset="-122"/>
                        </a:rPr>
                        <a:t>  </a:t>
                      </a:r>
                    </a:p>
                  </a:txBody>
                  <a:tcPr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
                          <a:schemeClr val="folHlink"/>
                        </a:buClr>
                        <a:buSzPct val="60000"/>
                        <a:buFont typeface="Wingdings" pitchFamily="2" charset="2"/>
                        <a:buNone/>
                        <a:tabLst/>
                      </a:pPr>
                      <a:r>
                        <a:rPr kumimoji="0" lang="en-US" altLang="zh-CN" sz="2800" b="1" i="1" u="none" strike="noStrike" cap="none" normalizeH="0" baseline="0">
                          <a:ln>
                            <a:noFill/>
                          </a:ln>
                          <a:solidFill>
                            <a:schemeClr val="tx1"/>
                          </a:solidFill>
                          <a:effectLst/>
                          <a:latin typeface="Times New Roman" pitchFamily="18" charset="0"/>
                          <a:ea typeface="黑体" pitchFamily="2" charset="-122"/>
                        </a:rPr>
                        <a:t>F</a:t>
                      </a:r>
                      <a:r>
                        <a:rPr kumimoji="0" lang="en-US" altLang="zh-CN" sz="2800" b="1" i="0" u="none" strike="noStrike" cap="none" normalizeH="0" baseline="0">
                          <a:ln>
                            <a:noFill/>
                          </a:ln>
                          <a:solidFill>
                            <a:schemeClr val="tx1"/>
                          </a:solidFill>
                          <a:effectLst/>
                          <a:latin typeface="Times New Roman" pitchFamily="18" charset="0"/>
                          <a:ea typeface="黑体" pitchFamily="2" charset="-122"/>
                        </a:rPr>
                        <a:t> </a:t>
                      </a:r>
                      <a:r>
                        <a:rPr kumimoji="0" lang="en-US" altLang="zh-CN" sz="2800" b="1" i="0" u="none" strike="noStrike" cap="none" normalizeH="0" baseline="0">
                          <a:ln>
                            <a:noFill/>
                          </a:ln>
                          <a:solidFill>
                            <a:schemeClr val="tx1"/>
                          </a:solidFill>
                          <a:effectLst/>
                          <a:latin typeface="Times New Roman" pitchFamily="18" charset="0"/>
                          <a:ea typeface="黑体" pitchFamily="2" charset="-122"/>
                          <a:sym typeface="Symbol" pitchFamily="18" charset="2"/>
                        </a:rPr>
                        <a:t></a:t>
                      </a:r>
                      <a:r>
                        <a:rPr kumimoji="0" lang="en-US" altLang="zh-CN" sz="2800" b="1" i="0" u="none" strike="noStrike" cap="none" normalizeH="0" baseline="0">
                          <a:ln>
                            <a:noFill/>
                          </a:ln>
                          <a:solidFill>
                            <a:schemeClr val="tx1"/>
                          </a:solidFill>
                          <a:effectLst/>
                          <a:latin typeface="Times New Roman" pitchFamily="18" charset="0"/>
                          <a:ea typeface="黑体" pitchFamily="2" charset="-122"/>
                        </a:rPr>
                        <a:t> id</a:t>
                      </a:r>
                      <a:r>
                        <a:rPr kumimoji="0" lang="en-US" altLang="zh-CN" sz="2800" b="0" i="0" u="none" strike="noStrike" cap="none" normalizeH="0" baseline="0">
                          <a:ln>
                            <a:noFill/>
                          </a:ln>
                          <a:solidFill>
                            <a:schemeClr val="tx1"/>
                          </a:solidFill>
                          <a:effectLst/>
                          <a:latin typeface="Times New Roman" pitchFamily="18" charset="0"/>
                          <a:ea typeface="黑体" pitchFamily="2" charset="-122"/>
                        </a:rPr>
                        <a:t> </a:t>
                      </a:r>
                    </a:p>
                  </a:txBody>
                  <a:tcPr horzOverflow="overflow">
                    <a:lnL w="12700" cap="flat" cmpd="sng" algn="ctr">
                      <a:solidFill>
                        <a:schemeClr val="tx1"/>
                      </a:solidFill>
                      <a:prstDash val="solid"/>
                      <a:round/>
                      <a:headEnd type="none" w="sm" len="sm"/>
                      <a:tailEnd type="none" w="sm" len="sm"/>
                    </a:lnL>
                    <a:lnR w="28575"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1"/>
                  </a:ext>
                </a:extLst>
              </a:tr>
              <a:tr h="518160">
                <a:tc>
                  <a:txBody>
                    <a:bodyPr/>
                    <a:lstStyle/>
                    <a:p>
                      <a:pPr marL="0" marR="0" lvl="0" indent="0" algn="l" defTabSz="914400" rtl="0" eaLnBrk="1" fontAlgn="base" latinLnBrk="0" hangingPunct="1">
                        <a:lnSpc>
                          <a:spcPct val="100000"/>
                        </a:lnSpc>
                        <a:spcBef>
                          <a:spcPct val="20000"/>
                        </a:spcBef>
                        <a:spcAft>
                          <a:spcPct val="0"/>
                        </a:spcAft>
                        <a:buClr>
                          <a:schemeClr val="folHlink"/>
                        </a:buClr>
                        <a:buSzPct val="60000"/>
                        <a:buFont typeface="Wingdings" pitchFamily="2" charset="2"/>
                        <a:buNone/>
                        <a:tabLst/>
                      </a:pPr>
                      <a:r>
                        <a:rPr kumimoji="0" lang="en-US" altLang="zh-CN" sz="2800" b="1" i="0" u="none" strike="noStrike" cap="none" normalizeH="0" baseline="0">
                          <a:ln>
                            <a:noFill/>
                          </a:ln>
                          <a:solidFill>
                            <a:schemeClr val="tx1"/>
                          </a:solidFill>
                          <a:effectLst/>
                          <a:latin typeface="Times New Roman" pitchFamily="18" charset="0"/>
                          <a:ea typeface="黑体" pitchFamily="2" charset="-122"/>
                        </a:rPr>
                        <a:t>$</a:t>
                      </a:r>
                      <a:r>
                        <a:rPr kumimoji="0" lang="en-US" altLang="zh-CN" sz="2800" b="1" i="1" u="none" strike="noStrike" cap="none" normalizeH="0" baseline="0">
                          <a:ln>
                            <a:noFill/>
                          </a:ln>
                          <a:solidFill>
                            <a:schemeClr val="tx1"/>
                          </a:solidFill>
                          <a:effectLst/>
                          <a:latin typeface="Times New Roman" pitchFamily="18" charset="0"/>
                          <a:ea typeface="黑体" pitchFamily="2" charset="-122"/>
                        </a:rPr>
                        <a:t>E </a:t>
                      </a:r>
                      <a:r>
                        <a:rPr kumimoji="0" lang="en-US" altLang="zh-CN" sz="2800" b="1" i="0" u="none" strike="noStrike" cap="none" normalizeH="0" baseline="0">
                          <a:ln>
                            <a:noFill/>
                          </a:ln>
                          <a:solidFill>
                            <a:schemeClr val="tx1"/>
                          </a:solidFill>
                          <a:effectLst/>
                          <a:latin typeface="Times New Roman" pitchFamily="18" charset="0"/>
                          <a:ea typeface="黑体" pitchFamily="2" charset="-122"/>
                          <a:sym typeface="Symbol" pitchFamily="18" charset="2"/>
                        </a:rPr>
                        <a:t></a:t>
                      </a:r>
                      <a:r>
                        <a:rPr kumimoji="0" lang="en-US" altLang="zh-CN" sz="2800" b="1" i="1" u="none" strike="noStrike" cap="none" normalizeH="0" baseline="0">
                          <a:ln>
                            <a:noFill/>
                          </a:ln>
                          <a:solidFill>
                            <a:schemeClr val="tx1"/>
                          </a:solidFill>
                          <a:effectLst/>
                          <a:latin typeface="Times New Roman" pitchFamily="18" charset="0"/>
                          <a:ea typeface="黑体" pitchFamily="2" charset="-122"/>
                        </a:rPr>
                        <a:t>T </a:t>
                      </a:r>
                      <a:r>
                        <a:rPr kumimoji="0" lang="en-US" altLang="zh-CN" sz="2800" b="1" i="0" u="none" strike="noStrike" cap="none" normalizeH="0" baseline="0">
                          <a:ln>
                            <a:noFill/>
                          </a:ln>
                          <a:solidFill>
                            <a:schemeClr val="tx1"/>
                          </a:solidFill>
                          <a:effectLst/>
                          <a:latin typeface="Times New Roman" pitchFamily="18" charset="0"/>
                          <a:ea typeface="黑体" pitchFamily="2" charset="-122"/>
                          <a:sym typeface="Symbol" pitchFamily="18" charset="2"/>
                        </a:rPr>
                        <a:t></a:t>
                      </a:r>
                    </a:p>
                  </a:txBody>
                  <a:tcPr horzOverflow="overflow">
                    <a:lnL w="28575"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
                          <a:schemeClr val="folHlink"/>
                        </a:buClr>
                        <a:buSzPct val="60000"/>
                        <a:buFont typeface="Wingdings" pitchFamily="2" charset="2"/>
                        <a:buNone/>
                        <a:tabLst/>
                      </a:pPr>
                      <a:r>
                        <a:rPr kumimoji="0" lang="en-US" altLang="zh-CN" sz="2800" b="1" i="0" u="none" strike="noStrike" cap="none" normalizeH="0" baseline="0">
                          <a:ln>
                            <a:noFill/>
                          </a:ln>
                          <a:solidFill>
                            <a:schemeClr val="tx1"/>
                          </a:solidFill>
                          <a:effectLst/>
                          <a:latin typeface="Times New Roman" pitchFamily="18" charset="0"/>
                          <a:ea typeface="黑体" pitchFamily="2" charset="-122"/>
                        </a:rPr>
                        <a:t>           + id$</a:t>
                      </a:r>
                    </a:p>
                  </a:txBody>
                  <a:tcPr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
                          <a:schemeClr val="folHlink"/>
                        </a:buClr>
                        <a:buSzPct val="60000"/>
                        <a:buFont typeface="Wingdings" pitchFamily="2" charset="2"/>
                        <a:buNone/>
                        <a:tabLst/>
                      </a:pPr>
                      <a:endParaRPr kumimoji="0" lang="zh-CN" altLang="zh-CN" sz="2800" b="1" i="0" u="none" strike="noStrike" cap="none" normalizeH="0" baseline="0">
                        <a:ln>
                          <a:noFill/>
                        </a:ln>
                        <a:solidFill>
                          <a:schemeClr val="tx1"/>
                        </a:solidFill>
                        <a:effectLst/>
                        <a:latin typeface="Times New Roman" pitchFamily="18" charset="0"/>
                        <a:ea typeface="黑体" pitchFamily="2" charset="-122"/>
                      </a:endParaRPr>
                    </a:p>
                  </a:txBody>
                  <a:tcPr horzOverflow="overflow">
                    <a:lnL w="12700" cap="flat" cmpd="sng" algn="ctr">
                      <a:solidFill>
                        <a:schemeClr val="tx1"/>
                      </a:solidFill>
                      <a:prstDash val="solid"/>
                      <a:round/>
                      <a:headEnd type="none" w="sm" len="sm"/>
                      <a:tailEnd type="none" w="sm" len="sm"/>
                    </a:lnL>
                    <a:lnR w="28575" cap="flat" cmpd="sng" algn="ctr">
                      <a:solidFill>
                        <a:schemeClr val="tx1"/>
                      </a:solidFill>
                      <a:prstDash val="solid"/>
                      <a:round/>
                      <a:headEnd type="none" w="sm" len="sm"/>
                      <a:tailEnd type="none" w="sm" len="sm"/>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2"/>
                  </a:ext>
                </a:extLst>
              </a:tr>
              <a:tr h="519113">
                <a:tc>
                  <a:txBody>
                    <a:bodyPr/>
                    <a:lstStyle/>
                    <a:p>
                      <a:pPr marL="0" marR="0" lvl="0" indent="0" algn="l" defTabSz="914400" rtl="0" eaLnBrk="1" fontAlgn="base" latinLnBrk="0" hangingPunct="1">
                        <a:lnSpc>
                          <a:spcPct val="100000"/>
                        </a:lnSpc>
                        <a:spcBef>
                          <a:spcPct val="20000"/>
                        </a:spcBef>
                        <a:spcAft>
                          <a:spcPct val="0"/>
                        </a:spcAft>
                        <a:buClr>
                          <a:schemeClr val="folHlink"/>
                        </a:buClr>
                        <a:buSzPct val="60000"/>
                        <a:buFont typeface="Wingdings" pitchFamily="2" charset="2"/>
                        <a:buNone/>
                        <a:tabLst/>
                      </a:pPr>
                      <a:r>
                        <a:rPr kumimoji="0" lang="en-US" altLang="zh-CN" sz="2800" b="1" i="0" u="none" strike="noStrike" cap="none" normalizeH="0" baseline="0">
                          <a:ln>
                            <a:noFill/>
                          </a:ln>
                          <a:solidFill>
                            <a:schemeClr val="tx1"/>
                          </a:solidFill>
                          <a:effectLst/>
                          <a:latin typeface="Times New Roman" pitchFamily="18" charset="0"/>
                          <a:ea typeface="黑体" pitchFamily="2" charset="-122"/>
                        </a:rPr>
                        <a:t>$</a:t>
                      </a:r>
                      <a:r>
                        <a:rPr kumimoji="0" lang="en-US" altLang="zh-CN" sz="2800" b="1" i="1" u="none" strike="noStrike" cap="none" normalizeH="0" baseline="0">
                          <a:ln>
                            <a:noFill/>
                          </a:ln>
                          <a:solidFill>
                            <a:schemeClr val="tx1"/>
                          </a:solidFill>
                          <a:effectLst/>
                          <a:latin typeface="Times New Roman" pitchFamily="18" charset="0"/>
                          <a:ea typeface="黑体" pitchFamily="2" charset="-122"/>
                        </a:rPr>
                        <a:t>E </a:t>
                      </a:r>
                      <a:r>
                        <a:rPr kumimoji="0" lang="en-US" altLang="zh-CN" sz="2800" b="1" i="0" u="none" strike="noStrike" cap="none" normalizeH="0" baseline="0">
                          <a:ln>
                            <a:noFill/>
                          </a:ln>
                          <a:solidFill>
                            <a:schemeClr val="tx1"/>
                          </a:solidFill>
                          <a:effectLst/>
                          <a:latin typeface="Times New Roman" pitchFamily="18" charset="0"/>
                          <a:ea typeface="黑体" pitchFamily="2" charset="-122"/>
                          <a:sym typeface="Symbol" pitchFamily="18" charset="2"/>
                        </a:rPr>
                        <a:t></a:t>
                      </a:r>
                    </a:p>
                  </a:txBody>
                  <a:tcPr horzOverflow="overflow">
                    <a:lnL w="28575"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
                          <a:schemeClr val="folHlink"/>
                        </a:buClr>
                        <a:buSzPct val="60000"/>
                        <a:buFont typeface="Wingdings" pitchFamily="2" charset="2"/>
                        <a:buNone/>
                        <a:tabLst/>
                      </a:pPr>
                      <a:r>
                        <a:rPr kumimoji="0" lang="en-US" altLang="zh-CN" sz="2800" b="1" i="0" u="none" strike="noStrike" cap="none" normalizeH="0" baseline="0">
                          <a:ln>
                            <a:noFill/>
                          </a:ln>
                          <a:solidFill>
                            <a:schemeClr val="tx1"/>
                          </a:solidFill>
                          <a:effectLst/>
                          <a:latin typeface="Times New Roman" pitchFamily="18" charset="0"/>
                          <a:ea typeface="黑体" pitchFamily="2" charset="-122"/>
                        </a:rPr>
                        <a:t>           + id$</a:t>
                      </a:r>
                    </a:p>
                  </a:txBody>
                  <a:tcPr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
                          <a:schemeClr val="folHlink"/>
                        </a:buClr>
                        <a:buSzPct val="60000"/>
                        <a:buFont typeface="Wingdings" pitchFamily="2" charset="2"/>
                        <a:buNone/>
                        <a:tabLst/>
                      </a:pPr>
                      <a:r>
                        <a:rPr kumimoji="0" lang="en-US" altLang="zh-CN" sz="2800" b="1" i="1" u="none" strike="noStrike" cap="none" normalizeH="0" baseline="0">
                          <a:ln>
                            <a:noFill/>
                          </a:ln>
                          <a:solidFill>
                            <a:schemeClr val="tx1"/>
                          </a:solidFill>
                          <a:effectLst/>
                          <a:latin typeface="Times New Roman" pitchFamily="18" charset="0"/>
                          <a:ea typeface="黑体" pitchFamily="2" charset="-122"/>
                        </a:rPr>
                        <a:t>T </a:t>
                      </a:r>
                      <a:r>
                        <a:rPr kumimoji="0" lang="en-US" altLang="zh-CN" sz="2800" b="1" i="0" u="none" strike="noStrike" cap="none" normalizeH="0" baseline="0">
                          <a:ln>
                            <a:noFill/>
                          </a:ln>
                          <a:solidFill>
                            <a:schemeClr val="tx1"/>
                          </a:solidFill>
                          <a:effectLst/>
                          <a:latin typeface="Times New Roman" pitchFamily="18" charset="0"/>
                          <a:ea typeface="黑体" pitchFamily="2" charset="-122"/>
                          <a:sym typeface="Symbol" pitchFamily="18" charset="2"/>
                        </a:rPr>
                        <a:t> </a:t>
                      </a:r>
                    </a:p>
                  </a:txBody>
                  <a:tcPr horzOverflow="overflow">
                    <a:lnL w="12700" cap="flat" cmpd="sng" algn="ctr">
                      <a:solidFill>
                        <a:schemeClr val="tx1"/>
                      </a:solidFill>
                      <a:prstDash val="solid"/>
                      <a:round/>
                      <a:headEnd type="none" w="sm" len="sm"/>
                      <a:tailEnd type="none" w="sm" len="sm"/>
                    </a:lnL>
                    <a:lnR w="28575" cap="flat" cmpd="sng" algn="ctr">
                      <a:solidFill>
                        <a:schemeClr val="tx1"/>
                      </a:solidFill>
                      <a:prstDash val="solid"/>
                      <a:round/>
                      <a:headEnd type="none" w="sm" len="sm"/>
                      <a:tailEnd type="none" w="sm" len="sm"/>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3"/>
                  </a:ext>
                </a:extLst>
              </a:tr>
              <a:tr h="518160">
                <a:tc>
                  <a:txBody>
                    <a:bodyPr/>
                    <a:lstStyle/>
                    <a:p>
                      <a:pPr marL="0" marR="0" lvl="0" indent="0" algn="l" defTabSz="914400" rtl="0" eaLnBrk="1" fontAlgn="base" latinLnBrk="0" hangingPunct="1">
                        <a:lnSpc>
                          <a:spcPct val="100000"/>
                        </a:lnSpc>
                        <a:spcBef>
                          <a:spcPct val="20000"/>
                        </a:spcBef>
                        <a:spcAft>
                          <a:spcPct val="0"/>
                        </a:spcAft>
                        <a:buClr>
                          <a:schemeClr val="folHlink"/>
                        </a:buClr>
                        <a:buSzPct val="60000"/>
                        <a:buFont typeface="Wingdings" pitchFamily="2" charset="2"/>
                        <a:buNone/>
                        <a:tabLst/>
                      </a:pPr>
                      <a:r>
                        <a:rPr kumimoji="0" lang="en-US" altLang="zh-CN" sz="2800" b="1" i="0" u="none" strike="noStrike" cap="none" normalizeH="0" baseline="0">
                          <a:ln>
                            <a:noFill/>
                          </a:ln>
                          <a:solidFill>
                            <a:schemeClr val="tx1"/>
                          </a:solidFill>
                          <a:effectLst/>
                          <a:latin typeface="Times New Roman" pitchFamily="18" charset="0"/>
                          <a:ea typeface="黑体" pitchFamily="2" charset="-122"/>
                        </a:rPr>
                        <a:t>$</a:t>
                      </a:r>
                      <a:r>
                        <a:rPr kumimoji="0" lang="en-US" altLang="zh-CN" sz="2800" b="1" i="1" u="none" strike="noStrike" cap="none" normalizeH="0" baseline="0">
                          <a:ln>
                            <a:noFill/>
                          </a:ln>
                          <a:solidFill>
                            <a:schemeClr val="tx1"/>
                          </a:solidFill>
                          <a:effectLst/>
                          <a:latin typeface="Times New Roman" pitchFamily="18" charset="0"/>
                          <a:ea typeface="黑体" pitchFamily="2" charset="-122"/>
                        </a:rPr>
                        <a:t>E </a:t>
                      </a:r>
                      <a:r>
                        <a:rPr kumimoji="0" lang="en-US" altLang="zh-CN" sz="2800" b="1" i="0" u="none" strike="noStrike" cap="none" normalizeH="0" baseline="0">
                          <a:ln>
                            <a:noFill/>
                          </a:ln>
                          <a:solidFill>
                            <a:schemeClr val="tx1"/>
                          </a:solidFill>
                          <a:effectLst/>
                          <a:latin typeface="Times New Roman" pitchFamily="18" charset="0"/>
                          <a:ea typeface="黑体" pitchFamily="2" charset="-122"/>
                          <a:sym typeface="Symbol" pitchFamily="18" charset="2"/>
                        </a:rPr>
                        <a:t></a:t>
                      </a:r>
                      <a:r>
                        <a:rPr kumimoji="0" lang="en-US" altLang="zh-CN" sz="2800" b="1" i="1" u="none" strike="noStrike" cap="none" normalizeH="0" baseline="0">
                          <a:ln>
                            <a:noFill/>
                          </a:ln>
                          <a:solidFill>
                            <a:schemeClr val="tx1"/>
                          </a:solidFill>
                          <a:effectLst/>
                          <a:latin typeface="Times New Roman" pitchFamily="18" charset="0"/>
                          <a:ea typeface="黑体" pitchFamily="2" charset="-122"/>
                        </a:rPr>
                        <a:t>T</a:t>
                      </a:r>
                      <a:r>
                        <a:rPr kumimoji="0" lang="en-US" altLang="zh-CN" sz="2800" b="1" i="0" u="none" strike="noStrike" cap="none" normalizeH="0" baseline="0">
                          <a:ln>
                            <a:noFill/>
                          </a:ln>
                          <a:solidFill>
                            <a:schemeClr val="tx1"/>
                          </a:solidFill>
                          <a:effectLst/>
                          <a:latin typeface="Times New Roman" pitchFamily="18" charset="0"/>
                          <a:ea typeface="黑体" pitchFamily="2" charset="-122"/>
                        </a:rPr>
                        <a:t>+</a:t>
                      </a:r>
                    </a:p>
                  </a:txBody>
                  <a:tcPr horzOverflow="overflow">
                    <a:lnL w="28575"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
                          <a:schemeClr val="folHlink"/>
                        </a:buClr>
                        <a:buSzPct val="60000"/>
                        <a:buFont typeface="Wingdings" pitchFamily="2" charset="2"/>
                        <a:buNone/>
                        <a:tabLst/>
                      </a:pPr>
                      <a:r>
                        <a:rPr kumimoji="0" lang="en-US" altLang="zh-CN" sz="2800" b="1" i="0" u="none" strike="noStrike" cap="none" normalizeH="0" baseline="0">
                          <a:ln>
                            <a:noFill/>
                          </a:ln>
                          <a:solidFill>
                            <a:schemeClr val="tx1"/>
                          </a:solidFill>
                          <a:effectLst/>
                          <a:latin typeface="Times New Roman" pitchFamily="18" charset="0"/>
                          <a:ea typeface="黑体" pitchFamily="2" charset="-122"/>
                        </a:rPr>
                        <a:t>           + id$</a:t>
                      </a:r>
                    </a:p>
                  </a:txBody>
                  <a:tcPr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
                          <a:schemeClr val="folHlink"/>
                        </a:buClr>
                        <a:buSzPct val="60000"/>
                        <a:buFont typeface="Wingdings" pitchFamily="2" charset="2"/>
                        <a:buNone/>
                        <a:tabLst/>
                      </a:pPr>
                      <a:r>
                        <a:rPr kumimoji="0" lang="en-US" altLang="zh-CN" sz="2800" b="1" i="1" u="none" strike="noStrike" cap="none" normalizeH="0" baseline="0">
                          <a:ln>
                            <a:noFill/>
                          </a:ln>
                          <a:solidFill>
                            <a:schemeClr val="tx1"/>
                          </a:solidFill>
                          <a:effectLst/>
                          <a:latin typeface="Times New Roman" pitchFamily="18" charset="0"/>
                          <a:ea typeface="黑体" pitchFamily="2" charset="-122"/>
                          <a:sym typeface="Symbol" pitchFamily="18" charset="2"/>
                        </a:rPr>
                        <a:t>E</a:t>
                      </a:r>
                      <a:r>
                        <a:rPr kumimoji="0" lang="en-US" altLang="zh-CN" sz="2800" b="1" i="1" u="none" strike="noStrike" cap="none" normalizeH="0" baseline="0">
                          <a:ln>
                            <a:noFill/>
                          </a:ln>
                          <a:solidFill>
                            <a:schemeClr val="tx1"/>
                          </a:solidFill>
                          <a:effectLst/>
                          <a:latin typeface="Times New Roman" pitchFamily="18" charset="0"/>
                          <a:ea typeface="黑体" pitchFamily="2" charset="-122"/>
                        </a:rPr>
                        <a:t> </a:t>
                      </a:r>
                      <a:r>
                        <a:rPr kumimoji="0" lang="en-US" altLang="zh-CN" sz="2800" b="1" i="0" u="none" strike="noStrike" cap="none" normalizeH="0" baseline="0">
                          <a:ln>
                            <a:noFill/>
                          </a:ln>
                          <a:solidFill>
                            <a:schemeClr val="tx1"/>
                          </a:solidFill>
                          <a:effectLst/>
                          <a:latin typeface="Times New Roman" pitchFamily="18" charset="0"/>
                          <a:ea typeface="黑体" pitchFamily="2" charset="-122"/>
                          <a:sym typeface="Symbol" pitchFamily="18" charset="2"/>
                        </a:rPr>
                        <a:t> +</a:t>
                      </a:r>
                      <a:r>
                        <a:rPr kumimoji="0" lang="en-US" altLang="zh-CN" sz="2800" b="1" i="1" u="none" strike="noStrike" cap="none" normalizeH="0" baseline="0">
                          <a:ln>
                            <a:noFill/>
                          </a:ln>
                          <a:solidFill>
                            <a:schemeClr val="tx1"/>
                          </a:solidFill>
                          <a:effectLst/>
                          <a:latin typeface="Times New Roman" pitchFamily="18" charset="0"/>
                          <a:ea typeface="黑体" pitchFamily="2" charset="-122"/>
                          <a:sym typeface="Symbol" pitchFamily="18" charset="2"/>
                        </a:rPr>
                        <a:t>TE</a:t>
                      </a:r>
                      <a:r>
                        <a:rPr kumimoji="0" lang="en-US" altLang="zh-CN" sz="2800" b="1" i="1" u="none" strike="noStrike" cap="none" normalizeH="0" baseline="0">
                          <a:ln>
                            <a:noFill/>
                          </a:ln>
                          <a:solidFill>
                            <a:schemeClr val="tx1"/>
                          </a:solidFill>
                          <a:effectLst/>
                          <a:latin typeface="Times New Roman" pitchFamily="18" charset="0"/>
                          <a:ea typeface="黑体" pitchFamily="2" charset="-122"/>
                        </a:rPr>
                        <a:t> </a:t>
                      </a:r>
                      <a:r>
                        <a:rPr kumimoji="0" lang="en-US" altLang="zh-CN" sz="2800" b="1" i="0" u="none" strike="noStrike" cap="none" normalizeH="0" baseline="0">
                          <a:ln>
                            <a:noFill/>
                          </a:ln>
                          <a:solidFill>
                            <a:schemeClr val="tx1"/>
                          </a:solidFill>
                          <a:effectLst/>
                          <a:latin typeface="Times New Roman" pitchFamily="18" charset="0"/>
                          <a:ea typeface="黑体" pitchFamily="2" charset="-122"/>
                          <a:sym typeface="Symbol" pitchFamily="18" charset="2"/>
                        </a:rPr>
                        <a:t></a:t>
                      </a:r>
                    </a:p>
                  </a:txBody>
                  <a:tcPr horzOverflow="overflow">
                    <a:lnL w="12700" cap="flat" cmpd="sng" algn="ctr">
                      <a:solidFill>
                        <a:schemeClr val="tx1"/>
                      </a:solidFill>
                      <a:prstDash val="solid"/>
                      <a:round/>
                      <a:headEnd type="none" w="sm" len="sm"/>
                      <a:tailEnd type="none" w="sm" len="sm"/>
                    </a:lnL>
                    <a:lnR w="28575" cap="flat" cmpd="sng" algn="ctr">
                      <a:solidFill>
                        <a:schemeClr val="tx1"/>
                      </a:solidFill>
                      <a:prstDash val="solid"/>
                      <a:round/>
                      <a:headEnd type="none" w="sm" len="sm"/>
                      <a:tailEnd type="none" w="sm" len="sm"/>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4"/>
                  </a:ext>
                </a:extLst>
              </a:tr>
              <a:tr h="518160">
                <a:tc>
                  <a:txBody>
                    <a:bodyPr/>
                    <a:lstStyle/>
                    <a:p>
                      <a:pPr marL="0" marR="0" lvl="0" indent="0" algn="l" defTabSz="914400" rtl="0" eaLnBrk="1" fontAlgn="base" latinLnBrk="0" hangingPunct="1">
                        <a:lnSpc>
                          <a:spcPct val="100000"/>
                        </a:lnSpc>
                        <a:spcBef>
                          <a:spcPct val="20000"/>
                        </a:spcBef>
                        <a:spcAft>
                          <a:spcPct val="0"/>
                        </a:spcAft>
                        <a:buClr>
                          <a:schemeClr val="folHlink"/>
                        </a:buClr>
                        <a:buSzPct val="60000"/>
                        <a:buFont typeface="Wingdings" pitchFamily="2" charset="2"/>
                        <a:buNone/>
                        <a:tabLst/>
                      </a:pPr>
                      <a:r>
                        <a:rPr kumimoji="0" lang="en-US" altLang="zh-CN" sz="2800" b="1" i="0" u="none" strike="noStrike" cap="none" normalizeH="0" baseline="0">
                          <a:ln>
                            <a:noFill/>
                          </a:ln>
                          <a:solidFill>
                            <a:schemeClr val="tx1"/>
                          </a:solidFill>
                          <a:effectLst/>
                          <a:latin typeface="Times New Roman" pitchFamily="18" charset="0"/>
                          <a:ea typeface="黑体" pitchFamily="2" charset="-122"/>
                        </a:rPr>
                        <a:t>$</a:t>
                      </a:r>
                      <a:r>
                        <a:rPr kumimoji="0" lang="en-US" altLang="zh-CN" sz="2800" b="1" i="1" u="none" strike="noStrike" cap="none" normalizeH="0" baseline="0">
                          <a:ln>
                            <a:noFill/>
                          </a:ln>
                          <a:solidFill>
                            <a:schemeClr val="tx1"/>
                          </a:solidFill>
                          <a:effectLst/>
                          <a:latin typeface="Times New Roman" pitchFamily="18" charset="0"/>
                          <a:ea typeface="黑体" pitchFamily="2" charset="-122"/>
                        </a:rPr>
                        <a:t>E </a:t>
                      </a:r>
                      <a:r>
                        <a:rPr kumimoji="0" lang="en-US" altLang="zh-CN" sz="2800" b="1" i="0" u="none" strike="noStrike" cap="none" normalizeH="0" baseline="0">
                          <a:ln>
                            <a:noFill/>
                          </a:ln>
                          <a:solidFill>
                            <a:schemeClr val="tx1"/>
                          </a:solidFill>
                          <a:effectLst/>
                          <a:latin typeface="Times New Roman" pitchFamily="18" charset="0"/>
                          <a:ea typeface="黑体" pitchFamily="2" charset="-122"/>
                          <a:sym typeface="Symbol" pitchFamily="18" charset="2"/>
                        </a:rPr>
                        <a:t></a:t>
                      </a:r>
                      <a:r>
                        <a:rPr kumimoji="0" lang="en-US" altLang="zh-CN" sz="2800" b="1" i="1" u="none" strike="noStrike" cap="none" normalizeH="0" baseline="0">
                          <a:ln>
                            <a:noFill/>
                          </a:ln>
                          <a:solidFill>
                            <a:schemeClr val="tx1"/>
                          </a:solidFill>
                          <a:effectLst/>
                          <a:latin typeface="Times New Roman" pitchFamily="18" charset="0"/>
                          <a:ea typeface="黑体" pitchFamily="2" charset="-122"/>
                        </a:rPr>
                        <a:t>T</a:t>
                      </a:r>
                    </a:p>
                  </a:txBody>
                  <a:tcPr horzOverflow="overflow">
                    <a:lnL w="28575"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
                          <a:schemeClr val="folHlink"/>
                        </a:buClr>
                        <a:buSzPct val="60000"/>
                        <a:buFont typeface="Wingdings" pitchFamily="2" charset="2"/>
                        <a:buNone/>
                        <a:tabLst/>
                      </a:pPr>
                      <a:r>
                        <a:rPr kumimoji="0" lang="en-US" altLang="zh-CN" sz="2800" b="1" i="0" u="none" strike="noStrike" cap="none" normalizeH="0" baseline="0">
                          <a:ln>
                            <a:noFill/>
                          </a:ln>
                          <a:solidFill>
                            <a:schemeClr val="tx1"/>
                          </a:solidFill>
                          <a:effectLst/>
                          <a:latin typeface="Times New Roman" pitchFamily="18" charset="0"/>
                          <a:ea typeface="黑体" pitchFamily="2" charset="-122"/>
                        </a:rPr>
                        <a:t>              id$</a:t>
                      </a:r>
                    </a:p>
                  </a:txBody>
                  <a:tcPr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
                          <a:schemeClr val="folHlink"/>
                        </a:buClr>
                        <a:buSzPct val="60000"/>
                        <a:buFont typeface="Wingdings" pitchFamily="2" charset="2"/>
                        <a:buNone/>
                        <a:tabLst/>
                      </a:pPr>
                      <a:endParaRPr kumimoji="0" lang="zh-CN" altLang="zh-CN" sz="2800" b="1" i="0" u="none" strike="noStrike" cap="none" normalizeH="0" baseline="0">
                        <a:ln>
                          <a:noFill/>
                        </a:ln>
                        <a:solidFill>
                          <a:schemeClr val="tx1"/>
                        </a:solidFill>
                        <a:effectLst/>
                        <a:latin typeface="Times New Roman" pitchFamily="18" charset="0"/>
                        <a:ea typeface="黑体" pitchFamily="2" charset="-122"/>
                        <a:sym typeface="Symbol" pitchFamily="18" charset="2"/>
                      </a:endParaRPr>
                    </a:p>
                  </a:txBody>
                  <a:tcPr horzOverflow="overflow">
                    <a:lnL w="12700" cap="flat" cmpd="sng" algn="ctr">
                      <a:solidFill>
                        <a:schemeClr val="tx1"/>
                      </a:solidFill>
                      <a:prstDash val="solid"/>
                      <a:round/>
                      <a:headEnd type="none" w="sm" len="sm"/>
                      <a:tailEnd type="none" w="sm" len="sm"/>
                    </a:lnL>
                    <a:lnR w="28575" cap="flat" cmpd="sng" algn="ctr">
                      <a:solidFill>
                        <a:schemeClr val="tx1"/>
                      </a:solidFill>
                      <a:prstDash val="solid"/>
                      <a:round/>
                      <a:headEnd type="none" w="sm" len="sm"/>
                      <a:tailEnd type="none" w="sm" len="sm"/>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5"/>
                  </a:ext>
                </a:extLst>
              </a:tr>
              <a:tr h="519113">
                <a:tc>
                  <a:txBody>
                    <a:bodyPr/>
                    <a:lstStyle/>
                    <a:p>
                      <a:pPr marL="0" marR="0" lvl="0" indent="0" algn="l" defTabSz="914400" rtl="0" eaLnBrk="1" fontAlgn="base" latinLnBrk="0" hangingPunct="1">
                        <a:lnSpc>
                          <a:spcPct val="100000"/>
                        </a:lnSpc>
                        <a:spcBef>
                          <a:spcPct val="20000"/>
                        </a:spcBef>
                        <a:spcAft>
                          <a:spcPct val="0"/>
                        </a:spcAft>
                        <a:buClr>
                          <a:schemeClr val="folHlink"/>
                        </a:buClr>
                        <a:buSzPct val="60000"/>
                        <a:buFont typeface="Wingdings" pitchFamily="2" charset="2"/>
                        <a:buNone/>
                        <a:tabLst/>
                      </a:pPr>
                      <a:r>
                        <a:rPr kumimoji="0" lang="en-US" altLang="zh-CN" sz="2800" b="1" i="0" u="none" strike="noStrike" cap="none" normalizeH="0" baseline="0">
                          <a:ln>
                            <a:noFill/>
                          </a:ln>
                          <a:solidFill>
                            <a:schemeClr val="tx1"/>
                          </a:solidFill>
                          <a:effectLst/>
                          <a:latin typeface="Times New Roman" pitchFamily="18" charset="0"/>
                          <a:ea typeface="黑体" pitchFamily="2" charset="-122"/>
                        </a:rPr>
                        <a:t>$</a:t>
                      </a:r>
                      <a:r>
                        <a:rPr kumimoji="0" lang="en-US" altLang="zh-CN" sz="2800" b="1" i="1" u="none" strike="noStrike" cap="none" normalizeH="0" baseline="0">
                          <a:ln>
                            <a:noFill/>
                          </a:ln>
                          <a:solidFill>
                            <a:schemeClr val="tx1"/>
                          </a:solidFill>
                          <a:effectLst/>
                          <a:latin typeface="Times New Roman" pitchFamily="18" charset="0"/>
                          <a:ea typeface="黑体" pitchFamily="2" charset="-122"/>
                        </a:rPr>
                        <a:t>E </a:t>
                      </a:r>
                      <a:r>
                        <a:rPr kumimoji="0" lang="en-US" altLang="zh-CN" sz="2800" b="1" i="0" u="none" strike="noStrike" cap="none" normalizeH="0" baseline="0">
                          <a:ln>
                            <a:noFill/>
                          </a:ln>
                          <a:solidFill>
                            <a:schemeClr val="tx1"/>
                          </a:solidFill>
                          <a:effectLst/>
                          <a:latin typeface="Times New Roman" pitchFamily="18" charset="0"/>
                          <a:ea typeface="黑体" pitchFamily="2" charset="-122"/>
                          <a:sym typeface="Symbol" pitchFamily="18" charset="2"/>
                        </a:rPr>
                        <a:t></a:t>
                      </a:r>
                      <a:r>
                        <a:rPr kumimoji="0" lang="en-US" altLang="zh-CN" sz="2800" b="1" i="1" u="none" strike="noStrike" cap="none" normalizeH="0" baseline="0">
                          <a:ln>
                            <a:noFill/>
                          </a:ln>
                          <a:solidFill>
                            <a:schemeClr val="tx1"/>
                          </a:solidFill>
                          <a:effectLst/>
                          <a:latin typeface="Times New Roman" pitchFamily="18" charset="0"/>
                          <a:ea typeface="黑体" pitchFamily="2" charset="-122"/>
                        </a:rPr>
                        <a:t>T </a:t>
                      </a:r>
                      <a:r>
                        <a:rPr kumimoji="0" lang="en-US" altLang="zh-CN" sz="2800" b="1" i="0" u="none" strike="noStrike" cap="none" normalizeH="0" baseline="0">
                          <a:ln>
                            <a:noFill/>
                          </a:ln>
                          <a:solidFill>
                            <a:schemeClr val="tx1"/>
                          </a:solidFill>
                          <a:effectLst/>
                          <a:latin typeface="Times New Roman" pitchFamily="18" charset="0"/>
                          <a:ea typeface="黑体" pitchFamily="2" charset="-122"/>
                          <a:sym typeface="Symbol" pitchFamily="18" charset="2"/>
                        </a:rPr>
                        <a:t></a:t>
                      </a:r>
                      <a:r>
                        <a:rPr kumimoji="0" lang="en-US" altLang="zh-CN" sz="2800" b="1" i="1" u="none" strike="noStrike" cap="none" normalizeH="0" baseline="0">
                          <a:ln>
                            <a:noFill/>
                          </a:ln>
                          <a:solidFill>
                            <a:schemeClr val="tx1"/>
                          </a:solidFill>
                          <a:effectLst/>
                          <a:latin typeface="Times New Roman" pitchFamily="18" charset="0"/>
                          <a:ea typeface="黑体" pitchFamily="2" charset="-122"/>
                        </a:rPr>
                        <a:t>F</a:t>
                      </a:r>
                    </a:p>
                  </a:txBody>
                  <a:tcPr horzOverflow="overflow">
                    <a:lnL w="28575"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
                          <a:schemeClr val="folHlink"/>
                        </a:buClr>
                        <a:buSzPct val="60000"/>
                        <a:buFont typeface="Wingdings" pitchFamily="2" charset="2"/>
                        <a:buNone/>
                        <a:tabLst/>
                      </a:pPr>
                      <a:r>
                        <a:rPr kumimoji="0" lang="en-US" altLang="zh-CN" sz="2800" b="1" i="0" u="none" strike="noStrike" cap="none" normalizeH="0" baseline="0">
                          <a:ln>
                            <a:noFill/>
                          </a:ln>
                          <a:solidFill>
                            <a:schemeClr val="tx1"/>
                          </a:solidFill>
                          <a:effectLst/>
                          <a:latin typeface="Times New Roman" pitchFamily="18" charset="0"/>
                          <a:ea typeface="黑体" pitchFamily="2" charset="-122"/>
                        </a:rPr>
                        <a:t>              id$</a:t>
                      </a:r>
                    </a:p>
                  </a:txBody>
                  <a:tcPr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
                          <a:schemeClr val="folHlink"/>
                        </a:buClr>
                        <a:buSzPct val="60000"/>
                        <a:buFont typeface="Wingdings" pitchFamily="2" charset="2"/>
                        <a:buNone/>
                        <a:tabLst/>
                      </a:pPr>
                      <a:r>
                        <a:rPr kumimoji="0" lang="en-US" altLang="zh-CN" sz="2800" b="1" i="1" u="none" strike="noStrike" cap="none" normalizeH="0" baseline="0">
                          <a:ln>
                            <a:noFill/>
                          </a:ln>
                          <a:solidFill>
                            <a:schemeClr val="tx1"/>
                          </a:solidFill>
                          <a:effectLst/>
                          <a:latin typeface="Times New Roman" pitchFamily="18" charset="0"/>
                          <a:ea typeface="黑体" pitchFamily="2" charset="-122"/>
                          <a:sym typeface="Symbol" pitchFamily="18" charset="2"/>
                        </a:rPr>
                        <a:t>T </a:t>
                      </a:r>
                      <a:r>
                        <a:rPr kumimoji="0" lang="en-US" altLang="zh-CN" sz="2800" b="1" i="0" u="none" strike="noStrike" cap="none" normalizeH="0" baseline="0">
                          <a:ln>
                            <a:noFill/>
                          </a:ln>
                          <a:solidFill>
                            <a:schemeClr val="tx1"/>
                          </a:solidFill>
                          <a:effectLst/>
                          <a:latin typeface="Times New Roman" pitchFamily="18" charset="0"/>
                          <a:ea typeface="黑体" pitchFamily="2" charset="-122"/>
                          <a:sym typeface="Symbol" pitchFamily="18" charset="2"/>
                        </a:rPr>
                        <a:t> </a:t>
                      </a:r>
                      <a:r>
                        <a:rPr kumimoji="0" lang="en-US" altLang="zh-CN" sz="2800" b="1" i="1" u="none" strike="noStrike" cap="none" normalizeH="0" baseline="0">
                          <a:ln>
                            <a:noFill/>
                          </a:ln>
                          <a:solidFill>
                            <a:schemeClr val="tx1"/>
                          </a:solidFill>
                          <a:effectLst/>
                          <a:latin typeface="Times New Roman" pitchFamily="18" charset="0"/>
                          <a:ea typeface="黑体" pitchFamily="2" charset="-122"/>
                          <a:sym typeface="Symbol" pitchFamily="18" charset="2"/>
                        </a:rPr>
                        <a:t>FT</a:t>
                      </a:r>
                      <a:r>
                        <a:rPr kumimoji="0" lang="en-US" altLang="zh-CN" sz="2800" b="1" i="1" u="none" strike="noStrike" cap="none" normalizeH="0" baseline="0">
                          <a:ln>
                            <a:noFill/>
                          </a:ln>
                          <a:solidFill>
                            <a:schemeClr val="tx1"/>
                          </a:solidFill>
                          <a:effectLst/>
                          <a:latin typeface="Times New Roman" pitchFamily="18" charset="0"/>
                          <a:ea typeface="黑体" pitchFamily="2" charset="-122"/>
                        </a:rPr>
                        <a:t> </a:t>
                      </a:r>
                      <a:r>
                        <a:rPr kumimoji="0" lang="en-US" altLang="zh-CN" sz="2800" b="1" i="0" u="none" strike="noStrike" cap="none" normalizeH="0" baseline="0">
                          <a:ln>
                            <a:noFill/>
                          </a:ln>
                          <a:solidFill>
                            <a:schemeClr val="tx1"/>
                          </a:solidFill>
                          <a:effectLst/>
                          <a:latin typeface="Times New Roman" pitchFamily="18" charset="0"/>
                          <a:ea typeface="黑体" pitchFamily="2" charset="-122"/>
                          <a:sym typeface="Symbol" pitchFamily="18" charset="2"/>
                        </a:rPr>
                        <a:t></a:t>
                      </a:r>
                    </a:p>
                  </a:txBody>
                  <a:tcPr horzOverflow="overflow">
                    <a:lnL w="12700" cap="flat" cmpd="sng" algn="ctr">
                      <a:solidFill>
                        <a:schemeClr val="tx1"/>
                      </a:solidFill>
                      <a:prstDash val="solid"/>
                      <a:round/>
                      <a:headEnd type="none" w="sm" len="sm"/>
                      <a:tailEnd type="none" w="sm" len="sm"/>
                    </a:lnL>
                    <a:lnR w="28575" cap="flat" cmpd="sng" algn="ctr">
                      <a:solidFill>
                        <a:schemeClr val="tx1"/>
                      </a:solidFill>
                      <a:prstDash val="solid"/>
                      <a:round/>
                      <a:headEnd type="none" w="sm" len="sm"/>
                      <a:tailEnd type="none" w="sm" len="sm"/>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6"/>
                  </a:ext>
                </a:extLst>
              </a:tr>
              <a:tr h="518160">
                <a:tc>
                  <a:txBody>
                    <a:bodyPr/>
                    <a:lstStyle/>
                    <a:p>
                      <a:pPr marL="0" marR="0" lvl="0" indent="0" algn="l" defTabSz="914400" rtl="0" eaLnBrk="1" fontAlgn="base" latinLnBrk="0" hangingPunct="1">
                        <a:lnSpc>
                          <a:spcPct val="100000"/>
                        </a:lnSpc>
                        <a:spcBef>
                          <a:spcPct val="20000"/>
                        </a:spcBef>
                        <a:spcAft>
                          <a:spcPct val="0"/>
                        </a:spcAft>
                        <a:buClr>
                          <a:schemeClr val="folHlink"/>
                        </a:buClr>
                        <a:buSzPct val="60000"/>
                        <a:buFont typeface="Wingdings" pitchFamily="2" charset="2"/>
                        <a:buNone/>
                        <a:tabLst/>
                      </a:pPr>
                      <a:endParaRPr kumimoji="0" lang="zh-CN" altLang="zh-CN" sz="2800" b="1" i="0" u="none" strike="noStrike" cap="none" normalizeH="0" baseline="0">
                        <a:ln>
                          <a:noFill/>
                        </a:ln>
                        <a:solidFill>
                          <a:schemeClr val="tx1"/>
                        </a:solidFill>
                        <a:effectLst/>
                        <a:latin typeface="Tahoma" pitchFamily="34" charset="0"/>
                        <a:ea typeface="黑体" pitchFamily="2" charset="-122"/>
                      </a:endParaRPr>
                    </a:p>
                  </a:txBody>
                  <a:tcPr horzOverflow="overflow">
                    <a:lnL w="28575"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
                          <a:schemeClr val="folHlink"/>
                        </a:buClr>
                        <a:buSzPct val="60000"/>
                        <a:buFont typeface="Wingdings" pitchFamily="2" charset="2"/>
                        <a:buNone/>
                        <a:tabLst/>
                      </a:pPr>
                      <a:endParaRPr kumimoji="0" lang="zh-CN" altLang="zh-CN" sz="2800" b="1" i="0" u="none" strike="noStrike" cap="none" normalizeH="0" baseline="0">
                        <a:ln>
                          <a:noFill/>
                        </a:ln>
                        <a:solidFill>
                          <a:schemeClr val="tx1"/>
                        </a:solidFill>
                        <a:effectLst/>
                        <a:latin typeface="Tahoma" pitchFamily="34" charset="0"/>
                        <a:ea typeface="黑体" pitchFamily="2" charset="-122"/>
                      </a:endParaRPr>
                    </a:p>
                  </a:txBody>
                  <a:tcPr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
                          <a:schemeClr val="folHlink"/>
                        </a:buClr>
                        <a:buSzPct val="60000"/>
                        <a:buFont typeface="Wingdings" pitchFamily="2" charset="2"/>
                        <a:buNone/>
                        <a:tabLst/>
                      </a:pPr>
                      <a:endParaRPr kumimoji="0" lang="zh-CN" altLang="zh-CN" sz="2800" b="1" i="0" u="none" strike="noStrike" cap="none" normalizeH="0" baseline="0">
                        <a:ln>
                          <a:noFill/>
                        </a:ln>
                        <a:solidFill>
                          <a:schemeClr val="tx1"/>
                        </a:solidFill>
                        <a:effectLst/>
                        <a:latin typeface="Tahoma" pitchFamily="34" charset="0"/>
                        <a:ea typeface="黑体" pitchFamily="2" charset="-122"/>
                        <a:sym typeface="Symbol" pitchFamily="18" charset="2"/>
                      </a:endParaRPr>
                    </a:p>
                  </a:txBody>
                  <a:tcPr horzOverflow="overflow">
                    <a:lnL w="12700" cap="flat" cmpd="sng" algn="ctr">
                      <a:solidFill>
                        <a:schemeClr val="tx1"/>
                      </a:solidFill>
                      <a:prstDash val="solid"/>
                      <a:round/>
                      <a:headEnd type="none" w="sm" len="sm"/>
                      <a:tailEnd type="none" w="sm" len="sm"/>
                    </a:lnL>
                    <a:lnR w="28575" cap="flat" cmpd="sng" algn="ctr">
                      <a:solidFill>
                        <a:schemeClr val="tx1"/>
                      </a:solidFill>
                      <a:prstDash val="solid"/>
                      <a:round/>
                      <a:headEnd type="none" w="sm" len="sm"/>
                      <a:tailEnd type="none" w="sm" len="sm"/>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7"/>
                  </a:ext>
                </a:extLst>
              </a:tr>
              <a:tr h="519113">
                <a:tc>
                  <a:txBody>
                    <a:bodyPr/>
                    <a:lstStyle/>
                    <a:p>
                      <a:pPr marL="0" marR="0" lvl="0" indent="0" algn="l" defTabSz="914400" rtl="0" eaLnBrk="1" fontAlgn="base" latinLnBrk="0" hangingPunct="1">
                        <a:lnSpc>
                          <a:spcPct val="100000"/>
                        </a:lnSpc>
                        <a:spcBef>
                          <a:spcPct val="20000"/>
                        </a:spcBef>
                        <a:spcAft>
                          <a:spcPct val="0"/>
                        </a:spcAft>
                        <a:buClr>
                          <a:schemeClr val="folHlink"/>
                        </a:buClr>
                        <a:buSzPct val="60000"/>
                        <a:buFont typeface="Wingdings" pitchFamily="2" charset="2"/>
                        <a:buNone/>
                        <a:tabLst/>
                      </a:pPr>
                      <a:endParaRPr kumimoji="0" lang="zh-CN" altLang="zh-CN" sz="2800" b="1" i="0" u="none" strike="noStrike" cap="none" normalizeH="0" baseline="0">
                        <a:ln>
                          <a:noFill/>
                        </a:ln>
                        <a:solidFill>
                          <a:schemeClr val="tx1"/>
                        </a:solidFill>
                        <a:effectLst/>
                        <a:latin typeface="Tahoma" pitchFamily="34" charset="0"/>
                        <a:ea typeface="黑体" pitchFamily="2" charset="-122"/>
                        <a:sym typeface="Symbol" pitchFamily="18" charset="2"/>
                      </a:endParaRPr>
                    </a:p>
                  </a:txBody>
                  <a:tcPr horzOverflow="overflow">
                    <a:lnL w="28575"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sm" len="sm"/>
                      <a:tailEnd type="none" w="sm" len="sm"/>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
                          <a:schemeClr val="folHlink"/>
                        </a:buClr>
                        <a:buSzPct val="60000"/>
                        <a:buFont typeface="Wingdings" pitchFamily="2" charset="2"/>
                        <a:buNone/>
                        <a:tabLst/>
                      </a:pPr>
                      <a:endParaRPr kumimoji="0" lang="zh-CN" altLang="zh-CN" sz="2800" b="1" i="0" u="none" strike="noStrike" cap="none" normalizeH="0" baseline="0">
                        <a:ln>
                          <a:noFill/>
                        </a:ln>
                        <a:solidFill>
                          <a:schemeClr val="tx1"/>
                        </a:solidFill>
                        <a:effectLst/>
                        <a:latin typeface="Tahoma" pitchFamily="34" charset="0"/>
                        <a:ea typeface="黑体" pitchFamily="2" charset="-122"/>
                      </a:endParaRPr>
                    </a:p>
                  </a:txBody>
                  <a:tcPr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sm" len="sm"/>
                      <a:tailEnd type="none" w="sm" len="sm"/>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
                          <a:schemeClr val="folHlink"/>
                        </a:buClr>
                        <a:buSzPct val="60000"/>
                        <a:buFont typeface="Wingdings" pitchFamily="2" charset="2"/>
                        <a:buNone/>
                        <a:tabLst/>
                      </a:pPr>
                      <a:endParaRPr kumimoji="0" lang="zh-CN" altLang="zh-CN" sz="2800" b="1" i="0" u="none" strike="noStrike" cap="none" normalizeH="0" baseline="0" dirty="0">
                        <a:ln>
                          <a:noFill/>
                        </a:ln>
                        <a:solidFill>
                          <a:schemeClr val="tx1"/>
                        </a:solidFill>
                        <a:effectLst/>
                        <a:latin typeface="Tahoma" pitchFamily="34" charset="0"/>
                        <a:ea typeface="黑体" pitchFamily="2" charset="-122"/>
                      </a:endParaRPr>
                    </a:p>
                  </a:txBody>
                  <a:tcPr horzOverflow="overflow">
                    <a:lnL w="12700" cap="flat" cmpd="sng" algn="ctr">
                      <a:solidFill>
                        <a:schemeClr val="tx1"/>
                      </a:solidFill>
                      <a:prstDash val="solid"/>
                      <a:round/>
                      <a:headEnd type="none" w="sm" len="sm"/>
                      <a:tailEnd type="none" w="sm" len="sm"/>
                    </a:lnL>
                    <a:lnR w="28575" cap="flat" cmpd="sng" algn="ctr">
                      <a:solidFill>
                        <a:schemeClr val="tx1"/>
                      </a:solidFill>
                      <a:prstDash val="solid"/>
                      <a:round/>
                      <a:headEnd type="none" w="sm" len="sm"/>
                      <a:tailEnd type="none" w="sm" len="sm"/>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sm" len="sm"/>
                      <a:tailEnd type="none" w="sm" len="sm"/>
                    </a:lnB>
                    <a:lnTlToBr>
                      <a:noFill/>
                    </a:lnTlToBr>
                    <a:lnBlToTr>
                      <a:noFill/>
                    </a:lnBlToTr>
                    <a:noFill/>
                  </a:tcPr>
                </a:tc>
                <a:extLst>
                  <a:ext uri="{0D108BD9-81ED-4DB2-BD59-A6C34878D82A}">
                    <a16:rowId xmlns:a16="http://schemas.microsoft.com/office/drawing/2014/main" val="10008"/>
                  </a:ext>
                </a:extLst>
              </a:tr>
            </a:tbl>
          </a:graphicData>
        </a:graphic>
      </p:graphicFrame>
      <p:sp>
        <p:nvSpPr>
          <p:cNvPr id="2" name="日期占位符 1">
            <a:extLst>
              <a:ext uri="{FF2B5EF4-FFF2-40B4-BE49-F238E27FC236}">
                <a16:creationId xmlns:a16="http://schemas.microsoft.com/office/drawing/2014/main" id="{FCFCB092-E424-47C5-59EA-F4070908AD02}"/>
              </a:ext>
            </a:extLst>
          </p:cNvPr>
          <p:cNvSpPr>
            <a:spLocks noGrp="1"/>
          </p:cNvSpPr>
          <p:nvPr>
            <p:ph type="dt" sz="half" idx="10"/>
          </p:nvPr>
        </p:nvSpPr>
        <p:spPr/>
        <p:txBody>
          <a:bodyPr/>
          <a:lstStyle/>
          <a:p>
            <a:fld id="{0FFD1F25-1CC8-404E-B38C-DCC233FA48A7}" type="datetime2">
              <a:rPr lang="zh-CN" altLang="en-US" smtClean="0"/>
              <a:pPr/>
              <a:t>2025年11月26日</a:t>
            </a:fld>
            <a:endParaRPr lang="zh-CN" altLang="en-US"/>
          </a:p>
        </p:txBody>
      </p:sp>
      <p:sp>
        <p:nvSpPr>
          <p:cNvPr id="3" name="页脚占位符 2">
            <a:extLst>
              <a:ext uri="{FF2B5EF4-FFF2-40B4-BE49-F238E27FC236}">
                <a16:creationId xmlns:a16="http://schemas.microsoft.com/office/drawing/2014/main" id="{548C69DB-D040-81D6-6E06-A241F118C71F}"/>
              </a:ext>
            </a:extLst>
          </p:cNvPr>
          <p:cNvSpPr>
            <a:spLocks noGrp="1"/>
          </p:cNvSpPr>
          <p:nvPr>
            <p:ph type="ftr" sz="quarter" idx="11"/>
          </p:nvPr>
        </p:nvSpPr>
        <p:spPr/>
        <p:txBody>
          <a:bodyPr/>
          <a:lstStyle/>
          <a:p>
            <a:r>
              <a:rPr lang="zh-CN" altLang="en-US"/>
              <a:t>编译原理</a:t>
            </a:r>
            <a:r>
              <a:rPr lang="en-US" altLang="zh-CN"/>
              <a:t>-</a:t>
            </a:r>
            <a:r>
              <a:rPr lang="zh-CN" altLang="en-US"/>
              <a:t>王欣捷</a:t>
            </a:r>
            <a:r>
              <a:rPr lang="en-US" altLang="zh-CN"/>
              <a:t>-</a:t>
            </a:r>
            <a:r>
              <a:rPr lang="zh-CN" altLang="en-US"/>
              <a:t>第三章 语法分析</a:t>
            </a:r>
            <a:r>
              <a:rPr lang="en-US" altLang="zh-CN"/>
              <a:t>(4)</a:t>
            </a:r>
            <a:endParaRPr lang="zh-CN" altLang="en-US"/>
          </a:p>
        </p:txBody>
      </p:sp>
      <p:sp>
        <p:nvSpPr>
          <p:cNvPr id="4" name="灯片编号占位符 3">
            <a:extLst>
              <a:ext uri="{FF2B5EF4-FFF2-40B4-BE49-F238E27FC236}">
                <a16:creationId xmlns:a16="http://schemas.microsoft.com/office/drawing/2014/main" id="{588F623A-AEB4-98EA-76FF-385CF9793E3C}"/>
              </a:ext>
            </a:extLst>
          </p:cNvPr>
          <p:cNvSpPr>
            <a:spLocks noGrp="1"/>
          </p:cNvSpPr>
          <p:nvPr>
            <p:ph type="sldNum" sz="quarter" idx="12"/>
          </p:nvPr>
        </p:nvSpPr>
        <p:spPr/>
        <p:txBody>
          <a:bodyPr/>
          <a:lstStyle/>
          <a:p>
            <a:fld id="{094DEB03-EFC6-4C20-8FC8-295189A5386F}" type="slidenum">
              <a:rPr lang="zh-CN" altLang="en-US" smtClean="0"/>
              <a:pPr/>
              <a:t>26</a:t>
            </a:fld>
            <a:endParaRPr lang="zh-CN" altLang="en-US"/>
          </a:p>
        </p:txBody>
      </p:sp>
      <p:graphicFrame>
        <p:nvGraphicFramePr>
          <p:cNvPr id="6" name="Group 3">
            <a:extLst>
              <a:ext uri="{FF2B5EF4-FFF2-40B4-BE49-F238E27FC236}">
                <a16:creationId xmlns:a16="http://schemas.microsoft.com/office/drawing/2014/main" id="{CC71469D-7EF6-1E76-E6C1-2C2290B603A2}"/>
              </a:ext>
            </a:extLst>
          </p:cNvPr>
          <p:cNvGraphicFramePr>
            <a:graphicFrameLocks/>
          </p:cNvGraphicFramePr>
          <p:nvPr>
            <p:extLst>
              <p:ext uri="{D42A27DB-BD31-4B8C-83A1-F6EECF244321}">
                <p14:modId xmlns:p14="http://schemas.microsoft.com/office/powerpoint/2010/main" val="2765228591"/>
              </p:ext>
            </p:extLst>
          </p:nvPr>
        </p:nvGraphicFramePr>
        <p:xfrm>
          <a:off x="1681224" y="1431471"/>
          <a:ext cx="6162551" cy="2535464"/>
        </p:xfrm>
        <a:graphic>
          <a:graphicData uri="http://schemas.openxmlformats.org/drawingml/2006/table">
            <a:tbl>
              <a:tblPr>
                <a:effectLst>
                  <a:outerShdw blurRad="63500" sx="102000" sy="102000" algn="ctr" rotWithShape="0">
                    <a:prstClr val="black">
                      <a:alpha val="40000"/>
                    </a:prstClr>
                  </a:outerShdw>
                </a:effectLst>
              </a:tblPr>
              <a:tblGrid>
                <a:gridCol w="753362">
                  <a:extLst>
                    <a:ext uri="{9D8B030D-6E8A-4147-A177-3AD203B41FA5}">
                      <a16:colId xmlns:a16="http://schemas.microsoft.com/office/drawing/2014/main" val="20000"/>
                    </a:ext>
                  </a:extLst>
                </a:gridCol>
                <a:gridCol w="914796">
                  <a:extLst>
                    <a:ext uri="{9D8B030D-6E8A-4147-A177-3AD203B41FA5}">
                      <a16:colId xmlns:a16="http://schemas.microsoft.com/office/drawing/2014/main" val="20001"/>
                    </a:ext>
                  </a:extLst>
                </a:gridCol>
                <a:gridCol w="974215">
                  <a:extLst>
                    <a:ext uri="{9D8B030D-6E8A-4147-A177-3AD203B41FA5}">
                      <a16:colId xmlns:a16="http://schemas.microsoft.com/office/drawing/2014/main" val="20002"/>
                    </a:ext>
                  </a:extLst>
                </a:gridCol>
                <a:gridCol w="1010203">
                  <a:extLst>
                    <a:ext uri="{9D8B030D-6E8A-4147-A177-3AD203B41FA5}">
                      <a16:colId xmlns:a16="http://schemas.microsoft.com/office/drawing/2014/main" val="20003"/>
                    </a:ext>
                  </a:extLst>
                </a:gridCol>
                <a:gridCol w="867599">
                  <a:extLst>
                    <a:ext uri="{9D8B030D-6E8A-4147-A177-3AD203B41FA5}">
                      <a16:colId xmlns:a16="http://schemas.microsoft.com/office/drawing/2014/main" val="20004"/>
                    </a:ext>
                  </a:extLst>
                </a:gridCol>
                <a:gridCol w="860986">
                  <a:extLst>
                    <a:ext uri="{9D8B030D-6E8A-4147-A177-3AD203B41FA5}">
                      <a16:colId xmlns:a16="http://schemas.microsoft.com/office/drawing/2014/main" val="20005"/>
                    </a:ext>
                  </a:extLst>
                </a:gridCol>
                <a:gridCol w="781390">
                  <a:extLst>
                    <a:ext uri="{9D8B030D-6E8A-4147-A177-3AD203B41FA5}">
                      <a16:colId xmlns:a16="http://schemas.microsoft.com/office/drawing/2014/main" val="20006"/>
                    </a:ext>
                  </a:extLst>
                </a:gridCol>
              </a:tblGrid>
              <a:tr h="361994">
                <a:tc rowSpan="2">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r>
                        <a:rPr kumimoji="0" lang="zh-CN" altLang="en-US" sz="1500" b="0" i="0" u="none" strike="noStrike" cap="none" normalizeH="0" baseline="0">
                          <a:ln>
                            <a:noFill/>
                          </a:ln>
                          <a:solidFill>
                            <a:schemeClr val="tx1"/>
                          </a:solidFill>
                          <a:effectLst/>
                          <a:latin typeface="Times New Roman" panose="02020603050405020304" pitchFamily="18" charset="0"/>
                          <a:ea typeface="黑体" panose="02010609060101010101" pitchFamily="49" charset="-122"/>
                        </a:rPr>
                        <a:t>非 终</a:t>
                      </a:r>
                      <a:endParaRPr kumimoji="0" lang="en-US" altLang="zh-CN" sz="1500" b="0" i="0" u="none" strike="noStrike" cap="none" normalizeH="0" baseline="0">
                        <a:ln>
                          <a:noFill/>
                        </a:ln>
                        <a:solidFill>
                          <a:schemeClr val="tx1"/>
                        </a:solidFill>
                        <a:effectLst/>
                        <a:latin typeface="Times New Roman" panose="02020603050405020304" pitchFamily="18" charset="0"/>
                        <a:ea typeface="黑体" panose="02010609060101010101" pitchFamily="49" charset="-122"/>
                      </a:endParaRPr>
                    </a:p>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r>
                        <a:rPr kumimoji="0" lang="zh-CN" altLang="en-US" sz="1500" b="0" i="0" u="none" strike="noStrike" cap="none" normalizeH="0" baseline="0">
                          <a:ln>
                            <a:noFill/>
                          </a:ln>
                          <a:solidFill>
                            <a:schemeClr val="tx1"/>
                          </a:solidFill>
                          <a:effectLst/>
                          <a:latin typeface="Times New Roman" panose="02020603050405020304" pitchFamily="18" charset="0"/>
                          <a:ea typeface="黑体" panose="02010609060101010101" pitchFamily="49" charset="-122"/>
                        </a:rPr>
                        <a:t>结 符</a:t>
                      </a:r>
                    </a:p>
                  </a:txBody>
                  <a:tcPr marL="139781" marR="139781" marT="69890" marB="69890" anchor="ct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accent4">
                        <a:lumMod val="20000"/>
                        <a:lumOff val="80000"/>
                      </a:schemeClr>
                    </a:solidFill>
                  </a:tcPr>
                </a:tc>
                <a:tc gridSpan="6">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r>
                        <a:rPr kumimoji="0" lang="zh-CN" altLang="en-US" sz="1500" b="0" i="0" u="none" strike="noStrike" cap="none" normalizeH="0" baseline="0">
                          <a:ln>
                            <a:noFill/>
                          </a:ln>
                          <a:solidFill>
                            <a:schemeClr val="tx1"/>
                          </a:solidFill>
                          <a:effectLst/>
                          <a:latin typeface="Times New Roman" panose="02020603050405020304" pitchFamily="18" charset="0"/>
                          <a:ea typeface="黑体" panose="02010609060101010101" pitchFamily="49" charset="-122"/>
                        </a:rPr>
                        <a:t>输 入 符 号</a:t>
                      </a:r>
                    </a:p>
                  </a:txBody>
                  <a:tcPr marL="139781" marR="139781" marT="69890" marB="69890" anchor="ct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accent4">
                        <a:lumMod val="20000"/>
                        <a:lumOff val="80000"/>
                      </a:schemeClr>
                    </a:solidFill>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extLst>
                  <a:ext uri="{0D108BD9-81ED-4DB2-BD59-A6C34878D82A}">
                    <a16:rowId xmlns:a16="http://schemas.microsoft.com/office/drawing/2014/main" val="10000"/>
                  </a:ext>
                </a:extLst>
              </a:tr>
              <a:tr h="360042">
                <a:tc vMerge="1">
                  <a:txBody>
                    <a:bodyPr/>
                    <a:lstStyle/>
                    <a:p>
                      <a:endParaRPr lang="zh-CN" altLang="en-US"/>
                    </a:p>
                  </a:txBody>
                  <a:tcPr/>
                </a:tc>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r>
                        <a:rPr kumimoji="0" lang="en-US" altLang="zh-CN" sz="1500" b="1" i="0" u="none" strike="noStrike" cap="none" normalizeH="0" baseline="0">
                          <a:ln>
                            <a:noFill/>
                          </a:ln>
                          <a:solidFill>
                            <a:schemeClr val="tx1"/>
                          </a:solidFill>
                          <a:effectLst/>
                          <a:latin typeface="Times New Roman" panose="02020603050405020304" pitchFamily="18" charset="0"/>
                          <a:ea typeface="黑体" panose="02010609060101010101" pitchFamily="49" charset="-122"/>
                        </a:rPr>
                        <a:t>id</a:t>
                      </a:r>
                    </a:p>
                  </a:txBody>
                  <a:tcPr marL="46132" marR="46132" marT="24604" marB="24604"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accent4">
                        <a:lumMod val="20000"/>
                        <a:lumOff val="80000"/>
                      </a:schemeClr>
                    </a:solidFill>
                  </a:tcPr>
                </a:tc>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r>
                        <a:rPr kumimoji="0" lang="en-US" altLang="zh-CN" sz="1500" b="1" i="0" u="none" strike="noStrike" cap="none" normalizeH="0" baseline="0">
                          <a:ln>
                            <a:noFill/>
                          </a:ln>
                          <a:solidFill>
                            <a:schemeClr val="tx1"/>
                          </a:solidFill>
                          <a:effectLst/>
                          <a:latin typeface="Times New Roman" panose="02020603050405020304" pitchFamily="18" charset="0"/>
                          <a:ea typeface="黑体" panose="02010609060101010101" pitchFamily="49" charset="-122"/>
                        </a:rPr>
                        <a:t>+</a:t>
                      </a:r>
                    </a:p>
                  </a:txBody>
                  <a:tcPr marL="46132" marR="46132" marT="24604" marB="24604"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accent4">
                        <a:lumMod val="20000"/>
                        <a:lumOff val="80000"/>
                      </a:schemeClr>
                    </a:solidFill>
                  </a:tcPr>
                </a:tc>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r>
                        <a:rPr kumimoji="0" lang="en-US" altLang="zh-CN" sz="1500" b="1" i="0" u="none" strike="noStrike" cap="none" normalizeH="0" baseline="0">
                          <a:ln>
                            <a:noFill/>
                          </a:ln>
                          <a:solidFill>
                            <a:schemeClr val="tx1"/>
                          </a:solidFill>
                          <a:effectLst/>
                          <a:latin typeface="Times New Roman" panose="02020603050405020304" pitchFamily="18" charset="0"/>
                          <a:ea typeface="黑体" panose="02010609060101010101" pitchFamily="49" charset="-122"/>
                        </a:rPr>
                        <a:t>*</a:t>
                      </a:r>
                    </a:p>
                  </a:txBody>
                  <a:tcPr marL="46132" marR="46132" marT="24604" marB="24604"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accent4">
                        <a:lumMod val="20000"/>
                        <a:lumOff val="80000"/>
                      </a:schemeClr>
                    </a:solidFill>
                  </a:tcPr>
                </a:tc>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r>
                        <a:rPr kumimoji="0" lang="en-US" altLang="zh-CN" sz="1500" b="1" i="0" u="none" strike="noStrike" cap="none" normalizeH="0" baseline="0">
                          <a:ln>
                            <a:noFill/>
                          </a:ln>
                          <a:solidFill>
                            <a:schemeClr val="tx1"/>
                          </a:solidFill>
                          <a:effectLst/>
                          <a:latin typeface="Times New Roman" panose="02020603050405020304" pitchFamily="18" charset="0"/>
                          <a:ea typeface="黑体" panose="02010609060101010101" pitchFamily="49" charset="-122"/>
                        </a:rPr>
                        <a:t>(</a:t>
                      </a:r>
                    </a:p>
                  </a:txBody>
                  <a:tcPr marL="46132" marR="46132" marT="24604" marB="24604"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accent4">
                        <a:lumMod val="20000"/>
                        <a:lumOff val="80000"/>
                      </a:schemeClr>
                    </a:solidFill>
                  </a:tcPr>
                </a:tc>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r>
                        <a:rPr kumimoji="0" lang="en-US" altLang="zh-CN" sz="1500" b="1" i="0" u="none" strike="noStrike" cap="none" normalizeH="0" baseline="0">
                          <a:ln>
                            <a:noFill/>
                          </a:ln>
                          <a:solidFill>
                            <a:schemeClr val="tx1"/>
                          </a:solidFill>
                          <a:effectLst/>
                          <a:latin typeface="Times New Roman" panose="02020603050405020304" pitchFamily="18" charset="0"/>
                          <a:ea typeface="黑体" panose="02010609060101010101" pitchFamily="49" charset="-122"/>
                        </a:rPr>
                        <a:t>)</a:t>
                      </a:r>
                    </a:p>
                  </a:txBody>
                  <a:tcPr marL="46132" marR="46132" marT="24604" marB="24604"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accent4">
                        <a:lumMod val="20000"/>
                        <a:lumOff val="80000"/>
                      </a:schemeClr>
                    </a:solidFill>
                  </a:tcPr>
                </a:tc>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r>
                        <a:rPr kumimoji="0" lang="en-US" altLang="zh-CN" sz="1500" b="1" i="0" u="none" strike="noStrike" cap="none" normalizeH="0" baseline="0">
                          <a:ln>
                            <a:noFill/>
                          </a:ln>
                          <a:solidFill>
                            <a:schemeClr val="tx1"/>
                          </a:solidFill>
                          <a:effectLst/>
                          <a:latin typeface="Times New Roman" panose="02020603050405020304" pitchFamily="18" charset="0"/>
                          <a:ea typeface="黑体" panose="02010609060101010101" pitchFamily="49" charset="-122"/>
                        </a:rPr>
                        <a:t>$</a:t>
                      </a:r>
                    </a:p>
                  </a:txBody>
                  <a:tcPr marL="46132" marR="46132" marT="24604" marB="24604" anchor="ct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accent4">
                        <a:lumMod val="20000"/>
                        <a:lumOff val="80000"/>
                      </a:schemeClr>
                    </a:solidFill>
                  </a:tcPr>
                </a:tc>
                <a:extLst>
                  <a:ext uri="{0D108BD9-81ED-4DB2-BD59-A6C34878D82A}">
                    <a16:rowId xmlns:a16="http://schemas.microsoft.com/office/drawing/2014/main" val="10001"/>
                  </a:ext>
                </a:extLst>
              </a:tr>
              <a:tr h="361994">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r>
                        <a:rPr kumimoji="0" lang="en-US" altLang="zh-CN" sz="1500" b="1" i="1" u="none" strike="noStrike" cap="none" normalizeH="0" baseline="0">
                          <a:ln>
                            <a:noFill/>
                          </a:ln>
                          <a:solidFill>
                            <a:schemeClr val="tx1"/>
                          </a:solidFill>
                          <a:effectLst/>
                          <a:latin typeface="Times New Roman" panose="02020603050405020304" pitchFamily="18" charset="0"/>
                          <a:ea typeface="黑体" panose="02010609060101010101" pitchFamily="49" charset="-122"/>
                        </a:rPr>
                        <a:t>E</a:t>
                      </a:r>
                    </a:p>
                  </a:txBody>
                  <a:tcPr marL="46132" marR="46132" marT="24604" marB="24604" anchor="ct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accent4">
                        <a:lumMod val="20000"/>
                        <a:lumOff val="80000"/>
                      </a:schemeClr>
                    </a:solidFill>
                  </a:tcPr>
                </a:tc>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r>
                        <a:rPr kumimoji="0" lang="en-US" altLang="zh-CN" sz="1500" b="1" i="1" u="none" strike="noStrike" cap="none" normalizeH="0" baseline="0">
                          <a:ln>
                            <a:noFill/>
                          </a:ln>
                          <a:solidFill>
                            <a:schemeClr val="tx1"/>
                          </a:solidFill>
                          <a:effectLst/>
                          <a:latin typeface="Times New Roman" panose="02020603050405020304" pitchFamily="18" charset="0"/>
                          <a:ea typeface="黑体" panose="02010609060101010101" pitchFamily="49" charset="-122"/>
                        </a:rPr>
                        <a:t>E</a:t>
                      </a:r>
                      <a:r>
                        <a:rPr kumimoji="0" lang="en-US" altLang="zh-CN" sz="1500" b="1" i="0" u="none" strike="noStrike" cap="none" normalizeH="0" baseline="0">
                          <a:ln>
                            <a:noFill/>
                          </a:ln>
                          <a:solidFill>
                            <a:schemeClr val="tx1"/>
                          </a:solidFill>
                          <a:effectLst/>
                          <a:latin typeface="Times New Roman" panose="02020603050405020304" pitchFamily="18" charset="0"/>
                          <a:ea typeface="黑体" panose="02010609060101010101" pitchFamily="49" charset="-122"/>
                          <a:sym typeface="Symbol" panose="05050102010706020507" pitchFamily="18" charset="2"/>
                        </a:rPr>
                        <a:t></a:t>
                      </a:r>
                      <a:r>
                        <a:rPr kumimoji="0" lang="en-US" altLang="zh-CN" sz="1500" b="1" i="1" u="none" strike="noStrike" cap="none" normalizeH="0" baseline="0">
                          <a:ln>
                            <a:noFill/>
                          </a:ln>
                          <a:solidFill>
                            <a:schemeClr val="tx1"/>
                          </a:solidFill>
                          <a:effectLst/>
                          <a:latin typeface="Times New Roman" panose="02020603050405020304" pitchFamily="18" charset="0"/>
                          <a:ea typeface="黑体" panose="02010609060101010101" pitchFamily="49" charset="-122"/>
                          <a:sym typeface="Symbol" panose="05050102010706020507" pitchFamily="18" charset="2"/>
                        </a:rPr>
                        <a:t>TE</a:t>
                      </a:r>
                      <a:r>
                        <a:rPr kumimoji="0" lang="en-US" altLang="zh-CN" sz="1500" b="1" i="0" u="none" strike="noStrike" cap="none" normalizeH="0" baseline="0">
                          <a:ln>
                            <a:noFill/>
                          </a:ln>
                          <a:solidFill>
                            <a:schemeClr val="tx1"/>
                          </a:solidFill>
                          <a:effectLst/>
                          <a:latin typeface="Times New Roman" panose="02020603050405020304" pitchFamily="18" charset="0"/>
                          <a:ea typeface="黑体" panose="02010609060101010101" pitchFamily="49" charset="-122"/>
                          <a:sym typeface="Symbol" panose="05050102010706020507" pitchFamily="18" charset="2"/>
                        </a:rPr>
                        <a:t></a:t>
                      </a:r>
                    </a:p>
                  </a:txBody>
                  <a:tcPr marL="46132" marR="46132" marT="24604" marB="24604"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accent4">
                        <a:lumMod val="20000"/>
                        <a:lumOff val="80000"/>
                      </a:schemeClr>
                    </a:solidFill>
                  </a:tcPr>
                </a:tc>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endParaRPr kumimoji="0" lang="zh-CN" altLang="zh-CN" sz="1500" b="0" i="0" u="none" strike="noStrike" cap="none" normalizeH="0" baseline="0">
                        <a:ln>
                          <a:noFill/>
                        </a:ln>
                        <a:solidFill>
                          <a:schemeClr val="tx1"/>
                        </a:solidFill>
                        <a:effectLst/>
                        <a:latin typeface="Times New Roman" panose="02020603050405020304" pitchFamily="18" charset="0"/>
                        <a:ea typeface="黑体" panose="02010609060101010101" pitchFamily="49" charset="-122"/>
                      </a:endParaRPr>
                    </a:p>
                  </a:txBody>
                  <a:tcPr marL="46132" marR="46132" marT="24604" marB="24604"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accent4">
                        <a:lumMod val="20000"/>
                        <a:lumOff val="80000"/>
                      </a:schemeClr>
                    </a:solidFill>
                  </a:tcPr>
                </a:tc>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endParaRPr kumimoji="0" lang="zh-CN" altLang="zh-CN" sz="1500" b="0" i="0" u="none" strike="noStrike" cap="none" normalizeH="0" baseline="0">
                        <a:ln>
                          <a:noFill/>
                        </a:ln>
                        <a:solidFill>
                          <a:schemeClr val="tx1"/>
                        </a:solidFill>
                        <a:effectLst/>
                        <a:latin typeface="Times New Roman" panose="02020603050405020304" pitchFamily="18" charset="0"/>
                        <a:ea typeface="黑体" panose="02010609060101010101" pitchFamily="49" charset="-122"/>
                      </a:endParaRPr>
                    </a:p>
                  </a:txBody>
                  <a:tcPr marL="46132" marR="46132" marT="24604" marB="24604"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accent4">
                        <a:lumMod val="20000"/>
                        <a:lumOff val="80000"/>
                      </a:schemeClr>
                    </a:solidFill>
                  </a:tcPr>
                </a:tc>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r>
                        <a:rPr kumimoji="0" lang="en-US" altLang="zh-CN" sz="1500" b="1" i="1" u="none" strike="noStrike" cap="none" normalizeH="0" baseline="0">
                          <a:ln>
                            <a:noFill/>
                          </a:ln>
                          <a:solidFill>
                            <a:schemeClr val="tx1"/>
                          </a:solidFill>
                          <a:effectLst/>
                          <a:latin typeface="Times New Roman" panose="02020603050405020304" pitchFamily="18" charset="0"/>
                          <a:ea typeface="黑体" panose="02010609060101010101" pitchFamily="49" charset="-122"/>
                        </a:rPr>
                        <a:t>E</a:t>
                      </a:r>
                      <a:r>
                        <a:rPr kumimoji="0" lang="en-US" altLang="zh-CN" sz="1500" b="1" i="1" u="none" strike="noStrike" cap="none" normalizeH="0" baseline="0">
                          <a:ln>
                            <a:noFill/>
                          </a:ln>
                          <a:solidFill>
                            <a:schemeClr val="tx1"/>
                          </a:solidFill>
                          <a:effectLst/>
                          <a:latin typeface="Times New Roman" panose="02020603050405020304" pitchFamily="18" charset="0"/>
                          <a:ea typeface="黑体" panose="02010609060101010101" pitchFamily="49" charset="-122"/>
                          <a:sym typeface="Symbol" panose="05050102010706020507" pitchFamily="18" charset="2"/>
                        </a:rPr>
                        <a:t>TE</a:t>
                      </a:r>
                      <a:r>
                        <a:rPr kumimoji="0" lang="en-US" altLang="zh-CN" sz="1500" b="1" i="0" u="none" strike="noStrike" cap="none" normalizeH="0" baseline="0">
                          <a:ln>
                            <a:noFill/>
                          </a:ln>
                          <a:solidFill>
                            <a:schemeClr val="tx1"/>
                          </a:solidFill>
                          <a:effectLst/>
                          <a:latin typeface="Times New Roman" panose="02020603050405020304" pitchFamily="18" charset="0"/>
                          <a:ea typeface="黑体" panose="02010609060101010101" pitchFamily="49" charset="-122"/>
                          <a:sym typeface="Symbol" panose="05050102010706020507" pitchFamily="18" charset="2"/>
                        </a:rPr>
                        <a:t></a:t>
                      </a:r>
                    </a:p>
                  </a:txBody>
                  <a:tcPr marL="46132" marR="46132" marT="24604" marB="24604"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accent4">
                        <a:lumMod val="20000"/>
                        <a:lumOff val="80000"/>
                      </a:schemeClr>
                    </a:solidFill>
                  </a:tcPr>
                </a:tc>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endParaRPr kumimoji="0" lang="zh-CN" altLang="zh-CN" sz="1500" b="0" i="0" u="none" strike="noStrike" cap="none" normalizeH="0" baseline="0">
                        <a:ln>
                          <a:noFill/>
                        </a:ln>
                        <a:solidFill>
                          <a:schemeClr val="tx1"/>
                        </a:solidFill>
                        <a:effectLst/>
                        <a:latin typeface="Times New Roman" panose="02020603050405020304" pitchFamily="18" charset="0"/>
                        <a:ea typeface="黑体" panose="02010609060101010101" pitchFamily="49" charset="-122"/>
                      </a:endParaRPr>
                    </a:p>
                  </a:txBody>
                  <a:tcPr marL="46132" marR="46132" marT="24604" marB="24604"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accent4">
                        <a:lumMod val="20000"/>
                        <a:lumOff val="80000"/>
                      </a:schemeClr>
                    </a:solidFill>
                  </a:tcPr>
                </a:tc>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endParaRPr kumimoji="0" lang="zh-CN" altLang="zh-CN" sz="1500" b="0" i="0" u="none" strike="noStrike" cap="none" normalizeH="0" baseline="0">
                        <a:ln>
                          <a:noFill/>
                        </a:ln>
                        <a:solidFill>
                          <a:schemeClr val="tx1"/>
                        </a:solidFill>
                        <a:effectLst/>
                        <a:latin typeface="Times New Roman" panose="02020603050405020304" pitchFamily="18" charset="0"/>
                        <a:ea typeface="黑体" panose="02010609060101010101" pitchFamily="49" charset="-122"/>
                      </a:endParaRPr>
                    </a:p>
                  </a:txBody>
                  <a:tcPr marL="46132" marR="46132" marT="24604" marB="24604" anchor="ct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accent4">
                        <a:lumMod val="20000"/>
                        <a:lumOff val="80000"/>
                      </a:schemeClr>
                    </a:solidFill>
                  </a:tcPr>
                </a:tc>
                <a:extLst>
                  <a:ext uri="{0D108BD9-81ED-4DB2-BD59-A6C34878D82A}">
                    <a16:rowId xmlns:a16="http://schemas.microsoft.com/office/drawing/2014/main" val="10002"/>
                  </a:ext>
                </a:extLst>
              </a:tr>
              <a:tr h="361018">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r>
                        <a:rPr kumimoji="0" lang="en-US" altLang="zh-CN" sz="1500" b="1" i="1" u="none" strike="noStrike" cap="none" normalizeH="0" baseline="0">
                          <a:ln>
                            <a:noFill/>
                          </a:ln>
                          <a:solidFill>
                            <a:schemeClr val="tx1"/>
                          </a:solidFill>
                          <a:effectLst/>
                          <a:latin typeface="Times New Roman" panose="02020603050405020304" pitchFamily="18" charset="0"/>
                          <a:ea typeface="黑体" panose="02010609060101010101" pitchFamily="49" charset="-122"/>
                        </a:rPr>
                        <a:t>E </a:t>
                      </a:r>
                      <a:r>
                        <a:rPr kumimoji="0" lang="en-US" altLang="zh-CN" sz="1500" b="1" i="0" u="none" strike="noStrike" cap="none" normalizeH="0" baseline="0">
                          <a:ln>
                            <a:noFill/>
                          </a:ln>
                          <a:solidFill>
                            <a:schemeClr val="tx1"/>
                          </a:solidFill>
                          <a:effectLst/>
                          <a:latin typeface="Times New Roman" panose="02020603050405020304" pitchFamily="18" charset="0"/>
                          <a:ea typeface="黑体" panose="02010609060101010101" pitchFamily="49" charset="-122"/>
                          <a:sym typeface="Symbol" panose="05050102010706020507" pitchFamily="18" charset="2"/>
                        </a:rPr>
                        <a:t></a:t>
                      </a:r>
                    </a:p>
                  </a:txBody>
                  <a:tcPr marL="46132" marR="46132" marT="24604" marB="24604" anchor="ct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accent4">
                        <a:lumMod val="20000"/>
                        <a:lumOff val="80000"/>
                      </a:schemeClr>
                    </a:solidFill>
                  </a:tcPr>
                </a:tc>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endParaRPr kumimoji="0" lang="zh-CN" altLang="zh-CN" sz="1500" b="0" i="0" u="none" strike="noStrike" cap="none" normalizeH="0" baseline="0">
                        <a:ln>
                          <a:noFill/>
                        </a:ln>
                        <a:solidFill>
                          <a:schemeClr val="tx1"/>
                        </a:solidFill>
                        <a:effectLst/>
                        <a:latin typeface="Times New Roman" panose="02020603050405020304" pitchFamily="18" charset="0"/>
                        <a:ea typeface="黑体" panose="02010609060101010101" pitchFamily="49" charset="-122"/>
                      </a:endParaRPr>
                    </a:p>
                  </a:txBody>
                  <a:tcPr marL="46132" marR="46132" marT="24604" marB="24604"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accent4">
                        <a:lumMod val="20000"/>
                        <a:lumOff val="80000"/>
                      </a:schemeClr>
                    </a:solidFill>
                  </a:tcPr>
                </a:tc>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r>
                        <a:rPr kumimoji="0" lang="en-US" altLang="zh-CN" sz="1500" b="1" i="1" u="none" strike="noStrike" cap="none" normalizeH="0" baseline="0">
                          <a:ln>
                            <a:noFill/>
                          </a:ln>
                          <a:solidFill>
                            <a:schemeClr val="tx1"/>
                          </a:solidFill>
                          <a:effectLst/>
                          <a:latin typeface="Times New Roman" panose="02020603050405020304" pitchFamily="18" charset="0"/>
                          <a:ea typeface="黑体" panose="02010609060101010101" pitchFamily="49" charset="-122"/>
                        </a:rPr>
                        <a:t>E</a:t>
                      </a:r>
                      <a:r>
                        <a:rPr kumimoji="0" lang="en-US" altLang="zh-CN" sz="1500" b="1" i="0" u="none" strike="noStrike" cap="none" normalizeH="0" baseline="0">
                          <a:ln>
                            <a:noFill/>
                          </a:ln>
                          <a:solidFill>
                            <a:schemeClr val="tx1"/>
                          </a:solidFill>
                          <a:effectLst/>
                          <a:latin typeface="Times New Roman" panose="02020603050405020304" pitchFamily="18" charset="0"/>
                          <a:ea typeface="黑体" panose="02010609060101010101" pitchFamily="49" charset="-122"/>
                          <a:sym typeface="Symbol" panose="05050102010706020507" pitchFamily="18" charset="2"/>
                        </a:rPr>
                        <a:t>+</a:t>
                      </a:r>
                      <a:r>
                        <a:rPr kumimoji="0" lang="en-US" altLang="zh-CN" sz="1500" b="1" i="1" u="none" strike="noStrike" cap="none" normalizeH="0" baseline="0">
                          <a:ln>
                            <a:noFill/>
                          </a:ln>
                          <a:solidFill>
                            <a:schemeClr val="tx1"/>
                          </a:solidFill>
                          <a:effectLst/>
                          <a:latin typeface="Times New Roman" panose="02020603050405020304" pitchFamily="18" charset="0"/>
                          <a:ea typeface="黑体" panose="02010609060101010101" pitchFamily="49" charset="-122"/>
                          <a:sym typeface="Symbol" panose="05050102010706020507" pitchFamily="18" charset="2"/>
                        </a:rPr>
                        <a:t>TE</a:t>
                      </a:r>
                      <a:r>
                        <a:rPr kumimoji="0" lang="en-US" altLang="zh-CN" sz="1500" b="1" i="0" u="none" strike="noStrike" cap="none" normalizeH="0" baseline="0">
                          <a:ln>
                            <a:noFill/>
                          </a:ln>
                          <a:solidFill>
                            <a:schemeClr val="tx1"/>
                          </a:solidFill>
                          <a:effectLst/>
                          <a:latin typeface="Times New Roman" panose="02020603050405020304" pitchFamily="18" charset="0"/>
                          <a:ea typeface="黑体" panose="02010609060101010101" pitchFamily="49" charset="-122"/>
                          <a:sym typeface="Symbol" panose="05050102010706020507" pitchFamily="18" charset="2"/>
                        </a:rPr>
                        <a:t></a:t>
                      </a:r>
                    </a:p>
                  </a:txBody>
                  <a:tcPr marL="46132" marR="46132" marT="24604" marB="24604"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accent4">
                        <a:lumMod val="20000"/>
                        <a:lumOff val="80000"/>
                      </a:schemeClr>
                    </a:solidFill>
                  </a:tcPr>
                </a:tc>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endParaRPr kumimoji="0" lang="zh-CN" altLang="zh-CN" sz="1500" b="0" i="0" u="none" strike="noStrike" cap="none" normalizeH="0" baseline="0">
                        <a:ln>
                          <a:noFill/>
                        </a:ln>
                        <a:solidFill>
                          <a:schemeClr val="tx1"/>
                        </a:solidFill>
                        <a:effectLst/>
                        <a:latin typeface="Times New Roman" panose="02020603050405020304" pitchFamily="18" charset="0"/>
                        <a:ea typeface="黑体" panose="02010609060101010101" pitchFamily="49" charset="-122"/>
                      </a:endParaRPr>
                    </a:p>
                  </a:txBody>
                  <a:tcPr marL="46132" marR="46132" marT="24604" marB="24604"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accent4">
                        <a:lumMod val="20000"/>
                        <a:lumOff val="80000"/>
                      </a:schemeClr>
                    </a:solidFill>
                  </a:tcPr>
                </a:tc>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endParaRPr kumimoji="0" lang="zh-CN" altLang="zh-CN" sz="1500" b="0" i="0" u="none" strike="noStrike" cap="none" normalizeH="0" baseline="0">
                        <a:ln>
                          <a:noFill/>
                        </a:ln>
                        <a:solidFill>
                          <a:schemeClr val="tx1"/>
                        </a:solidFill>
                        <a:effectLst/>
                        <a:latin typeface="Times New Roman" panose="02020603050405020304" pitchFamily="18" charset="0"/>
                        <a:ea typeface="黑体" panose="02010609060101010101" pitchFamily="49" charset="-122"/>
                      </a:endParaRPr>
                    </a:p>
                  </a:txBody>
                  <a:tcPr marL="46132" marR="46132" marT="24604" marB="24604"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accent4">
                        <a:lumMod val="20000"/>
                        <a:lumOff val="80000"/>
                      </a:schemeClr>
                    </a:solidFill>
                  </a:tcPr>
                </a:tc>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r>
                        <a:rPr kumimoji="0" lang="en-US" altLang="zh-CN" sz="1500" b="1" i="1" u="none" strike="noStrike" cap="none" normalizeH="0" baseline="0">
                          <a:ln>
                            <a:noFill/>
                          </a:ln>
                          <a:solidFill>
                            <a:schemeClr val="tx1"/>
                          </a:solidFill>
                          <a:effectLst/>
                          <a:latin typeface="Times New Roman" panose="02020603050405020304" pitchFamily="18" charset="0"/>
                          <a:ea typeface="黑体" panose="02010609060101010101" pitchFamily="49" charset="-122"/>
                        </a:rPr>
                        <a:t>E</a:t>
                      </a:r>
                      <a:r>
                        <a:rPr kumimoji="0" lang="en-US" altLang="zh-CN" sz="1700" b="1" i="0" u="none" strike="noStrike" cap="none" normalizeH="0" baseline="0">
                          <a:ln>
                            <a:noFill/>
                          </a:ln>
                          <a:solidFill>
                            <a:schemeClr val="tx1"/>
                          </a:solidFill>
                          <a:effectLst/>
                          <a:latin typeface="Times New Roman" panose="02020603050405020304" pitchFamily="18" charset="0"/>
                          <a:ea typeface="黑体" panose="02010609060101010101" pitchFamily="49" charset="-122"/>
                          <a:sym typeface="Symbol" panose="05050102010706020507" pitchFamily="18" charset="2"/>
                        </a:rPr>
                        <a:t></a:t>
                      </a:r>
                    </a:p>
                  </a:txBody>
                  <a:tcPr marL="46132" marR="46132" marT="24604" marB="24604"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accent4">
                        <a:lumMod val="20000"/>
                        <a:lumOff val="80000"/>
                      </a:schemeClr>
                    </a:solidFill>
                  </a:tcPr>
                </a:tc>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r>
                        <a:rPr kumimoji="0" lang="en-US" altLang="zh-CN" sz="1500" b="1" i="1" u="none" strike="noStrike" cap="none" normalizeH="0" baseline="0">
                          <a:ln>
                            <a:noFill/>
                          </a:ln>
                          <a:solidFill>
                            <a:schemeClr val="tx1"/>
                          </a:solidFill>
                          <a:effectLst/>
                          <a:latin typeface="Times New Roman" panose="02020603050405020304" pitchFamily="18" charset="0"/>
                          <a:ea typeface="黑体" panose="02010609060101010101" pitchFamily="49" charset="-122"/>
                        </a:rPr>
                        <a:t>E</a:t>
                      </a:r>
                      <a:r>
                        <a:rPr kumimoji="0" lang="en-US" altLang="zh-CN" sz="1700" b="1" i="0" u="none" strike="noStrike" cap="none" normalizeH="0" baseline="0">
                          <a:ln>
                            <a:noFill/>
                          </a:ln>
                          <a:solidFill>
                            <a:schemeClr val="tx1"/>
                          </a:solidFill>
                          <a:effectLst/>
                          <a:latin typeface="Times New Roman" panose="02020603050405020304" pitchFamily="18" charset="0"/>
                          <a:ea typeface="黑体" panose="02010609060101010101" pitchFamily="49" charset="-122"/>
                          <a:sym typeface="Symbol" panose="05050102010706020507" pitchFamily="18" charset="2"/>
                        </a:rPr>
                        <a:t></a:t>
                      </a:r>
                    </a:p>
                  </a:txBody>
                  <a:tcPr marL="46132" marR="46132" marT="24604" marB="24604" anchor="ct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accent4">
                        <a:lumMod val="20000"/>
                        <a:lumOff val="80000"/>
                      </a:schemeClr>
                    </a:solidFill>
                  </a:tcPr>
                </a:tc>
                <a:extLst>
                  <a:ext uri="{0D108BD9-81ED-4DB2-BD59-A6C34878D82A}">
                    <a16:rowId xmlns:a16="http://schemas.microsoft.com/office/drawing/2014/main" val="10003"/>
                  </a:ext>
                </a:extLst>
              </a:tr>
              <a:tr h="361994">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r>
                        <a:rPr kumimoji="0" lang="en-US" altLang="zh-CN" sz="1500" b="1" i="1" u="none" strike="noStrike" cap="none" normalizeH="0" baseline="0">
                          <a:ln>
                            <a:noFill/>
                          </a:ln>
                          <a:solidFill>
                            <a:schemeClr val="tx1"/>
                          </a:solidFill>
                          <a:effectLst/>
                          <a:latin typeface="Times New Roman" panose="02020603050405020304" pitchFamily="18" charset="0"/>
                          <a:ea typeface="黑体" panose="02010609060101010101" pitchFamily="49" charset="-122"/>
                        </a:rPr>
                        <a:t>T</a:t>
                      </a:r>
                    </a:p>
                  </a:txBody>
                  <a:tcPr marL="46132" marR="46132" marT="24604" marB="24604" anchor="ct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accent4">
                        <a:lumMod val="20000"/>
                        <a:lumOff val="80000"/>
                      </a:schemeClr>
                    </a:solidFill>
                  </a:tcPr>
                </a:tc>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r>
                        <a:rPr kumimoji="0" lang="en-US" altLang="zh-CN" sz="1500" b="1" i="1" u="none" strike="noStrike" cap="none" normalizeH="0" baseline="0">
                          <a:ln>
                            <a:noFill/>
                          </a:ln>
                          <a:solidFill>
                            <a:schemeClr val="tx1"/>
                          </a:solidFill>
                          <a:effectLst/>
                          <a:latin typeface="Times New Roman" panose="02020603050405020304" pitchFamily="18" charset="0"/>
                          <a:ea typeface="黑体" panose="02010609060101010101" pitchFamily="49" charset="-122"/>
                        </a:rPr>
                        <a:t>T</a:t>
                      </a:r>
                      <a:r>
                        <a:rPr kumimoji="0" lang="en-US" altLang="zh-CN" sz="1500" b="1" i="0" u="none" strike="noStrike" cap="none" normalizeH="0" baseline="0">
                          <a:ln>
                            <a:noFill/>
                          </a:ln>
                          <a:solidFill>
                            <a:schemeClr val="tx1"/>
                          </a:solidFill>
                          <a:effectLst/>
                          <a:latin typeface="Times New Roman" panose="02020603050405020304" pitchFamily="18" charset="0"/>
                          <a:ea typeface="黑体" panose="02010609060101010101" pitchFamily="49" charset="-122"/>
                          <a:sym typeface="Symbol" panose="05050102010706020507" pitchFamily="18" charset="2"/>
                        </a:rPr>
                        <a:t></a:t>
                      </a:r>
                      <a:r>
                        <a:rPr kumimoji="0" lang="en-US" altLang="zh-CN" sz="1500" b="1" i="1" u="none" strike="noStrike" cap="none" normalizeH="0" baseline="0">
                          <a:ln>
                            <a:noFill/>
                          </a:ln>
                          <a:solidFill>
                            <a:schemeClr val="tx1"/>
                          </a:solidFill>
                          <a:effectLst/>
                          <a:latin typeface="Times New Roman" panose="02020603050405020304" pitchFamily="18" charset="0"/>
                          <a:ea typeface="黑体" panose="02010609060101010101" pitchFamily="49" charset="-122"/>
                          <a:sym typeface="Symbol" panose="05050102010706020507" pitchFamily="18" charset="2"/>
                        </a:rPr>
                        <a:t>FT </a:t>
                      </a:r>
                      <a:r>
                        <a:rPr kumimoji="0" lang="en-US" altLang="zh-CN" sz="1700" b="1" i="0" u="none" strike="noStrike" cap="none" normalizeH="0" baseline="0">
                          <a:ln>
                            <a:noFill/>
                          </a:ln>
                          <a:solidFill>
                            <a:schemeClr val="tx1"/>
                          </a:solidFill>
                          <a:effectLst/>
                          <a:latin typeface="Times New Roman" panose="02020603050405020304" pitchFamily="18" charset="0"/>
                          <a:ea typeface="黑体" panose="02010609060101010101" pitchFamily="49" charset="-122"/>
                          <a:sym typeface="Symbol" panose="05050102010706020507" pitchFamily="18" charset="2"/>
                        </a:rPr>
                        <a:t></a:t>
                      </a:r>
                    </a:p>
                  </a:txBody>
                  <a:tcPr marL="46132" marR="46132" marT="24604" marB="24604"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accent4">
                        <a:lumMod val="20000"/>
                        <a:lumOff val="80000"/>
                      </a:schemeClr>
                    </a:solidFill>
                  </a:tcPr>
                </a:tc>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endParaRPr kumimoji="0" lang="zh-CN" altLang="zh-CN" sz="1500" b="0" i="0" u="none" strike="noStrike" cap="none" normalizeH="0" baseline="0">
                        <a:ln>
                          <a:noFill/>
                        </a:ln>
                        <a:solidFill>
                          <a:schemeClr val="tx1"/>
                        </a:solidFill>
                        <a:effectLst/>
                        <a:latin typeface="Times New Roman" panose="02020603050405020304" pitchFamily="18" charset="0"/>
                        <a:ea typeface="黑体" panose="02010609060101010101" pitchFamily="49" charset="-122"/>
                      </a:endParaRPr>
                    </a:p>
                  </a:txBody>
                  <a:tcPr marL="46132" marR="46132" marT="24604" marB="24604"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accent4">
                        <a:lumMod val="20000"/>
                        <a:lumOff val="80000"/>
                      </a:schemeClr>
                    </a:solidFill>
                  </a:tcPr>
                </a:tc>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endParaRPr kumimoji="0" lang="zh-CN" altLang="zh-CN" sz="1500" b="0" i="0" u="none" strike="noStrike" cap="none" normalizeH="0" baseline="0">
                        <a:ln>
                          <a:noFill/>
                        </a:ln>
                        <a:solidFill>
                          <a:schemeClr val="tx1"/>
                        </a:solidFill>
                        <a:effectLst/>
                        <a:latin typeface="Times New Roman" panose="02020603050405020304" pitchFamily="18" charset="0"/>
                        <a:ea typeface="黑体" panose="02010609060101010101" pitchFamily="49" charset="-122"/>
                      </a:endParaRPr>
                    </a:p>
                  </a:txBody>
                  <a:tcPr marL="46132" marR="46132" marT="24604" marB="24604"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accent4">
                        <a:lumMod val="20000"/>
                        <a:lumOff val="80000"/>
                      </a:schemeClr>
                    </a:solidFill>
                  </a:tcPr>
                </a:tc>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r>
                        <a:rPr kumimoji="0" lang="en-US" altLang="zh-CN" sz="1500" b="1" i="1" u="none" strike="noStrike" cap="none" normalizeH="0" baseline="0">
                          <a:ln>
                            <a:noFill/>
                          </a:ln>
                          <a:solidFill>
                            <a:schemeClr val="tx1"/>
                          </a:solidFill>
                          <a:effectLst/>
                          <a:latin typeface="Times New Roman" panose="02020603050405020304" pitchFamily="18" charset="0"/>
                          <a:ea typeface="黑体" panose="02010609060101010101" pitchFamily="49" charset="-122"/>
                        </a:rPr>
                        <a:t>T</a:t>
                      </a:r>
                      <a:r>
                        <a:rPr kumimoji="0" lang="en-US" altLang="zh-CN" sz="1500" b="1" i="0" u="none" strike="noStrike" cap="none" normalizeH="0" baseline="0">
                          <a:ln>
                            <a:noFill/>
                          </a:ln>
                          <a:solidFill>
                            <a:schemeClr val="tx1"/>
                          </a:solidFill>
                          <a:effectLst/>
                          <a:latin typeface="Times New Roman" panose="02020603050405020304" pitchFamily="18" charset="0"/>
                          <a:ea typeface="黑体" panose="02010609060101010101" pitchFamily="49" charset="-122"/>
                          <a:sym typeface="Symbol" panose="05050102010706020507" pitchFamily="18" charset="2"/>
                        </a:rPr>
                        <a:t></a:t>
                      </a:r>
                      <a:r>
                        <a:rPr kumimoji="0" lang="en-US" altLang="zh-CN" sz="1500" b="1" i="1" u="none" strike="noStrike" cap="none" normalizeH="0" baseline="0">
                          <a:ln>
                            <a:noFill/>
                          </a:ln>
                          <a:solidFill>
                            <a:schemeClr val="tx1"/>
                          </a:solidFill>
                          <a:effectLst/>
                          <a:latin typeface="Times New Roman" panose="02020603050405020304" pitchFamily="18" charset="0"/>
                          <a:ea typeface="黑体" panose="02010609060101010101" pitchFamily="49" charset="-122"/>
                          <a:sym typeface="Symbol" panose="05050102010706020507" pitchFamily="18" charset="2"/>
                        </a:rPr>
                        <a:t>FT </a:t>
                      </a:r>
                      <a:r>
                        <a:rPr kumimoji="0" lang="en-US" altLang="zh-CN" sz="1700" b="1" i="0" u="none" strike="noStrike" cap="none" normalizeH="0" baseline="0">
                          <a:ln>
                            <a:noFill/>
                          </a:ln>
                          <a:solidFill>
                            <a:schemeClr val="tx1"/>
                          </a:solidFill>
                          <a:effectLst/>
                          <a:latin typeface="Times New Roman" panose="02020603050405020304" pitchFamily="18" charset="0"/>
                          <a:ea typeface="黑体" panose="02010609060101010101" pitchFamily="49" charset="-122"/>
                          <a:sym typeface="Symbol" panose="05050102010706020507" pitchFamily="18" charset="2"/>
                        </a:rPr>
                        <a:t></a:t>
                      </a:r>
                    </a:p>
                  </a:txBody>
                  <a:tcPr marL="46132" marR="46132" marT="24604" marB="24604"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accent4">
                        <a:lumMod val="20000"/>
                        <a:lumOff val="80000"/>
                      </a:schemeClr>
                    </a:solidFill>
                  </a:tcPr>
                </a:tc>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endParaRPr kumimoji="0" lang="zh-CN" altLang="zh-CN" sz="1500" b="0" i="0" u="none" strike="noStrike" cap="none" normalizeH="0" baseline="0">
                        <a:ln>
                          <a:noFill/>
                        </a:ln>
                        <a:solidFill>
                          <a:schemeClr val="tx1"/>
                        </a:solidFill>
                        <a:effectLst/>
                        <a:latin typeface="Times New Roman" panose="02020603050405020304" pitchFamily="18" charset="0"/>
                        <a:ea typeface="黑体" panose="02010609060101010101" pitchFamily="49" charset="-122"/>
                      </a:endParaRPr>
                    </a:p>
                  </a:txBody>
                  <a:tcPr marL="46132" marR="46132" marT="24604" marB="24604"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accent4">
                        <a:lumMod val="20000"/>
                        <a:lumOff val="80000"/>
                      </a:schemeClr>
                    </a:solidFill>
                  </a:tcPr>
                </a:tc>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endParaRPr kumimoji="0" lang="zh-CN" altLang="zh-CN" sz="1500" b="0" i="0" u="none" strike="noStrike" cap="none" normalizeH="0" baseline="0">
                        <a:ln>
                          <a:noFill/>
                        </a:ln>
                        <a:solidFill>
                          <a:schemeClr val="tx1"/>
                        </a:solidFill>
                        <a:effectLst/>
                        <a:latin typeface="Times New Roman" panose="02020603050405020304" pitchFamily="18" charset="0"/>
                        <a:ea typeface="黑体" panose="02010609060101010101" pitchFamily="49" charset="-122"/>
                      </a:endParaRPr>
                    </a:p>
                  </a:txBody>
                  <a:tcPr marL="46132" marR="46132" marT="24604" marB="24604" anchor="ct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accent4">
                        <a:lumMod val="20000"/>
                        <a:lumOff val="80000"/>
                      </a:schemeClr>
                    </a:solidFill>
                  </a:tcPr>
                </a:tc>
                <a:extLst>
                  <a:ext uri="{0D108BD9-81ED-4DB2-BD59-A6C34878D82A}">
                    <a16:rowId xmlns:a16="http://schemas.microsoft.com/office/drawing/2014/main" val="10004"/>
                  </a:ext>
                </a:extLst>
              </a:tr>
              <a:tr h="360042">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r>
                        <a:rPr kumimoji="0" lang="en-US" altLang="zh-CN" sz="1500" b="1" i="1" u="none" strike="noStrike" cap="none" normalizeH="0" baseline="0">
                          <a:ln>
                            <a:noFill/>
                          </a:ln>
                          <a:solidFill>
                            <a:schemeClr val="tx1"/>
                          </a:solidFill>
                          <a:effectLst/>
                          <a:latin typeface="Times New Roman" panose="02020603050405020304" pitchFamily="18" charset="0"/>
                          <a:ea typeface="黑体" panose="02010609060101010101" pitchFamily="49" charset="-122"/>
                        </a:rPr>
                        <a:t>T </a:t>
                      </a:r>
                      <a:r>
                        <a:rPr kumimoji="0" lang="en-US" altLang="zh-CN" sz="1500" b="1" i="0" u="none" strike="noStrike" cap="none" normalizeH="0" baseline="0">
                          <a:ln>
                            <a:noFill/>
                          </a:ln>
                          <a:solidFill>
                            <a:schemeClr val="tx1"/>
                          </a:solidFill>
                          <a:effectLst/>
                          <a:latin typeface="Times New Roman" panose="02020603050405020304" pitchFamily="18" charset="0"/>
                          <a:ea typeface="黑体" panose="02010609060101010101" pitchFamily="49" charset="-122"/>
                          <a:sym typeface="Symbol" panose="05050102010706020507" pitchFamily="18" charset="2"/>
                        </a:rPr>
                        <a:t></a:t>
                      </a:r>
                    </a:p>
                  </a:txBody>
                  <a:tcPr marL="46132" marR="46132" marT="24604" marB="24604" anchor="ct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accent4">
                        <a:lumMod val="20000"/>
                        <a:lumOff val="80000"/>
                      </a:schemeClr>
                    </a:solidFill>
                  </a:tcPr>
                </a:tc>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endParaRPr kumimoji="0" lang="zh-CN" altLang="zh-CN" sz="1500" b="0" i="0" u="none" strike="noStrike" cap="none" normalizeH="0" baseline="0">
                        <a:ln>
                          <a:noFill/>
                        </a:ln>
                        <a:solidFill>
                          <a:schemeClr val="tx1"/>
                        </a:solidFill>
                        <a:effectLst/>
                        <a:latin typeface="Times New Roman" panose="02020603050405020304" pitchFamily="18" charset="0"/>
                        <a:ea typeface="黑体" panose="02010609060101010101" pitchFamily="49" charset="-122"/>
                      </a:endParaRPr>
                    </a:p>
                  </a:txBody>
                  <a:tcPr marL="46132" marR="46132" marT="24604" marB="24604"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accent4">
                        <a:lumMod val="20000"/>
                        <a:lumOff val="80000"/>
                      </a:schemeClr>
                    </a:solidFill>
                  </a:tcPr>
                </a:tc>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r>
                        <a:rPr kumimoji="0" lang="en-US" altLang="zh-CN" sz="1500" b="1" i="1" u="none" strike="noStrike" cap="none" normalizeH="0" baseline="0">
                          <a:ln>
                            <a:noFill/>
                          </a:ln>
                          <a:solidFill>
                            <a:schemeClr val="tx1"/>
                          </a:solidFill>
                          <a:effectLst/>
                          <a:latin typeface="Times New Roman" panose="02020603050405020304" pitchFamily="18" charset="0"/>
                          <a:ea typeface="黑体" panose="02010609060101010101" pitchFamily="49" charset="-122"/>
                        </a:rPr>
                        <a:t>T </a:t>
                      </a:r>
                      <a:r>
                        <a:rPr kumimoji="0" lang="en-US" altLang="zh-CN" sz="1500" b="1" i="0" u="none" strike="noStrike" cap="none" normalizeH="0" baseline="0">
                          <a:ln>
                            <a:noFill/>
                          </a:ln>
                          <a:solidFill>
                            <a:schemeClr val="tx1"/>
                          </a:solidFill>
                          <a:effectLst/>
                          <a:latin typeface="Times New Roman" panose="02020603050405020304" pitchFamily="18" charset="0"/>
                          <a:ea typeface="黑体" panose="02010609060101010101" pitchFamily="49" charset="-122"/>
                          <a:sym typeface="Symbol" panose="05050102010706020507" pitchFamily="18" charset="2"/>
                        </a:rPr>
                        <a:t></a:t>
                      </a:r>
                    </a:p>
                  </a:txBody>
                  <a:tcPr marL="46132" marR="46132" marT="24604" marB="24604"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accent4">
                        <a:lumMod val="20000"/>
                        <a:lumOff val="80000"/>
                      </a:schemeClr>
                    </a:solidFill>
                  </a:tcPr>
                </a:tc>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r>
                        <a:rPr kumimoji="0" lang="en-US" altLang="zh-CN" sz="1500" b="1" i="1" u="none" strike="noStrike" cap="none" normalizeH="0" baseline="0">
                          <a:ln>
                            <a:noFill/>
                          </a:ln>
                          <a:solidFill>
                            <a:schemeClr val="tx1"/>
                          </a:solidFill>
                          <a:effectLst/>
                          <a:latin typeface="Times New Roman" panose="02020603050405020304" pitchFamily="18" charset="0"/>
                          <a:ea typeface="黑体" panose="02010609060101010101" pitchFamily="49" charset="-122"/>
                        </a:rPr>
                        <a:t>T</a:t>
                      </a:r>
                      <a:r>
                        <a:rPr kumimoji="0" lang="en-US" altLang="zh-CN" sz="1500" b="1" i="0" u="none" strike="noStrike" cap="none" normalizeH="0" baseline="0">
                          <a:ln>
                            <a:noFill/>
                          </a:ln>
                          <a:solidFill>
                            <a:schemeClr val="tx1"/>
                          </a:solidFill>
                          <a:effectLst/>
                          <a:latin typeface="Times New Roman" panose="02020603050405020304" pitchFamily="18" charset="0"/>
                          <a:ea typeface="黑体" panose="02010609060101010101" pitchFamily="49" charset="-122"/>
                          <a:sym typeface="Symbol" panose="05050102010706020507" pitchFamily="18" charset="2"/>
                        </a:rPr>
                        <a:t>*</a:t>
                      </a:r>
                      <a:r>
                        <a:rPr kumimoji="0" lang="en-US" altLang="zh-CN" sz="1500" b="1" i="1" u="none" strike="noStrike" cap="none" normalizeH="0" baseline="0">
                          <a:ln>
                            <a:noFill/>
                          </a:ln>
                          <a:solidFill>
                            <a:schemeClr val="tx1"/>
                          </a:solidFill>
                          <a:effectLst/>
                          <a:latin typeface="Times New Roman" panose="02020603050405020304" pitchFamily="18" charset="0"/>
                          <a:ea typeface="黑体" panose="02010609060101010101" pitchFamily="49" charset="-122"/>
                          <a:sym typeface="Symbol" panose="05050102010706020507" pitchFamily="18" charset="2"/>
                        </a:rPr>
                        <a:t>FT </a:t>
                      </a:r>
                      <a:r>
                        <a:rPr kumimoji="0" lang="en-US" altLang="zh-CN" sz="1500" b="1" i="0" u="none" strike="noStrike" cap="none" normalizeH="0" baseline="0">
                          <a:ln>
                            <a:noFill/>
                          </a:ln>
                          <a:solidFill>
                            <a:schemeClr val="tx1"/>
                          </a:solidFill>
                          <a:effectLst/>
                          <a:latin typeface="Times New Roman" panose="02020603050405020304" pitchFamily="18" charset="0"/>
                          <a:ea typeface="黑体" panose="02010609060101010101" pitchFamily="49" charset="-122"/>
                          <a:sym typeface="Symbol" panose="05050102010706020507" pitchFamily="18" charset="2"/>
                        </a:rPr>
                        <a:t></a:t>
                      </a:r>
                    </a:p>
                  </a:txBody>
                  <a:tcPr marL="46132" marR="46132" marT="24604" marB="24604"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accent4">
                        <a:lumMod val="20000"/>
                        <a:lumOff val="80000"/>
                      </a:schemeClr>
                    </a:solidFill>
                  </a:tcPr>
                </a:tc>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endParaRPr kumimoji="0" lang="zh-CN" altLang="zh-CN" sz="1500" b="0" i="0" u="none" strike="noStrike" cap="none" normalizeH="0" baseline="0">
                        <a:ln>
                          <a:noFill/>
                        </a:ln>
                        <a:solidFill>
                          <a:schemeClr val="tx1"/>
                        </a:solidFill>
                        <a:effectLst/>
                        <a:latin typeface="Times New Roman" panose="02020603050405020304" pitchFamily="18" charset="0"/>
                        <a:ea typeface="黑体" panose="02010609060101010101" pitchFamily="49" charset="-122"/>
                      </a:endParaRPr>
                    </a:p>
                  </a:txBody>
                  <a:tcPr marL="46132" marR="46132" marT="24604" marB="24604"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accent4">
                        <a:lumMod val="20000"/>
                        <a:lumOff val="80000"/>
                      </a:schemeClr>
                    </a:solidFill>
                  </a:tcPr>
                </a:tc>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r>
                        <a:rPr kumimoji="0" lang="en-US" altLang="zh-CN" sz="1500" b="1" i="1" u="none" strike="noStrike" cap="none" normalizeH="0" baseline="0">
                          <a:ln>
                            <a:noFill/>
                          </a:ln>
                          <a:solidFill>
                            <a:schemeClr val="tx1"/>
                          </a:solidFill>
                          <a:effectLst/>
                          <a:latin typeface="Times New Roman" panose="02020603050405020304" pitchFamily="18" charset="0"/>
                          <a:ea typeface="黑体" panose="02010609060101010101" pitchFamily="49" charset="-122"/>
                        </a:rPr>
                        <a:t>T </a:t>
                      </a:r>
                      <a:r>
                        <a:rPr kumimoji="0" lang="en-US" altLang="zh-CN" sz="1500" b="1" i="0" u="none" strike="noStrike" cap="none" normalizeH="0" baseline="0">
                          <a:ln>
                            <a:noFill/>
                          </a:ln>
                          <a:solidFill>
                            <a:schemeClr val="tx1"/>
                          </a:solidFill>
                          <a:effectLst/>
                          <a:latin typeface="Times New Roman" panose="02020603050405020304" pitchFamily="18" charset="0"/>
                          <a:ea typeface="黑体" panose="02010609060101010101" pitchFamily="49" charset="-122"/>
                          <a:sym typeface="Symbol" panose="05050102010706020507" pitchFamily="18" charset="2"/>
                        </a:rPr>
                        <a:t></a:t>
                      </a:r>
                    </a:p>
                  </a:txBody>
                  <a:tcPr marL="46132" marR="46132" marT="24604" marB="24604"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accent4">
                        <a:lumMod val="20000"/>
                        <a:lumOff val="80000"/>
                      </a:schemeClr>
                    </a:solidFill>
                  </a:tcPr>
                </a:tc>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r>
                        <a:rPr kumimoji="0" lang="en-US" altLang="zh-CN" sz="1500" b="1" i="1" u="none" strike="noStrike" cap="none" normalizeH="0" baseline="0">
                          <a:ln>
                            <a:noFill/>
                          </a:ln>
                          <a:solidFill>
                            <a:schemeClr val="tx1"/>
                          </a:solidFill>
                          <a:effectLst/>
                          <a:latin typeface="Times New Roman" panose="02020603050405020304" pitchFamily="18" charset="0"/>
                          <a:ea typeface="黑体" panose="02010609060101010101" pitchFamily="49" charset="-122"/>
                        </a:rPr>
                        <a:t>T </a:t>
                      </a:r>
                      <a:r>
                        <a:rPr kumimoji="0" lang="en-US" altLang="zh-CN" sz="1500" b="1" i="0" u="none" strike="noStrike" cap="none" normalizeH="0" baseline="0">
                          <a:ln>
                            <a:noFill/>
                          </a:ln>
                          <a:solidFill>
                            <a:schemeClr val="tx1"/>
                          </a:solidFill>
                          <a:effectLst/>
                          <a:latin typeface="Times New Roman" panose="02020603050405020304" pitchFamily="18" charset="0"/>
                          <a:ea typeface="黑体" panose="02010609060101010101" pitchFamily="49" charset="-122"/>
                          <a:sym typeface="Symbol" panose="05050102010706020507" pitchFamily="18" charset="2"/>
                        </a:rPr>
                        <a:t></a:t>
                      </a:r>
                    </a:p>
                  </a:txBody>
                  <a:tcPr marL="46132" marR="46132" marT="24604" marB="24604" anchor="ct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accent4">
                        <a:lumMod val="20000"/>
                        <a:lumOff val="80000"/>
                      </a:schemeClr>
                    </a:solidFill>
                  </a:tcPr>
                </a:tc>
                <a:extLst>
                  <a:ext uri="{0D108BD9-81ED-4DB2-BD59-A6C34878D82A}">
                    <a16:rowId xmlns:a16="http://schemas.microsoft.com/office/drawing/2014/main" val="10005"/>
                  </a:ext>
                </a:extLst>
              </a:tr>
              <a:tr h="361994">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r>
                        <a:rPr kumimoji="0" lang="en-US" altLang="zh-CN" sz="1500" b="1" i="1" u="none" strike="noStrike" cap="none" normalizeH="0" baseline="0">
                          <a:ln>
                            <a:noFill/>
                          </a:ln>
                          <a:solidFill>
                            <a:schemeClr val="tx1"/>
                          </a:solidFill>
                          <a:effectLst/>
                          <a:latin typeface="Times New Roman" panose="02020603050405020304" pitchFamily="18" charset="0"/>
                          <a:ea typeface="黑体" panose="02010609060101010101" pitchFamily="49" charset="-122"/>
                        </a:rPr>
                        <a:t>F</a:t>
                      </a:r>
                    </a:p>
                  </a:txBody>
                  <a:tcPr marL="46132" marR="46132" marT="24604" marB="24604" anchor="ct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chemeClr val="accent4">
                        <a:lumMod val="20000"/>
                        <a:lumOff val="80000"/>
                      </a:schemeClr>
                    </a:solidFill>
                  </a:tcPr>
                </a:tc>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r>
                        <a:rPr kumimoji="0" lang="en-US" altLang="zh-CN" sz="1500" b="1" i="1" u="none" strike="noStrike" cap="none" normalizeH="0" baseline="0" err="1">
                          <a:ln>
                            <a:noFill/>
                          </a:ln>
                          <a:solidFill>
                            <a:schemeClr val="tx1"/>
                          </a:solidFill>
                          <a:effectLst/>
                          <a:latin typeface="Times New Roman" panose="02020603050405020304" pitchFamily="18" charset="0"/>
                          <a:ea typeface="黑体" panose="02010609060101010101" pitchFamily="49" charset="-122"/>
                        </a:rPr>
                        <a:t>F</a:t>
                      </a:r>
                      <a:r>
                        <a:rPr kumimoji="0" lang="en-US" altLang="zh-CN" sz="1500" b="1" i="0" u="none" strike="noStrike" cap="none" normalizeH="0" baseline="0" err="1">
                          <a:ln>
                            <a:noFill/>
                          </a:ln>
                          <a:solidFill>
                            <a:schemeClr val="tx1"/>
                          </a:solidFill>
                          <a:effectLst/>
                          <a:latin typeface="Times New Roman" panose="02020603050405020304" pitchFamily="18" charset="0"/>
                          <a:ea typeface="黑体" panose="02010609060101010101" pitchFamily="49" charset="-122"/>
                          <a:sym typeface="Symbol" panose="05050102010706020507" pitchFamily="18" charset="2"/>
                        </a:rPr>
                        <a:t>id</a:t>
                      </a:r>
                      <a:endParaRPr kumimoji="0" lang="en-US" altLang="zh-CN" sz="1500" b="1" i="0" u="none" strike="noStrike" cap="none" normalizeH="0" baseline="0">
                        <a:ln>
                          <a:noFill/>
                        </a:ln>
                        <a:solidFill>
                          <a:schemeClr val="tx1"/>
                        </a:solidFill>
                        <a:effectLst/>
                        <a:latin typeface="Times New Roman" panose="02020603050405020304" pitchFamily="18" charset="0"/>
                        <a:ea typeface="黑体" panose="02010609060101010101" pitchFamily="49" charset="-122"/>
                        <a:sym typeface="Symbol" panose="05050102010706020507" pitchFamily="18" charset="2"/>
                      </a:endParaRPr>
                    </a:p>
                  </a:txBody>
                  <a:tcPr marL="46132" marR="46132" marT="24604" marB="24604"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chemeClr val="accent4">
                        <a:lumMod val="20000"/>
                        <a:lumOff val="80000"/>
                      </a:schemeClr>
                    </a:solidFill>
                  </a:tcPr>
                </a:tc>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endParaRPr kumimoji="0" lang="zh-CN" altLang="zh-CN" sz="1500" b="0" i="0" u="none" strike="noStrike" cap="none" normalizeH="0" baseline="0">
                        <a:ln>
                          <a:noFill/>
                        </a:ln>
                        <a:solidFill>
                          <a:schemeClr val="tx1"/>
                        </a:solidFill>
                        <a:effectLst/>
                        <a:latin typeface="Times New Roman" panose="02020603050405020304" pitchFamily="18" charset="0"/>
                        <a:ea typeface="黑体" panose="02010609060101010101" pitchFamily="49" charset="-122"/>
                      </a:endParaRPr>
                    </a:p>
                  </a:txBody>
                  <a:tcPr marL="46132" marR="46132" marT="24604" marB="24604"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chemeClr val="accent4">
                        <a:lumMod val="20000"/>
                        <a:lumOff val="80000"/>
                      </a:schemeClr>
                    </a:solidFill>
                  </a:tcPr>
                </a:tc>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endParaRPr kumimoji="0" lang="zh-CN" altLang="zh-CN" sz="1500" b="0" i="0" u="none" strike="noStrike" cap="none" normalizeH="0" baseline="0">
                        <a:ln>
                          <a:noFill/>
                        </a:ln>
                        <a:solidFill>
                          <a:schemeClr val="tx1"/>
                        </a:solidFill>
                        <a:effectLst/>
                        <a:latin typeface="Times New Roman" panose="02020603050405020304" pitchFamily="18" charset="0"/>
                        <a:ea typeface="黑体" panose="02010609060101010101" pitchFamily="49" charset="-122"/>
                      </a:endParaRPr>
                    </a:p>
                  </a:txBody>
                  <a:tcPr marL="46132" marR="46132" marT="24604" marB="24604"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chemeClr val="accent4">
                        <a:lumMod val="20000"/>
                        <a:lumOff val="80000"/>
                      </a:schemeClr>
                    </a:solidFill>
                  </a:tcPr>
                </a:tc>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r>
                        <a:rPr kumimoji="0" lang="en-US" altLang="zh-CN" sz="1500" b="1" i="1" u="none" strike="noStrike" cap="none" normalizeH="0" baseline="0">
                          <a:ln>
                            <a:noFill/>
                          </a:ln>
                          <a:solidFill>
                            <a:schemeClr val="tx1"/>
                          </a:solidFill>
                          <a:effectLst/>
                          <a:latin typeface="Times New Roman" panose="02020603050405020304" pitchFamily="18" charset="0"/>
                          <a:ea typeface="黑体" panose="02010609060101010101" pitchFamily="49" charset="-122"/>
                        </a:rPr>
                        <a:t>F</a:t>
                      </a:r>
                      <a:r>
                        <a:rPr kumimoji="0" lang="en-US" altLang="zh-CN" sz="1500" b="1" i="0" u="none" strike="noStrike" cap="none" normalizeH="0" baseline="0">
                          <a:ln>
                            <a:noFill/>
                          </a:ln>
                          <a:solidFill>
                            <a:schemeClr val="tx1"/>
                          </a:solidFill>
                          <a:effectLst/>
                          <a:latin typeface="Times New Roman" panose="02020603050405020304" pitchFamily="18" charset="0"/>
                          <a:ea typeface="黑体" panose="02010609060101010101" pitchFamily="49" charset="-122"/>
                          <a:sym typeface="Symbol" panose="05050102010706020507" pitchFamily="18" charset="2"/>
                        </a:rPr>
                        <a:t>(</a:t>
                      </a:r>
                      <a:r>
                        <a:rPr kumimoji="0" lang="en-US" altLang="zh-CN" sz="1500" b="1" i="1" u="none" strike="noStrike" cap="none" normalizeH="0" baseline="0">
                          <a:ln>
                            <a:noFill/>
                          </a:ln>
                          <a:solidFill>
                            <a:schemeClr val="tx1"/>
                          </a:solidFill>
                          <a:effectLst/>
                          <a:latin typeface="Times New Roman" panose="02020603050405020304" pitchFamily="18" charset="0"/>
                          <a:ea typeface="黑体" panose="02010609060101010101" pitchFamily="49" charset="-122"/>
                          <a:sym typeface="Symbol" panose="05050102010706020507" pitchFamily="18" charset="2"/>
                        </a:rPr>
                        <a:t>E</a:t>
                      </a:r>
                      <a:r>
                        <a:rPr kumimoji="0" lang="en-US" altLang="zh-CN" sz="1500" b="1" i="0" u="none" strike="noStrike" cap="none" normalizeH="0" baseline="0">
                          <a:ln>
                            <a:noFill/>
                          </a:ln>
                          <a:solidFill>
                            <a:schemeClr val="tx1"/>
                          </a:solidFill>
                          <a:effectLst/>
                          <a:latin typeface="Times New Roman" panose="02020603050405020304" pitchFamily="18" charset="0"/>
                          <a:ea typeface="黑体" panose="02010609060101010101" pitchFamily="49" charset="-122"/>
                          <a:sym typeface="Symbol" panose="05050102010706020507" pitchFamily="18" charset="2"/>
                        </a:rPr>
                        <a:t>)</a:t>
                      </a:r>
                      <a:endParaRPr kumimoji="0" lang="en-US" altLang="zh-CN" sz="1500" b="0" i="0" u="none" strike="noStrike" cap="none" normalizeH="0" baseline="0">
                        <a:ln>
                          <a:noFill/>
                        </a:ln>
                        <a:solidFill>
                          <a:schemeClr val="tx1"/>
                        </a:solidFill>
                        <a:effectLst/>
                        <a:latin typeface="Times New Roman" panose="02020603050405020304" pitchFamily="18" charset="0"/>
                        <a:ea typeface="黑体" panose="02010609060101010101" pitchFamily="49" charset="-122"/>
                      </a:endParaRPr>
                    </a:p>
                  </a:txBody>
                  <a:tcPr marL="46132" marR="46132" marT="24604" marB="24604"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chemeClr val="accent4">
                        <a:lumMod val="20000"/>
                        <a:lumOff val="80000"/>
                      </a:schemeClr>
                    </a:solidFill>
                  </a:tcPr>
                </a:tc>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endParaRPr kumimoji="0" lang="zh-CN" altLang="zh-CN" sz="1500" b="0" i="0" u="none" strike="noStrike" cap="none" normalizeH="0" baseline="0">
                        <a:ln>
                          <a:noFill/>
                        </a:ln>
                        <a:solidFill>
                          <a:schemeClr val="tx1"/>
                        </a:solidFill>
                        <a:effectLst/>
                        <a:latin typeface="Times New Roman" panose="02020603050405020304" pitchFamily="18" charset="0"/>
                        <a:ea typeface="黑体" panose="02010609060101010101" pitchFamily="49" charset="-122"/>
                      </a:endParaRPr>
                    </a:p>
                  </a:txBody>
                  <a:tcPr marL="46132" marR="46132" marT="24604" marB="24604"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chemeClr val="accent4">
                        <a:lumMod val="20000"/>
                        <a:lumOff val="80000"/>
                      </a:schemeClr>
                    </a:solidFill>
                  </a:tcPr>
                </a:tc>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endParaRPr kumimoji="0" lang="zh-CN" altLang="zh-CN" sz="1500" b="0" i="0" u="none" strike="noStrike" cap="none" normalizeH="0" baseline="0" dirty="0">
                        <a:ln>
                          <a:noFill/>
                        </a:ln>
                        <a:solidFill>
                          <a:schemeClr val="tx1"/>
                        </a:solidFill>
                        <a:effectLst/>
                        <a:latin typeface="Times New Roman" panose="02020603050405020304" pitchFamily="18" charset="0"/>
                        <a:ea typeface="黑体" panose="02010609060101010101" pitchFamily="49" charset="-122"/>
                      </a:endParaRPr>
                    </a:p>
                  </a:txBody>
                  <a:tcPr marL="46132" marR="46132" marT="24604" marB="24604" anchor="ct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chemeClr val="accent4">
                        <a:lumMod val="20000"/>
                        <a:lumOff val="80000"/>
                      </a:schemeClr>
                    </a:solidFill>
                  </a:tcPr>
                </a:tc>
                <a:extLst>
                  <a:ext uri="{0D108BD9-81ED-4DB2-BD59-A6C34878D82A}">
                    <a16:rowId xmlns:a16="http://schemas.microsoft.com/office/drawing/2014/main" val="10006"/>
                  </a:ext>
                </a:extLst>
              </a:tr>
            </a:tbl>
          </a:graphicData>
        </a:graphic>
      </p:graphicFrame>
      <p:sp>
        <p:nvSpPr>
          <p:cNvPr id="7" name="箭头: 下 6">
            <a:extLst>
              <a:ext uri="{FF2B5EF4-FFF2-40B4-BE49-F238E27FC236}">
                <a16:creationId xmlns:a16="http://schemas.microsoft.com/office/drawing/2014/main" id="{89D7CC22-E37A-599C-F4E7-FA3C6C7E67CA}"/>
              </a:ext>
            </a:extLst>
          </p:cNvPr>
          <p:cNvSpPr/>
          <p:nvPr/>
        </p:nvSpPr>
        <p:spPr>
          <a:xfrm>
            <a:off x="1722268" y="4830668"/>
            <a:ext cx="275207" cy="319596"/>
          </a:xfrm>
          <a:prstGeom prst="downArrow">
            <a:avLst/>
          </a:prstGeom>
          <a:solidFill>
            <a:srgbClr val="FF0000"/>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8" name="箭头: 下 7">
            <a:extLst>
              <a:ext uri="{FF2B5EF4-FFF2-40B4-BE49-F238E27FC236}">
                <a16:creationId xmlns:a16="http://schemas.microsoft.com/office/drawing/2014/main" id="{E17AA14D-60DF-5EB7-79B6-B93B9279E00C}"/>
              </a:ext>
            </a:extLst>
          </p:cNvPr>
          <p:cNvSpPr/>
          <p:nvPr/>
        </p:nvSpPr>
        <p:spPr>
          <a:xfrm>
            <a:off x="4626745" y="4839546"/>
            <a:ext cx="275207" cy="319596"/>
          </a:xfrm>
          <a:prstGeom prst="downArrow">
            <a:avLst/>
          </a:prstGeom>
          <a:solidFill>
            <a:srgbClr val="FF0000"/>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9" name="椭圆 8">
            <a:extLst>
              <a:ext uri="{FF2B5EF4-FFF2-40B4-BE49-F238E27FC236}">
                <a16:creationId xmlns:a16="http://schemas.microsoft.com/office/drawing/2014/main" id="{A05507D1-61DA-38F8-680C-1A5535FFF9DF}"/>
              </a:ext>
            </a:extLst>
          </p:cNvPr>
          <p:cNvSpPr/>
          <p:nvPr/>
        </p:nvSpPr>
        <p:spPr>
          <a:xfrm>
            <a:off x="2448759" y="3609092"/>
            <a:ext cx="889246" cy="390617"/>
          </a:xfrm>
          <a:prstGeom prst="ellipse">
            <a:avLst/>
          </a:prstGeom>
          <a:noFill/>
          <a:ln w="38100">
            <a:solidFill>
              <a:srgbClr val="FF0000"/>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zh-CN" altLang="en-US"/>
          </a:p>
        </p:txBody>
      </p:sp>
    </p:spTree>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7"/>
                                        </p:tgtEl>
                                        <p:attrNameLst>
                                          <p:attrName>style.visibility</p:attrName>
                                        </p:attrNameLst>
                                      </p:cBhvr>
                                      <p:to>
                                        <p:strVal val="visible"/>
                                      </p:to>
                                    </p:set>
                                    <p:animEffect transition="in" filter="fade">
                                      <p:cBhvr>
                                        <p:cTn id="7" dur="500"/>
                                        <p:tgtEl>
                                          <p:spTgt spid="7"/>
                                        </p:tgtEl>
                                      </p:cBhvr>
                                    </p:animEffect>
                                  </p:childTnLst>
                                </p:cTn>
                              </p:par>
                              <p:par>
                                <p:cTn id="8" presetID="10" presetClass="entr" presetSubtype="0" fill="hold" grpId="0" nodeType="withEffect">
                                  <p:stCondLst>
                                    <p:cond delay="0"/>
                                  </p:stCondLst>
                                  <p:childTnLst>
                                    <p:set>
                                      <p:cBhvr>
                                        <p:cTn id="9" dur="1" fill="hold">
                                          <p:stCondLst>
                                            <p:cond delay="0"/>
                                          </p:stCondLst>
                                        </p:cTn>
                                        <p:tgtEl>
                                          <p:spTgt spid="8"/>
                                        </p:tgtEl>
                                        <p:attrNameLst>
                                          <p:attrName>style.visibility</p:attrName>
                                        </p:attrNameLst>
                                      </p:cBhvr>
                                      <p:to>
                                        <p:strVal val="visible"/>
                                      </p:to>
                                    </p:set>
                                    <p:animEffect transition="in" filter="fade">
                                      <p:cBhvr>
                                        <p:cTn id="10" dur="500"/>
                                        <p:tgtEl>
                                          <p:spTgt spid="8"/>
                                        </p:tgtEl>
                                      </p:cBhvr>
                                    </p:animEffect>
                                  </p:childTnLst>
                                </p:cTn>
                              </p:par>
                            </p:childTnLst>
                          </p:cTn>
                        </p:par>
                      </p:childTnLst>
                    </p:cTn>
                  </p:par>
                  <p:par>
                    <p:cTn id="11" fill="hold">
                      <p:stCondLst>
                        <p:cond delay="indefinite"/>
                      </p:stCondLst>
                      <p:childTnLst>
                        <p:par>
                          <p:cTn id="12" fill="hold">
                            <p:stCondLst>
                              <p:cond delay="0"/>
                            </p:stCondLst>
                            <p:childTnLst>
                              <p:par>
                                <p:cTn id="13" presetID="21" presetClass="entr" presetSubtype="1" fill="hold" grpId="0" nodeType="clickEffect">
                                  <p:stCondLst>
                                    <p:cond delay="0"/>
                                  </p:stCondLst>
                                  <p:childTnLst>
                                    <p:set>
                                      <p:cBhvr>
                                        <p:cTn id="14" dur="1" fill="hold">
                                          <p:stCondLst>
                                            <p:cond delay="0"/>
                                          </p:stCondLst>
                                        </p:cTn>
                                        <p:tgtEl>
                                          <p:spTgt spid="9"/>
                                        </p:tgtEl>
                                        <p:attrNameLst>
                                          <p:attrName>style.visibility</p:attrName>
                                        </p:attrNameLst>
                                      </p:cBhvr>
                                      <p:to>
                                        <p:strVal val="visible"/>
                                      </p:to>
                                    </p:set>
                                    <p:animEffect transition="in" filter="wheel(1)">
                                      <p:cBhvr>
                                        <p:cTn id="15" dur="2000"/>
                                        <p:tgtEl>
                                          <p:spTgt spid="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animBg="1"/>
      <p:bldP spid="8" grpId="0" animBg="1"/>
      <p:bldP spid="9" grpId="0" animBg="1"/>
    </p:bldLst>
  </p:timing>
</p:sld>
</file>

<file path=ppt/slides/slide2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6866" name="Rectangle 2">
            <a:extLst>
              <a:ext uri="{FF2B5EF4-FFF2-40B4-BE49-F238E27FC236}">
                <a16:creationId xmlns:a16="http://schemas.microsoft.com/office/drawing/2014/main" id="{3E42A9EA-FB3C-4268-86EE-642C52B386BE}"/>
              </a:ext>
            </a:extLst>
          </p:cNvPr>
          <p:cNvSpPr>
            <a:spLocks noGrp="1" noChangeArrowheads="1"/>
          </p:cNvSpPr>
          <p:nvPr>
            <p:ph type="title"/>
          </p:nvPr>
        </p:nvSpPr>
        <p:spPr/>
        <p:txBody>
          <a:bodyPr/>
          <a:lstStyle/>
          <a:p>
            <a:pPr eaLnBrk="1" hangingPunct="1"/>
            <a:r>
              <a:rPr lang="en-US" altLang="zh-CN"/>
              <a:t>3.3.4 </a:t>
            </a:r>
            <a:r>
              <a:rPr lang="zh-CN" altLang="en-US"/>
              <a:t>非递归的预测分析</a:t>
            </a:r>
          </a:p>
        </p:txBody>
      </p:sp>
      <p:sp>
        <p:nvSpPr>
          <p:cNvPr id="36867" name="Rectangle 3">
            <a:extLst>
              <a:ext uri="{FF2B5EF4-FFF2-40B4-BE49-F238E27FC236}">
                <a16:creationId xmlns:a16="http://schemas.microsoft.com/office/drawing/2014/main" id="{84557D25-0EDA-4BBE-8FAA-9F1F9A2F68EE}"/>
              </a:ext>
            </a:extLst>
          </p:cNvPr>
          <p:cNvSpPr>
            <a:spLocks noGrp="1" noChangeArrowheads="1"/>
          </p:cNvSpPr>
          <p:nvPr>
            <p:ph idx="1"/>
          </p:nvPr>
        </p:nvSpPr>
        <p:spPr/>
        <p:txBody>
          <a:bodyPr/>
          <a:lstStyle/>
          <a:p>
            <a:pPr eaLnBrk="1" hangingPunct="1">
              <a:lnSpc>
                <a:spcPct val="90000"/>
              </a:lnSpc>
              <a:buFont typeface="Wingdings" panose="05000000000000000000" pitchFamily="2" charset="2"/>
              <a:buNone/>
            </a:pPr>
            <a:r>
              <a:rPr lang="zh-CN" altLang="en-US" sz="2800"/>
              <a:t>预测分析器接受输入</a:t>
            </a:r>
            <a:r>
              <a:rPr lang="en-US" altLang="zh-CN" sz="2800" b="1">
                <a:latin typeface="Times New Roman" panose="02020603050405020304" pitchFamily="18" charset="0"/>
              </a:rPr>
              <a:t>id</a:t>
            </a:r>
            <a:r>
              <a:rPr lang="en-US" altLang="zh-CN" sz="2800">
                <a:latin typeface="Times New Roman" panose="02020603050405020304" pitchFamily="18" charset="0"/>
              </a:rPr>
              <a:t> * </a:t>
            </a:r>
            <a:r>
              <a:rPr lang="en-US" altLang="zh-CN" sz="2800" b="1">
                <a:latin typeface="Times New Roman" panose="02020603050405020304" pitchFamily="18" charset="0"/>
              </a:rPr>
              <a:t>id</a:t>
            </a:r>
            <a:r>
              <a:rPr lang="en-US" altLang="zh-CN" sz="2800">
                <a:latin typeface="Times New Roman" panose="02020603050405020304" pitchFamily="18" charset="0"/>
              </a:rPr>
              <a:t> + </a:t>
            </a:r>
            <a:r>
              <a:rPr lang="en-US" altLang="zh-CN" sz="2800" b="1">
                <a:latin typeface="Times New Roman" panose="02020603050405020304" pitchFamily="18" charset="0"/>
              </a:rPr>
              <a:t>id</a:t>
            </a:r>
            <a:r>
              <a:rPr lang="zh-CN" altLang="en-US" sz="2800"/>
              <a:t>的动作</a:t>
            </a:r>
          </a:p>
        </p:txBody>
      </p:sp>
      <p:graphicFrame>
        <p:nvGraphicFramePr>
          <p:cNvPr id="5" name="Group 4">
            <a:extLst>
              <a:ext uri="{FF2B5EF4-FFF2-40B4-BE49-F238E27FC236}">
                <a16:creationId xmlns:a16="http://schemas.microsoft.com/office/drawing/2014/main" id="{A74EBCF6-4233-4233-B171-D0E23C887C96}"/>
              </a:ext>
            </a:extLst>
          </p:cNvPr>
          <p:cNvGraphicFramePr>
            <a:graphicFrameLocks/>
          </p:cNvGraphicFramePr>
          <p:nvPr/>
        </p:nvGraphicFramePr>
        <p:xfrm>
          <a:off x="609600" y="1981200"/>
          <a:ext cx="8305800" cy="4667252"/>
        </p:xfrm>
        <a:graphic>
          <a:graphicData uri="http://schemas.openxmlformats.org/drawingml/2006/table">
            <a:tbl>
              <a:tblPr/>
              <a:tblGrid>
                <a:gridCol w="2667000">
                  <a:extLst>
                    <a:ext uri="{9D8B030D-6E8A-4147-A177-3AD203B41FA5}">
                      <a16:colId xmlns:a16="http://schemas.microsoft.com/office/drawing/2014/main" val="20000"/>
                    </a:ext>
                  </a:extLst>
                </a:gridCol>
                <a:gridCol w="2832100">
                  <a:extLst>
                    <a:ext uri="{9D8B030D-6E8A-4147-A177-3AD203B41FA5}">
                      <a16:colId xmlns:a16="http://schemas.microsoft.com/office/drawing/2014/main" val="20001"/>
                    </a:ext>
                  </a:extLst>
                </a:gridCol>
                <a:gridCol w="2806700">
                  <a:extLst>
                    <a:ext uri="{9D8B030D-6E8A-4147-A177-3AD203B41FA5}">
                      <a16:colId xmlns:a16="http://schemas.microsoft.com/office/drawing/2014/main" val="20002"/>
                    </a:ext>
                  </a:extLst>
                </a:gridCol>
              </a:tblGrid>
              <a:tr h="518160">
                <a:tc>
                  <a:txBody>
                    <a:body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itchFamily="2" charset="2"/>
                        <a:buNone/>
                        <a:tabLst/>
                      </a:pPr>
                      <a:r>
                        <a:rPr kumimoji="0" lang="zh-CN" altLang="en-US" sz="2800" b="0" i="0" u="none" strike="noStrike" cap="none" normalizeH="0" baseline="0">
                          <a:ln>
                            <a:noFill/>
                          </a:ln>
                          <a:solidFill>
                            <a:schemeClr val="tx1"/>
                          </a:solidFill>
                          <a:effectLst/>
                          <a:latin typeface="Times New Roman" pitchFamily="18" charset="0"/>
                          <a:ea typeface="黑体" pitchFamily="2" charset="-122"/>
                        </a:rPr>
                        <a:t>栈 </a:t>
                      </a:r>
                    </a:p>
                  </a:txBody>
                  <a:tcPr horzOverflow="overflow">
                    <a:lnL w="28575"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28575"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a:txBody>
                    <a:body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itchFamily="2" charset="2"/>
                        <a:buNone/>
                        <a:tabLst/>
                      </a:pPr>
                      <a:r>
                        <a:rPr kumimoji="0" lang="zh-CN" altLang="en-US" sz="2800" b="0" i="0" u="none" strike="noStrike" cap="none" normalizeH="0" baseline="0">
                          <a:ln>
                            <a:noFill/>
                          </a:ln>
                          <a:solidFill>
                            <a:schemeClr val="tx1"/>
                          </a:solidFill>
                          <a:effectLst/>
                          <a:latin typeface="Times New Roman" pitchFamily="18" charset="0"/>
                          <a:ea typeface="黑体" pitchFamily="2" charset="-122"/>
                        </a:rPr>
                        <a:t>输    入 </a:t>
                      </a:r>
                    </a:p>
                  </a:txBody>
                  <a:tcPr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28575"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a:txBody>
                    <a:body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itchFamily="2" charset="2"/>
                        <a:buNone/>
                        <a:tabLst/>
                      </a:pPr>
                      <a:r>
                        <a:rPr kumimoji="0" lang="zh-CN" altLang="en-US" sz="2800" b="0" i="0" u="none" strike="noStrike" cap="none" normalizeH="0" baseline="0">
                          <a:ln>
                            <a:noFill/>
                          </a:ln>
                          <a:solidFill>
                            <a:schemeClr val="tx1"/>
                          </a:solidFill>
                          <a:effectLst/>
                          <a:latin typeface="Times New Roman" pitchFamily="18" charset="0"/>
                          <a:ea typeface="黑体" pitchFamily="2" charset="-122"/>
                        </a:rPr>
                        <a:t>输    出 </a:t>
                      </a:r>
                    </a:p>
                  </a:txBody>
                  <a:tcPr horzOverflow="overflow">
                    <a:lnL w="12700" cap="flat" cmpd="sng" algn="ctr">
                      <a:solidFill>
                        <a:schemeClr val="tx1"/>
                      </a:solidFill>
                      <a:prstDash val="solid"/>
                      <a:round/>
                      <a:headEnd type="none" w="sm" len="sm"/>
                      <a:tailEnd type="none" w="sm" len="sm"/>
                    </a:lnL>
                    <a:lnR w="28575" cap="flat" cmpd="sng" algn="ctr">
                      <a:solidFill>
                        <a:schemeClr val="tx1"/>
                      </a:solidFill>
                      <a:prstDash val="solid"/>
                      <a:round/>
                      <a:headEnd type="none" w="sm" len="sm"/>
                      <a:tailEnd type="none" w="sm" len="sm"/>
                    </a:lnR>
                    <a:lnT w="28575"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extLst>
                  <a:ext uri="{0D108BD9-81ED-4DB2-BD59-A6C34878D82A}">
                    <a16:rowId xmlns:a16="http://schemas.microsoft.com/office/drawing/2014/main" val="10000"/>
                  </a:ext>
                </a:extLst>
              </a:tr>
              <a:tr h="519113">
                <a:tc>
                  <a:txBody>
                    <a:bodyPr/>
                    <a:lstStyle/>
                    <a:p>
                      <a:pPr marL="0" marR="0" lvl="0" indent="0" algn="l" defTabSz="914400" rtl="0" eaLnBrk="1" fontAlgn="base" latinLnBrk="0" hangingPunct="1">
                        <a:lnSpc>
                          <a:spcPct val="100000"/>
                        </a:lnSpc>
                        <a:spcBef>
                          <a:spcPct val="20000"/>
                        </a:spcBef>
                        <a:spcAft>
                          <a:spcPct val="0"/>
                        </a:spcAft>
                        <a:buClr>
                          <a:schemeClr val="folHlink"/>
                        </a:buClr>
                        <a:buSzPct val="60000"/>
                        <a:buFont typeface="Wingdings" pitchFamily="2" charset="2"/>
                        <a:buNone/>
                        <a:tabLst/>
                      </a:pPr>
                      <a:r>
                        <a:rPr kumimoji="0" lang="en-US" altLang="zh-CN" sz="2800" b="1" i="0" u="none" strike="noStrike" cap="none" normalizeH="0" baseline="0">
                          <a:ln>
                            <a:noFill/>
                          </a:ln>
                          <a:solidFill>
                            <a:schemeClr val="tx1"/>
                          </a:solidFill>
                          <a:effectLst/>
                          <a:latin typeface="Times New Roman" pitchFamily="18" charset="0"/>
                          <a:ea typeface="黑体" pitchFamily="2" charset="-122"/>
                        </a:rPr>
                        <a:t>$</a:t>
                      </a:r>
                      <a:r>
                        <a:rPr kumimoji="0" lang="en-US" altLang="zh-CN" sz="2800" b="1" i="1" u="none" strike="noStrike" cap="none" normalizeH="0" baseline="0">
                          <a:ln>
                            <a:noFill/>
                          </a:ln>
                          <a:solidFill>
                            <a:schemeClr val="tx1"/>
                          </a:solidFill>
                          <a:effectLst/>
                          <a:latin typeface="Times New Roman" pitchFamily="18" charset="0"/>
                          <a:ea typeface="黑体" pitchFamily="2" charset="-122"/>
                        </a:rPr>
                        <a:t>E </a:t>
                      </a:r>
                      <a:r>
                        <a:rPr kumimoji="0" lang="en-US" altLang="zh-CN" sz="2800" b="1" i="0" u="none" strike="noStrike" cap="none" normalizeH="0" baseline="0">
                          <a:ln>
                            <a:noFill/>
                          </a:ln>
                          <a:solidFill>
                            <a:schemeClr val="tx1"/>
                          </a:solidFill>
                          <a:effectLst/>
                          <a:latin typeface="Times New Roman" pitchFamily="18" charset="0"/>
                          <a:ea typeface="黑体" pitchFamily="2" charset="-122"/>
                          <a:sym typeface="Symbol" pitchFamily="18" charset="2"/>
                        </a:rPr>
                        <a:t></a:t>
                      </a:r>
                      <a:r>
                        <a:rPr kumimoji="0" lang="en-US" altLang="zh-CN" sz="2800" b="1" i="1" u="none" strike="noStrike" cap="none" normalizeH="0" baseline="0">
                          <a:ln>
                            <a:noFill/>
                          </a:ln>
                          <a:solidFill>
                            <a:schemeClr val="tx1"/>
                          </a:solidFill>
                          <a:effectLst/>
                          <a:latin typeface="Times New Roman" pitchFamily="18" charset="0"/>
                          <a:ea typeface="黑体" pitchFamily="2" charset="-122"/>
                        </a:rPr>
                        <a:t>T </a:t>
                      </a:r>
                      <a:r>
                        <a:rPr kumimoji="0" lang="en-US" altLang="zh-CN" sz="2800" b="1" i="0" u="none" strike="noStrike" cap="none" normalizeH="0" baseline="0">
                          <a:ln>
                            <a:noFill/>
                          </a:ln>
                          <a:solidFill>
                            <a:schemeClr val="tx1"/>
                          </a:solidFill>
                          <a:effectLst/>
                          <a:latin typeface="Times New Roman" pitchFamily="18" charset="0"/>
                          <a:ea typeface="黑体" pitchFamily="2" charset="-122"/>
                          <a:sym typeface="Symbol" pitchFamily="18" charset="2"/>
                        </a:rPr>
                        <a:t></a:t>
                      </a:r>
                      <a:r>
                        <a:rPr kumimoji="0" lang="en-US" altLang="zh-CN" sz="2800" b="1" i="0" u="none" strike="noStrike" cap="none" normalizeH="0" baseline="0">
                          <a:ln>
                            <a:noFill/>
                          </a:ln>
                          <a:solidFill>
                            <a:schemeClr val="tx1"/>
                          </a:solidFill>
                          <a:effectLst/>
                          <a:latin typeface="Times New Roman" pitchFamily="18" charset="0"/>
                          <a:ea typeface="黑体" pitchFamily="2" charset="-122"/>
                        </a:rPr>
                        <a:t> id</a:t>
                      </a:r>
                      <a:r>
                        <a:rPr kumimoji="0" lang="en-US" altLang="zh-CN" sz="2800" b="0" i="0" u="none" strike="noStrike" cap="none" normalizeH="0" baseline="0">
                          <a:ln>
                            <a:noFill/>
                          </a:ln>
                          <a:solidFill>
                            <a:schemeClr val="tx1"/>
                          </a:solidFill>
                          <a:effectLst/>
                          <a:latin typeface="Times New Roman" pitchFamily="18" charset="0"/>
                          <a:ea typeface="黑体" pitchFamily="2" charset="-122"/>
                        </a:rPr>
                        <a:t> </a:t>
                      </a:r>
                    </a:p>
                  </a:txBody>
                  <a:tcPr horzOverflow="overflow">
                    <a:lnL w="28575"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
                          <a:schemeClr val="folHlink"/>
                        </a:buClr>
                        <a:buSzPct val="60000"/>
                        <a:buFont typeface="Wingdings" pitchFamily="2" charset="2"/>
                        <a:buNone/>
                        <a:tabLst/>
                      </a:pPr>
                      <a:r>
                        <a:rPr kumimoji="0" lang="en-US" altLang="zh-CN" sz="2800" b="1" i="0" u="none" strike="noStrike" cap="none" normalizeH="0" baseline="0">
                          <a:ln>
                            <a:noFill/>
                          </a:ln>
                          <a:solidFill>
                            <a:schemeClr val="tx1"/>
                          </a:solidFill>
                          <a:effectLst/>
                          <a:latin typeface="Times New Roman" pitchFamily="18" charset="0"/>
                          <a:ea typeface="黑体" pitchFamily="2" charset="-122"/>
                        </a:rPr>
                        <a:t>       id + id$</a:t>
                      </a:r>
                      <a:r>
                        <a:rPr kumimoji="0" lang="en-US" altLang="zh-CN" sz="2800" b="0" i="0" u="none" strike="noStrike" cap="none" normalizeH="0" baseline="0">
                          <a:ln>
                            <a:noFill/>
                          </a:ln>
                          <a:solidFill>
                            <a:schemeClr val="tx1"/>
                          </a:solidFill>
                          <a:effectLst/>
                          <a:latin typeface="Times New Roman" pitchFamily="18" charset="0"/>
                          <a:ea typeface="黑体" pitchFamily="2" charset="-122"/>
                        </a:rPr>
                        <a:t>  </a:t>
                      </a:r>
                    </a:p>
                  </a:txBody>
                  <a:tcPr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
                          <a:schemeClr val="folHlink"/>
                        </a:buClr>
                        <a:buSzPct val="60000"/>
                        <a:buFont typeface="Wingdings" pitchFamily="2" charset="2"/>
                        <a:buNone/>
                        <a:tabLst/>
                      </a:pPr>
                      <a:r>
                        <a:rPr kumimoji="0" lang="en-US" altLang="zh-CN" sz="2800" b="1" i="1" u="none" strike="noStrike" cap="none" normalizeH="0" baseline="0">
                          <a:ln>
                            <a:noFill/>
                          </a:ln>
                          <a:solidFill>
                            <a:schemeClr val="tx1"/>
                          </a:solidFill>
                          <a:effectLst/>
                          <a:latin typeface="Times New Roman" pitchFamily="18" charset="0"/>
                          <a:ea typeface="黑体" pitchFamily="2" charset="-122"/>
                        </a:rPr>
                        <a:t>F</a:t>
                      </a:r>
                      <a:r>
                        <a:rPr kumimoji="0" lang="en-US" altLang="zh-CN" sz="2800" b="1" i="0" u="none" strike="noStrike" cap="none" normalizeH="0" baseline="0">
                          <a:ln>
                            <a:noFill/>
                          </a:ln>
                          <a:solidFill>
                            <a:schemeClr val="tx1"/>
                          </a:solidFill>
                          <a:effectLst/>
                          <a:latin typeface="Times New Roman" pitchFamily="18" charset="0"/>
                          <a:ea typeface="黑体" pitchFamily="2" charset="-122"/>
                        </a:rPr>
                        <a:t> </a:t>
                      </a:r>
                      <a:r>
                        <a:rPr kumimoji="0" lang="en-US" altLang="zh-CN" sz="2800" b="1" i="0" u="none" strike="noStrike" cap="none" normalizeH="0" baseline="0">
                          <a:ln>
                            <a:noFill/>
                          </a:ln>
                          <a:solidFill>
                            <a:schemeClr val="tx1"/>
                          </a:solidFill>
                          <a:effectLst/>
                          <a:latin typeface="Times New Roman" pitchFamily="18" charset="0"/>
                          <a:ea typeface="黑体" pitchFamily="2" charset="-122"/>
                          <a:sym typeface="Symbol" pitchFamily="18" charset="2"/>
                        </a:rPr>
                        <a:t></a:t>
                      </a:r>
                      <a:r>
                        <a:rPr kumimoji="0" lang="en-US" altLang="zh-CN" sz="2800" b="1" i="0" u="none" strike="noStrike" cap="none" normalizeH="0" baseline="0">
                          <a:ln>
                            <a:noFill/>
                          </a:ln>
                          <a:solidFill>
                            <a:schemeClr val="tx1"/>
                          </a:solidFill>
                          <a:effectLst/>
                          <a:latin typeface="Times New Roman" pitchFamily="18" charset="0"/>
                          <a:ea typeface="黑体" pitchFamily="2" charset="-122"/>
                        </a:rPr>
                        <a:t> id</a:t>
                      </a:r>
                      <a:r>
                        <a:rPr kumimoji="0" lang="en-US" altLang="zh-CN" sz="2800" b="0" i="0" u="none" strike="noStrike" cap="none" normalizeH="0" baseline="0">
                          <a:ln>
                            <a:noFill/>
                          </a:ln>
                          <a:solidFill>
                            <a:schemeClr val="tx1"/>
                          </a:solidFill>
                          <a:effectLst/>
                          <a:latin typeface="Times New Roman" pitchFamily="18" charset="0"/>
                          <a:ea typeface="黑体" pitchFamily="2" charset="-122"/>
                        </a:rPr>
                        <a:t> </a:t>
                      </a:r>
                    </a:p>
                  </a:txBody>
                  <a:tcPr horzOverflow="overflow">
                    <a:lnL w="12700" cap="flat" cmpd="sng" algn="ctr">
                      <a:solidFill>
                        <a:schemeClr val="tx1"/>
                      </a:solidFill>
                      <a:prstDash val="solid"/>
                      <a:round/>
                      <a:headEnd type="none" w="sm" len="sm"/>
                      <a:tailEnd type="none" w="sm" len="sm"/>
                    </a:lnL>
                    <a:lnR w="28575"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1"/>
                  </a:ext>
                </a:extLst>
              </a:tr>
              <a:tr h="518160">
                <a:tc>
                  <a:txBody>
                    <a:bodyPr/>
                    <a:lstStyle/>
                    <a:p>
                      <a:pPr marL="0" marR="0" lvl="0" indent="0" algn="l" defTabSz="914400" rtl="0" eaLnBrk="1" fontAlgn="base" latinLnBrk="0" hangingPunct="1">
                        <a:lnSpc>
                          <a:spcPct val="100000"/>
                        </a:lnSpc>
                        <a:spcBef>
                          <a:spcPct val="20000"/>
                        </a:spcBef>
                        <a:spcAft>
                          <a:spcPct val="0"/>
                        </a:spcAft>
                        <a:buClr>
                          <a:schemeClr val="folHlink"/>
                        </a:buClr>
                        <a:buSzPct val="60000"/>
                        <a:buFont typeface="Wingdings" pitchFamily="2" charset="2"/>
                        <a:buNone/>
                        <a:tabLst/>
                      </a:pPr>
                      <a:r>
                        <a:rPr kumimoji="0" lang="en-US" altLang="zh-CN" sz="2800" b="1" i="0" u="none" strike="noStrike" cap="none" normalizeH="0" baseline="0">
                          <a:ln>
                            <a:noFill/>
                          </a:ln>
                          <a:solidFill>
                            <a:schemeClr val="tx1"/>
                          </a:solidFill>
                          <a:effectLst/>
                          <a:latin typeface="Times New Roman" pitchFamily="18" charset="0"/>
                          <a:ea typeface="黑体" pitchFamily="2" charset="-122"/>
                        </a:rPr>
                        <a:t>$</a:t>
                      </a:r>
                      <a:r>
                        <a:rPr kumimoji="0" lang="en-US" altLang="zh-CN" sz="2800" b="1" i="1" u="none" strike="noStrike" cap="none" normalizeH="0" baseline="0">
                          <a:ln>
                            <a:noFill/>
                          </a:ln>
                          <a:solidFill>
                            <a:schemeClr val="tx1"/>
                          </a:solidFill>
                          <a:effectLst/>
                          <a:latin typeface="Times New Roman" pitchFamily="18" charset="0"/>
                          <a:ea typeface="黑体" pitchFamily="2" charset="-122"/>
                        </a:rPr>
                        <a:t>E </a:t>
                      </a:r>
                      <a:r>
                        <a:rPr kumimoji="0" lang="en-US" altLang="zh-CN" sz="2800" b="1" i="0" u="none" strike="noStrike" cap="none" normalizeH="0" baseline="0">
                          <a:ln>
                            <a:noFill/>
                          </a:ln>
                          <a:solidFill>
                            <a:schemeClr val="tx1"/>
                          </a:solidFill>
                          <a:effectLst/>
                          <a:latin typeface="Times New Roman" pitchFamily="18" charset="0"/>
                          <a:ea typeface="黑体" pitchFamily="2" charset="-122"/>
                          <a:sym typeface="Symbol" pitchFamily="18" charset="2"/>
                        </a:rPr>
                        <a:t></a:t>
                      </a:r>
                      <a:r>
                        <a:rPr kumimoji="0" lang="en-US" altLang="zh-CN" sz="2800" b="1" i="1" u="none" strike="noStrike" cap="none" normalizeH="0" baseline="0">
                          <a:ln>
                            <a:noFill/>
                          </a:ln>
                          <a:solidFill>
                            <a:schemeClr val="tx1"/>
                          </a:solidFill>
                          <a:effectLst/>
                          <a:latin typeface="Times New Roman" pitchFamily="18" charset="0"/>
                          <a:ea typeface="黑体" pitchFamily="2" charset="-122"/>
                        </a:rPr>
                        <a:t>T </a:t>
                      </a:r>
                      <a:r>
                        <a:rPr kumimoji="0" lang="en-US" altLang="zh-CN" sz="2800" b="1" i="0" u="none" strike="noStrike" cap="none" normalizeH="0" baseline="0">
                          <a:ln>
                            <a:noFill/>
                          </a:ln>
                          <a:solidFill>
                            <a:schemeClr val="tx1"/>
                          </a:solidFill>
                          <a:effectLst/>
                          <a:latin typeface="Times New Roman" pitchFamily="18" charset="0"/>
                          <a:ea typeface="黑体" pitchFamily="2" charset="-122"/>
                          <a:sym typeface="Symbol" pitchFamily="18" charset="2"/>
                        </a:rPr>
                        <a:t></a:t>
                      </a:r>
                    </a:p>
                  </a:txBody>
                  <a:tcPr horzOverflow="overflow">
                    <a:lnL w="28575"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
                          <a:schemeClr val="folHlink"/>
                        </a:buClr>
                        <a:buSzPct val="60000"/>
                        <a:buFont typeface="Wingdings" pitchFamily="2" charset="2"/>
                        <a:buNone/>
                        <a:tabLst/>
                      </a:pPr>
                      <a:r>
                        <a:rPr kumimoji="0" lang="en-US" altLang="zh-CN" sz="2800" b="1" i="0" u="none" strike="noStrike" cap="none" normalizeH="0" baseline="0">
                          <a:ln>
                            <a:noFill/>
                          </a:ln>
                          <a:solidFill>
                            <a:schemeClr val="tx1"/>
                          </a:solidFill>
                          <a:effectLst/>
                          <a:latin typeface="Times New Roman" pitchFamily="18" charset="0"/>
                          <a:ea typeface="黑体" pitchFamily="2" charset="-122"/>
                        </a:rPr>
                        <a:t>           + id$</a:t>
                      </a:r>
                    </a:p>
                  </a:txBody>
                  <a:tcPr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
                          <a:schemeClr val="folHlink"/>
                        </a:buClr>
                        <a:buSzPct val="60000"/>
                        <a:buFont typeface="Wingdings" pitchFamily="2" charset="2"/>
                        <a:buNone/>
                        <a:tabLst/>
                      </a:pPr>
                      <a:endParaRPr kumimoji="0" lang="zh-CN" altLang="zh-CN" sz="2800" b="1" i="0" u="none" strike="noStrike" cap="none" normalizeH="0" baseline="0">
                        <a:ln>
                          <a:noFill/>
                        </a:ln>
                        <a:solidFill>
                          <a:schemeClr val="tx1"/>
                        </a:solidFill>
                        <a:effectLst/>
                        <a:latin typeface="Times New Roman" pitchFamily="18" charset="0"/>
                        <a:ea typeface="黑体" pitchFamily="2" charset="-122"/>
                      </a:endParaRPr>
                    </a:p>
                  </a:txBody>
                  <a:tcPr horzOverflow="overflow">
                    <a:lnL w="12700" cap="flat" cmpd="sng" algn="ctr">
                      <a:solidFill>
                        <a:schemeClr val="tx1"/>
                      </a:solidFill>
                      <a:prstDash val="solid"/>
                      <a:round/>
                      <a:headEnd type="none" w="sm" len="sm"/>
                      <a:tailEnd type="none" w="sm" len="sm"/>
                    </a:lnL>
                    <a:lnR w="28575" cap="flat" cmpd="sng" algn="ctr">
                      <a:solidFill>
                        <a:schemeClr val="tx1"/>
                      </a:solidFill>
                      <a:prstDash val="solid"/>
                      <a:round/>
                      <a:headEnd type="none" w="sm" len="sm"/>
                      <a:tailEnd type="none" w="sm" len="sm"/>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2"/>
                  </a:ext>
                </a:extLst>
              </a:tr>
              <a:tr h="519113">
                <a:tc>
                  <a:txBody>
                    <a:bodyPr/>
                    <a:lstStyle/>
                    <a:p>
                      <a:pPr marL="0" marR="0" lvl="0" indent="0" algn="l" defTabSz="914400" rtl="0" eaLnBrk="1" fontAlgn="base" latinLnBrk="0" hangingPunct="1">
                        <a:lnSpc>
                          <a:spcPct val="100000"/>
                        </a:lnSpc>
                        <a:spcBef>
                          <a:spcPct val="20000"/>
                        </a:spcBef>
                        <a:spcAft>
                          <a:spcPct val="0"/>
                        </a:spcAft>
                        <a:buClr>
                          <a:schemeClr val="folHlink"/>
                        </a:buClr>
                        <a:buSzPct val="60000"/>
                        <a:buFont typeface="Wingdings" pitchFamily="2" charset="2"/>
                        <a:buNone/>
                        <a:tabLst/>
                      </a:pPr>
                      <a:r>
                        <a:rPr kumimoji="0" lang="en-US" altLang="zh-CN" sz="2800" b="1" i="0" u="none" strike="noStrike" cap="none" normalizeH="0" baseline="0">
                          <a:ln>
                            <a:noFill/>
                          </a:ln>
                          <a:solidFill>
                            <a:schemeClr val="tx1"/>
                          </a:solidFill>
                          <a:effectLst/>
                          <a:latin typeface="Times New Roman" pitchFamily="18" charset="0"/>
                          <a:ea typeface="黑体" pitchFamily="2" charset="-122"/>
                        </a:rPr>
                        <a:t>$</a:t>
                      </a:r>
                      <a:r>
                        <a:rPr kumimoji="0" lang="en-US" altLang="zh-CN" sz="2800" b="1" i="1" u="none" strike="noStrike" cap="none" normalizeH="0" baseline="0">
                          <a:ln>
                            <a:noFill/>
                          </a:ln>
                          <a:solidFill>
                            <a:schemeClr val="tx1"/>
                          </a:solidFill>
                          <a:effectLst/>
                          <a:latin typeface="Times New Roman" pitchFamily="18" charset="0"/>
                          <a:ea typeface="黑体" pitchFamily="2" charset="-122"/>
                        </a:rPr>
                        <a:t>E </a:t>
                      </a:r>
                      <a:r>
                        <a:rPr kumimoji="0" lang="en-US" altLang="zh-CN" sz="2800" b="1" i="0" u="none" strike="noStrike" cap="none" normalizeH="0" baseline="0">
                          <a:ln>
                            <a:noFill/>
                          </a:ln>
                          <a:solidFill>
                            <a:schemeClr val="tx1"/>
                          </a:solidFill>
                          <a:effectLst/>
                          <a:latin typeface="Times New Roman" pitchFamily="18" charset="0"/>
                          <a:ea typeface="黑体" pitchFamily="2" charset="-122"/>
                          <a:sym typeface="Symbol" pitchFamily="18" charset="2"/>
                        </a:rPr>
                        <a:t></a:t>
                      </a:r>
                    </a:p>
                  </a:txBody>
                  <a:tcPr horzOverflow="overflow">
                    <a:lnL w="28575"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
                          <a:schemeClr val="folHlink"/>
                        </a:buClr>
                        <a:buSzPct val="60000"/>
                        <a:buFont typeface="Wingdings" pitchFamily="2" charset="2"/>
                        <a:buNone/>
                        <a:tabLst/>
                      </a:pPr>
                      <a:r>
                        <a:rPr kumimoji="0" lang="en-US" altLang="zh-CN" sz="2800" b="1" i="0" u="none" strike="noStrike" cap="none" normalizeH="0" baseline="0">
                          <a:ln>
                            <a:noFill/>
                          </a:ln>
                          <a:solidFill>
                            <a:schemeClr val="tx1"/>
                          </a:solidFill>
                          <a:effectLst/>
                          <a:latin typeface="Times New Roman" pitchFamily="18" charset="0"/>
                          <a:ea typeface="黑体" pitchFamily="2" charset="-122"/>
                        </a:rPr>
                        <a:t>           + id$</a:t>
                      </a:r>
                    </a:p>
                  </a:txBody>
                  <a:tcPr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
                          <a:schemeClr val="folHlink"/>
                        </a:buClr>
                        <a:buSzPct val="60000"/>
                        <a:buFont typeface="Wingdings" pitchFamily="2" charset="2"/>
                        <a:buNone/>
                        <a:tabLst/>
                      </a:pPr>
                      <a:r>
                        <a:rPr kumimoji="0" lang="en-US" altLang="zh-CN" sz="2800" b="1" i="1" u="none" strike="noStrike" cap="none" normalizeH="0" baseline="0">
                          <a:ln>
                            <a:noFill/>
                          </a:ln>
                          <a:solidFill>
                            <a:schemeClr val="tx1"/>
                          </a:solidFill>
                          <a:effectLst/>
                          <a:latin typeface="Times New Roman" pitchFamily="18" charset="0"/>
                          <a:ea typeface="黑体" pitchFamily="2" charset="-122"/>
                        </a:rPr>
                        <a:t>T </a:t>
                      </a:r>
                      <a:r>
                        <a:rPr kumimoji="0" lang="en-US" altLang="zh-CN" sz="2800" b="1" i="0" u="none" strike="noStrike" cap="none" normalizeH="0" baseline="0">
                          <a:ln>
                            <a:noFill/>
                          </a:ln>
                          <a:solidFill>
                            <a:schemeClr val="tx1"/>
                          </a:solidFill>
                          <a:effectLst/>
                          <a:latin typeface="Times New Roman" pitchFamily="18" charset="0"/>
                          <a:ea typeface="黑体" pitchFamily="2" charset="-122"/>
                          <a:sym typeface="Symbol" pitchFamily="18" charset="2"/>
                        </a:rPr>
                        <a:t> </a:t>
                      </a:r>
                    </a:p>
                  </a:txBody>
                  <a:tcPr horzOverflow="overflow">
                    <a:lnL w="12700" cap="flat" cmpd="sng" algn="ctr">
                      <a:solidFill>
                        <a:schemeClr val="tx1"/>
                      </a:solidFill>
                      <a:prstDash val="solid"/>
                      <a:round/>
                      <a:headEnd type="none" w="sm" len="sm"/>
                      <a:tailEnd type="none" w="sm" len="sm"/>
                    </a:lnL>
                    <a:lnR w="28575" cap="flat" cmpd="sng" algn="ctr">
                      <a:solidFill>
                        <a:schemeClr val="tx1"/>
                      </a:solidFill>
                      <a:prstDash val="solid"/>
                      <a:round/>
                      <a:headEnd type="none" w="sm" len="sm"/>
                      <a:tailEnd type="none" w="sm" len="sm"/>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3"/>
                  </a:ext>
                </a:extLst>
              </a:tr>
              <a:tr h="518160">
                <a:tc>
                  <a:txBody>
                    <a:bodyPr/>
                    <a:lstStyle/>
                    <a:p>
                      <a:pPr marL="0" marR="0" lvl="0" indent="0" algn="l" defTabSz="914400" rtl="0" eaLnBrk="1" fontAlgn="base" latinLnBrk="0" hangingPunct="1">
                        <a:lnSpc>
                          <a:spcPct val="100000"/>
                        </a:lnSpc>
                        <a:spcBef>
                          <a:spcPct val="20000"/>
                        </a:spcBef>
                        <a:spcAft>
                          <a:spcPct val="0"/>
                        </a:spcAft>
                        <a:buClr>
                          <a:schemeClr val="folHlink"/>
                        </a:buClr>
                        <a:buSzPct val="60000"/>
                        <a:buFont typeface="Wingdings" pitchFamily="2" charset="2"/>
                        <a:buNone/>
                        <a:tabLst/>
                      </a:pPr>
                      <a:r>
                        <a:rPr kumimoji="0" lang="en-US" altLang="zh-CN" sz="2800" b="1" i="0" u="none" strike="noStrike" cap="none" normalizeH="0" baseline="0">
                          <a:ln>
                            <a:noFill/>
                          </a:ln>
                          <a:solidFill>
                            <a:schemeClr val="tx1"/>
                          </a:solidFill>
                          <a:effectLst/>
                          <a:latin typeface="Times New Roman" pitchFamily="18" charset="0"/>
                          <a:ea typeface="黑体" pitchFamily="2" charset="-122"/>
                        </a:rPr>
                        <a:t>$</a:t>
                      </a:r>
                      <a:r>
                        <a:rPr kumimoji="0" lang="en-US" altLang="zh-CN" sz="2800" b="1" i="1" u="none" strike="noStrike" cap="none" normalizeH="0" baseline="0">
                          <a:ln>
                            <a:noFill/>
                          </a:ln>
                          <a:solidFill>
                            <a:schemeClr val="tx1"/>
                          </a:solidFill>
                          <a:effectLst/>
                          <a:latin typeface="Times New Roman" pitchFamily="18" charset="0"/>
                          <a:ea typeface="黑体" pitchFamily="2" charset="-122"/>
                        </a:rPr>
                        <a:t>E </a:t>
                      </a:r>
                      <a:r>
                        <a:rPr kumimoji="0" lang="en-US" altLang="zh-CN" sz="2800" b="1" i="0" u="none" strike="noStrike" cap="none" normalizeH="0" baseline="0">
                          <a:ln>
                            <a:noFill/>
                          </a:ln>
                          <a:solidFill>
                            <a:schemeClr val="tx1"/>
                          </a:solidFill>
                          <a:effectLst/>
                          <a:latin typeface="Times New Roman" pitchFamily="18" charset="0"/>
                          <a:ea typeface="黑体" pitchFamily="2" charset="-122"/>
                          <a:sym typeface="Symbol" pitchFamily="18" charset="2"/>
                        </a:rPr>
                        <a:t></a:t>
                      </a:r>
                      <a:r>
                        <a:rPr kumimoji="0" lang="en-US" altLang="zh-CN" sz="2800" b="1" i="1" u="none" strike="noStrike" cap="none" normalizeH="0" baseline="0">
                          <a:ln>
                            <a:noFill/>
                          </a:ln>
                          <a:solidFill>
                            <a:schemeClr val="tx1"/>
                          </a:solidFill>
                          <a:effectLst/>
                          <a:latin typeface="Times New Roman" pitchFamily="18" charset="0"/>
                          <a:ea typeface="黑体" pitchFamily="2" charset="-122"/>
                        </a:rPr>
                        <a:t>T</a:t>
                      </a:r>
                      <a:r>
                        <a:rPr kumimoji="0" lang="en-US" altLang="zh-CN" sz="2800" b="1" i="0" u="none" strike="noStrike" cap="none" normalizeH="0" baseline="0">
                          <a:ln>
                            <a:noFill/>
                          </a:ln>
                          <a:solidFill>
                            <a:schemeClr val="tx1"/>
                          </a:solidFill>
                          <a:effectLst/>
                          <a:latin typeface="Times New Roman" pitchFamily="18" charset="0"/>
                          <a:ea typeface="黑体" pitchFamily="2" charset="-122"/>
                        </a:rPr>
                        <a:t>+</a:t>
                      </a:r>
                    </a:p>
                  </a:txBody>
                  <a:tcPr horzOverflow="overflow">
                    <a:lnL w="28575"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
                          <a:schemeClr val="folHlink"/>
                        </a:buClr>
                        <a:buSzPct val="60000"/>
                        <a:buFont typeface="Wingdings" pitchFamily="2" charset="2"/>
                        <a:buNone/>
                        <a:tabLst/>
                      </a:pPr>
                      <a:r>
                        <a:rPr kumimoji="0" lang="en-US" altLang="zh-CN" sz="2800" b="1" i="0" u="none" strike="noStrike" cap="none" normalizeH="0" baseline="0">
                          <a:ln>
                            <a:noFill/>
                          </a:ln>
                          <a:solidFill>
                            <a:schemeClr val="tx1"/>
                          </a:solidFill>
                          <a:effectLst/>
                          <a:latin typeface="Times New Roman" pitchFamily="18" charset="0"/>
                          <a:ea typeface="黑体" pitchFamily="2" charset="-122"/>
                        </a:rPr>
                        <a:t>           + id$</a:t>
                      </a:r>
                    </a:p>
                  </a:txBody>
                  <a:tcPr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
                          <a:schemeClr val="folHlink"/>
                        </a:buClr>
                        <a:buSzPct val="60000"/>
                        <a:buFont typeface="Wingdings" pitchFamily="2" charset="2"/>
                        <a:buNone/>
                        <a:tabLst/>
                      </a:pPr>
                      <a:r>
                        <a:rPr kumimoji="0" lang="en-US" altLang="zh-CN" sz="2800" b="1" i="1" u="none" strike="noStrike" cap="none" normalizeH="0" baseline="0">
                          <a:ln>
                            <a:noFill/>
                          </a:ln>
                          <a:solidFill>
                            <a:schemeClr val="tx1"/>
                          </a:solidFill>
                          <a:effectLst/>
                          <a:latin typeface="Times New Roman" pitchFamily="18" charset="0"/>
                          <a:ea typeface="黑体" pitchFamily="2" charset="-122"/>
                          <a:sym typeface="Symbol" pitchFamily="18" charset="2"/>
                        </a:rPr>
                        <a:t>E</a:t>
                      </a:r>
                      <a:r>
                        <a:rPr kumimoji="0" lang="en-US" altLang="zh-CN" sz="2800" b="1" i="1" u="none" strike="noStrike" cap="none" normalizeH="0" baseline="0">
                          <a:ln>
                            <a:noFill/>
                          </a:ln>
                          <a:solidFill>
                            <a:schemeClr val="tx1"/>
                          </a:solidFill>
                          <a:effectLst/>
                          <a:latin typeface="Times New Roman" pitchFamily="18" charset="0"/>
                          <a:ea typeface="黑体" pitchFamily="2" charset="-122"/>
                        </a:rPr>
                        <a:t> </a:t>
                      </a:r>
                      <a:r>
                        <a:rPr kumimoji="0" lang="en-US" altLang="zh-CN" sz="2800" b="1" i="0" u="none" strike="noStrike" cap="none" normalizeH="0" baseline="0">
                          <a:ln>
                            <a:noFill/>
                          </a:ln>
                          <a:solidFill>
                            <a:schemeClr val="tx1"/>
                          </a:solidFill>
                          <a:effectLst/>
                          <a:latin typeface="Times New Roman" pitchFamily="18" charset="0"/>
                          <a:ea typeface="黑体" pitchFamily="2" charset="-122"/>
                          <a:sym typeface="Symbol" pitchFamily="18" charset="2"/>
                        </a:rPr>
                        <a:t> +</a:t>
                      </a:r>
                      <a:r>
                        <a:rPr kumimoji="0" lang="en-US" altLang="zh-CN" sz="2800" b="1" i="1" u="none" strike="noStrike" cap="none" normalizeH="0" baseline="0">
                          <a:ln>
                            <a:noFill/>
                          </a:ln>
                          <a:solidFill>
                            <a:schemeClr val="tx1"/>
                          </a:solidFill>
                          <a:effectLst/>
                          <a:latin typeface="Times New Roman" pitchFamily="18" charset="0"/>
                          <a:ea typeface="黑体" pitchFamily="2" charset="-122"/>
                          <a:sym typeface="Symbol" pitchFamily="18" charset="2"/>
                        </a:rPr>
                        <a:t>TE</a:t>
                      </a:r>
                      <a:r>
                        <a:rPr kumimoji="0" lang="en-US" altLang="zh-CN" sz="2800" b="1" i="1" u="none" strike="noStrike" cap="none" normalizeH="0" baseline="0">
                          <a:ln>
                            <a:noFill/>
                          </a:ln>
                          <a:solidFill>
                            <a:schemeClr val="tx1"/>
                          </a:solidFill>
                          <a:effectLst/>
                          <a:latin typeface="Times New Roman" pitchFamily="18" charset="0"/>
                          <a:ea typeface="黑体" pitchFamily="2" charset="-122"/>
                        </a:rPr>
                        <a:t> </a:t>
                      </a:r>
                      <a:r>
                        <a:rPr kumimoji="0" lang="en-US" altLang="zh-CN" sz="2800" b="1" i="0" u="none" strike="noStrike" cap="none" normalizeH="0" baseline="0">
                          <a:ln>
                            <a:noFill/>
                          </a:ln>
                          <a:solidFill>
                            <a:schemeClr val="tx1"/>
                          </a:solidFill>
                          <a:effectLst/>
                          <a:latin typeface="Times New Roman" pitchFamily="18" charset="0"/>
                          <a:ea typeface="黑体" pitchFamily="2" charset="-122"/>
                          <a:sym typeface="Symbol" pitchFamily="18" charset="2"/>
                        </a:rPr>
                        <a:t></a:t>
                      </a:r>
                    </a:p>
                  </a:txBody>
                  <a:tcPr horzOverflow="overflow">
                    <a:lnL w="12700" cap="flat" cmpd="sng" algn="ctr">
                      <a:solidFill>
                        <a:schemeClr val="tx1"/>
                      </a:solidFill>
                      <a:prstDash val="solid"/>
                      <a:round/>
                      <a:headEnd type="none" w="sm" len="sm"/>
                      <a:tailEnd type="none" w="sm" len="sm"/>
                    </a:lnL>
                    <a:lnR w="28575" cap="flat" cmpd="sng" algn="ctr">
                      <a:solidFill>
                        <a:schemeClr val="tx1"/>
                      </a:solidFill>
                      <a:prstDash val="solid"/>
                      <a:round/>
                      <a:headEnd type="none" w="sm" len="sm"/>
                      <a:tailEnd type="none" w="sm" len="sm"/>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4"/>
                  </a:ext>
                </a:extLst>
              </a:tr>
              <a:tr h="518160">
                <a:tc>
                  <a:txBody>
                    <a:bodyPr/>
                    <a:lstStyle/>
                    <a:p>
                      <a:pPr marL="0" marR="0" lvl="0" indent="0" algn="l" defTabSz="914400" rtl="0" eaLnBrk="1" fontAlgn="base" latinLnBrk="0" hangingPunct="1">
                        <a:lnSpc>
                          <a:spcPct val="100000"/>
                        </a:lnSpc>
                        <a:spcBef>
                          <a:spcPct val="20000"/>
                        </a:spcBef>
                        <a:spcAft>
                          <a:spcPct val="0"/>
                        </a:spcAft>
                        <a:buClr>
                          <a:schemeClr val="folHlink"/>
                        </a:buClr>
                        <a:buSzPct val="60000"/>
                        <a:buFont typeface="Wingdings" pitchFamily="2" charset="2"/>
                        <a:buNone/>
                        <a:tabLst/>
                      </a:pPr>
                      <a:r>
                        <a:rPr kumimoji="0" lang="en-US" altLang="zh-CN" sz="2800" b="1" i="0" u="none" strike="noStrike" cap="none" normalizeH="0" baseline="0">
                          <a:ln>
                            <a:noFill/>
                          </a:ln>
                          <a:solidFill>
                            <a:schemeClr val="tx1"/>
                          </a:solidFill>
                          <a:effectLst/>
                          <a:latin typeface="Times New Roman" pitchFamily="18" charset="0"/>
                          <a:ea typeface="黑体" pitchFamily="2" charset="-122"/>
                        </a:rPr>
                        <a:t>$</a:t>
                      </a:r>
                      <a:r>
                        <a:rPr kumimoji="0" lang="en-US" altLang="zh-CN" sz="2800" b="1" i="1" u="none" strike="noStrike" cap="none" normalizeH="0" baseline="0">
                          <a:ln>
                            <a:noFill/>
                          </a:ln>
                          <a:solidFill>
                            <a:schemeClr val="tx1"/>
                          </a:solidFill>
                          <a:effectLst/>
                          <a:latin typeface="Times New Roman" pitchFamily="18" charset="0"/>
                          <a:ea typeface="黑体" pitchFamily="2" charset="-122"/>
                        </a:rPr>
                        <a:t>E </a:t>
                      </a:r>
                      <a:r>
                        <a:rPr kumimoji="0" lang="en-US" altLang="zh-CN" sz="2800" b="1" i="0" u="none" strike="noStrike" cap="none" normalizeH="0" baseline="0">
                          <a:ln>
                            <a:noFill/>
                          </a:ln>
                          <a:solidFill>
                            <a:schemeClr val="tx1"/>
                          </a:solidFill>
                          <a:effectLst/>
                          <a:latin typeface="Times New Roman" pitchFamily="18" charset="0"/>
                          <a:ea typeface="黑体" pitchFamily="2" charset="-122"/>
                          <a:sym typeface="Symbol" pitchFamily="18" charset="2"/>
                        </a:rPr>
                        <a:t></a:t>
                      </a:r>
                      <a:r>
                        <a:rPr kumimoji="0" lang="en-US" altLang="zh-CN" sz="2800" b="1" i="1" u="none" strike="noStrike" cap="none" normalizeH="0" baseline="0">
                          <a:ln>
                            <a:noFill/>
                          </a:ln>
                          <a:solidFill>
                            <a:schemeClr val="tx1"/>
                          </a:solidFill>
                          <a:effectLst/>
                          <a:latin typeface="Times New Roman" pitchFamily="18" charset="0"/>
                          <a:ea typeface="黑体" pitchFamily="2" charset="-122"/>
                        </a:rPr>
                        <a:t>T</a:t>
                      </a:r>
                    </a:p>
                  </a:txBody>
                  <a:tcPr horzOverflow="overflow">
                    <a:lnL w="28575"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
                          <a:schemeClr val="folHlink"/>
                        </a:buClr>
                        <a:buSzPct val="60000"/>
                        <a:buFont typeface="Wingdings" pitchFamily="2" charset="2"/>
                        <a:buNone/>
                        <a:tabLst/>
                      </a:pPr>
                      <a:r>
                        <a:rPr kumimoji="0" lang="en-US" altLang="zh-CN" sz="2800" b="1" i="0" u="none" strike="noStrike" cap="none" normalizeH="0" baseline="0">
                          <a:ln>
                            <a:noFill/>
                          </a:ln>
                          <a:solidFill>
                            <a:schemeClr val="tx1"/>
                          </a:solidFill>
                          <a:effectLst/>
                          <a:latin typeface="Times New Roman" pitchFamily="18" charset="0"/>
                          <a:ea typeface="黑体" pitchFamily="2" charset="-122"/>
                        </a:rPr>
                        <a:t>              id$</a:t>
                      </a:r>
                    </a:p>
                  </a:txBody>
                  <a:tcPr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
                          <a:schemeClr val="folHlink"/>
                        </a:buClr>
                        <a:buSzPct val="60000"/>
                        <a:buFont typeface="Wingdings" pitchFamily="2" charset="2"/>
                        <a:buNone/>
                        <a:tabLst/>
                      </a:pPr>
                      <a:endParaRPr kumimoji="0" lang="zh-CN" altLang="zh-CN" sz="2800" b="1" i="0" u="none" strike="noStrike" cap="none" normalizeH="0" baseline="0">
                        <a:ln>
                          <a:noFill/>
                        </a:ln>
                        <a:solidFill>
                          <a:schemeClr val="tx1"/>
                        </a:solidFill>
                        <a:effectLst/>
                        <a:latin typeface="Times New Roman" pitchFamily="18" charset="0"/>
                        <a:ea typeface="黑体" pitchFamily="2" charset="-122"/>
                        <a:sym typeface="Symbol" pitchFamily="18" charset="2"/>
                      </a:endParaRPr>
                    </a:p>
                  </a:txBody>
                  <a:tcPr horzOverflow="overflow">
                    <a:lnL w="12700" cap="flat" cmpd="sng" algn="ctr">
                      <a:solidFill>
                        <a:schemeClr val="tx1"/>
                      </a:solidFill>
                      <a:prstDash val="solid"/>
                      <a:round/>
                      <a:headEnd type="none" w="sm" len="sm"/>
                      <a:tailEnd type="none" w="sm" len="sm"/>
                    </a:lnL>
                    <a:lnR w="28575" cap="flat" cmpd="sng" algn="ctr">
                      <a:solidFill>
                        <a:schemeClr val="tx1"/>
                      </a:solidFill>
                      <a:prstDash val="solid"/>
                      <a:round/>
                      <a:headEnd type="none" w="sm" len="sm"/>
                      <a:tailEnd type="none" w="sm" len="sm"/>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5"/>
                  </a:ext>
                </a:extLst>
              </a:tr>
              <a:tr h="519113">
                <a:tc>
                  <a:txBody>
                    <a:bodyPr/>
                    <a:lstStyle/>
                    <a:p>
                      <a:pPr marL="0" marR="0" lvl="0" indent="0" algn="l" defTabSz="914400" rtl="0" eaLnBrk="1" fontAlgn="base" latinLnBrk="0" hangingPunct="1">
                        <a:lnSpc>
                          <a:spcPct val="100000"/>
                        </a:lnSpc>
                        <a:spcBef>
                          <a:spcPct val="20000"/>
                        </a:spcBef>
                        <a:spcAft>
                          <a:spcPct val="0"/>
                        </a:spcAft>
                        <a:buClr>
                          <a:schemeClr val="folHlink"/>
                        </a:buClr>
                        <a:buSzPct val="60000"/>
                        <a:buFont typeface="Wingdings" pitchFamily="2" charset="2"/>
                        <a:buNone/>
                        <a:tabLst/>
                      </a:pPr>
                      <a:r>
                        <a:rPr kumimoji="0" lang="en-US" altLang="zh-CN" sz="2800" b="1" i="0" u="none" strike="noStrike" cap="none" normalizeH="0" baseline="0">
                          <a:ln>
                            <a:noFill/>
                          </a:ln>
                          <a:solidFill>
                            <a:schemeClr val="tx1"/>
                          </a:solidFill>
                          <a:effectLst/>
                          <a:latin typeface="Times New Roman" pitchFamily="18" charset="0"/>
                          <a:ea typeface="黑体" pitchFamily="2" charset="-122"/>
                        </a:rPr>
                        <a:t>$</a:t>
                      </a:r>
                      <a:r>
                        <a:rPr kumimoji="0" lang="en-US" altLang="zh-CN" sz="2800" b="1" i="1" u="none" strike="noStrike" cap="none" normalizeH="0" baseline="0">
                          <a:ln>
                            <a:noFill/>
                          </a:ln>
                          <a:solidFill>
                            <a:schemeClr val="tx1"/>
                          </a:solidFill>
                          <a:effectLst/>
                          <a:latin typeface="Times New Roman" pitchFamily="18" charset="0"/>
                          <a:ea typeface="黑体" pitchFamily="2" charset="-122"/>
                        </a:rPr>
                        <a:t>E </a:t>
                      </a:r>
                      <a:r>
                        <a:rPr kumimoji="0" lang="en-US" altLang="zh-CN" sz="2800" b="1" i="0" u="none" strike="noStrike" cap="none" normalizeH="0" baseline="0">
                          <a:ln>
                            <a:noFill/>
                          </a:ln>
                          <a:solidFill>
                            <a:schemeClr val="tx1"/>
                          </a:solidFill>
                          <a:effectLst/>
                          <a:latin typeface="Times New Roman" pitchFamily="18" charset="0"/>
                          <a:ea typeface="黑体" pitchFamily="2" charset="-122"/>
                          <a:sym typeface="Symbol" pitchFamily="18" charset="2"/>
                        </a:rPr>
                        <a:t></a:t>
                      </a:r>
                      <a:r>
                        <a:rPr kumimoji="0" lang="en-US" altLang="zh-CN" sz="2800" b="1" i="1" u="none" strike="noStrike" cap="none" normalizeH="0" baseline="0">
                          <a:ln>
                            <a:noFill/>
                          </a:ln>
                          <a:solidFill>
                            <a:schemeClr val="tx1"/>
                          </a:solidFill>
                          <a:effectLst/>
                          <a:latin typeface="Times New Roman" pitchFamily="18" charset="0"/>
                          <a:ea typeface="黑体" pitchFamily="2" charset="-122"/>
                        </a:rPr>
                        <a:t>T </a:t>
                      </a:r>
                      <a:r>
                        <a:rPr kumimoji="0" lang="en-US" altLang="zh-CN" sz="2800" b="1" i="0" u="none" strike="noStrike" cap="none" normalizeH="0" baseline="0">
                          <a:ln>
                            <a:noFill/>
                          </a:ln>
                          <a:solidFill>
                            <a:schemeClr val="tx1"/>
                          </a:solidFill>
                          <a:effectLst/>
                          <a:latin typeface="Times New Roman" pitchFamily="18" charset="0"/>
                          <a:ea typeface="黑体" pitchFamily="2" charset="-122"/>
                          <a:sym typeface="Symbol" pitchFamily="18" charset="2"/>
                        </a:rPr>
                        <a:t></a:t>
                      </a:r>
                      <a:r>
                        <a:rPr kumimoji="0" lang="en-US" altLang="zh-CN" sz="2800" b="1" i="1" u="none" strike="noStrike" cap="none" normalizeH="0" baseline="0">
                          <a:ln>
                            <a:noFill/>
                          </a:ln>
                          <a:solidFill>
                            <a:schemeClr val="tx1"/>
                          </a:solidFill>
                          <a:effectLst/>
                          <a:latin typeface="Times New Roman" pitchFamily="18" charset="0"/>
                          <a:ea typeface="黑体" pitchFamily="2" charset="-122"/>
                        </a:rPr>
                        <a:t>F</a:t>
                      </a:r>
                    </a:p>
                  </a:txBody>
                  <a:tcPr horzOverflow="overflow">
                    <a:lnL w="28575"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
                          <a:schemeClr val="folHlink"/>
                        </a:buClr>
                        <a:buSzPct val="60000"/>
                        <a:buFont typeface="Wingdings" pitchFamily="2" charset="2"/>
                        <a:buNone/>
                        <a:tabLst/>
                      </a:pPr>
                      <a:r>
                        <a:rPr kumimoji="0" lang="en-US" altLang="zh-CN" sz="2800" b="1" i="0" u="none" strike="noStrike" cap="none" normalizeH="0" baseline="0">
                          <a:ln>
                            <a:noFill/>
                          </a:ln>
                          <a:solidFill>
                            <a:schemeClr val="tx1"/>
                          </a:solidFill>
                          <a:effectLst/>
                          <a:latin typeface="Times New Roman" pitchFamily="18" charset="0"/>
                          <a:ea typeface="黑体" pitchFamily="2" charset="-122"/>
                        </a:rPr>
                        <a:t>              id$</a:t>
                      </a:r>
                    </a:p>
                  </a:txBody>
                  <a:tcPr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
                          <a:schemeClr val="folHlink"/>
                        </a:buClr>
                        <a:buSzPct val="60000"/>
                        <a:buFont typeface="Wingdings" pitchFamily="2" charset="2"/>
                        <a:buNone/>
                        <a:tabLst/>
                      </a:pPr>
                      <a:r>
                        <a:rPr kumimoji="0" lang="en-US" altLang="zh-CN" sz="2800" b="1" i="1" u="none" strike="noStrike" cap="none" normalizeH="0" baseline="0">
                          <a:ln>
                            <a:noFill/>
                          </a:ln>
                          <a:solidFill>
                            <a:schemeClr val="tx1"/>
                          </a:solidFill>
                          <a:effectLst/>
                          <a:latin typeface="Times New Roman" pitchFamily="18" charset="0"/>
                          <a:ea typeface="黑体" pitchFamily="2" charset="-122"/>
                          <a:sym typeface="Symbol" pitchFamily="18" charset="2"/>
                        </a:rPr>
                        <a:t>T </a:t>
                      </a:r>
                      <a:r>
                        <a:rPr kumimoji="0" lang="en-US" altLang="zh-CN" sz="2800" b="1" i="0" u="none" strike="noStrike" cap="none" normalizeH="0" baseline="0">
                          <a:ln>
                            <a:noFill/>
                          </a:ln>
                          <a:solidFill>
                            <a:schemeClr val="tx1"/>
                          </a:solidFill>
                          <a:effectLst/>
                          <a:latin typeface="Times New Roman" pitchFamily="18" charset="0"/>
                          <a:ea typeface="黑体" pitchFamily="2" charset="-122"/>
                          <a:sym typeface="Symbol" pitchFamily="18" charset="2"/>
                        </a:rPr>
                        <a:t> </a:t>
                      </a:r>
                      <a:r>
                        <a:rPr kumimoji="0" lang="en-US" altLang="zh-CN" sz="2800" b="1" i="1" u="none" strike="noStrike" cap="none" normalizeH="0" baseline="0">
                          <a:ln>
                            <a:noFill/>
                          </a:ln>
                          <a:solidFill>
                            <a:schemeClr val="tx1"/>
                          </a:solidFill>
                          <a:effectLst/>
                          <a:latin typeface="Times New Roman" pitchFamily="18" charset="0"/>
                          <a:ea typeface="黑体" pitchFamily="2" charset="-122"/>
                          <a:sym typeface="Symbol" pitchFamily="18" charset="2"/>
                        </a:rPr>
                        <a:t>FT</a:t>
                      </a:r>
                      <a:r>
                        <a:rPr kumimoji="0" lang="en-US" altLang="zh-CN" sz="2800" b="1" i="1" u="none" strike="noStrike" cap="none" normalizeH="0" baseline="0">
                          <a:ln>
                            <a:noFill/>
                          </a:ln>
                          <a:solidFill>
                            <a:schemeClr val="tx1"/>
                          </a:solidFill>
                          <a:effectLst/>
                          <a:latin typeface="Times New Roman" pitchFamily="18" charset="0"/>
                          <a:ea typeface="黑体" pitchFamily="2" charset="-122"/>
                        </a:rPr>
                        <a:t> </a:t>
                      </a:r>
                      <a:r>
                        <a:rPr kumimoji="0" lang="en-US" altLang="zh-CN" sz="2800" b="1" i="0" u="none" strike="noStrike" cap="none" normalizeH="0" baseline="0">
                          <a:ln>
                            <a:noFill/>
                          </a:ln>
                          <a:solidFill>
                            <a:schemeClr val="tx1"/>
                          </a:solidFill>
                          <a:effectLst/>
                          <a:latin typeface="Times New Roman" pitchFamily="18" charset="0"/>
                          <a:ea typeface="黑体" pitchFamily="2" charset="-122"/>
                          <a:sym typeface="Symbol" pitchFamily="18" charset="2"/>
                        </a:rPr>
                        <a:t></a:t>
                      </a:r>
                    </a:p>
                  </a:txBody>
                  <a:tcPr horzOverflow="overflow">
                    <a:lnL w="12700" cap="flat" cmpd="sng" algn="ctr">
                      <a:solidFill>
                        <a:schemeClr val="tx1"/>
                      </a:solidFill>
                      <a:prstDash val="solid"/>
                      <a:round/>
                      <a:headEnd type="none" w="sm" len="sm"/>
                      <a:tailEnd type="none" w="sm" len="sm"/>
                    </a:lnL>
                    <a:lnR w="28575" cap="flat" cmpd="sng" algn="ctr">
                      <a:solidFill>
                        <a:schemeClr val="tx1"/>
                      </a:solidFill>
                      <a:prstDash val="solid"/>
                      <a:round/>
                      <a:headEnd type="none" w="sm" len="sm"/>
                      <a:tailEnd type="none" w="sm" len="sm"/>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6"/>
                  </a:ext>
                </a:extLst>
              </a:tr>
              <a:tr h="518160">
                <a:tc>
                  <a:txBody>
                    <a:bodyPr/>
                    <a:lstStyle/>
                    <a:p>
                      <a:pPr marL="0" marR="0" lvl="0" indent="0" algn="l" defTabSz="914400" rtl="0" eaLnBrk="1" fontAlgn="base" latinLnBrk="0" hangingPunct="1">
                        <a:lnSpc>
                          <a:spcPct val="100000"/>
                        </a:lnSpc>
                        <a:spcBef>
                          <a:spcPct val="20000"/>
                        </a:spcBef>
                        <a:spcAft>
                          <a:spcPct val="0"/>
                        </a:spcAft>
                        <a:buClr>
                          <a:schemeClr val="folHlink"/>
                        </a:buClr>
                        <a:buSzPct val="60000"/>
                        <a:buFont typeface="Wingdings" pitchFamily="2" charset="2"/>
                        <a:buNone/>
                        <a:tabLst/>
                      </a:pPr>
                      <a:r>
                        <a:rPr kumimoji="0" lang="en-US" altLang="zh-CN" sz="2800" b="1" i="0" u="none" strike="noStrike" cap="none" normalizeH="0" baseline="0">
                          <a:ln>
                            <a:noFill/>
                          </a:ln>
                          <a:solidFill>
                            <a:schemeClr val="tx1"/>
                          </a:solidFill>
                          <a:effectLst/>
                          <a:latin typeface="Times New Roman" pitchFamily="18" charset="0"/>
                          <a:ea typeface="黑体" pitchFamily="2" charset="-122"/>
                        </a:rPr>
                        <a:t>$</a:t>
                      </a:r>
                      <a:r>
                        <a:rPr kumimoji="0" lang="en-US" altLang="zh-CN" sz="2800" b="1" i="1" u="none" strike="noStrike" cap="none" normalizeH="0" baseline="0">
                          <a:ln>
                            <a:noFill/>
                          </a:ln>
                          <a:solidFill>
                            <a:schemeClr val="tx1"/>
                          </a:solidFill>
                          <a:effectLst/>
                          <a:latin typeface="Times New Roman" pitchFamily="18" charset="0"/>
                          <a:ea typeface="黑体" pitchFamily="2" charset="-122"/>
                        </a:rPr>
                        <a:t>E </a:t>
                      </a:r>
                      <a:r>
                        <a:rPr kumimoji="0" lang="en-US" altLang="zh-CN" sz="2800" b="1" i="0" u="none" strike="noStrike" cap="none" normalizeH="0" baseline="0">
                          <a:ln>
                            <a:noFill/>
                          </a:ln>
                          <a:solidFill>
                            <a:schemeClr val="tx1"/>
                          </a:solidFill>
                          <a:effectLst/>
                          <a:latin typeface="Times New Roman" pitchFamily="18" charset="0"/>
                          <a:ea typeface="黑体" pitchFamily="2" charset="-122"/>
                          <a:sym typeface="Symbol" pitchFamily="18" charset="2"/>
                        </a:rPr>
                        <a:t></a:t>
                      </a:r>
                      <a:r>
                        <a:rPr kumimoji="0" lang="en-US" altLang="zh-CN" sz="2800" b="1" i="1" u="none" strike="noStrike" cap="none" normalizeH="0" baseline="0">
                          <a:ln>
                            <a:noFill/>
                          </a:ln>
                          <a:solidFill>
                            <a:schemeClr val="tx1"/>
                          </a:solidFill>
                          <a:effectLst/>
                          <a:latin typeface="Times New Roman" pitchFamily="18" charset="0"/>
                          <a:ea typeface="黑体" pitchFamily="2" charset="-122"/>
                        </a:rPr>
                        <a:t>T </a:t>
                      </a:r>
                      <a:r>
                        <a:rPr kumimoji="0" lang="en-US" altLang="zh-CN" sz="2800" b="1" i="0" u="none" strike="noStrike" cap="none" normalizeH="0" baseline="0">
                          <a:ln>
                            <a:noFill/>
                          </a:ln>
                          <a:solidFill>
                            <a:schemeClr val="tx1"/>
                          </a:solidFill>
                          <a:effectLst/>
                          <a:latin typeface="Times New Roman" pitchFamily="18" charset="0"/>
                          <a:ea typeface="黑体" pitchFamily="2" charset="-122"/>
                          <a:sym typeface="Symbol" pitchFamily="18" charset="2"/>
                        </a:rPr>
                        <a:t></a:t>
                      </a:r>
                      <a:r>
                        <a:rPr kumimoji="0" lang="en-US" altLang="zh-CN" sz="2800" b="1" i="0" u="none" strike="noStrike" cap="none" normalizeH="0" baseline="0">
                          <a:ln>
                            <a:noFill/>
                          </a:ln>
                          <a:solidFill>
                            <a:schemeClr val="tx1"/>
                          </a:solidFill>
                          <a:effectLst/>
                          <a:latin typeface="Times New Roman" pitchFamily="18" charset="0"/>
                          <a:ea typeface="黑体" pitchFamily="2" charset="-122"/>
                        </a:rPr>
                        <a:t>id</a:t>
                      </a:r>
                    </a:p>
                  </a:txBody>
                  <a:tcPr horzOverflow="overflow">
                    <a:lnL w="28575"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
                          <a:schemeClr val="folHlink"/>
                        </a:buClr>
                        <a:buSzPct val="60000"/>
                        <a:buFont typeface="Wingdings" pitchFamily="2" charset="2"/>
                        <a:buNone/>
                        <a:tabLst/>
                      </a:pPr>
                      <a:r>
                        <a:rPr kumimoji="0" lang="en-US" altLang="zh-CN" sz="2800" b="1" i="0" u="none" strike="noStrike" cap="none" normalizeH="0" baseline="0">
                          <a:ln>
                            <a:noFill/>
                          </a:ln>
                          <a:solidFill>
                            <a:schemeClr val="tx1"/>
                          </a:solidFill>
                          <a:effectLst/>
                          <a:latin typeface="Times New Roman" pitchFamily="18" charset="0"/>
                          <a:ea typeface="黑体" pitchFamily="2" charset="-122"/>
                        </a:rPr>
                        <a:t>              id$</a:t>
                      </a:r>
                    </a:p>
                  </a:txBody>
                  <a:tcPr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
                          <a:schemeClr val="folHlink"/>
                        </a:buClr>
                        <a:buSzPct val="60000"/>
                        <a:buFont typeface="Wingdings" pitchFamily="2" charset="2"/>
                        <a:buNone/>
                        <a:tabLst/>
                      </a:pPr>
                      <a:r>
                        <a:rPr kumimoji="0" lang="en-US" altLang="zh-CN" sz="2800" b="1" i="1" u="none" strike="noStrike" cap="none" normalizeH="0" baseline="0">
                          <a:ln>
                            <a:noFill/>
                          </a:ln>
                          <a:solidFill>
                            <a:schemeClr val="tx1"/>
                          </a:solidFill>
                          <a:effectLst/>
                          <a:latin typeface="Times New Roman" pitchFamily="18" charset="0"/>
                          <a:ea typeface="黑体" pitchFamily="2" charset="-122"/>
                          <a:sym typeface="Symbol" pitchFamily="18" charset="2"/>
                        </a:rPr>
                        <a:t>F </a:t>
                      </a:r>
                      <a:r>
                        <a:rPr kumimoji="0" lang="en-US" altLang="zh-CN" sz="2800" b="1" i="0" u="none" strike="noStrike" cap="none" normalizeH="0" baseline="0">
                          <a:ln>
                            <a:noFill/>
                          </a:ln>
                          <a:solidFill>
                            <a:schemeClr val="tx1"/>
                          </a:solidFill>
                          <a:effectLst/>
                          <a:latin typeface="Times New Roman" pitchFamily="18" charset="0"/>
                          <a:ea typeface="黑体" pitchFamily="2" charset="-122"/>
                          <a:sym typeface="Symbol" pitchFamily="18" charset="2"/>
                        </a:rPr>
                        <a:t> id</a:t>
                      </a:r>
                    </a:p>
                  </a:txBody>
                  <a:tcPr horzOverflow="overflow">
                    <a:lnL w="12700" cap="flat" cmpd="sng" algn="ctr">
                      <a:solidFill>
                        <a:schemeClr val="tx1"/>
                      </a:solidFill>
                      <a:prstDash val="solid"/>
                      <a:round/>
                      <a:headEnd type="none" w="sm" len="sm"/>
                      <a:tailEnd type="none" w="sm" len="sm"/>
                    </a:lnL>
                    <a:lnR w="28575" cap="flat" cmpd="sng" algn="ctr">
                      <a:solidFill>
                        <a:schemeClr val="tx1"/>
                      </a:solidFill>
                      <a:prstDash val="solid"/>
                      <a:round/>
                      <a:headEnd type="none" w="sm" len="sm"/>
                      <a:tailEnd type="none" w="sm" len="sm"/>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7"/>
                  </a:ext>
                </a:extLst>
              </a:tr>
              <a:tr h="519113">
                <a:tc>
                  <a:txBody>
                    <a:bodyPr/>
                    <a:lstStyle/>
                    <a:p>
                      <a:pPr marL="0" marR="0" lvl="0" indent="0" algn="l" defTabSz="914400" rtl="0" eaLnBrk="1" fontAlgn="base" latinLnBrk="0" hangingPunct="1">
                        <a:lnSpc>
                          <a:spcPct val="100000"/>
                        </a:lnSpc>
                        <a:spcBef>
                          <a:spcPct val="20000"/>
                        </a:spcBef>
                        <a:spcAft>
                          <a:spcPct val="0"/>
                        </a:spcAft>
                        <a:buClr>
                          <a:schemeClr val="folHlink"/>
                        </a:buClr>
                        <a:buSzPct val="60000"/>
                        <a:buFont typeface="Wingdings" pitchFamily="2" charset="2"/>
                        <a:buNone/>
                        <a:tabLst/>
                      </a:pPr>
                      <a:endParaRPr kumimoji="0" lang="zh-CN" altLang="zh-CN" sz="2800" b="1" i="0" u="none" strike="noStrike" cap="none" normalizeH="0" baseline="0">
                        <a:ln>
                          <a:noFill/>
                        </a:ln>
                        <a:solidFill>
                          <a:schemeClr val="tx1"/>
                        </a:solidFill>
                        <a:effectLst/>
                        <a:latin typeface="Tahoma" pitchFamily="34" charset="0"/>
                        <a:ea typeface="黑体" pitchFamily="2" charset="-122"/>
                        <a:sym typeface="Symbol" pitchFamily="18" charset="2"/>
                      </a:endParaRPr>
                    </a:p>
                  </a:txBody>
                  <a:tcPr horzOverflow="overflow">
                    <a:lnL w="28575"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sm" len="sm"/>
                      <a:tailEnd type="none" w="sm" len="sm"/>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
                          <a:schemeClr val="folHlink"/>
                        </a:buClr>
                        <a:buSzPct val="60000"/>
                        <a:buFont typeface="Wingdings" pitchFamily="2" charset="2"/>
                        <a:buNone/>
                        <a:tabLst/>
                      </a:pPr>
                      <a:endParaRPr kumimoji="0" lang="zh-CN" altLang="zh-CN" sz="2800" b="1" i="0" u="none" strike="noStrike" cap="none" normalizeH="0" baseline="0">
                        <a:ln>
                          <a:noFill/>
                        </a:ln>
                        <a:solidFill>
                          <a:schemeClr val="tx1"/>
                        </a:solidFill>
                        <a:effectLst/>
                        <a:latin typeface="Tahoma" pitchFamily="34" charset="0"/>
                        <a:ea typeface="黑体" pitchFamily="2" charset="-122"/>
                      </a:endParaRPr>
                    </a:p>
                  </a:txBody>
                  <a:tcPr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sm" len="sm"/>
                      <a:tailEnd type="none" w="sm" len="sm"/>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
                          <a:schemeClr val="folHlink"/>
                        </a:buClr>
                        <a:buSzPct val="60000"/>
                        <a:buFont typeface="Wingdings" pitchFamily="2" charset="2"/>
                        <a:buNone/>
                        <a:tabLst/>
                      </a:pPr>
                      <a:endParaRPr kumimoji="0" lang="zh-CN" altLang="zh-CN" sz="2800" b="1" i="0" u="none" strike="noStrike" cap="none" normalizeH="0" baseline="0" dirty="0">
                        <a:ln>
                          <a:noFill/>
                        </a:ln>
                        <a:solidFill>
                          <a:schemeClr val="tx1"/>
                        </a:solidFill>
                        <a:effectLst/>
                        <a:latin typeface="Tahoma" pitchFamily="34" charset="0"/>
                        <a:ea typeface="黑体" pitchFamily="2" charset="-122"/>
                      </a:endParaRPr>
                    </a:p>
                  </a:txBody>
                  <a:tcPr horzOverflow="overflow">
                    <a:lnL w="12700" cap="flat" cmpd="sng" algn="ctr">
                      <a:solidFill>
                        <a:schemeClr val="tx1"/>
                      </a:solidFill>
                      <a:prstDash val="solid"/>
                      <a:round/>
                      <a:headEnd type="none" w="sm" len="sm"/>
                      <a:tailEnd type="none" w="sm" len="sm"/>
                    </a:lnL>
                    <a:lnR w="28575" cap="flat" cmpd="sng" algn="ctr">
                      <a:solidFill>
                        <a:schemeClr val="tx1"/>
                      </a:solidFill>
                      <a:prstDash val="solid"/>
                      <a:round/>
                      <a:headEnd type="none" w="sm" len="sm"/>
                      <a:tailEnd type="none" w="sm" len="sm"/>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sm" len="sm"/>
                      <a:tailEnd type="none" w="sm" len="sm"/>
                    </a:lnB>
                    <a:lnTlToBr>
                      <a:noFill/>
                    </a:lnTlToBr>
                    <a:lnBlToTr>
                      <a:noFill/>
                    </a:lnBlToTr>
                    <a:noFill/>
                  </a:tcPr>
                </a:tc>
                <a:extLst>
                  <a:ext uri="{0D108BD9-81ED-4DB2-BD59-A6C34878D82A}">
                    <a16:rowId xmlns:a16="http://schemas.microsoft.com/office/drawing/2014/main" val="10008"/>
                  </a:ext>
                </a:extLst>
              </a:tr>
            </a:tbl>
          </a:graphicData>
        </a:graphic>
      </p:graphicFrame>
      <p:sp>
        <p:nvSpPr>
          <p:cNvPr id="2" name="日期占位符 1">
            <a:extLst>
              <a:ext uri="{FF2B5EF4-FFF2-40B4-BE49-F238E27FC236}">
                <a16:creationId xmlns:a16="http://schemas.microsoft.com/office/drawing/2014/main" id="{C14F5884-117F-3D30-2C08-0113C797F13B}"/>
              </a:ext>
            </a:extLst>
          </p:cNvPr>
          <p:cNvSpPr>
            <a:spLocks noGrp="1"/>
          </p:cNvSpPr>
          <p:nvPr>
            <p:ph type="dt" sz="half" idx="10"/>
          </p:nvPr>
        </p:nvSpPr>
        <p:spPr/>
        <p:txBody>
          <a:bodyPr/>
          <a:lstStyle/>
          <a:p>
            <a:fld id="{2F109A4E-9D3B-47EB-83AD-B8FBDD7EEE31}" type="datetime2">
              <a:rPr lang="zh-CN" altLang="en-US" smtClean="0"/>
              <a:pPr/>
              <a:t>2025年11月26日</a:t>
            </a:fld>
            <a:endParaRPr lang="zh-CN" altLang="en-US"/>
          </a:p>
        </p:txBody>
      </p:sp>
      <p:sp>
        <p:nvSpPr>
          <p:cNvPr id="3" name="页脚占位符 2">
            <a:extLst>
              <a:ext uri="{FF2B5EF4-FFF2-40B4-BE49-F238E27FC236}">
                <a16:creationId xmlns:a16="http://schemas.microsoft.com/office/drawing/2014/main" id="{55763457-DA3D-3AAA-65B2-8C4C25C6CC68}"/>
              </a:ext>
            </a:extLst>
          </p:cNvPr>
          <p:cNvSpPr>
            <a:spLocks noGrp="1"/>
          </p:cNvSpPr>
          <p:nvPr>
            <p:ph type="ftr" sz="quarter" idx="11"/>
          </p:nvPr>
        </p:nvSpPr>
        <p:spPr/>
        <p:txBody>
          <a:bodyPr/>
          <a:lstStyle/>
          <a:p>
            <a:r>
              <a:rPr lang="zh-CN" altLang="en-US"/>
              <a:t>编译原理</a:t>
            </a:r>
            <a:r>
              <a:rPr lang="en-US" altLang="zh-CN"/>
              <a:t>-</a:t>
            </a:r>
            <a:r>
              <a:rPr lang="zh-CN" altLang="en-US"/>
              <a:t>王欣捷</a:t>
            </a:r>
            <a:r>
              <a:rPr lang="en-US" altLang="zh-CN"/>
              <a:t>-</a:t>
            </a:r>
            <a:r>
              <a:rPr lang="zh-CN" altLang="en-US"/>
              <a:t>第三章 语法分析</a:t>
            </a:r>
            <a:r>
              <a:rPr lang="en-US" altLang="zh-CN"/>
              <a:t>(4)</a:t>
            </a:r>
            <a:endParaRPr lang="zh-CN" altLang="en-US"/>
          </a:p>
        </p:txBody>
      </p:sp>
      <p:sp>
        <p:nvSpPr>
          <p:cNvPr id="4" name="灯片编号占位符 3">
            <a:extLst>
              <a:ext uri="{FF2B5EF4-FFF2-40B4-BE49-F238E27FC236}">
                <a16:creationId xmlns:a16="http://schemas.microsoft.com/office/drawing/2014/main" id="{DD1FA4E2-A527-4E02-8F3F-89DB663E1290}"/>
              </a:ext>
            </a:extLst>
          </p:cNvPr>
          <p:cNvSpPr>
            <a:spLocks noGrp="1"/>
          </p:cNvSpPr>
          <p:nvPr>
            <p:ph type="sldNum" sz="quarter" idx="12"/>
          </p:nvPr>
        </p:nvSpPr>
        <p:spPr/>
        <p:txBody>
          <a:bodyPr/>
          <a:lstStyle/>
          <a:p>
            <a:fld id="{094DEB03-EFC6-4C20-8FC8-295189A5386F}" type="slidenum">
              <a:rPr lang="zh-CN" altLang="en-US" smtClean="0"/>
              <a:pPr/>
              <a:t>27</a:t>
            </a:fld>
            <a:endParaRPr lang="zh-CN" altLang="en-US"/>
          </a:p>
        </p:txBody>
      </p:sp>
      <p:graphicFrame>
        <p:nvGraphicFramePr>
          <p:cNvPr id="6" name="Group 3">
            <a:extLst>
              <a:ext uri="{FF2B5EF4-FFF2-40B4-BE49-F238E27FC236}">
                <a16:creationId xmlns:a16="http://schemas.microsoft.com/office/drawing/2014/main" id="{72394551-EB28-9F1A-6513-37BE0EA16E6D}"/>
              </a:ext>
            </a:extLst>
          </p:cNvPr>
          <p:cNvGraphicFramePr>
            <a:graphicFrameLocks/>
          </p:cNvGraphicFramePr>
          <p:nvPr>
            <p:extLst>
              <p:ext uri="{D42A27DB-BD31-4B8C-83A1-F6EECF244321}">
                <p14:modId xmlns:p14="http://schemas.microsoft.com/office/powerpoint/2010/main" val="2765228591"/>
              </p:ext>
            </p:extLst>
          </p:nvPr>
        </p:nvGraphicFramePr>
        <p:xfrm>
          <a:off x="1681224" y="1431471"/>
          <a:ext cx="6162551" cy="2535464"/>
        </p:xfrm>
        <a:graphic>
          <a:graphicData uri="http://schemas.openxmlformats.org/drawingml/2006/table">
            <a:tbl>
              <a:tblPr>
                <a:effectLst>
                  <a:outerShdw blurRad="63500" sx="102000" sy="102000" algn="ctr" rotWithShape="0">
                    <a:prstClr val="black">
                      <a:alpha val="40000"/>
                    </a:prstClr>
                  </a:outerShdw>
                </a:effectLst>
              </a:tblPr>
              <a:tblGrid>
                <a:gridCol w="753362">
                  <a:extLst>
                    <a:ext uri="{9D8B030D-6E8A-4147-A177-3AD203B41FA5}">
                      <a16:colId xmlns:a16="http://schemas.microsoft.com/office/drawing/2014/main" val="20000"/>
                    </a:ext>
                  </a:extLst>
                </a:gridCol>
                <a:gridCol w="914796">
                  <a:extLst>
                    <a:ext uri="{9D8B030D-6E8A-4147-A177-3AD203B41FA5}">
                      <a16:colId xmlns:a16="http://schemas.microsoft.com/office/drawing/2014/main" val="20001"/>
                    </a:ext>
                  </a:extLst>
                </a:gridCol>
                <a:gridCol w="974215">
                  <a:extLst>
                    <a:ext uri="{9D8B030D-6E8A-4147-A177-3AD203B41FA5}">
                      <a16:colId xmlns:a16="http://schemas.microsoft.com/office/drawing/2014/main" val="20002"/>
                    </a:ext>
                  </a:extLst>
                </a:gridCol>
                <a:gridCol w="1010203">
                  <a:extLst>
                    <a:ext uri="{9D8B030D-6E8A-4147-A177-3AD203B41FA5}">
                      <a16:colId xmlns:a16="http://schemas.microsoft.com/office/drawing/2014/main" val="20003"/>
                    </a:ext>
                  </a:extLst>
                </a:gridCol>
                <a:gridCol w="867599">
                  <a:extLst>
                    <a:ext uri="{9D8B030D-6E8A-4147-A177-3AD203B41FA5}">
                      <a16:colId xmlns:a16="http://schemas.microsoft.com/office/drawing/2014/main" val="20004"/>
                    </a:ext>
                  </a:extLst>
                </a:gridCol>
                <a:gridCol w="860986">
                  <a:extLst>
                    <a:ext uri="{9D8B030D-6E8A-4147-A177-3AD203B41FA5}">
                      <a16:colId xmlns:a16="http://schemas.microsoft.com/office/drawing/2014/main" val="20005"/>
                    </a:ext>
                  </a:extLst>
                </a:gridCol>
                <a:gridCol w="781390">
                  <a:extLst>
                    <a:ext uri="{9D8B030D-6E8A-4147-A177-3AD203B41FA5}">
                      <a16:colId xmlns:a16="http://schemas.microsoft.com/office/drawing/2014/main" val="20006"/>
                    </a:ext>
                  </a:extLst>
                </a:gridCol>
              </a:tblGrid>
              <a:tr h="361994">
                <a:tc rowSpan="2">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r>
                        <a:rPr kumimoji="0" lang="zh-CN" altLang="en-US" sz="1500" b="0" i="0" u="none" strike="noStrike" cap="none" normalizeH="0" baseline="0">
                          <a:ln>
                            <a:noFill/>
                          </a:ln>
                          <a:solidFill>
                            <a:schemeClr val="tx1"/>
                          </a:solidFill>
                          <a:effectLst/>
                          <a:latin typeface="Times New Roman" panose="02020603050405020304" pitchFamily="18" charset="0"/>
                          <a:ea typeface="黑体" panose="02010609060101010101" pitchFamily="49" charset="-122"/>
                        </a:rPr>
                        <a:t>非 终</a:t>
                      </a:r>
                      <a:endParaRPr kumimoji="0" lang="en-US" altLang="zh-CN" sz="1500" b="0" i="0" u="none" strike="noStrike" cap="none" normalizeH="0" baseline="0">
                        <a:ln>
                          <a:noFill/>
                        </a:ln>
                        <a:solidFill>
                          <a:schemeClr val="tx1"/>
                        </a:solidFill>
                        <a:effectLst/>
                        <a:latin typeface="Times New Roman" panose="02020603050405020304" pitchFamily="18" charset="0"/>
                        <a:ea typeface="黑体" panose="02010609060101010101" pitchFamily="49" charset="-122"/>
                      </a:endParaRPr>
                    </a:p>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r>
                        <a:rPr kumimoji="0" lang="zh-CN" altLang="en-US" sz="1500" b="0" i="0" u="none" strike="noStrike" cap="none" normalizeH="0" baseline="0">
                          <a:ln>
                            <a:noFill/>
                          </a:ln>
                          <a:solidFill>
                            <a:schemeClr val="tx1"/>
                          </a:solidFill>
                          <a:effectLst/>
                          <a:latin typeface="Times New Roman" panose="02020603050405020304" pitchFamily="18" charset="0"/>
                          <a:ea typeface="黑体" panose="02010609060101010101" pitchFamily="49" charset="-122"/>
                        </a:rPr>
                        <a:t>结 符</a:t>
                      </a:r>
                    </a:p>
                  </a:txBody>
                  <a:tcPr marL="139781" marR="139781" marT="69890" marB="69890" anchor="ct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accent4">
                        <a:lumMod val="20000"/>
                        <a:lumOff val="80000"/>
                      </a:schemeClr>
                    </a:solidFill>
                  </a:tcPr>
                </a:tc>
                <a:tc gridSpan="6">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r>
                        <a:rPr kumimoji="0" lang="zh-CN" altLang="en-US" sz="1500" b="0" i="0" u="none" strike="noStrike" cap="none" normalizeH="0" baseline="0">
                          <a:ln>
                            <a:noFill/>
                          </a:ln>
                          <a:solidFill>
                            <a:schemeClr val="tx1"/>
                          </a:solidFill>
                          <a:effectLst/>
                          <a:latin typeface="Times New Roman" panose="02020603050405020304" pitchFamily="18" charset="0"/>
                          <a:ea typeface="黑体" panose="02010609060101010101" pitchFamily="49" charset="-122"/>
                        </a:rPr>
                        <a:t>输 入 符 号</a:t>
                      </a:r>
                    </a:p>
                  </a:txBody>
                  <a:tcPr marL="139781" marR="139781" marT="69890" marB="69890" anchor="ct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accent4">
                        <a:lumMod val="20000"/>
                        <a:lumOff val="80000"/>
                      </a:schemeClr>
                    </a:solidFill>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extLst>
                  <a:ext uri="{0D108BD9-81ED-4DB2-BD59-A6C34878D82A}">
                    <a16:rowId xmlns:a16="http://schemas.microsoft.com/office/drawing/2014/main" val="10000"/>
                  </a:ext>
                </a:extLst>
              </a:tr>
              <a:tr h="360042">
                <a:tc vMerge="1">
                  <a:txBody>
                    <a:bodyPr/>
                    <a:lstStyle/>
                    <a:p>
                      <a:endParaRPr lang="zh-CN" altLang="en-US"/>
                    </a:p>
                  </a:txBody>
                  <a:tcPr/>
                </a:tc>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r>
                        <a:rPr kumimoji="0" lang="en-US" altLang="zh-CN" sz="1500" b="1" i="0" u="none" strike="noStrike" cap="none" normalizeH="0" baseline="0">
                          <a:ln>
                            <a:noFill/>
                          </a:ln>
                          <a:solidFill>
                            <a:schemeClr val="tx1"/>
                          </a:solidFill>
                          <a:effectLst/>
                          <a:latin typeface="Times New Roman" panose="02020603050405020304" pitchFamily="18" charset="0"/>
                          <a:ea typeface="黑体" panose="02010609060101010101" pitchFamily="49" charset="-122"/>
                        </a:rPr>
                        <a:t>id</a:t>
                      </a:r>
                    </a:p>
                  </a:txBody>
                  <a:tcPr marL="46132" marR="46132" marT="24604" marB="24604"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accent4">
                        <a:lumMod val="20000"/>
                        <a:lumOff val="80000"/>
                      </a:schemeClr>
                    </a:solidFill>
                  </a:tcPr>
                </a:tc>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r>
                        <a:rPr kumimoji="0" lang="en-US" altLang="zh-CN" sz="1500" b="1" i="0" u="none" strike="noStrike" cap="none" normalizeH="0" baseline="0">
                          <a:ln>
                            <a:noFill/>
                          </a:ln>
                          <a:solidFill>
                            <a:schemeClr val="tx1"/>
                          </a:solidFill>
                          <a:effectLst/>
                          <a:latin typeface="Times New Roman" panose="02020603050405020304" pitchFamily="18" charset="0"/>
                          <a:ea typeface="黑体" panose="02010609060101010101" pitchFamily="49" charset="-122"/>
                        </a:rPr>
                        <a:t>+</a:t>
                      </a:r>
                    </a:p>
                  </a:txBody>
                  <a:tcPr marL="46132" marR="46132" marT="24604" marB="24604"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accent4">
                        <a:lumMod val="20000"/>
                        <a:lumOff val="80000"/>
                      </a:schemeClr>
                    </a:solidFill>
                  </a:tcPr>
                </a:tc>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r>
                        <a:rPr kumimoji="0" lang="en-US" altLang="zh-CN" sz="1500" b="1" i="0" u="none" strike="noStrike" cap="none" normalizeH="0" baseline="0">
                          <a:ln>
                            <a:noFill/>
                          </a:ln>
                          <a:solidFill>
                            <a:schemeClr val="tx1"/>
                          </a:solidFill>
                          <a:effectLst/>
                          <a:latin typeface="Times New Roman" panose="02020603050405020304" pitchFamily="18" charset="0"/>
                          <a:ea typeface="黑体" panose="02010609060101010101" pitchFamily="49" charset="-122"/>
                        </a:rPr>
                        <a:t>*</a:t>
                      </a:r>
                    </a:p>
                  </a:txBody>
                  <a:tcPr marL="46132" marR="46132" marT="24604" marB="24604"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accent4">
                        <a:lumMod val="20000"/>
                        <a:lumOff val="80000"/>
                      </a:schemeClr>
                    </a:solidFill>
                  </a:tcPr>
                </a:tc>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r>
                        <a:rPr kumimoji="0" lang="en-US" altLang="zh-CN" sz="1500" b="1" i="0" u="none" strike="noStrike" cap="none" normalizeH="0" baseline="0">
                          <a:ln>
                            <a:noFill/>
                          </a:ln>
                          <a:solidFill>
                            <a:schemeClr val="tx1"/>
                          </a:solidFill>
                          <a:effectLst/>
                          <a:latin typeface="Times New Roman" panose="02020603050405020304" pitchFamily="18" charset="0"/>
                          <a:ea typeface="黑体" panose="02010609060101010101" pitchFamily="49" charset="-122"/>
                        </a:rPr>
                        <a:t>(</a:t>
                      </a:r>
                    </a:p>
                  </a:txBody>
                  <a:tcPr marL="46132" marR="46132" marT="24604" marB="24604"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accent4">
                        <a:lumMod val="20000"/>
                        <a:lumOff val="80000"/>
                      </a:schemeClr>
                    </a:solidFill>
                  </a:tcPr>
                </a:tc>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r>
                        <a:rPr kumimoji="0" lang="en-US" altLang="zh-CN" sz="1500" b="1" i="0" u="none" strike="noStrike" cap="none" normalizeH="0" baseline="0">
                          <a:ln>
                            <a:noFill/>
                          </a:ln>
                          <a:solidFill>
                            <a:schemeClr val="tx1"/>
                          </a:solidFill>
                          <a:effectLst/>
                          <a:latin typeface="Times New Roman" panose="02020603050405020304" pitchFamily="18" charset="0"/>
                          <a:ea typeface="黑体" panose="02010609060101010101" pitchFamily="49" charset="-122"/>
                        </a:rPr>
                        <a:t>)</a:t>
                      </a:r>
                    </a:p>
                  </a:txBody>
                  <a:tcPr marL="46132" marR="46132" marT="24604" marB="24604"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accent4">
                        <a:lumMod val="20000"/>
                        <a:lumOff val="80000"/>
                      </a:schemeClr>
                    </a:solidFill>
                  </a:tcPr>
                </a:tc>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r>
                        <a:rPr kumimoji="0" lang="en-US" altLang="zh-CN" sz="1500" b="1" i="0" u="none" strike="noStrike" cap="none" normalizeH="0" baseline="0">
                          <a:ln>
                            <a:noFill/>
                          </a:ln>
                          <a:solidFill>
                            <a:schemeClr val="tx1"/>
                          </a:solidFill>
                          <a:effectLst/>
                          <a:latin typeface="Times New Roman" panose="02020603050405020304" pitchFamily="18" charset="0"/>
                          <a:ea typeface="黑体" panose="02010609060101010101" pitchFamily="49" charset="-122"/>
                        </a:rPr>
                        <a:t>$</a:t>
                      </a:r>
                    </a:p>
                  </a:txBody>
                  <a:tcPr marL="46132" marR="46132" marT="24604" marB="24604" anchor="ct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accent4">
                        <a:lumMod val="20000"/>
                        <a:lumOff val="80000"/>
                      </a:schemeClr>
                    </a:solidFill>
                  </a:tcPr>
                </a:tc>
                <a:extLst>
                  <a:ext uri="{0D108BD9-81ED-4DB2-BD59-A6C34878D82A}">
                    <a16:rowId xmlns:a16="http://schemas.microsoft.com/office/drawing/2014/main" val="10001"/>
                  </a:ext>
                </a:extLst>
              </a:tr>
              <a:tr h="361994">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r>
                        <a:rPr kumimoji="0" lang="en-US" altLang="zh-CN" sz="1500" b="1" i="1" u="none" strike="noStrike" cap="none" normalizeH="0" baseline="0">
                          <a:ln>
                            <a:noFill/>
                          </a:ln>
                          <a:solidFill>
                            <a:schemeClr val="tx1"/>
                          </a:solidFill>
                          <a:effectLst/>
                          <a:latin typeface="Times New Roman" panose="02020603050405020304" pitchFamily="18" charset="0"/>
                          <a:ea typeface="黑体" panose="02010609060101010101" pitchFamily="49" charset="-122"/>
                        </a:rPr>
                        <a:t>E</a:t>
                      </a:r>
                    </a:p>
                  </a:txBody>
                  <a:tcPr marL="46132" marR="46132" marT="24604" marB="24604" anchor="ct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accent4">
                        <a:lumMod val="20000"/>
                        <a:lumOff val="80000"/>
                      </a:schemeClr>
                    </a:solidFill>
                  </a:tcPr>
                </a:tc>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r>
                        <a:rPr kumimoji="0" lang="en-US" altLang="zh-CN" sz="1500" b="1" i="1" u="none" strike="noStrike" cap="none" normalizeH="0" baseline="0">
                          <a:ln>
                            <a:noFill/>
                          </a:ln>
                          <a:solidFill>
                            <a:schemeClr val="tx1"/>
                          </a:solidFill>
                          <a:effectLst/>
                          <a:latin typeface="Times New Roman" panose="02020603050405020304" pitchFamily="18" charset="0"/>
                          <a:ea typeface="黑体" panose="02010609060101010101" pitchFamily="49" charset="-122"/>
                        </a:rPr>
                        <a:t>E</a:t>
                      </a:r>
                      <a:r>
                        <a:rPr kumimoji="0" lang="en-US" altLang="zh-CN" sz="1500" b="1" i="0" u="none" strike="noStrike" cap="none" normalizeH="0" baseline="0">
                          <a:ln>
                            <a:noFill/>
                          </a:ln>
                          <a:solidFill>
                            <a:schemeClr val="tx1"/>
                          </a:solidFill>
                          <a:effectLst/>
                          <a:latin typeface="Times New Roman" panose="02020603050405020304" pitchFamily="18" charset="0"/>
                          <a:ea typeface="黑体" panose="02010609060101010101" pitchFamily="49" charset="-122"/>
                          <a:sym typeface="Symbol" panose="05050102010706020507" pitchFamily="18" charset="2"/>
                        </a:rPr>
                        <a:t></a:t>
                      </a:r>
                      <a:r>
                        <a:rPr kumimoji="0" lang="en-US" altLang="zh-CN" sz="1500" b="1" i="1" u="none" strike="noStrike" cap="none" normalizeH="0" baseline="0">
                          <a:ln>
                            <a:noFill/>
                          </a:ln>
                          <a:solidFill>
                            <a:schemeClr val="tx1"/>
                          </a:solidFill>
                          <a:effectLst/>
                          <a:latin typeface="Times New Roman" panose="02020603050405020304" pitchFamily="18" charset="0"/>
                          <a:ea typeface="黑体" panose="02010609060101010101" pitchFamily="49" charset="-122"/>
                          <a:sym typeface="Symbol" panose="05050102010706020507" pitchFamily="18" charset="2"/>
                        </a:rPr>
                        <a:t>TE</a:t>
                      </a:r>
                      <a:r>
                        <a:rPr kumimoji="0" lang="en-US" altLang="zh-CN" sz="1500" b="1" i="0" u="none" strike="noStrike" cap="none" normalizeH="0" baseline="0">
                          <a:ln>
                            <a:noFill/>
                          </a:ln>
                          <a:solidFill>
                            <a:schemeClr val="tx1"/>
                          </a:solidFill>
                          <a:effectLst/>
                          <a:latin typeface="Times New Roman" panose="02020603050405020304" pitchFamily="18" charset="0"/>
                          <a:ea typeface="黑体" panose="02010609060101010101" pitchFamily="49" charset="-122"/>
                          <a:sym typeface="Symbol" panose="05050102010706020507" pitchFamily="18" charset="2"/>
                        </a:rPr>
                        <a:t></a:t>
                      </a:r>
                    </a:p>
                  </a:txBody>
                  <a:tcPr marL="46132" marR="46132" marT="24604" marB="24604"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accent4">
                        <a:lumMod val="20000"/>
                        <a:lumOff val="80000"/>
                      </a:schemeClr>
                    </a:solidFill>
                  </a:tcPr>
                </a:tc>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endParaRPr kumimoji="0" lang="zh-CN" altLang="zh-CN" sz="1500" b="0" i="0" u="none" strike="noStrike" cap="none" normalizeH="0" baseline="0">
                        <a:ln>
                          <a:noFill/>
                        </a:ln>
                        <a:solidFill>
                          <a:schemeClr val="tx1"/>
                        </a:solidFill>
                        <a:effectLst/>
                        <a:latin typeface="Times New Roman" panose="02020603050405020304" pitchFamily="18" charset="0"/>
                        <a:ea typeface="黑体" panose="02010609060101010101" pitchFamily="49" charset="-122"/>
                      </a:endParaRPr>
                    </a:p>
                  </a:txBody>
                  <a:tcPr marL="46132" marR="46132" marT="24604" marB="24604"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accent4">
                        <a:lumMod val="20000"/>
                        <a:lumOff val="80000"/>
                      </a:schemeClr>
                    </a:solidFill>
                  </a:tcPr>
                </a:tc>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endParaRPr kumimoji="0" lang="zh-CN" altLang="zh-CN" sz="1500" b="0" i="0" u="none" strike="noStrike" cap="none" normalizeH="0" baseline="0">
                        <a:ln>
                          <a:noFill/>
                        </a:ln>
                        <a:solidFill>
                          <a:schemeClr val="tx1"/>
                        </a:solidFill>
                        <a:effectLst/>
                        <a:latin typeface="Times New Roman" panose="02020603050405020304" pitchFamily="18" charset="0"/>
                        <a:ea typeface="黑体" panose="02010609060101010101" pitchFamily="49" charset="-122"/>
                      </a:endParaRPr>
                    </a:p>
                  </a:txBody>
                  <a:tcPr marL="46132" marR="46132" marT="24604" marB="24604"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accent4">
                        <a:lumMod val="20000"/>
                        <a:lumOff val="80000"/>
                      </a:schemeClr>
                    </a:solidFill>
                  </a:tcPr>
                </a:tc>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r>
                        <a:rPr kumimoji="0" lang="en-US" altLang="zh-CN" sz="1500" b="1" i="1" u="none" strike="noStrike" cap="none" normalizeH="0" baseline="0">
                          <a:ln>
                            <a:noFill/>
                          </a:ln>
                          <a:solidFill>
                            <a:schemeClr val="tx1"/>
                          </a:solidFill>
                          <a:effectLst/>
                          <a:latin typeface="Times New Roman" panose="02020603050405020304" pitchFamily="18" charset="0"/>
                          <a:ea typeface="黑体" panose="02010609060101010101" pitchFamily="49" charset="-122"/>
                        </a:rPr>
                        <a:t>E</a:t>
                      </a:r>
                      <a:r>
                        <a:rPr kumimoji="0" lang="en-US" altLang="zh-CN" sz="1500" b="1" i="1" u="none" strike="noStrike" cap="none" normalizeH="0" baseline="0">
                          <a:ln>
                            <a:noFill/>
                          </a:ln>
                          <a:solidFill>
                            <a:schemeClr val="tx1"/>
                          </a:solidFill>
                          <a:effectLst/>
                          <a:latin typeface="Times New Roman" panose="02020603050405020304" pitchFamily="18" charset="0"/>
                          <a:ea typeface="黑体" panose="02010609060101010101" pitchFamily="49" charset="-122"/>
                          <a:sym typeface="Symbol" panose="05050102010706020507" pitchFamily="18" charset="2"/>
                        </a:rPr>
                        <a:t>TE</a:t>
                      </a:r>
                      <a:r>
                        <a:rPr kumimoji="0" lang="en-US" altLang="zh-CN" sz="1500" b="1" i="0" u="none" strike="noStrike" cap="none" normalizeH="0" baseline="0">
                          <a:ln>
                            <a:noFill/>
                          </a:ln>
                          <a:solidFill>
                            <a:schemeClr val="tx1"/>
                          </a:solidFill>
                          <a:effectLst/>
                          <a:latin typeface="Times New Roman" panose="02020603050405020304" pitchFamily="18" charset="0"/>
                          <a:ea typeface="黑体" panose="02010609060101010101" pitchFamily="49" charset="-122"/>
                          <a:sym typeface="Symbol" panose="05050102010706020507" pitchFamily="18" charset="2"/>
                        </a:rPr>
                        <a:t></a:t>
                      </a:r>
                    </a:p>
                  </a:txBody>
                  <a:tcPr marL="46132" marR="46132" marT="24604" marB="24604"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accent4">
                        <a:lumMod val="20000"/>
                        <a:lumOff val="80000"/>
                      </a:schemeClr>
                    </a:solidFill>
                  </a:tcPr>
                </a:tc>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endParaRPr kumimoji="0" lang="zh-CN" altLang="zh-CN" sz="1500" b="0" i="0" u="none" strike="noStrike" cap="none" normalizeH="0" baseline="0">
                        <a:ln>
                          <a:noFill/>
                        </a:ln>
                        <a:solidFill>
                          <a:schemeClr val="tx1"/>
                        </a:solidFill>
                        <a:effectLst/>
                        <a:latin typeface="Times New Roman" panose="02020603050405020304" pitchFamily="18" charset="0"/>
                        <a:ea typeface="黑体" panose="02010609060101010101" pitchFamily="49" charset="-122"/>
                      </a:endParaRPr>
                    </a:p>
                  </a:txBody>
                  <a:tcPr marL="46132" marR="46132" marT="24604" marB="24604"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accent4">
                        <a:lumMod val="20000"/>
                        <a:lumOff val="80000"/>
                      </a:schemeClr>
                    </a:solidFill>
                  </a:tcPr>
                </a:tc>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endParaRPr kumimoji="0" lang="zh-CN" altLang="zh-CN" sz="1500" b="0" i="0" u="none" strike="noStrike" cap="none" normalizeH="0" baseline="0">
                        <a:ln>
                          <a:noFill/>
                        </a:ln>
                        <a:solidFill>
                          <a:schemeClr val="tx1"/>
                        </a:solidFill>
                        <a:effectLst/>
                        <a:latin typeface="Times New Roman" panose="02020603050405020304" pitchFamily="18" charset="0"/>
                        <a:ea typeface="黑体" panose="02010609060101010101" pitchFamily="49" charset="-122"/>
                      </a:endParaRPr>
                    </a:p>
                  </a:txBody>
                  <a:tcPr marL="46132" marR="46132" marT="24604" marB="24604" anchor="ct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accent4">
                        <a:lumMod val="20000"/>
                        <a:lumOff val="80000"/>
                      </a:schemeClr>
                    </a:solidFill>
                  </a:tcPr>
                </a:tc>
                <a:extLst>
                  <a:ext uri="{0D108BD9-81ED-4DB2-BD59-A6C34878D82A}">
                    <a16:rowId xmlns:a16="http://schemas.microsoft.com/office/drawing/2014/main" val="10002"/>
                  </a:ext>
                </a:extLst>
              </a:tr>
              <a:tr h="361018">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r>
                        <a:rPr kumimoji="0" lang="en-US" altLang="zh-CN" sz="1500" b="1" i="1" u="none" strike="noStrike" cap="none" normalizeH="0" baseline="0">
                          <a:ln>
                            <a:noFill/>
                          </a:ln>
                          <a:solidFill>
                            <a:schemeClr val="tx1"/>
                          </a:solidFill>
                          <a:effectLst/>
                          <a:latin typeface="Times New Roman" panose="02020603050405020304" pitchFamily="18" charset="0"/>
                          <a:ea typeface="黑体" panose="02010609060101010101" pitchFamily="49" charset="-122"/>
                        </a:rPr>
                        <a:t>E </a:t>
                      </a:r>
                      <a:r>
                        <a:rPr kumimoji="0" lang="en-US" altLang="zh-CN" sz="1500" b="1" i="0" u="none" strike="noStrike" cap="none" normalizeH="0" baseline="0">
                          <a:ln>
                            <a:noFill/>
                          </a:ln>
                          <a:solidFill>
                            <a:schemeClr val="tx1"/>
                          </a:solidFill>
                          <a:effectLst/>
                          <a:latin typeface="Times New Roman" panose="02020603050405020304" pitchFamily="18" charset="0"/>
                          <a:ea typeface="黑体" panose="02010609060101010101" pitchFamily="49" charset="-122"/>
                          <a:sym typeface="Symbol" panose="05050102010706020507" pitchFamily="18" charset="2"/>
                        </a:rPr>
                        <a:t></a:t>
                      </a:r>
                    </a:p>
                  </a:txBody>
                  <a:tcPr marL="46132" marR="46132" marT="24604" marB="24604" anchor="ct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accent4">
                        <a:lumMod val="20000"/>
                        <a:lumOff val="80000"/>
                      </a:schemeClr>
                    </a:solidFill>
                  </a:tcPr>
                </a:tc>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endParaRPr kumimoji="0" lang="zh-CN" altLang="zh-CN" sz="1500" b="0" i="0" u="none" strike="noStrike" cap="none" normalizeH="0" baseline="0">
                        <a:ln>
                          <a:noFill/>
                        </a:ln>
                        <a:solidFill>
                          <a:schemeClr val="tx1"/>
                        </a:solidFill>
                        <a:effectLst/>
                        <a:latin typeface="Times New Roman" panose="02020603050405020304" pitchFamily="18" charset="0"/>
                        <a:ea typeface="黑体" panose="02010609060101010101" pitchFamily="49" charset="-122"/>
                      </a:endParaRPr>
                    </a:p>
                  </a:txBody>
                  <a:tcPr marL="46132" marR="46132" marT="24604" marB="24604"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accent4">
                        <a:lumMod val="20000"/>
                        <a:lumOff val="80000"/>
                      </a:schemeClr>
                    </a:solidFill>
                  </a:tcPr>
                </a:tc>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r>
                        <a:rPr kumimoji="0" lang="en-US" altLang="zh-CN" sz="1500" b="1" i="1" u="none" strike="noStrike" cap="none" normalizeH="0" baseline="0">
                          <a:ln>
                            <a:noFill/>
                          </a:ln>
                          <a:solidFill>
                            <a:schemeClr val="tx1"/>
                          </a:solidFill>
                          <a:effectLst/>
                          <a:latin typeface="Times New Roman" panose="02020603050405020304" pitchFamily="18" charset="0"/>
                          <a:ea typeface="黑体" panose="02010609060101010101" pitchFamily="49" charset="-122"/>
                        </a:rPr>
                        <a:t>E</a:t>
                      </a:r>
                      <a:r>
                        <a:rPr kumimoji="0" lang="en-US" altLang="zh-CN" sz="1500" b="1" i="0" u="none" strike="noStrike" cap="none" normalizeH="0" baseline="0">
                          <a:ln>
                            <a:noFill/>
                          </a:ln>
                          <a:solidFill>
                            <a:schemeClr val="tx1"/>
                          </a:solidFill>
                          <a:effectLst/>
                          <a:latin typeface="Times New Roman" panose="02020603050405020304" pitchFamily="18" charset="0"/>
                          <a:ea typeface="黑体" panose="02010609060101010101" pitchFamily="49" charset="-122"/>
                          <a:sym typeface="Symbol" panose="05050102010706020507" pitchFamily="18" charset="2"/>
                        </a:rPr>
                        <a:t>+</a:t>
                      </a:r>
                      <a:r>
                        <a:rPr kumimoji="0" lang="en-US" altLang="zh-CN" sz="1500" b="1" i="1" u="none" strike="noStrike" cap="none" normalizeH="0" baseline="0">
                          <a:ln>
                            <a:noFill/>
                          </a:ln>
                          <a:solidFill>
                            <a:schemeClr val="tx1"/>
                          </a:solidFill>
                          <a:effectLst/>
                          <a:latin typeface="Times New Roman" panose="02020603050405020304" pitchFamily="18" charset="0"/>
                          <a:ea typeface="黑体" panose="02010609060101010101" pitchFamily="49" charset="-122"/>
                          <a:sym typeface="Symbol" panose="05050102010706020507" pitchFamily="18" charset="2"/>
                        </a:rPr>
                        <a:t>TE</a:t>
                      </a:r>
                      <a:r>
                        <a:rPr kumimoji="0" lang="en-US" altLang="zh-CN" sz="1500" b="1" i="0" u="none" strike="noStrike" cap="none" normalizeH="0" baseline="0">
                          <a:ln>
                            <a:noFill/>
                          </a:ln>
                          <a:solidFill>
                            <a:schemeClr val="tx1"/>
                          </a:solidFill>
                          <a:effectLst/>
                          <a:latin typeface="Times New Roman" panose="02020603050405020304" pitchFamily="18" charset="0"/>
                          <a:ea typeface="黑体" panose="02010609060101010101" pitchFamily="49" charset="-122"/>
                          <a:sym typeface="Symbol" panose="05050102010706020507" pitchFamily="18" charset="2"/>
                        </a:rPr>
                        <a:t></a:t>
                      </a:r>
                    </a:p>
                  </a:txBody>
                  <a:tcPr marL="46132" marR="46132" marT="24604" marB="24604"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accent4">
                        <a:lumMod val="20000"/>
                        <a:lumOff val="80000"/>
                      </a:schemeClr>
                    </a:solidFill>
                  </a:tcPr>
                </a:tc>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endParaRPr kumimoji="0" lang="zh-CN" altLang="zh-CN" sz="1500" b="0" i="0" u="none" strike="noStrike" cap="none" normalizeH="0" baseline="0">
                        <a:ln>
                          <a:noFill/>
                        </a:ln>
                        <a:solidFill>
                          <a:schemeClr val="tx1"/>
                        </a:solidFill>
                        <a:effectLst/>
                        <a:latin typeface="Times New Roman" panose="02020603050405020304" pitchFamily="18" charset="0"/>
                        <a:ea typeface="黑体" panose="02010609060101010101" pitchFamily="49" charset="-122"/>
                      </a:endParaRPr>
                    </a:p>
                  </a:txBody>
                  <a:tcPr marL="46132" marR="46132" marT="24604" marB="24604"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accent4">
                        <a:lumMod val="20000"/>
                        <a:lumOff val="80000"/>
                      </a:schemeClr>
                    </a:solidFill>
                  </a:tcPr>
                </a:tc>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endParaRPr kumimoji="0" lang="zh-CN" altLang="zh-CN" sz="1500" b="0" i="0" u="none" strike="noStrike" cap="none" normalizeH="0" baseline="0">
                        <a:ln>
                          <a:noFill/>
                        </a:ln>
                        <a:solidFill>
                          <a:schemeClr val="tx1"/>
                        </a:solidFill>
                        <a:effectLst/>
                        <a:latin typeface="Times New Roman" panose="02020603050405020304" pitchFamily="18" charset="0"/>
                        <a:ea typeface="黑体" panose="02010609060101010101" pitchFamily="49" charset="-122"/>
                      </a:endParaRPr>
                    </a:p>
                  </a:txBody>
                  <a:tcPr marL="46132" marR="46132" marT="24604" marB="24604"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accent4">
                        <a:lumMod val="20000"/>
                        <a:lumOff val="80000"/>
                      </a:schemeClr>
                    </a:solidFill>
                  </a:tcPr>
                </a:tc>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r>
                        <a:rPr kumimoji="0" lang="en-US" altLang="zh-CN" sz="1500" b="1" i="1" u="none" strike="noStrike" cap="none" normalizeH="0" baseline="0">
                          <a:ln>
                            <a:noFill/>
                          </a:ln>
                          <a:solidFill>
                            <a:schemeClr val="tx1"/>
                          </a:solidFill>
                          <a:effectLst/>
                          <a:latin typeface="Times New Roman" panose="02020603050405020304" pitchFamily="18" charset="0"/>
                          <a:ea typeface="黑体" panose="02010609060101010101" pitchFamily="49" charset="-122"/>
                        </a:rPr>
                        <a:t>E</a:t>
                      </a:r>
                      <a:r>
                        <a:rPr kumimoji="0" lang="en-US" altLang="zh-CN" sz="1700" b="1" i="0" u="none" strike="noStrike" cap="none" normalizeH="0" baseline="0">
                          <a:ln>
                            <a:noFill/>
                          </a:ln>
                          <a:solidFill>
                            <a:schemeClr val="tx1"/>
                          </a:solidFill>
                          <a:effectLst/>
                          <a:latin typeface="Times New Roman" panose="02020603050405020304" pitchFamily="18" charset="0"/>
                          <a:ea typeface="黑体" panose="02010609060101010101" pitchFamily="49" charset="-122"/>
                          <a:sym typeface="Symbol" panose="05050102010706020507" pitchFamily="18" charset="2"/>
                        </a:rPr>
                        <a:t></a:t>
                      </a:r>
                    </a:p>
                  </a:txBody>
                  <a:tcPr marL="46132" marR="46132" marT="24604" marB="24604"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accent4">
                        <a:lumMod val="20000"/>
                        <a:lumOff val="80000"/>
                      </a:schemeClr>
                    </a:solidFill>
                  </a:tcPr>
                </a:tc>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r>
                        <a:rPr kumimoji="0" lang="en-US" altLang="zh-CN" sz="1500" b="1" i="1" u="none" strike="noStrike" cap="none" normalizeH="0" baseline="0">
                          <a:ln>
                            <a:noFill/>
                          </a:ln>
                          <a:solidFill>
                            <a:schemeClr val="tx1"/>
                          </a:solidFill>
                          <a:effectLst/>
                          <a:latin typeface="Times New Roman" panose="02020603050405020304" pitchFamily="18" charset="0"/>
                          <a:ea typeface="黑体" panose="02010609060101010101" pitchFamily="49" charset="-122"/>
                        </a:rPr>
                        <a:t>E</a:t>
                      </a:r>
                      <a:r>
                        <a:rPr kumimoji="0" lang="en-US" altLang="zh-CN" sz="1700" b="1" i="0" u="none" strike="noStrike" cap="none" normalizeH="0" baseline="0">
                          <a:ln>
                            <a:noFill/>
                          </a:ln>
                          <a:solidFill>
                            <a:schemeClr val="tx1"/>
                          </a:solidFill>
                          <a:effectLst/>
                          <a:latin typeface="Times New Roman" panose="02020603050405020304" pitchFamily="18" charset="0"/>
                          <a:ea typeface="黑体" panose="02010609060101010101" pitchFamily="49" charset="-122"/>
                          <a:sym typeface="Symbol" panose="05050102010706020507" pitchFamily="18" charset="2"/>
                        </a:rPr>
                        <a:t></a:t>
                      </a:r>
                    </a:p>
                  </a:txBody>
                  <a:tcPr marL="46132" marR="46132" marT="24604" marB="24604" anchor="ct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accent4">
                        <a:lumMod val="20000"/>
                        <a:lumOff val="80000"/>
                      </a:schemeClr>
                    </a:solidFill>
                  </a:tcPr>
                </a:tc>
                <a:extLst>
                  <a:ext uri="{0D108BD9-81ED-4DB2-BD59-A6C34878D82A}">
                    <a16:rowId xmlns:a16="http://schemas.microsoft.com/office/drawing/2014/main" val="10003"/>
                  </a:ext>
                </a:extLst>
              </a:tr>
              <a:tr h="361994">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r>
                        <a:rPr kumimoji="0" lang="en-US" altLang="zh-CN" sz="1500" b="1" i="1" u="none" strike="noStrike" cap="none" normalizeH="0" baseline="0">
                          <a:ln>
                            <a:noFill/>
                          </a:ln>
                          <a:solidFill>
                            <a:schemeClr val="tx1"/>
                          </a:solidFill>
                          <a:effectLst/>
                          <a:latin typeface="Times New Roman" panose="02020603050405020304" pitchFamily="18" charset="0"/>
                          <a:ea typeface="黑体" panose="02010609060101010101" pitchFamily="49" charset="-122"/>
                        </a:rPr>
                        <a:t>T</a:t>
                      </a:r>
                    </a:p>
                  </a:txBody>
                  <a:tcPr marL="46132" marR="46132" marT="24604" marB="24604" anchor="ct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accent4">
                        <a:lumMod val="20000"/>
                        <a:lumOff val="80000"/>
                      </a:schemeClr>
                    </a:solidFill>
                  </a:tcPr>
                </a:tc>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r>
                        <a:rPr kumimoji="0" lang="en-US" altLang="zh-CN" sz="1500" b="1" i="1" u="none" strike="noStrike" cap="none" normalizeH="0" baseline="0">
                          <a:ln>
                            <a:noFill/>
                          </a:ln>
                          <a:solidFill>
                            <a:schemeClr val="tx1"/>
                          </a:solidFill>
                          <a:effectLst/>
                          <a:latin typeface="Times New Roman" panose="02020603050405020304" pitchFamily="18" charset="0"/>
                          <a:ea typeface="黑体" panose="02010609060101010101" pitchFamily="49" charset="-122"/>
                        </a:rPr>
                        <a:t>T</a:t>
                      </a:r>
                      <a:r>
                        <a:rPr kumimoji="0" lang="en-US" altLang="zh-CN" sz="1500" b="1" i="0" u="none" strike="noStrike" cap="none" normalizeH="0" baseline="0">
                          <a:ln>
                            <a:noFill/>
                          </a:ln>
                          <a:solidFill>
                            <a:schemeClr val="tx1"/>
                          </a:solidFill>
                          <a:effectLst/>
                          <a:latin typeface="Times New Roman" panose="02020603050405020304" pitchFamily="18" charset="0"/>
                          <a:ea typeface="黑体" panose="02010609060101010101" pitchFamily="49" charset="-122"/>
                          <a:sym typeface="Symbol" panose="05050102010706020507" pitchFamily="18" charset="2"/>
                        </a:rPr>
                        <a:t></a:t>
                      </a:r>
                      <a:r>
                        <a:rPr kumimoji="0" lang="en-US" altLang="zh-CN" sz="1500" b="1" i="1" u="none" strike="noStrike" cap="none" normalizeH="0" baseline="0">
                          <a:ln>
                            <a:noFill/>
                          </a:ln>
                          <a:solidFill>
                            <a:schemeClr val="tx1"/>
                          </a:solidFill>
                          <a:effectLst/>
                          <a:latin typeface="Times New Roman" panose="02020603050405020304" pitchFamily="18" charset="0"/>
                          <a:ea typeface="黑体" panose="02010609060101010101" pitchFamily="49" charset="-122"/>
                          <a:sym typeface="Symbol" panose="05050102010706020507" pitchFamily="18" charset="2"/>
                        </a:rPr>
                        <a:t>FT </a:t>
                      </a:r>
                      <a:r>
                        <a:rPr kumimoji="0" lang="en-US" altLang="zh-CN" sz="1700" b="1" i="0" u="none" strike="noStrike" cap="none" normalizeH="0" baseline="0">
                          <a:ln>
                            <a:noFill/>
                          </a:ln>
                          <a:solidFill>
                            <a:schemeClr val="tx1"/>
                          </a:solidFill>
                          <a:effectLst/>
                          <a:latin typeface="Times New Roman" panose="02020603050405020304" pitchFamily="18" charset="0"/>
                          <a:ea typeface="黑体" panose="02010609060101010101" pitchFamily="49" charset="-122"/>
                          <a:sym typeface="Symbol" panose="05050102010706020507" pitchFamily="18" charset="2"/>
                        </a:rPr>
                        <a:t></a:t>
                      </a:r>
                    </a:p>
                  </a:txBody>
                  <a:tcPr marL="46132" marR="46132" marT="24604" marB="24604"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accent4">
                        <a:lumMod val="20000"/>
                        <a:lumOff val="80000"/>
                      </a:schemeClr>
                    </a:solidFill>
                  </a:tcPr>
                </a:tc>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endParaRPr kumimoji="0" lang="zh-CN" altLang="zh-CN" sz="1500" b="0" i="0" u="none" strike="noStrike" cap="none" normalizeH="0" baseline="0">
                        <a:ln>
                          <a:noFill/>
                        </a:ln>
                        <a:solidFill>
                          <a:schemeClr val="tx1"/>
                        </a:solidFill>
                        <a:effectLst/>
                        <a:latin typeface="Times New Roman" panose="02020603050405020304" pitchFamily="18" charset="0"/>
                        <a:ea typeface="黑体" panose="02010609060101010101" pitchFamily="49" charset="-122"/>
                      </a:endParaRPr>
                    </a:p>
                  </a:txBody>
                  <a:tcPr marL="46132" marR="46132" marT="24604" marB="24604"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accent4">
                        <a:lumMod val="20000"/>
                        <a:lumOff val="80000"/>
                      </a:schemeClr>
                    </a:solidFill>
                  </a:tcPr>
                </a:tc>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endParaRPr kumimoji="0" lang="zh-CN" altLang="zh-CN" sz="1500" b="0" i="0" u="none" strike="noStrike" cap="none" normalizeH="0" baseline="0">
                        <a:ln>
                          <a:noFill/>
                        </a:ln>
                        <a:solidFill>
                          <a:schemeClr val="tx1"/>
                        </a:solidFill>
                        <a:effectLst/>
                        <a:latin typeface="Times New Roman" panose="02020603050405020304" pitchFamily="18" charset="0"/>
                        <a:ea typeface="黑体" panose="02010609060101010101" pitchFamily="49" charset="-122"/>
                      </a:endParaRPr>
                    </a:p>
                  </a:txBody>
                  <a:tcPr marL="46132" marR="46132" marT="24604" marB="24604"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accent4">
                        <a:lumMod val="20000"/>
                        <a:lumOff val="80000"/>
                      </a:schemeClr>
                    </a:solidFill>
                  </a:tcPr>
                </a:tc>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r>
                        <a:rPr kumimoji="0" lang="en-US" altLang="zh-CN" sz="1500" b="1" i="1" u="none" strike="noStrike" cap="none" normalizeH="0" baseline="0">
                          <a:ln>
                            <a:noFill/>
                          </a:ln>
                          <a:solidFill>
                            <a:schemeClr val="tx1"/>
                          </a:solidFill>
                          <a:effectLst/>
                          <a:latin typeface="Times New Roman" panose="02020603050405020304" pitchFamily="18" charset="0"/>
                          <a:ea typeface="黑体" panose="02010609060101010101" pitchFamily="49" charset="-122"/>
                        </a:rPr>
                        <a:t>T</a:t>
                      </a:r>
                      <a:r>
                        <a:rPr kumimoji="0" lang="en-US" altLang="zh-CN" sz="1500" b="1" i="0" u="none" strike="noStrike" cap="none" normalizeH="0" baseline="0">
                          <a:ln>
                            <a:noFill/>
                          </a:ln>
                          <a:solidFill>
                            <a:schemeClr val="tx1"/>
                          </a:solidFill>
                          <a:effectLst/>
                          <a:latin typeface="Times New Roman" panose="02020603050405020304" pitchFamily="18" charset="0"/>
                          <a:ea typeface="黑体" panose="02010609060101010101" pitchFamily="49" charset="-122"/>
                          <a:sym typeface="Symbol" panose="05050102010706020507" pitchFamily="18" charset="2"/>
                        </a:rPr>
                        <a:t></a:t>
                      </a:r>
                      <a:r>
                        <a:rPr kumimoji="0" lang="en-US" altLang="zh-CN" sz="1500" b="1" i="1" u="none" strike="noStrike" cap="none" normalizeH="0" baseline="0">
                          <a:ln>
                            <a:noFill/>
                          </a:ln>
                          <a:solidFill>
                            <a:schemeClr val="tx1"/>
                          </a:solidFill>
                          <a:effectLst/>
                          <a:latin typeface="Times New Roman" panose="02020603050405020304" pitchFamily="18" charset="0"/>
                          <a:ea typeface="黑体" panose="02010609060101010101" pitchFamily="49" charset="-122"/>
                          <a:sym typeface="Symbol" panose="05050102010706020507" pitchFamily="18" charset="2"/>
                        </a:rPr>
                        <a:t>FT </a:t>
                      </a:r>
                      <a:r>
                        <a:rPr kumimoji="0" lang="en-US" altLang="zh-CN" sz="1700" b="1" i="0" u="none" strike="noStrike" cap="none" normalizeH="0" baseline="0">
                          <a:ln>
                            <a:noFill/>
                          </a:ln>
                          <a:solidFill>
                            <a:schemeClr val="tx1"/>
                          </a:solidFill>
                          <a:effectLst/>
                          <a:latin typeface="Times New Roman" panose="02020603050405020304" pitchFamily="18" charset="0"/>
                          <a:ea typeface="黑体" panose="02010609060101010101" pitchFamily="49" charset="-122"/>
                          <a:sym typeface="Symbol" panose="05050102010706020507" pitchFamily="18" charset="2"/>
                        </a:rPr>
                        <a:t></a:t>
                      </a:r>
                    </a:p>
                  </a:txBody>
                  <a:tcPr marL="46132" marR="46132" marT="24604" marB="24604"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accent4">
                        <a:lumMod val="20000"/>
                        <a:lumOff val="80000"/>
                      </a:schemeClr>
                    </a:solidFill>
                  </a:tcPr>
                </a:tc>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endParaRPr kumimoji="0" lang="zh-CN" altLang="zh-CN" sz="1500" b="0" i="0" u="none" strike="noStrike" cap="none" normalizeH="0" baseline="0">
                        <a:ln>
                          <a:noFill/>
                        </a:ln>
                        <a:solidFill>
                          <a:schemeClr val="tx1"/>
                        </a:solidFill>
                        <a:effectLst/>
                        <a:latin typeface="Times New Roman" panose="02020603050405020304" pitchFamily="18" charset="0"/>
                        <a:ea typeface="黑体" panose="02010609060101010101" pitchFamily="49" charset="-122"/>
                      </a:endParaRPr>
                    </a:p>
                  </a:txBody>
                  <a:tcPr marL="46132" marR="46132" marT="24604" marB="24604"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accent4">
                        <a:lumMod val="20000"/>
                        <a:lumOff val="80000"/>
                      </a:schemeClr>
                    </a:solidFill>
                  </a:tcPr>
                </a:tc>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endParaRPr kumimoji="0" lang="zh-CN" altLang="zh-CN" sz="1500" b="0" i="0" u="none" strike="noStrike" cap="none" normalizeH="0" baseline="0">
                        <a:ln>
                          <a:noFill/>
                        </a:ln>
                        <a:solidFill>
                          <a:schemeClr val="tx1"/>
                        </a:solidFill>
                        <a:effectLst/>
                        <a:latin typeface="Times New Roman" panose="02020603050405020304" pitchFamily="18" charset="0"/>
                        <a:ea typeface="黑体" panose="02010609060101010101" pitchFamily="49" charset="-122"/>
                      </a:endParaRPr>
                    </a:p>
                  </a:txBody>
                  <a:tcPr marL="46132" marR="46132" marT="24604" marB="24604" anchor="ct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accent4">
                        <a:lumMod val="20000"/>
                        <a:lumOff val="80000"/>
                      </a:schemeClr>
                    </a:solidFill>
                  </a:tcPr>
                </a:tc>
                <a:extLst>
                  <a:ext uri="{0D108BD9-81ED-4DB2-BD59-A6C34878D82A}">
                    <a16:rowId xmlns:a16="http://schemas.microsoft.com/office/drawing/2014/main" val="10004"/>
                  </a:ext>
                </a:extLst>
              </a:tr>
              <a:tr h="360042">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r>
                        <a:rPr kumimoji="0" lang="en-US" altLang="zh-CN" sz="1500" b="1" i="1" u="none" strike="noStrike" cap="none" normalizeH="0" baseline="0">
                          <a:ln>
                            <a:noFill/>
                          </a:ln>
                          <a:solidFill>
                            <a:schemeClr val="tx1"/>
                          </a:solidFill>
                          <a:effectLst/>
                          <a:latin typeface="Times New Roman" panose="02020603050405020304" pitchFamily="18" charset="0"/>
                          <a:ea typeface="黑体" panose="02010609060101010101" pitchFamily="49" charset="-122"/>
                        </a:rPr>
                        <a:t>T </a:t>
                      </a:r>
                      <a:r>
                        <a:rPr kumimoji="0" lang="en-US" altLang="zh-CN" sz="1500" b="1" i="0" u="none" strike="noStrike" cap="none" normalizeH="0" baseline="0">
                          <a:ln>
                            <a:noFill/>
                          </a:ln>
                          <a:solidFill>
                            <a:schemeClr val="tx1"/>
                          </a:solidFill>
                          <a:effectLst/>
                          <a:latin typeface="Times New Roman" panose="02020603050405020304" pitchFamily="18" charset="0"/>
                          <a:ea typeface="黑体" panose="02010609060101010101" pitchFamily="49" charset="-122"/>
                          <a:sym typeface="Symbol" panose="05050102010706020507" pitchFamily="18" charset="2"/>
                        </a:rPr>
                        <a:t></a:t>
                      </a:r>
                    </a:p>
                  </a:txBody>
                  <a:tcPr marL="46132" marR="46132" marT="24604" marB="24604" anchor="ct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accent4">
                        <a:lumMod val="20000"/>
                        <a:lumOff val="80000"/>
                      </a:schemeClr>
                    </a:solidFill>
                  </a:tcPr>
                </a:tc>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endParaRPr kumimoji="0" lang="zh-CN" altLang="zh-CN" sz="1500" b="0" i="0" u="none" strike="noStrike" cap="none" normalizeH="0" baseline="0">
                        <a:ln>
                          <a:noFill/>
                        </a:ln>
                        <a:solidFill>
                          <a:schemeClr val="tx1"/>
                        </a:solidFill>
                        <a:effectLst/>
                        <a:latin typeface="Times New Roman" panose="02020603050405020304" pitchFamily="18" charset="0"/>
                        <a:ea typeface="黑体" panose="02010609060101010101" pitchFamily="49" charset="-122"/>
                      </a:endParaRPr>
                    </a:p>
                  </a:txBody>
                  <a:tcPr marL="46132" marR="46132" marT="24604" marB="24604"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accent4">
                        <a:lumMod val="20000"/>
                        <a:lumOff val="80000"/>
                      </a:schemeClr>
                    </a:solidFill>
                  </a:tcPr>
                </a:tc>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r>
                        <a:rPr kumimoji="0" lang="en-US" altLang="zh-CN" sz="1500" b="1" i="1" u="none" strike="noStrike" cap="none" normalizeH="0" baseline="0">
                          <a:ln>
                            <a:noFill/>
                          </a:ln>
                          <a:solidFill>
                            <a:schemeClr val="tx1"/>
                          </a:solidFill>
                          <a:effectLst/>
                          <a:latin typeface="Times New Roman" panose="02020603050405020304" pitchFamily="18" charset="0"/>
                          <a:ea typeface="黑体" panose="02010609060101010101" pitchFamily="49" charset="-122"/>
                        </a:rPr>
                        <a:t>T </a:t>
                      </a:r>
                      <a:r>
                        <a:rPr kumimoji="0" lang="en-US" altLang="zh-CN" sz="1500" b="1" i="0" u="none" strike="noStrike" cap="none" normalizeH="0" baseline="0">
                          <a:ln>
                            <a:noFill/>
                          </a:ln>
                          <a:solidFill>
                            <a:schemeClr val="tx1"/>
                          </a:solidFill>
                          <a:effectLst/>
                          <a:latin typeface="Times New Roman" panose="02020603050405020304" pitchFamily="18" charset="0"/>
                          <a:ea typeface="黑体" panose="02010609060101010101" pitchFamily="49" charset="-122"/>
                          <a:sym typeface="Symbol" panose="05050102010706020507" pitchFamily="18" charset="2"/>
                        </a:rPr>
                        <a:t></a:t>
                      </a:r>
                    </a:p>
                  </a:txBody>
                  <a:tcPr marL="46132" marR="46132" marT="24604" marB="24604"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accent4">
                        <a:lumMod val="20000"/>
                        <a:lumOff val="80000"/>
                      </a:schemeClr>
                    </a:solidFill>
                  </a:tcPr>
                </a:tc>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r>
                        <a:rPr kumimoji="0" lang="en-US" altLang="zh-CN" sz="1500" b="1" i="1" u="none" strike="noStrike" cap="none" normalizeH="0" baseline="0">
                          <a:ln>
                            <a:noFill/>
                          </a:ln>
                          <a:solidFill>
                            <a:schemeClr val="tx1"/>
                          </a:solidFill>
                          <a:effectLst/>
                          <a:latin typeface="Times New Roman" panose="02020603050405020304" pitchFamily="18" charset="0"/>
                          <a:ea typeface="黑体" panose="02010609060101010101" pitchFamily="49" charset="-122"/>
                        </a:rPr>
                        <a:t>T</a:t>
                      </a:r>
                      <a:r>
                        <a:rPr kumimoji="0" lang="en-US" altLang="zh-CN" sz="1500" b="1" i="0" u="none" strike="noStrike" cap="none" normalizeH="0" baseline="0">
                          <a:ln>
                            <a:noFill/>
                          </a:ln>
                          <a:solidFill>
                            <a:schemeClr val="tx1"/>
                          </a:solidFill>
                          <a:effectLst/>
                          <a:latin typeface="Times New Roman" panose="02020603050405020304" pitchFamily="18" charset="0"/>
                          <a:ea typeface="黑体" panose="02010609060101010101" pitchFamily="49" charset="-122"/>
                          <a:sym typeface="Symbol" panose="05050102010706020507" pitchFamily="18" charset="2"/>
                        </a:rPr>
                        <a:t>*</a:t>
                      </a:r>
                      <a:r>
                        <a:rPr kumimoji="0" lang="en-US" altLang="zh-CN" sz="1500" b="1" i="1" u="none" strike="noStrike" cap="none" normalizeH="0" baseline="0">
                          <a:ln>
                            <a:noFill/>
                          </a:ln>
                          <a:solidFill>
                            <a:schemeClr val="tx1"/>
                          </a:solidFill>
                          <a:effectLst/>
                          <a:latin typeface="Times New Roman" panose="02020603050405020304" pitchFamily="18" charset="0"/>
                          <a:ea typeface="黑体" panose="02010609060101010101" pitchFamily="49" charset="-122"/>
                          <a:sym typeface="Symbol" panose="05050102010706020507" pitchFamily="18" charset="2"/>
                        </a:rPr>
                        <a:t>FT </a:t>
                      </a:r>
                      <a:r>
                        <a:rPr kumimoji="0" lang="en-US" altLang="zh-CN" sz="1500" b="1" i="0" u="none" strike="noStrike" cap="none" normalizeH="0" baseline="0">
                          <a:ln>
                            <a:noFill/>
                          </a:ln>
                          <a:solidFill>
                            <a:schemeClr val="tx1"/>
                          </a:solidFill>
                          <a:effectLst/>
                          <a:latin typeface="Times New Roman" panose="02020603050405020304" pitchFamily="18" charset="0"/>
                          <a:ea typeface="黑体" panose="02010609060101010101" pitchFamily="49" charset="-122"/>
                          <a:sym typeface="Symbol" panose="05050102010706020507" pitchFamily="18" charset="2"/>
                        </a:rPr>
                        <a:t></a:t>
                      </a:r>
                    </a:p>
                  </a:txBody>
                  <a:tcPr marL="46132" marR="46132" marT="24604" marB="24604"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accent4">
                        <a:lumMod val="20000"/>
                        <a:lumOff val="80000"/>
                      </a:schemeClr>
                    </a:solidFill>
                  </a:tcPr>
                </a:tc>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endParaRPr kumimoji="0" lang="zh-CN" altLang="zh-CN" sz="1500" b="0" i="0" u="none" strike="noStrike" cap="none" normalizeH="0" baseline="0">
                        <a:ln>
                          <a:noFill/>
                        </a:ln>
                        <a:solidFill>
                          <a:schemeClr val="tx1"/>
                        </a:solidFill>
                        <a:effectLst/>
                        <a:latin typeface="Times New Roman" panose="02020603050405020304" pitchFamily="18" charset="0"/>
                        <a:ea typeface="黑体" panose="02010609060101010101" pitchFamily="49" charset="-122"/>
                      </a:endParaRPr>
                    </a:p>
                  </a:txBody>
                  <a:tcPr marL="46132" marR="46132" marT="24604" marB="24604"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accent4">
                        <a:lumMod val="20000"/>
                        <a:lumOff val="80000"/>
                      </a:schemeClr>
                    </a:solidFill>
                  </a:tcPr>
                </a:tc>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r>
                        <a:rPr kumimoji="0" lang="en-US" altLang="zh-CN" sz="1500" b="1" i="1" u="none" strike="noStrike" cap="none" normalizeH="0" baseline="0">
                          <a:ln>
                            <a:noFill/>
                          </a:ln>
                          <a:solidFill>
                            <a:schemeClr val="tx1"/>
                          </a:solidFill>
                          <a:effectLst/>
                          <a:latin typeface="Times New Roman" panose="02020603050405020304" pitchFamily="18" charset="0"/>
                          <a:ea typeface="黑体" panose="02010609060101010101" pitchFamily="49" charset="-122"/>
                        </a:rPr>
                        <a:t>T </a:t>
                      </a:r>
                      <a:r>
                        <a:rPr kumimoji="0" lang="en-US" altLang="zh-CN" sz="1500" b="1" i="0" u="none" strike="noStrike" cap="none" normalizeH="0" baseline="0">
                          <a:ln>
                            <a:noFill/>
                          </a:ln>
                          <a:solidFill>
                            <a:schemeClr val="tx1"/>
                          </a:solidFill>
                          <a:effectLst/>
                          <a:latin typeface="Times New Roman" panose="02020603050405020304" pitchFamily="18" charset="0"/>
                          <a:ea typeface="黑体" panose="02010609060101010101" pitchFamily="49" charset="-122"/>
                          <a:sym typeface="Symbol" panose="05050102010706020507" pitchFamily="18" charset="2"/>
                        </a:rPr>
                        <a:t></a:t>
                      </a:r>
                    </a:p>
                  </a:txBody>
                  <a:tcPr marL="46132" marR="46132" marT="24604" marB="24604"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accent4">
                        <a:lumMod val="20000"/>
                        <a:lumOff val="80000"/>
                      </a:schemeClr>
                    </a:solidFill>
                  </a:tcPr>
                </a:tc>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r>
                        <a:rPr kumimoji="0" lang="en-US" altLang="zh-CN" sz="1500" b="1" i="1" u="none" strike="noStrike" cap="none" normalizeH="0" baseline="0">
                          <a:ln>
                            <a:noFill/>
                          </a:ln>
                          <a:solidFill>
                            <a:schemeClr val="tx1"/>
                          </a:solidFill>
                          <a:effectLst/>
                          <a:latin typeface="Times New Roman" panose="02020603050405020304" pitchFamily="18" charset="0"/>
                          <a:ea typeface="黑体" panose="02010609060101010101" pitchFamily="49" charset="-122"/>
                        </a:rPr>
                        <a:t>T </a:t>
                      </a:r>
                      <a:r>
                        <a:rPr kumimoji="0" lang="en-US" altLang="zh-CN" sz="1500" b="1" i="0" u="none" strike="noStrike" cap="none" normalizeH="0" baseline="0">
                          <a:ln>
                            <a:noFill/>
                          </a:ln>
                          <a:solidFill>
                            <a:schemeClr val="tx1"/>
                          </a:solidFill>
                          <a:effectLst/>
                          <a:latin typeface="Times New Roman" panose="02020603050405020304" pitchFamily="18" charset="0"/>
                          <a:ea typeface="黑体" panose="02010609060101010101" pitchFamily="49" charset="-122"/>
                          <a:sym typeface="Symbol" panose="05050102010706020507" pitchFamily="18" charset="2"/>
                        </a:rPr>
                        <a:t></a:t>
                      </a:r>
                    </a:p>
                  </a:txBody>
                  <a:tcPr marL="46132" marR="46132" marT="24604" marB="24604" anchor="ct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accent4">
                        <a:lumMod val="20000"/>
                        <a:lumOff val="80000"/>
                      </a:schemeClr>
                    </a:solidFill>
                  </a:tcPr>
                </a:tc>
                <a:extLst>
                  <a:ext uri="{0D108BD9-81ED-4DB2-BD59-A6C34878D82A}">
                    <a16:rowId xmlns:a16="http://schemas.microsoft.com/office/drawing/2014/main" val="10005"/>
                  </a:ext>
                </a:extLst>
              </a:tr>
              <a:tr h="361994">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r>
                        <a:rPr kumimoji="0" lang="en-US" altLang="zh-CN" sz="1500" b="1" i="1" u="none" strike="noStrike" cap="none" normalizeH="0" baseline="0">
                          <a:ln>
                            <a:noFill/>
                          </a:ln>
                          <a:solidFill>
                            <a:schemeClr val="tx1"/>
                          </a:solidFill>
                          <a:effectLst/>
                          <a:latin typeface="Times New Roman" panose="02020603050405020304" pitchFamily="18" charset="0"/>
                          <a:ea typeface="黑体" panose="02010609060101010101" pitchFamily="49" charset="-122"/>
                        </a:rPr>
                        <a:t>F</a:t>
                      </a:r>
                    </a:p>
                  </a:txBody>
                  <a:tcPr marL="46132" marR="46132" marT="24604" marB="24604" anchor="ct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chemeClr val="accent4">
                        <a:lumMod val="20000"/>
                        <a:lumOff val="80000"/>
                      </a:schemeClr>
                    </a:solidFill>
                  </a:tcPr>
                </a:tc>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r>
                        <a:rPr kumimoji="0" lang="en-US" altLang="zh-CN" sz="1500" b="1" i="1" u="none" strike="noStrike" cap="none" normalizeH="0" baseline="0" err="1">
                          <a:ln>
                            <a:noFill/>
                          </a:ln>
                          <a:solidFill>
                            <a:schemeClr val="tx1"/>
                          </a:solidFill>
                          <a:effectLst/>
                          <a:latin typeface="Times New Roman" panose="02020603050405020304" pitchFamily="18" charset="0"/>
                          <a:ea typeface="黑体" panose="02010609060101010101" pitchFamily="49" charset="-122"/>
                        </a:rPr>
                        <a:t>F</a:t>
                      </a:r>
                      <a:r>
                        <a:rPr kumimoji="0" lang="en-US" altLang="zh-CN" sz="1500" b="1" i="0" u="none" strike="noStrike" cap="none" normalizeH="0" baseline="0" err="1">
                          <a:ln>
                            <a:noFill/>
                          </a:ln>
                          <a:solidFill>
                            <a:schemeClr val="tx1"/>
                          </a:solidFill>
                          <a:effectLst/>
                          <a:latin typeface="Times New Roman" panose="02020603050405020304" pitchFamily="18" charset="0"/>
                          <a:ea typeface="黑体" panose="02010609060101010101" pitchFamily="49" charset="-122"/>
                          <a:sym typeface="Symbol" panose="05050102010706020507" pitchFamily="18" charset="2"/>
                        </a:rPr>
                        <a:t>id</a:t>
                      </a:r>
                      <a:endParaRPr kumimoji="0" lang="en-US" altLang="zh-CN" sz="1500" b="1" i="0" u="none" strike="noStrike" cap="none" normalizeH="0" baseline="0">
                        <a:ln>
                          <a:noFill/>
                        </a:ln>
                        <a:solidFill>
                          <a:schemeClr val="tx1"/>
                        </a:solidFill>
                        <a:effectLst/>
                        <a:latin typeface="Times New Roman" panose="02020603050405020304" pitchFamily="18" charset="0"/>
                        <a:ea typeface="黑体" panose="02010609060101010101" pitchFamily="49" charset="-122"/>
                        <a:sym typeface="Symbol" panose="05050102010706020507" pitchFamily="18" charset="2"/>
                      </a:endParaRPr>
                    </a:p>
                  </a:txBody>
                  <a:tcPr marL="46132" marR="46132" marT="24604" marB="24604"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chemeClr val="accent4">
                        <a:lumMod val="20000"/>
                        <a:lumOff val="80000"/>
                      </a:schemeClr>
                    </a:solidFill>
                  </a:tcPr>
                </a:tc>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endParaRPr kumimoji="0" lang="zh-CN" altLang="zh-CN" sz="1500" b="0" i="0" u="none" strike="noStrike" cap="none" normalizeH="0" baseline="0">
                        <a:ln>
                          <a:noFill/>
                        </a:ln>
                        <a:solidFill>
                          <a:schemeClr val="tx1"/>
                        </a:solidFill>
                        <a:effectLst/>
                        <a:latin typeface="Times New Roman" panose="02020603050405020304" pitchFamily="18" charset="0"/>
                        <a:ea typeface="黑体" panose="02010609060101010101" pitchFamily="49" charset="-122"/>
                      </a:endParaRPr>
                    </a:p>
                  </a:txBody>
                  <a:tcPr marL="46132" marR="46132" marT="24604" marB="24604"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chemeClr val="accent4">
                        <a:lumMod val="20000"/>
                        <a:lumOff val="80000"/>
                      </a:schemeClr>
                    </a:solidFill>
                  </a:tcPr>
                </a:tc>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endParaRPr kumimoji="0" lang="zh-CN" altLang="zh-CN" sz="1500" b="0" i="0" u="none" strike="noStrike" cap="none" normalizeH="0" baseline="0">
                        <a:ln>
                          <a:noFill/>
                        </a:ln>
                        <a:solidFill>
                          <a:schemeClr val="tx1"/>
                        </a:solidFill>
                        <a:effectLst/>
                        <a:latin typeface="Times New Roman" panose="02020603050405020304" pitchFamily="18" charset="0"/>
                        <a:ea typeface="黑体" panose="02010609060101010101" pitchFamily="49" charset="-122"/>
                      </a:endParaRPr>
                    </a:p>
                  </a:txBody>
                  <a:tcPr marL="46132" marR="46132" marT="24604" marB="24604"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chemeClr val="accent4">
                        <a:lumMod val="20000"/>
                        <a:lumOff val="80000"/>
                      </a:schemeClr>
                    </a:solidFill>
                  </a:tcPr>
                </a:tc>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r>
                        <a:rPr kumimoji="0" lang="en-US" altLang="zh-CN" sz="1500" b="1" i="1" u="none" strike="noStrike" cap="none" normalizeH="0" baseline="0">
                          <a:ln>
                            <a:noFill/>
                          </a:ln>
                          <a:solidFill>
                            <a:schemeClr val="tx1"/>
                          </a:solidFill>
                          <a:effectLst/>
                          <a:latin typeface="Times New Roman" panose="02020603050405020304" pitchFamily="18" charset="0"/>
                          <a:ea typeface="黑体" panose="02010609060101010101" pitchFamily="49" charset="-122"/>
                        </a:rPr>
                        <a:t>F</a:t>
                      </a:r>
                      <a:r>
                        <a:rPr kumimoji="0" lang="en-US" altLang="zh-CN" sz="1500" b="1" i="0" u="none" strike="noStrike" cap="none" normalizeH="0" baseline="0">
                          <a:ln>
                            <a:noFill/>
                          </a:ln>
                          <a:solidFill>
                            <a:schemeClr val="tx1"/>
                          </a:solidFill>
                          <a:effectLst/>
                          <a:latin typeface="Times New Roman" panose="02020603050405020304" pitchFamily="18" charset="0"/>
                          <a:ea typeface="黑体" panose="02010609060101010101" pitchFamily="49" charset="-122"/>
                          <a:sym typeface="Symbol" panose="05050102010706020507" pitchFamily="18" charset="2"/>
                        </a:rPr>
                        <a:t>(</a:t>
                      </a:r>
                      <a:r>
                        <a:rPr kumimoji="0" lang="en-US" altLang="zh-CN" sz="1500" b="1" i="1" u="none" strike="noStrike" cap="none" normalizeH="0" baseline="0">
                          <a:ln>
                            <a:noFill/>
                          </a:ln>
                          <a:solidFill>
                            <a:schemeClr val="tx1"/>
                          </a:solidFill>
                          <a:effectLst/>
                          <a:latin typeface="Times New Roman" panose="02020603050405020304" pitchFamily="18" charset="0"/>
                          <a:ea typeface="黑体" panose="02010609060101010101" pitchFamily="49" charset="-122"/>
                          <a:sym typeface="Symbol" panose="05050102010706020507" pitchFamily="18" charset="2"/>
                        </a:rPr>
                        <a:t>E</a:t>
                      </a:r>
                      <a:r>
                        <a:rPr kumimoji="0" lang="en-US" altLang="zh-CN" sz="1500" b="1" i="0" u="none" strike="noStrike" cap="none" normalizeH="0" baseline="0">
                          <a:ln>
                            <a:noFill/>
                          </a:ln>
                          <a:solidFill>
                            <a:schemeClr val="tx1"/>
                          </a:solidFill>
                          <a:effectLst/>
                          <a:latin typeface="Times New Roman" panose="02020603050405020304" pitchFamily="18" charset="0"/>
                          <a:ea typeface="黑体" panose="02010609060101010101" pitchFamily="49" charset="-122"/>
                          <a:sym typeface="Symbol" panose="05050102010706020507" pitchFamily="18" charset="2"/>
                        </a:rPr>
                        <a:t>)</a:t>
                      </a:r>
                      <a:endParaRPr kumimoji="0" lang="en-US" altLang="zh-CN" sz="1500" b="0" i="0" u="none" strike="noStrike" cap="none" normalizeH="0" baseline="0">
                        <a:ln>
                          <a:noFill/>
                        </a:ln>
                        <a:solidFill>
                          <a:schemeClr val="tx1"/>
                        </a:solidFill>
                        <a:effectLst/>
                        <a:latin typeface="Times New Roman" panose="02020603050405020304" pitchFamily="18" charset="0"/>
                        <a:ea typeface="黑体" panose="02010609060101010101" pitchFamily="49" charset="-122"/>
                      </a:endParaRPr>
                    </a:p>
                  </a:txBody>
                  <a:tcPr marL="46132" marR="46132" marT="24604" marB="24604"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chemeClr val="accent4">
                        <a:lumMod val="20000"/>
                        <a:lumOff val="80000"/>
                      </a:schemeClr>
                    </a:solidFill>
                  </a:tcPr>
                </a:tc>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endParaRPr kumimoji="0" lang="zh-CN" altLang="zh-CN" sz="1500" b="0" i="0" u="none" strike="noStrike" cap="none" normalizeH="0" baseline="0">
                        <a:ln>
                          <a:noFill/>
                        </a:ln>
                        <a:solidFill>
                          <a:schemeClr val="tx1"/>
                        </a:solidFill>
                        <a:effectLst/>
                        <a:latin typeface="Times New Roman" panose="02020603050405020304" pitchFamily="18" charset="0"/>
                        <a:ea typeface="黑体" panose="02010609060101010101" pitchFamily="49" charset="-122"/>
                      </a:endParaRPr>
                    </a:p>
                  </a:txBody>
                  <a:tcPr marL="46132" marR="46132" marT="24604" marB="24604"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chemeClr val="accent4">
                        <a:lumMod val="20000"/>
                        <a:lumOff val="80000"/>
                      </a:schemeClr>
                    </a:solidFill>
                  </a:tcPr>
                </a:tc>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endParaRPr kumimoji="0" lang="zh-CN" altLang="zh-CN" sz="1500" b="0" i="0" u="none" strike="noStrike" cap="none" normalizeH="0" baseline="0" dirty="0">
                        <a:ln>
                          <a:noFill/>
                        </a:ln>
                        <a:solidFill>
                          <a:schemeClr val="tx1"/>
                        </a:solidFill>
                        <a:effectLst/>
                        <a:latin typeface="Times New Roman" panose="02020603050405020304" pitchFamily="18" charset="0"/>
                        <a:ea typeface="黑体" panose="02010609060101010101" pitchFamily="49" charset="-122"/>
                      </a:endParaRPr>
                    </a:p>
                  </a:txBody>
                  <a:tcPr marL="46132" marR="46132" marT="24604" marB="24604" anchor="ct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chemeClr val="accent4">
                        <a:lumMod val="20000"/>
                        <a:lumOff val="80000"/>
                      </a:schemeClr>
                    </a:solidFill>
                  </a:tcPr>
                </a:tc>
                <a:extLst>
                  <a:ext uri="{0D108BD9-81ED-4DB2-BD59-A6C34878D82A}">
                    <a16:rowId xmlns:a16="http://schemas.microsoft.com/office/drawing/2014/main" val="10006"/>
                  </a:ext>
                </a:extLst>
              </a:tr>
            </a:tbl>
          </a:graphicData>
        </a:graphic>
      </p:graphicFrame>
      <p:sp>
        <p:nvSpPr>
          <p:cNvPr id="7" name="箭头: 下 6">
            <a:extLst>
              <a:ext uri="{FF2B5EF4-FFF2-40B4-BE49-F238E27FC236}">
                <a16:creationId xmlns:a16="http://schemas.microsoft.com/office/drawing/2014/main" id="{0B8166FD-DA12-38FA-C324-906F42C1055E}"/>
              </a:ext>
            </a:extLst>
          </p:cNvPr>
          <p:cNvSpPr/>
          <p:nvPr/>
        </p:nvSpPr>
        <p:spPr>
          <a:xfrm>
            <a:off x="1681224" y="5354450"/>
            <a:ext cx="275207" cy="319596"/>
          </a:xfrm>
          <a:prstGeom prst="downArrow">
            <a:avLst/>
          </a:prstGeom>
          <a:solidFill>
            <a:srgbClr val="FF0000"/>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8" name="箭头: 下 7">
            <a:extLst>
              <a:ext uri="{FF2B5EF4-FFF2-40B4-BE49-F238E27FC236}">
                <a16:creationId xmlns:a16="http://schemas.microsoft.com/office/drawing/2014/main" id="{75C7A7E3-B306-D58C-F116-C8A989A53961}"/>
              </a:ext>
            </a:extLst>
          </p:cNvPr>
          <p:cNvSpPr/>
          <p:nvPr/>
        </p:nvSpPr>
        <p:spPr>
          <a:xfrm>
            <a:off x="4638967" y="5354450"/>
            <a:ext cx="275207" cy="319596"/>
          </a:xfrm>
          <a:prstGeom prst="downArrow">
            <a:avLst/>
          </a:prstGeom>
          <a:solidFill>
            <a:srgbClr val="FF0000"/>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zh-CN" altLang="en-US"/>
          </a:p>
        </p:txBody>
      </p:sp>
    </p:spTree>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7"/>
                                        </p:tgtEl>
                                        <p:attrNameLst>
                                          <p:attrName>style.visibility</p:attrName>
                                        </p:attrNameLst>
                                      </p:cBhvr>
                                      <p:to>
                                        <p:strVal val="visible"/>
                                      </p:to>
                                    </p:set>
                                    <p:animEffect transition="in" filter="fade">
                                      <p:cBhvr>
                                        <p:cTn id="7" dur="500"/>
                                        <p:tgtEl>
                                          <p:spTgt spid="7"/>
                                        </p:tgtEl>
                                      </p:cBhvr>
                                    </p:animEffect>
                                  </p:childTnLst>
                                </p:cTn>
                              </p:par>
                              <p:par>
                                <p:cTn id="8" presetID="10" presetClass="entr" presetSubtype="0" fill="hold" grpId="0" nodeType="withEffect">
                                  <p:stCondLst>
                                    <p:cond delay="0"/>
                                  </p:stCondLst>
                                  <p:childTnLst>
                                    <p:set>
                                      <p:cBhvr>
                                        <p:cTn id="9" dur="1" fill="hold">
                                          <p:stCondLst>
                                            <p:cond delay="0"/>
                                          </p:stCondLst>
                                        </p:cTn>
                                        <p:tgtEl>
                                          <p:spTgt spid="8"/>
                                        </p:tgtEl>
                                        <p:attrNameLst>
                                          <p:attrName>style.visibility</p:attrName>
                                        </p:attrNameLst>
                                      </p:cBhvr>
                                      <p:to>
                                        <p:strVal val="visible"/>
                                      </p:to>
                                    </p:set>
                                    <p:animEffect transition="in" filter="fade">
                                      <p:cBhvr>
                                        <p:cTn id="10" dur="500"/>
                                        <p:tgtEl>
                                          <p:spTgt spid="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animBg="1"/>
      <p:bldP spid="8" grpId="0" animBg="1"/>
    </p:bldLst>
  </p:timing>
</p:sld>
</file>

<file path=ppt/slides/slide2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7890" name="Rectangle 2">
            <a:extLst>
              <a:ext uri="{FF2B5EF4-FFF2-40B4-BE49-F238E27FC236}">
                <a16:creationId xmlns:a16="http://schemas.microsoft.com/office/drawing/2014/main" id="{3328CFB7-2E5A-4A07-829A-32C9EDB359DB}"/>
              </a:ext>
            </a:extLst>
          </p:cNvPr>
          <p:cNvSpPr>
            <a:spLocks noGrp="1" noChangeArrowheads="1"/>
          </p:cNvSpPr>
          <p:nvPr>
            <p:ph type="title"/>
          </p:nvPr>
        </p:nvSpPr>
        <p:spPr/>
        <p:txBody>
          <a:bodyPr/>
          <a:lstStyle/>
          <a:p>
            <a:pPr eaLnBrk="1" hangingPunct="1"/>
            <a:r>
              <a:rPr lang="en-US" altLang="zh-CN"/>
              <a:t>3.3.4 </a:t>
            </a:r>
            <a:r>
              <a:rPr lang="zh-CN" altLang="en-US"/>
              <a:t>非递归的预测分析</a:t>
            </a:r>
          </a:p>
        </p:txBody>
      </p:sp>
      <p:sp>
        <p:nvSpPr>
          <p:cNvPr id="37891" name="Rectangle 3">
            <a:extLst>
              <a:ext uri="{FF2B5EF4-FFF2-40B4-BE49-F238E27FC236}">
                <a16:creationId xmlns:a16="http://schemas.microsoft.com/office/drawing/2014/main" id="{4653CC36-45EA-416F-B9E7-C806A72FD8E4}"/>
              </a:ext>
            </a:extLst>
          </p:cNvPr>
          <p:cNvSpPr>
            <a:spLocks noGrp="1" noChangeArrowheads="1"/>
          </p:cNvSpPr>
          <p:nvPr>
            <p:ph idx="1"/>
          </p:nvPr>
        </p:nvSpPr>
        <p:spPr/>
        <p:txBody>
          <a:bodyPr/>
          <a:lstStyle/>
          <a:p>
            <a:pPr eaLnBrk="1" hangingPunct="1">
              <a:lnSpc>
                <a:spcPct val="90000"/>
              </a:lnSpc>
              <a:buFont typeface="Wingdings" panose="05000000000000000000" pitchFamily="2" charset="2"/>
              <a:buNone/>
            </a:pPr>
            <a:r>
              <a:rPr lang="zh-CN" altLang="en-US" sz="2800"/>
              <a:t>预测分析器接受输入</a:t>
            </a:r>
            <a:r>
              <a:rPr lang="en-US" altLang="zh-CN" sz="2800" b="1">
                <a:latin typeface="Times New Roman" panose="02020603050405020304" pitchFamily="18" charset="0"/>
              </a:rPr>
              <a:t>id</a:t>
            </a:r>
            <a:r>
              <a:rPr lang="en-US" altLang="zh-CN" sz="2800">
                <a:latin typeface="Times New Roman" panose="02020603050405020304" pitchFamily="18" charset="0"/>
              </a:rPr>
              <a:t> * </a:t>
            </a:r>
            <a:r>
              <a:rPr lang="en-US" altLang="zh-CN" sz="2800" b="1">
                <a:latin typeface="Times New Roman" panose="02020603050405020304" pitchFamily="18" charset="0"/>
              </a:rPr>
              <a:t>id</a:t>
            </a:r>
            <a:r>
              <a:rPr lang="en-US" altLang="zh-CN" sz="2800">
                <a:latin typeface="Times New Roman" panose="02020603050405020304" pitchFamily="18" charset="0"/>
              </a:rPr>
              <a:t> + </a:t>
            </a:r>
            <a:r>
              <a:rPr lang="en-US" altLang="zh-CN" sz="2800" b="1">
                <a:latin typeface="Times New Roman" panose="02020603050405020304" pitchFamily="18" charset="0"/>
              </a:rPr>
              <a:t>id</a:t>
            </a:r>
            <a:r>
              <a:rPr lang="zh-CN" altLang="en-US" sz="2800"/>
              <a:t>的动作</a:t>
            </a:r>
          </a:p>
        </p:txBody>
      </p:sp>
      <p:graphicFrame>
        <p:nvGraphicFramePr>
          <p:cNvPr id="5" name="Group 4">
            <a:extLst>
              <a:ext uri="{FF2B5EF4-FFF2-40B4-BE49-F238E27FC236}">
                <a16:creationId xmlns:a16="http://schemas.microsoft.com/office/drawing/2014/main" id="{FB289768-7A1E-4007-9A08-9B0019375272}"/>
              </a:ext>
            </a:extLst>
          </p:cNvPr>
          <p:cNvGraphicFramePr>
            <a:graphicFrameLocks/>
          </p:cNvGraphicFramePr>
          <p:nvPr/>
        </p:nvGraphicFramePr>
        <p:xfrm>
          <a:off x="609600" y="1981200"/>
          <a:ext cx="8305800" cy="4667252"/>
        </p:xfrm>
        <a:graphic>
          <a:graphicData uri="http://schemas.openxmlformats.org/drawingml/2006/table">
            <a:tbl>
              <a:tblPr/>
              <a:tblGrid>
                <a:gridCol w="2667000">
                  <a:extLst>
                    <a:ext uri="{9D8B030D-6E8A-4147-A177-3AD203B41FA5}">
                      <a16:colId xmlns:a16="http://schemas.microsoft.com/office/drawing/2014/main" val="20000"/>
                    </a:ext>
                  </a:extLst>
                </a:gridCol>
                <a:gridCol w="2832100">
                  <a:extLst>
                    <a:ext uri="{9D8B030D-6E8A-4147-A177-3AD203B41FA5}">
                      <a16:colId xmlns:a16="http://schemas.microsoft.com/office/drawing/2014/main" val="20001"/>
                    </a:ext>
                  </a:extLst>
                </a:gridCol>
                <a:gridCol w="2806700">
                  <a:extLst>
                    <a:ext uri="{9D8B030D-6E8A-4147-A177-3AD203B41FA5}">
                      <a16:colId xmlns:a16="http://schemas.microsoft.com/office/drawing/2014/main" val="20002"/>
                    </a:ext>
                  </a:extLst>
                </a:gridCol>
              </a:tblGrid>
              <a:tr h="518160">
                <a:tc>
                  <a:txBody>
                    <a:body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itchFamily="2" charset="2"/>
                        <a:buNone/>
                        <a:tabLst/>
                      </a:pPr>
                      <a:r>
                        <a:rPr kumimoji="0" lang="zh-CN" altLang="en-US" sz="2800" b="0" i="0" u="none" strike="noStrike" cap="none" normalizeH="0" baseline="0">
                          <a:ln>
                            <a:noFill/>
                          </a:ln>
                          <a:solidFill>
                            <a:schemeClr val="tx1"/>
                          </a:solidFill>
                          <a:effectLst/>
                          <a:latin typeface="Times New Roman" pitchFamily="18" charset="0"/>
                          <a:ea typeface="黑体" pitchFamily="2" charset="-122"/>
                        </a:rPr>
                        <a:t>栈 </a:t>
                      </a:r>
                    </a:p>
                  </a:txBody>
                  <a:tcPr horzOverflow="overflow">
                    <a:lnL w="28575"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28575"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a:txBody>
                    <a:body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itchFamily="2" charset="2"/>
                        <a:buNone/>
                        <a:tabLst/>
                      </a:pPr>
                      <a:r>
                        <a:rPr kumimoji="0" lang="zh-CN" altLang="en-US" sz="2800" b="0" i="0" u="none" strike="noStrike" cap="none" normalizeH="0" baseline="0">
                          <a:ln>
                            <a:noFill/>
                          </a:ln>
                          <a:solidFill>
                            <a:schemeClr val="tx1"/>
                          </a:solidFill>
                          <a:effectLst/>
                          <a:latin typeface="Times New Roman" pitchFamily="18" charset="0"/>
                          <a:ea typeface="黑体" pitchFamily="2" charset="-122"/>
                        </a:rPr>
                        <a:t>输    入 </a:t>
                      </a:r>
                    </a:p>
                  </a:txBody>
                  <a:tcPr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28575"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a:txBody>
                    <a:body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itchFamily="2" charset="2"/>
                        <a:buNone/>
                        <a:tabLst/>
                      </a:pPr>
                      <a:r>
                        <a:rPr kumimoji="0" lang="zh-CN" altLang="en-US" sz="2800" b="0" i="0" u="none" strike="noStrike" cap="none" normalizeH="0" baseline="0">
                          <a:ln>
                            <a:noFill/>
                          </a:ln>
                          <a:solidFill>
                            <a:schemeClr val="tx1"/>
                          </a:solidFill>
                          <a:effectLst/>
                          <a:latin typeface="Times New Roman" pitchFamily="18" charset="0"/>
                          <a:ea typeface="黑体" pitchFamily="2" charset="-122"/>
                        </a:rPr>
                        <a:t>输    出 </a:t>
                      </a:r>
                    </a:p>
                  </a:txBody>
                  <a:tcPr horzOverflow="overflow">
                    <a:lnL w="12700" cap="flat" cmpd="sng" algn="ctr">
                      <a:solidFill>
                        <a:schemeClr val="tx1"/>
                      </a:solidFill>
                      <a:prstDash val="solid"/>
                      <a:round/>
                      <a:headEnd type="none" w="sm" len="sm"/>
                      <a:tailEnd type="none" w="sm" len="sm"/>
                    </a:lnL>
                    <a:lnR w="28575" cap="flat" cmpd="sng" algn="ctr">
                      <a:solidFill>
                        <a:schemeClr val="tx1"/>
                      </a:solidFill>
                      <a:prstDash val="solid"/>
                      <a:round/>
                      <a:headEnd type="none" w="sm" len="sm"/>
                      <a:tailEnd type="none" w="sm" len="sm"/>
                    </a:lnR>
                    <a:lnT w="28575"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extLst>
                  <a:ext uri="{0D108BD9-81ED-4DB2-BD59-A6C34878D82A}">
                    <a16:rowId xmlns:a16="http://schemas.microsoft.com/office/drawing/2014/main" val="10000"/>
                  </a:ext>
                </a:extLst>
              </a:tr>
              <a:tr h="519113">
                <a:tc>
                  <a:txBody>
                    <a:bodyPr/>
                    <a:lstStyle/>
                    <a:p>
                      <a:pPr marL="0" marR="0" lvl="0" indent="0" algn="l" defTabSz="914400" rtl="0" eaLnBrk="1" fontAlgn="base" latinLnBrk="0" hangingPunct="1">
                        <a:lnSpc>
                          <a:spcPct val="100000"/>
                        </a:lnSpc>
                        <a:spcBef>
                          <a:spcPct val="20000"/>
                        </a:spcBef>
                        <a:spcAft>
                          <a:spcPct val="0"/>
                        </a:spcAft>
                        <a:buClr>
                          <a:schemeClr val="folHlink"/>
                        </a:buClr>
                        <a:buSzPct val="60000"/>
                        <a:buFont typeface="Wingdings" pitchFamily="2" charset="2"/>
                        <a:buNone/>
                        <a:tabLst/>
                      </a:pPr>
                      <a:r>
                        <a:rPr kumimoji="0" lang="en-US" altLang="zh-CN" sz="2800" b="1" i="0" u="none" strike="noStrike" cap="none" normalizeH="0" baseline="0">
                          <a:ln>
                            <a:noFill/>
                          </a:ln>
                          <a:solidFill>
                            <a:schemeClr val="tx1"/>
                          </a:solidFill>
                          <a:effectLst/>
                          <a:latin typeface="Times New Roman" pitchFamily="18" charset="0"/>
                          <a:ea typeface="黑体" pitchFamily="2" charset="-122"/>
                        </a:rPr>
                        <a:t>$</a:t>
                      </a:r>
                      <a:r>
                        <a:rPr kumimoji="0" lang="en-US" altLang="zh-CN" sz="2800" b="1" i="1" u="none" strike="noStrike" cap="none" normalizeH="0" baseline="0">
                          <a:ln>
                            <a:noFill/>
                          </a:ln>
                          <a:solidFill>
                            <a:schemeClr val="tx1"/>
                          </a:solidFill>
                          <a:effectLst/>
                          <a:latin typeface="Times New Roman" pitchFamily="18" charset="0"/>
                          <a:ea typeface="黑体" pitchFamily="2" charset="-122"/>
                        </a:rPr>
                        <a:t>E </a:t>
                      </a:r>
                      <a:r>
                        <a:rPr kumimoji="0" lang="en-US" altLang="zh-CN" sz="2800" b="1" i="0" u="none" strike="noStrike" cap="none" normalizeH="0" baseline="0">
                          <a:ln>
                            <a:noFill/>
                          </a:ln>
                          <a:solidFill>
                            <a:schemeClr val="tx1"/>
                          </a:solidFill>
                          <a:effectLst/>
                          <a:latin typeface="Times New Roman" pitchFamily="18" charset="0"/>
                          <a:ea typeface="黑体" pitchFamily="2" charset="-122"/>
                          <a:sym typeface="Symbol" pitchFamily="18" charset="2"/>
                        </a:rPr>
                        <a:t></a:t>
                      </a:r>
                      <a:r>
                        <a:rPr kumimoji="0" lang="en-US" altLang="zh-CN" sz="2800" b="1" i="1" u="none" strike="noStrike" cap="none" normalizeH="0" baseline="0">
                          <a:ln>
                            <a:noFill/>
                          </a:ln>
                          <a:solidFill>
                            <a:schemeClr val="tx1"/>
                          </a:solidFill>
                          <a:effectLst/>
                          <a:latin typeface="Times New Roman" pitchFamily="18" charset="0"/>
                          <a:ea typeface="黑体" pitchFamily="2" charset="-122"/>
                        </a:rPr>
                        <a:t>T </a:t>
                      </a:r>
                      <a:r>
                        <a:rPr kumimoji="0" lang="en-US" altLang="zh-CN" sz="2800" b="1" i="0" u="none" strike="noStrike" cap="none" normalizeH="0" baseline="0">
                          <a:ln>
                            <a:noFill/>
                          </a:ln>
                          <a:solidFill>
                            <a:schemeClr val="tx1"/>
                          </a:solidFill>
                          <a:effectLst/>
                          <a:latin typeface="Times New Roman" pitchFamily="18" charset="0"/>
                          <a:ea typeface="黑体" pitchFamily="2" charset="-122"/>
                          <a:sym typeface="Symbol" pitchFamily="18" charset="2"/>
                        </a:rPr>
                        <a:t></a:t>
                      </a:r>
                      <a:r>
                        <a:rPr kumimoji="0" lang="en-US" altLang="zh-CN" sz="2800" b="1" i="0" u="none" strike="noStrike" cap="none" normalizeH="0" baseline="0">
                          <a:ln>
                            <a:noFill/>
                          </a:ln>
                          <a:solidFill>
                            <a:schemeClr val="tx1"/>
                          </a:solidFill>
                          <a:effectLst/>
                          <a:latin typeface="Times New Roman" pitchFamily="18" charset="0"/>
                          <a:ea typeface="黑体" pitchFamily="2" charset="-122"/>
                        </a:rPr>
                        <a:t> id</a:t>
                      </a:r>
                      <a:r>
                        <a:rPr kumimoji="0" lang="en-US" altLang="zh-CN" sz="2800" b="0" i="0" u="none" strike="noStrike" cap="none" normalizeH="0" baseline="0">
                          <a:ln>
                            <a:noFill/>
                          </a:ln>
                          <a:solidFill>
                            <a:schemeClr val="tx1"/>
                          </a:solidFill>
                          <a:effectLst/>
                          <a:latin typeface="Times New Roman" pitchFamily="18" charset="0"/>
                          <a:ea typeface="黑体" pitchFamily="2" charset="-122"/>
                        </a:rPr>
                        <a:t> </a:t>
                      </a:r>
                    </a:p>
                  </a:txBody>
                  <a:tcPr horzOverflow="overflow">
                    <a:lnL w="28575"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
                          <a:schemeClr val="folHlink"/>
                        </a:buClr>
                        <a:buSzPct val="60000"/>
                        <a:buFont typeface="Wingdings" pitchFamily="2" charset="2"/>
                        <a:buNone/>
                        <a:tabLst/>
                      </a:pPr>
                      <a:r>
                        <a:rPr kumimoji="0" lang="en-US" altLang="zh-CN" sz="2800" b="1" i="0" u="none" strike="noStrike" cap="none" normalizeH="0" baseline="0">
                          <a:ln>
                            <a:noFill/>
                          </a:ln>
                          <a:solidFill>
                            <a:schemeClr val="tx1"/>
                          </a:solidFill>
                          <a:effectLst/>
                          <a:latin typeface="Times New Roman" pitchFamily="18" charset="0"/>
                          <a:ea typeface="黑体" pitchFamily="2" charset="-122"/>
                        </a:rPr>
                        <a:t>       id + id$</a:t>
                      </a:r>
                      <a:r>
                        <a:rPr kumimoji="0" lang="en-US" altLang="zh-CN" sz="2800" b="0" i="0" u="none" strike="noStrike" cap="none" normalizeH="0" baseline="0">
                          <a:ln>
                            <a:noFill/>
                          </a:ln>
                          <a:solidFill>
                            <a:schemeClr val="tx1"/>
                          </a:solidFill>
                          <a:effectLst/>
                          <a:latin typeface="Times New Roman" pitchFamily="18" charset="0"/>
                          <a:ea typeface="黑体" pitchFamily="2" charset="-122"/>
                        </a:rPr>
                        <a:t>  </a:t>
                      </a:r>
                    </a:p>
                  </a:txBody>
                  <a:tcPr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
                          <a:schemeClr val="folHlink"/>
                        </a:buClr>
                        <a:buSzPct val="60000"/>
                        <a:buFont typeface="Wingdings" pitchFamily="2" charset="2"/>
                        <a:buNone/>
                        <a:tabLst/>
                      </a:pPr>
                      <a:r>
                        <a:rPr kumimoji="0" lang="en-US" altLang="zh-CN" sz="2800" b="1" i="1" u="none" strike="noStrike" cap="none" normalizeH="0" baseline="0">
                          <a:ln>
                            <a:noFill/>
                          </a:ln>
                          <a:solidFill>
                            <a:schemeClr val="tx1"/>
                          </a:solidFill>
                          <a:effectLst/>
                          <a:latin typeface="Times New Roman" pitchFamily="18" charset="0"/>
                          <a:ea typeface="黑体" pitchFamily="2" charset="-122"/>
                        </a:rPr>
                        <a:t>F</a:t>
                      </a:r>
                      <a:r>
                        <a:rPr kumimoji="0" lang="en-US" altLang="zh-CN" sz="2800" b="1" i="0" u="none" strike="noStrike" cap="none" normalizeH="0" baseline="0">
                          <a:ln>
                            <a:noFill/>
                          </a:ln>
                          <a:solidFill>
                            <a:schemeClr val="tx1"/>
                          </a:solidFill>
                          <a:effectLst/>
                          <a:latin typeface="Times New Roman" pitchFamily="18" charset="0"/>
                          <a:ea typeface="黑体" pitchFamily="2" charset="-122"/>
                        </a:rPr>
                        <a:t> </a:t>
                      </a:r>
                      <a:r>
                        <a:rPr kumimoji="0" lang="en-US" altLang="zh-CN" sz="2800" b="1" i="0" u="none" strike="noStrike" cap="none" normalizeH="0" baseline="0">
                          <a:ln>
                            <a:noFill/>
                          </a:ln>
                          <a:solidFill>
                            <a:schemeClr val="tx1"/>
                          </a:solidFill>
                          <a:effectLst/>
                          <a:latin typeface="Times New Roman" pitchFamily="18" charset="0"/>
                          <a:ea typeface="黑体" pitchFamily="2" charset="-122"/>
                          <a:sym typeface="Symbol" pitchFamily="18" charset="2"/>
                        </a:rPr>
                        <a:t></a:t>
                      </a:r>
                      <a:r>
                        <a:rPr kumimoji="0" lang="en-US" altLang="zh-CN" sz="2800" b="1" i="0" u="none" strike="noStrike" cap="none" normalizeH="0" baseline="0">
                          <a:ln>
                            <a:noFill/>
                          </a:ln>
                          <a:solidFill>
                            <a:schemeClr val="tx1"/>
                          </a:solidFill>
                          <a:effectLst/>
                          <a:latin typeface="Times New Roman" pitchFamily="18" charset="0"/>
                          <a:ea typeface="黑体" pitchFamily="2" charset="-122"/>
                        </a:rPr>
                        <a:t> id</a:t>
                      </a:r>
                      <a:r>
                        <a:rPr kumimoji="0" lang="en-US" altLang="zh-CN" sz="2800" b="0" i="0" u="none" strike="noStrike" cap="none" normalizeH="0" baseline="0">
                          <a:ln>
                            <a:noFill/>
                          </a:ln>
                          <a:solidFill>
                            <a:schemeClr val="tx1"/>
                          </a:solidFill>
                          <a:effectLst/>
                          <a:latin typeface="Times New Roman" pitchFamily="18" charset="0"/>
                          <a:ea typeface="黑体" pitchFamily="2" charset="-122"/>
                        </a:rPr>
                        <a:t> </a:t>
                      </a:r>
                    </a:p>
                  </a:txBody>
                  <a:tcPr horzOverflow="overflow">
                    <a:lnL w="12700" cap="flat" cmpd="sng" algn="ctr">
                      <a:solidFill>
                        <a:schemeClr val="tx1"/>
                      </a:solidFill>
                      <a:prstDash val="solid"/>
                      <a:round/>
                      <a:headEnd type="none" w="sm" len="sm"/>
                      <a:tailEnd type="none" w="sm" len="sm"/>
                    </a:lnL>
                    <a:lnR w="28575"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1"/>
                  </a:ext>
                </a:extLst>
              </a:tr>
              <a:tr h="518160">
                <a:tc>
                  <a:txBody>
                    <a:bodyPr/>
                    <a:lstStyle/>
                    <a:p>
                      <a:pPr marL="0" marR="0" lvl="0" indent="0" algn="l" defTabSz="914400" rtl="0" eaLnBrk="1" fontAlgn="base" latinLnBrk="0" hangingPunct="1">
                        <a:lnSpc>
                          <a:spcPct val="100000"/>
                        </a:lnSpc>
                        <a:spcBef>
                          <a:spcPct val="20000"/>
                        </a:spcBef>
                        <a:spcAft>
                          <a:spcPct val="0"/>
                        </a:spcAft>
                        <a:buClr>
                          <a:schemeClr val="folHlink"/>
                        </a:buClr>
                        <a:buSzPct val="60000"/>
                        <a:buFont typeface="Wingdings" pitchFamily="2" charset="2"/>
                        <a:buNone/>
                        <a:tabLst/>
                      </a:pPr>
                      <a:r>
                        <a:rPr kumimoji="0" lang="en-US" altLang="zh-CN" sz="2800" b="1" i="0" u="none" strike="noStrike" cap="none" normalizeH="0" baseline="0">
                          <a:ln>
                            <a:noFill/>
                          </a:ln>
                          <a:solidFill>
                            <a:schemeClr val="tx1"/>
                          </a:solidFill>
                          <a:effectLst/>
                          <a:latin typeface="Times New Roman" pitchFamily="18" charset="0"/>
                          <a:ea typeface="黑体" pitchFamily="2" charset="-122"/>
                        </a:rPr>
                        <a:t>$</a:t>
                      </a:r>
                      <a:r>
                        <a:rPr kumimoji="0" lang="en-US" altLang="zh-CN" sz="2800" b="1" i="1" u="none" strike="noStrike" cap="none" normalizeH="0" baseline="0">
                          <a:ln>
                            <a:noFill/>
                          </a:ln>
                          <a:solidFill>
                            <a:schemeClr val="tx1"/>
                          </a:solidFill>
                          <a:effectLst/>
                          <a:latin typeface="Times New Roman" pitchFamily="18" charset="0"/>
                          <a:ea typeface="黑体" pitchFamily="2" charset="-122"/>
                        </a:rPr>
                        <a:t>E </a:t>
                      </a:r>
                      <a:r>
                        <a:rPr kumimoji="0" lang="en-US" altLang="zh-CN" sz="2800" b="1" i="0" u="none" strike="noStrike" cap="none" normalizeH="0" baseline="0">
                          <a:ln>
                            <a:noFill/>
                          </a:ln>
                          <a:solidFill>
                            <a:schemeClr val="tx1"/>
                          </a:solidFill>
                          <a:effectLst/>
                          <a:latin typeface="Times New Roman" pitchFamily="18" charset="0"/>
                          <a:ea typeface="黑体" pitchFamily="2" charset="-122"/>
                          <a:sym typeface="Symbol" pitchFamily="18" charset="2"/>
                        </a:rPr>
                        <a:t></a:t>
                      </a:r>
                      <a:r>
                        <a:rPr kumimoji="0" lang="en-US" altLang="zh-CN" sz="2800" b="1" i="1" u="none" strike="noStrike" cap="none" normalizeH="0" baseline="0">
                          <a:ln>
                            <a:noFill/>
                          </a:ln>
                          <a:solidFill>
                            <a:schemeClr val="tx1"/>
                          </a:solidFill>
                          <a:effectLst/>
                          <a:latin typeface="Times New Roman" pitchFamily="18" charset="0"/>
                          <a:ea typeface="黑体" pitchFamily="2" charset="-122"/>
                        </a:rPr>
                        <a:t>T </a:t>
                      </a:r>
                      <a:r>
                        <a:rPr kumimoji="0" lang="en-US" altLang="zh-CN" sz="2800" b="1" i="0" u="none" strike="noStrike" cap="none" normalizeH="0" baseline="0">
                          <a:ln>
                            <a:noFill/>
                          </a:ln>
                          <a:solidFill>
                            <a:schemeClr val="tx1"/>
                          </a:solidFill>
                          <a:effectLst/>
                          <a:latin typeface="Times New Roman" pitchFamily="18" charset="0"/>
                          <a:ea typeface="黑体" pitchFamily="2" charset="-122"/>
                          <a:sym typeface="Symbol" pitchFamily="18" charset="2"/>
                        </a:rPr>
                        <a:t></a:t>
                      </a:r>
                    </a:p>
                  </a:txBody>
                  <a:tcPr horzOverflow="overflow">
                    <a:lnL w="28575"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
                          <a:schemeClr val="folHlink"/>
                        </a:buClr>
                        <a:buSzPct val="60000"/>
                        <a:buFont typeface="Wingdings" pitchFamily="2" charset="2"/>
                        <a:buNone/>
                        <a:tabLst/>
                      </a:pPr>
                      <a:r>
                        <a:rPr kumimoji="0" lang="en-US" altLang="zh-CN" sz="2800" b="1" i="0" u="none" strike="noStrike" cap="none" normalizeH="0" baseline="0">
                          <a:ln>
                            <a:noFill/>
                          </a:ln>
                          <a:solidFill>
                            <a:schemeClr val="tx1"/>
                          </a:solidFill>
                          <a:effectLst/>
                          <a:latin typeface="Times New Roman" pitchFamily="18" charset="0"/>
                          <a:ea typeface="黑体" pitchFamily="2" charset="-122"/>
                        </a:rPr>
                        <a:t>           + id$</a:t>
                      </a:r>
                    </a:p>
                  </a:txBody>
                  <a:tcPr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
                          <a:schemeClr val="folHlink"/>
                        </a:buClr>
                        <a:buSzPct val="60000"/>
                        <a:buFont typeface="Wingdings" pitchFamily="2" charset="2"/>
                        <a:buNone/>
                        <a:tabLst/>
                      </a:pPr>
                      <a:endParaRPr kumimoji="0" lang="zh-CN" altLang="zh-CN" sz="2800" b="1" i="0" u="none" strike="noStrike" cap="none" normalizeH="0" baseline="0">
                        <a:ln>
                          <a:noFill/>
                        </a:ln>
                        <a:solidFill>
                          <a:schemeClr val="tx1"/>
                        </a:solidFill>
                        <a:effectLst/>
                        <a:latin typeface="Times New Roman" pitchFamily="18" charset="0"/>
                        <a:ea typeface="黑体" pitchFamily="2" charset="-122"/>
                      </a:endParaRPr>
                    </a:p>
                  </a:txBody>
                  <a:tcPr horzOverflow="overflow">
                    <a:lnL w="12700" cap="flat" cmpd="sng" algn="ctr">
                      <a:solidFill>
                        <a:schemeClr val="tx1"/>
                      </a:solidFill>
                      <a:prstDash val="solid"/>
                      <a:round/>
                      <a:headEnd type="none" w="sm" len="sm"/>
                      <a:tailEnd type="none" w="sm" len="sm"/>
                    </a:lnL>
                    <a:lnR w="28575" cap="flat" cmpd="sng" algn="ctr">
                      <a:solidFill>
                        <a:schemeClr val="tx1"/>
                      </a:solidFill>
                      <a:prstDash val="solid"/>
                      <a:round/>
                      <a:headEnd type="none" w="sm" len="sm"/>
                      <a:tailEnd type="none" w="sm" len="sm"/>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2"/>
                  </a:ext>
                </a:extLst>
              </a:tr>
              <a:tr h="519113">
                <a:tc>
                  <a:txBody>
                    <a:bodyPr/>
                    <a:lstStyle/>
                    <a:p>
                      <a:pPr marL="0" marR="0" lvl="0" indent="0" algn="l" defTabSz="914400" rtl="0" eaLnBrk="1" fontAlgn="base" latinLnBrk="0" hangingPunct="1">
                        <a:lnSpc>
                          <a:spcPct val="100000"/>
                        </a:lnSpc>
                        <a:spcBef>
                          <a:spcPct val="20000"/>
                        </a:spcBef>
                        <a:spcAft>
                          <a:spcPct val="0"/>
                        </a:spcAft>
                        <a:buClr>
                          <a:schemeClr val="folHlink"/>
                        </a:buClr>
                        <a:buSzPct val="60000"/>
                        <a:buFont typeface="Wingdings" pitchFamily="2" charset="2"/>
                        <a:buNone/>
                        <a:tabLst/>
                      </a:pPr>
                      <a:r>
                        <a:rPr kumimoji="0" lang="en-US" altLang="zh-CN" sz="2800" b="1" i="0" u="none" strike="noStrike" cap="none" normalizeH="0" baseline="0">
                          <a:ln>
                            <a:noFill/>
                          </a:ln>
                          <a:solidFill>
                            <a:schemeClr val="tx1"/>
                          </a:solidFill>
                          <a:effectLst/>
                          <a:latin typeface="Times New Roman" pitchFamily="18" charset="0"/>
                          <a:ea typeface="黑体" pitchFamily="2" charset="-122"/>
                        </a:rPr>
                        <a:t>$</a:t>
                      </a:r>
                      <a:r>
                        <a:rPr kumimoji="0" lang="en-US" altLang="zh-CN" sz="2800" b="1" i="1" u="none" strike="noStrike" cap="none" normalizeH="0" baseline="0">
                          <a:ln>
                            <a:noFill/>
                          </a:ln>
                          <a:solidFill>
                            <a:schemeClr val="tx1"/>
                          </a:solidFill>
                          <a:effectLst/>
                          <a:latin typeface="Times New Roman" pitchFamily="18" charset="0"/>
                          <a:ea typeface="黑体" pitchFamily="2" charset="-122"/>
                        </a:rPr>
                        <a:t>E </a:t>
                      </a:r>
                      <a:r>
                        <a:rPr kumimoji="0" lang="en-US" altLang="zh-CN" sz="2800" b="1" i="0" u="none" strike="noStrike" cap="none" normalizeH="0" baseline="0">
                          <a:ln>
                            <a:noFill/>
                          </a:ln>
                          <a:solidFill>
                            <a:schemeClr val="tx1"/>
                          </a:solidFill>
                          <a:effectLst/>
                          <a:latin typeface="Times New Roman" pitchFamily="18" charset="0"/>
                          <a:ea typeface="黑体" pitchFamily="2" charset="-122"/>
                          <a:sym typeface="Symbol" pitchFamily="18" charset="2"/>
                        </a:rPr>
                        <a:t></a:t>
                      </a:r>
                    </a:p>
                  </a:txBody>
                  <a:tcPr horzOverflow="overflow">
                    <a:lnL w="28575"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
                          <a:schemeClr val="folHlink"/>
                        </a:buClr>
                        <a:buSzPct val="60000"/>
                        <a:buFont typeface="Wingdings" pitchFamily="2" charset="2"/>
                        <a:buNone/>
                        <a:tabLst/>
                      </a:pPr>
                      <a:r>
                        <a:rPr kumimoji="0" lang="en-US" altLang="zh-CN" sz="2800" b="1" i="0" u="none" strike="noStrike" cap="none" normalizeH="0" baseline="0">
                          <a:ln>
                            <a:noFill/>
                          </a:ln>
                          <a:solidFill>
                            <a:schemeClr val="tx1"/>
                          </a:solidFill>
                          <a:effectLst/>
                          <a:latin typeface="Times New Roman" pitchFamily="18" charset="0"/>
                          <a:ea typeface="黑体" pitchFamily="2" charset="-122"/>
                        </a:rPr>
                        <a:t>           + id$</a:t>
                      </a:r>
                    </a:p>
                  </a:txBody>
                  <a:tcPr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
                          <a:schemeClr val="folHlink"/>
                        </a:buClr>
                        <a:buSzPct val="60000"/>
                        <a:buFont typeface="Wingdings" pitchFamily="2" charset="2"/>
                        <a:buNone/>
                        <a:tabLst/>
                      </a:pPr>
                      <a:r>
                        <a:rPr kumimoji="0" lang="en-US" altLang="zh-CN" sz="2800" b="1" i="1" u="none" strike="noStrike" cap="none" normalizeH="0" baseline="0">
                          <a:ln>
                            <a:noFill/>
                          </a:ln>
                          <a:solidFill>
                            <a:schemeClr val="tx1"/>
                          </a:solidFill>
                          <a:effectLst/>
                          <a:latin typeface="Times New Roman" pitchFamily="18" charset="0"/>
                          <a:ea typeface="黑体" pitchFamily="2" charset="-122"/>
                        </a:rPr>
                        <a:t>T </a:t>
                      </a:r>
                      <a:r>
                        <a:rPr kumimoji="0" lang="en-US" altLang="zh-CN" sz="2800" b="1" i="0" u="none" strike="noStrike" cap="none" normalizeH="0" baseline="0">
                          <a:ln>
                            <a:noFill/>
                          </a:ln>
                          <a:solidFill>
                            <a:schemeClr val="tx1"/>
                          </a:solidFill>
                          <a:effectLst/>
                          <a:latin typeface="Times New Roman" pitchFamily="18" charset="0"/>
                          <a:ea typeface="黑体" pitchFamily="2" charset="-122"/>
                          <a:sym typeface="Symbol" pitchFamily="18" charset="2"/>
                        </a:rPr>
                        <a:t> </a:t>
                      </a:r>
                    </a:p>
                  </a:txBody>
                  <a:tcPr horzOverflow="overflow">
                    <a:lnL w="12700" cap="flat" cmpd="sng" algn="ctr">
                      <a:solidFill>
                        <a:schemeClr val="tx1"/>
                      </a:solidFill>
                      <a:prstDash val="solid"/>
                      <a:round/>
                      <a:headEnd type="none" w="sm" len="sm"/>
                      <a:tailEnd type="none" w="sm" len="sm"/>
                    </a:lnL>
                    <a:lnR w="28575" cap="flat" cmpd="sng" algn="ctr">
                      <a:solidFill>
                        <a:schemeClr val="tx1"/>
                      </a:solidFill>
                      <a:prstDash val="solid"/>
                      <a:round/>
                      <a:headEnd type="none" w="sm" len="sm"/>
                      <a:tailEnd type="none" w="sm" len="sm"/>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3"/>
                  </a:ext>
                </a:extLst>
              </a:tr>
              <a:tr h="518160">
                <a:tc>
                  <a:txBody>
                    <a:bodyPr/>
                    <a:lstStyle/>
                    <a:p>
                      <a:pPr marL="0" marR="0" lvl="0" indent="0" algn="l" defTabSz="914400" rtl="0" eaLnBrk="1" fontAlgn="base" latinLnBrk="0" hangingPunct="1">
                        <a:lnSpc>
                          <a:spcPct val="100000"/>
                        </a:lnSpc>
                        <a:spcBef>
                          <a:spcPct val="20000"/>
                        </a:spcBef>
                        <a:spcAft>
                          <a:spcPct val="0"/>
                        </a:spcAft>
                        <a:buClr>
                          <a:schemeClr val="folHlink"/>
                        </a:buClr>
                        <a:buSzPct val="60000"/>
                        <a:buFont typeface="Wingdings" pitchFamily="2" charset="2"/>
                        <a:buNone/>
                        <a:tabLst/>
                      </a:pPr>
                      <a:r>
                        <a:rPr kumimoji="0" lang="en-US" altLang="zh-CN" sz="2800" b="1" i="0" u="none" strike="noStrike" cap="none" normalizeH="0" baseline="0">
                          <a:ln>
                            <a:noFill/>
                          </a:ln>
                          <a:solidFill>
                            <a:schemeClr val="tx1"/>
                          </a:solidFill>
                          <a:effectLst/>
                          <a:latin typeface="Times New Roman" pitchFamily="18" charset="0"/>
                          <a:ea typeface="黑体" pitchFamily="2" charset="-122"/>
                        </a:rPr>
                        <a:t>$</a:t>
                      </a:r>
                      <a:r>
                        <a:rPr kumimoji="0" lang="en-US" altLang="zh-CN" sz="2800" b="1" i="1" u="none" strike="noStrike" cap="none" normalizeH="0" baseline="0">
                          <a:ln>
                            <a:noFill/>
                          </a:ln>
                          <a:solidFill>
                            <a:schemeClr val="tx1"/>
                          </a:solidFill>
                          <a:effectLst/>
                          <a:latin typeface="Times New Roman" pitchFamily="18" charset="0"/>
                          <a:ea typeface="黑体" pitchFamily="2" charset="-122"/>
                        </a:rPr>
                        <a:t>E </a:t>
                      </a:r>
                      <a:r>
                        <a:rPr kumimoji="0" lang="en-US" altLang="zh-CN" sz="2800" b="1" i="0" u="none" strike="noStrike" cap="none" normalizeH="0" baseline="0">
                          <a:ln>
                            <a:noFill/>
                          </a:ln>
                          <a:solidFill>
                            <a:schemeClr val="tx1"/>
                          </a:solidFill>
                          <a:effectLst/>
                          <a:latin typeface="Times New Roman" pitchFamily="18" charset="0"/>
                          <a:ea typeface="黑体" pitchFamily="2" charset="-122"/>
                          <a:sym typeface="Symbol" pitchFamily="18" charset="2"/>
                        </a:rPr>
                        <a:t></a:t>
                      </a:r>
                      <a:r>
                        <a:rPr kumimoji="0" lang="en-US" altLang="zh-CN" sz="2800" b="1" i="1" u="none" strike="noStrike" cap="none" normalizeH="0" baseline="0">
                          <a:ln>
                            <a:noFill/>
                          </a:ln>
                          <a:solidFill>
                            <a:schemeClr val="tx1"/>
                          </a:solidFill>
                          <a:effectLst/>
                          <a:latin typeface="Times New Roman" pitchFamily="18" charset="0"/>
                          <a:ea typeface="黑体" pitchFamily="2" charset="-122"/>
                        </a:rPr>
                        <a:t>T</a:t>
                      </a:r>
                      <a:r>
                        <a:rPr kumimoji="0" lang="en-US" altLang="zh-CN" sz="2800" b="1" i="0" u="none" strike="noStrike" cap="none" normalizeH="0" baseline="0">
                          <a:ln>
                            <a:noFill/>
                          </a:ln>
                          <a:solidFill>
                            <a:schemeClr val="tx1"/>
                          </a:solidFill>
                          <a:effectLst/>
                          <a:latin typeface="Times New Roman" pitchFamily="18" charset="0"/>
                          <a:ea typeface="黑体" pitchFamily="2" charset="-122"/>
                        </a:rPr>
                        <a:t>+</a:t>
                      </a:r>
                    </a:p>
                  </a:txBody>
                  <a:tcPr horzOverflow="overflow">
                    <a:lnL w="28575"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
                          <a:schemeClr val="folHlink"/>
                        </a:buClr>
                        <a:buSzPct val="60000"/>
                        <a:buFont typeface="Wingdings" pitchFamily="2" charset="2"/>
                        <a:buNone/>
                        <a:tabLst/>
                      </a:pPr>
                      <a:r>
                        <a:rPr kumimoji="0" lang="en-US" altLang="zh-CN" sz="2800" b="1" i="0" u="none" strike="noStrike" cap="none" normalizeH="0" baseline="0">
                          <a:ln>
                            <a:noFill/>
                          </a:ln>
                          <a:solidFill>
                            <a:schemeClr val="tx1"/>
                          </a:solidFill>
                          <a:effectLst/>
                          <a:latin typeface="Times New Roman" pitchFamily="18" charset="0"/>
                          <a:ea typeface="黑体" pitchFamily="2" charset="-122"/>
                        </a:rPr>
                        <a:t>           + id$</a:t>
                      </a:r>
                    </a:p>
                  </a:txBody>
                  <a:tcPr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
                          <a:schemeClr val="folHlink"/>
                        </a:buClr>
                        <a:buSzPct val="60000"/>
                        <a:buFont typeface="Wingdings" pitchFamily="2" charset="2"/>
                        <a:buNone/>
                        <a:tabLst/>
                      </a:pPr>
                      <a:r>
                        <a:rPr kumimoji="0" lang="en-US" altLang="zh-CN" sz="2800" b="1" i="1" u="none" strike="noStrike" cap="none" normalizeH="0" baseline="0">
                          <a:ln>
                            <a:noFill/>
                          </a:ln>
                          <a:solidFill>
                            <a:schemeClr val="tx1"/>
                          </a:solidFill>
                          <a:effectLst/>
                          <a:latin typeface="Times New Roman" pitchFamily="18" charset="0"/>
                          <a:ea typeface="黑体" pitchFamily="2" charset="-122"/>
                          <a:sym typeface="Symbol" pitchFamily="18" charset="2"/>
                        </a:rPr>
                        <a:t>E</a:t>
                      </a:r>
                      <a:r>
                        <a:rPr kumimoji="0" lang="en-US" altLang="zh-CN" sz="2800" b="1" i="1" u="none" strike="noStrike" cap="none" normalizeH="0" baseline="0">
                          <a:ln>
                            <a:noFill/>
                          </a:ln>
                          <a:solidFill>
                            <a:schemeClr val="tx1"/>
                          </a:solidFill>
                          <a:effectLst/>
                          <a:latin typeface="Times New Roman" pitchFamily="18" charset="0"/>
                          <a:ea typeface="黑体" pitchFamily="2" charset="-122"/>
                        </a:rPr>
                        <a:t> </a:t>
                      </a:r>
                      <a:r>
                        <a:rPr kumimoji="0" lang="en-US" altLang="zh-CN" sz="2800" b="1" i="0" u="none" strike="noStrike" cap="none" normalizeH="0" baseline="0">
                          <a:ln>
                            <a:noFill/>
                          </a:ln>
                          <a:solidFill>
                            <a:schemeClr val="tx1"/>
                          </a:solidFill>
                          <a:effectLst/>
                          <a:latin typeface="Times New Roman" pitchFamily="18" charset="0"/>
                          <a:ea typeface="黑体" pitchFamily="2" charset="-122"/>
                          <a:sym typeface="Symbol" pitchFamily="18" charset="2"/>
                        </a:rPr>
                        <a:t> +</a:t>
                      </a:r>
                      <a:r>
                        <a:rPr kumimoji="0" lang="en-US" altLang="zh-CN" sz="2800" b="1" i="1" u="none" strike="noStrike" cap="none" normalizeH="0" baseline="0">
                          <a:ln>
                            <a:noFill/>
                          </a:ln>
                          <a:solidFill>
                            <a:schemeClr val="tx1"/>
                          </a:solidFill>
                          <a:effectLst/>
                          <a:latin typeface="Times New Roman" pitchFamily="18" charset="0"/>
                          <a:ea typeface="黑体" pitchFamily="2" charset="-122"/>
                          <a:sym typeface="Symbol" pitchFamily="18" charset="2"/>
                        </a:rPr>
                        <a:t>TE</a:t>
                      </a:r>
                      <a:r>
                        <a:rPr kumimoji="0" lang="en-US" altLang="zh-CN" sz="2800" b="1" i="1" u="none" strike="noStrike" cap="none" normalizeH="0" baseline="0">
                          <a:ln>
                            <a:noFill/>
                          </a:ln>
                          <a:solidFill>
                            <a:schemeClr val="tx1"/>
                          </a:solidFill>
                          <a:effectLst/>
                          <a:latin typeface="Times New Roman" pitchFamily="18" charset="0"/>
                          <a:ea typeface="黑体" pitchFamily="2" charset="-122"/>
                        </a:rPr>
                        <a:t> </a:t>
                      </a:r>
                      <a:r>
                        <a:rPr kumimoji="0" lang="en-US" altLang="zh-CN" sz="2800" b="1" i="0" u="none" strike="noStrike" cap="none" normalizeH="0" baseline="0">
                          <a:ln>
                            <a:noFill/>
                          </a:ln>
                          <a:solidFill>
                            <a:schemeClr val="tx1"/>
                          </a:solidFill>
                          <a:effectLst/>
                          <a:latin typeface="Times New Roman" pitchFamily="18" charset="0"/>
                          <a:ea typeface="黑体" pitchFamily="2" charset="-122"/>
                          <a:sym typeface="Symbol" pitchFamily="18" charset="2"/>
                        </a:rPr>
                        <a:t></a:t>
                      </a:r>
                    </a:p>
                  </a:txBody>
                  <a:tcPr horzOverflow="overflow">
                    <a:lnL w="12700" cap="flat" cmpd="sng" algn="ctr">
                      <a:solidFill>
                        <a:schemeClr val="tx1"/>
                      </a:solidFill>
                      <a:prstDash val="solid"/>
                      <a:round/>
                      <a:headEnd type="none" w="sm" len="sm"/>
                      <a:tailEnd type="none" w="sm" len="sm"/>
                    </a:lnL>
                    <a:lnR w="28575" cap="flat" cmpd="sng" algn="ctr">
                      <a:solidFill>
                        <a:schemeClr val="tx1"/>
                      </a:solidFill>
                      <a:prstDash val="solid"/>
                      <a:round/>
                      <a:headEnd type="none" w="sm" len="sm"/>
                      <a:tailEnd type="none" w="sm" len="sm"/>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4"/>
                  </a:ext>
                </a:extLst>
              </a:tr>
              <a:tr h="518160">
                <a:tc>
                  <a:txBody>
                    <a:bodyPr/>
                    <a:lstStyle/>
                    <a:p>
                      <a:pPr marL="0" marR="0" lvl="0" indent="0" algn="l" defTabSz="914400" rtl="0" eaLnBrk="1" fontAlgn="base" latinLnBrk="0" hangingPunct="1">
                        <a:lnSpc>
                          <a:spcPct val="100000"/>
                        </a:lnSpc>
                        <a:spcBef>
                          <a:spcPct val="20000"/>
                        </a:spcBef>
                        <a:spcAft>
                          <a:spcPct val="0"/>
                        </a:spcAft>
                        <a:buClr>
                          <a:schemeClr val="folHlink"/>
                        </a:buClr>
                        <a:buSzPct val="60000"/>
                        <a:buFont typeface="Wingdings" pitchFamily="2" charset="2"/>
                        <a:buNone/>
                        <a:tabLst/>
                      </a:pPr>
                      <a:r>
                        <a:rPr kumimoji="0" lang="en-US" altLang="zh-CN" sz="2800" b="1" i="0" u="none" strike="noStrike" cap="none" normalizeH="0" baseline="0">
                          <a:ln>
                            <a:noFill/>
                          </a:ln>
                          <a:solidFill>
                            <a:schemeClr val="tx1"/>
                          </a:solidFill>
                          <a:effectLst/>
                          <a:latin typeface="Times New Roman" pitchFamily="18" charset="0"/>
                          <a:ea typeface="黑体" pitchFamily="2" charset="-122"/>
                        </a:rPr>
                        <a:t>$</a:t>
                      </a:r>
                      <a:r>
                        <a:rPr kumimoji="0" lang="en-US" altLang="zh-CN" sz="2800" b="1" i="1" u="none" strike="noStrike" cap="none" normalizeH="0" baseline="0">
                          <a:ln>
                            <a:noFill/>
                          </a:ln>
                          <a:solidFill>
                            <a:schemeClr val="tx1"/>
                          </a:solidFill>
                          <a:effectLst/>
                          <a:latin typeface="Times New Roman" pitchFamily="18" charset="0"/>
                          <a:ea typeface="黑体" pitchFamily="2" charset="-122"/>
                        </a:rPr>
                        <a:t>E </a:t>
                      </a:r>
                      <a:r>
                        <a:rPr kumimoji="0" lang="en-US" altLang="zh-CN" sz="2800" b="1" i="0" u="none" strike="noStrike" cap="none" normalizeH="0" baseline="0">
                          <a:ln>
                            <a:noFill/>
                          </a:ln>
                          <a:solidFill>
                            <a:schemeClr val="tx1"/>
                          </a:solidFill>
                          <a:effectLst/>
                          <a:latin typeface="Times New Roman" pitchFamily="18" charset="0"/>
                          <a:ea typeface="黑体" pitchFamily="2" charset="-122"/>
                          <a:sym typeface="Symbol" pitchFamily="18" charset="2"/>
                        </a:rPr>
                        <a:t></a:t>
                      </a:r>
                      <a:r>
                        <a:rPr kumimoji="0" lang="en-US" altLang="zh-CN" sz="2800" b="1" i="1" u="none" strike="noStrike" cap="none" normalizeH="0" baseline="0">
                          <a:ln>
                            <a:noFill/>
                          </a:ln>
                          <a:solidFill>
                            <a:schemeClr val="tx1"/>
                          </a:solidFill>
                          <a:effectLst/>
                          <a:latin typeface="Times New Roman" pitchFamily="18" charset="0"/>
                          <a:ea typeface="黑体" pitchFamily="2" charset="-122"/>
                        </a:rPr>
                        <a:t>T</a:t>
                      </a:r>
                    </a:p>
                  </a:txBody>
                  <a:tcPr horzOverflow="overflow">
                    <a:lnL w="28575"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
                          <a:schemeClr val="folHlink"/>
                        </a:buClr>
                        <a:buSzPct val="60000"/>
                        <a:buFont typeface="Wingdings" pitchFamily="2" charset="2"/>
                        <a:buNone/>
                        <a:tabLst/>
                      </a:pPr>
                      <a:r>
                        <a:rPr kumimoji="0" lang="en-US" altLang="zh-CN" sz="2800" b="1" i="0" u="none" strike="noStrike" cap="none" normalizeH="0" baseline="0">
                          <a:ln>
                            <a:noFill/>
                          </a:ln>
                          <a:solidFill>
                            <a:schemeClr val="tx1"/>
                          </a:solidFill>
                          <a:effectLst/>
                          <a:latin typeface="Times New Roman" pitchFamily="18" charset="0"/>
                          <a:ea typeface="黑体" pitchFamily="2" charset="-122"/>
                        </a:rPr>
                        <a:t>              id$</a:t>
                      </a:r>
                    </a:p>
                  </a:txBody>
                  <a:tcPr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
                          <a:schemeClr val="folHlink"/>
                        </a:buClr>
                        <a:buSzPct val="60000"/>
                        <a:buFont typeface="Wingdings" pitchFamily="2" charset="2"/>
                        <a:buNone/>
                        <a:tabLst/>
                      </a:pPr>
                      <a:endParaRPr kumimoji="0" lang="zh-CN" altLang="zh-CN" sz="2800" b="1" i="0" u="none" strike="noStrike" cap="none" normalizeH="0" baseline="0">
                        <a:ln>
                          <a:noFill/>
                        </a:ln>
                        <a:solidFill>
                          <a:schemeClr val="tx1"/>
                        </a:solidFill>
                        <a:effectLst/>
                        <a:latin typeface="Times New Roman" pitchFamily="18" charset="0"/>
                        <a:ea typeface="黑体" pitchFamily="2" charset="-122"/>
                        <a:sym typeface="Symbol" pitchFamily="18" charset="2"/>
                      </a:endParaRPr>
                    </a:p>
                  </a:txBody>
                  <a:tcPr horzOverflow="overflow">
                    <a:lnL w="12700" cap="flat" cmpd="sng" algn="ctr">
                      <a:solidFill>
                        <a:schemeClr val="tx1"/>
                      </a:solidFill>
                      <a:prstDash val="solid"/>
                      <a:round/>
                      <a:headEnd type="none" w="sm" len="sm"/>
                      <a:tailEnd type="none" w="sm" len="sm"/>
                    </a:lnL>
                    <a:lnR w="28575" cap="flat" cmpd="sng" algn="ctr">
                      <a:solidFill>
                        <a:schemeClr val="tx1"/>
                      </a:solidFill>
                      <a:prstDash val="solid"/>
                      <a:round/>
                      <a:headEnd type="none" w="sm" len="sm"/>
                      <a:tailEnd type="none" w="sm" len="sm"/>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5"/>
                  </a:ext>
                </a:extLst>
              </a:tr>
              <a:tr h="519113">
                <a:tc>
                  <a:txBody>
                    <a:bodyPr/>
                    <a:lstStyle/>
                    <a:p>
                      <a:pPr marL="0" marR="0" lvl="0" indent="0" algn="l" defTabSz="914400" rtl="0" eaLnBrk="1" fontAlgn="base" latinLnBrk="0" hangingPunct="1">
                        <a:lnSpc>
                          <a:spcPct val="100000"/>
                        </a:lnSpc>
                        <a:spcBef>
                          <a:spcPct val="20000"/>
                        </a:spcBef>
                        <a:spcAft>
                          <a:spcPct val="0"/>
                        </a:spcAft>
                        <a:buClr>
                          <a:schemeClr val="folHlink"/>
                        </a:buClr>
                        <a:buSzPct val="60000"/>
                        <a:buFont typeface="Wingdings" pitchFamily="2" charset="2"/>
                        <a:buNone/>
                        <a:tabLst/>
                      </a:pPr>
                      <a:r>
                        <a:rPr kumimoji="0" lang="en-US" altLang="zh-CN" sz="2800" b="1" i="0" u="none" strike="noStrike" cap="none" normalizeH="0" baseline="0">
                          <a:ln>
                            <a:noFill/>
                          </a:ln>
                          <a:solidFill>
                            <a:schemeClr val="tx1"/>
                          </a:solidFill>
                          <a:effectLst/>
                          <a:latin typeface="Times New Roman" pitchFamily="18" charset="0"/>
                          <a:ea typeface="黑体" pitchFamily="2" charset="-122"/>
                        </a:rPr>
                        <a:t>$</a:t>
                      </a:r>
                      <a:r>
                        <a:rPr kumimoji="0" lang="en-US" altLang="zh-CN" sz="2800" b="1" i="1" u="none" strike="noStrike" cap="none" normalizeH="0" baseline="0">
                          <a:ln>
                            <a:noFill/>
                          </a:ln>
                          <a:solidFill>
                            <a:schemeClr val="tx1"/>
                          </a:solidFill>
                          <a:effectLst/>
                          <a:latin typeface="Times New Roman" pitchFamily="18" charset="0"/>
                          <a:ea typeface="黑体" pitchFamily="2" charset="-122"/>
                        </a:rPr>
                        <a:t>E </a:t>
                      </a:r>
                      <a:r>
                        <a:rPr kumimoji="0" lang="en-US" altLang="zh-CN" sz="2800" b="1" i="0" u="none" strike="noStrike" cap="none" normalizeH="0" baseline="0">
                          <a:ln>
                            <a:noFill/>
                          </a:ln>
                          <a:solidFill>
                            <a:schemeClr val="tx1"/>
                          </a:solidFill>
                          <a:effectLst/>
                          <a:latin typeface="Times New Roman" pitchFamily="18" charset="0"/>
                          <a:ea typeface="黑体" pitchFamily="2" charset="-122"/>
                          <a:sym typeface="Symbol" pitchFamily="18" charset="2"/>
                        </a:rPr>
                        <a:t></a:t>
                      </a:r>
                      <a:r>
                        <a:rPr kumimoji="0" lang="en-US" altLang="zh-CN" sz="2800" b="1" i="1" u="none" strike="noStrike" cap="none" normalizeH="0" baseline="0">
                          <a:ln>
                            <a:noFill/>
                          </a:ln>
                          <a:solidFill>
                            <a:schemeClr val="tx1"/>
                          </a:solidFill>
                          <a:effectLst/>
                          <a:latin typeface="Times New Roman" pitchFamily="18" charset="0"/>
                          <a:ea typeface="黑体" pitchFamily="2" charset="-122"/>
                        </a:rPr>
                        <a:t>T </a:t>
                      </a:r>
                      <a:r>
                        <a:rPr kumimoji="0" lang="en-US" altLang="zh-CN" sz="2800" b="1" i="0" u="none" strike="noStrike" cap="none" normalizeH="0" baseline="0">
                          <a:ln>
                            <a:noFill/>
                          </a:ln>
                          <a:solidFill>
                            <a:schemeClr val="tx1"/>
                          </a:solidFill>
                          <a:effectLst/>
                          <a:latin typeface="Times New Roman" pitchFamily="18" charset="0"/>
                          <a:ea typeface="黑体" pitchFamily="2" charset="-122"/>
                          <a:sym typeface="Symbol" pitchFamily="18" charset="2"/>
                        </a:rPr>
                        <a:t></a:t>
                      </a:r>
                      <a:r>
                        <a:rPr kumimoji="0" lang="en-US" altLang="zh-CN" sz="2800" b="1" i="1" u="none" strike="noStrike" cap="none" normalizeH="0" baseline="0">
                          <a:ln>
                            <a:noFill/>
                          </a:ln>
                          <a:solidFill>
                            <a:schemeClr val="tx1"/>
                          </a:solidFill>
                          <a:effectLst/>
                          <a:latin typeface="Times New Roman" pitchFamily="18" charset="0"/>
                          <a:ea typeface="黑体" pitchFamily="2" charset="-122"/>
                        </a:rPr>
                        <a:t>F</a:t>
                      </a:r>
                    </a:p>
                  </a:txBody>
                  <a:tcPr horzOverflow="overflow">
                    <a:lnL w="28575"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
                          <a:schemeClr val="folHlink"/>
                        </a:buClr>
                        <a:buSzPct val="60000"/>
                        <a:buFont typeface="Wingdings" pitchFamily="2" charset="2"/>
                        <a:buNone/>
                        <a:tabLst/>
                      </a:pPr>
                      <a:r>
                        <a:rPr kumimoji="0" lang="en-US" altLang="zh-CN" sz="2800" b="1" i="0" u="none" strike="noStrike" cap="none" normalizeH="0" baseline="0">
                          <a:ln>
                            <a:noFill/>
                          </a:ln>
                          <a:solidFill>
                            <a:schemeClr val="tx1"/>
                          </a:solidFill>
                          <a:effectLst/>
                          <a:latin typeface="Times New Roman" pitchFamily="18" charset="0"/>
                          <a:ea typeface="黑体" pitchFamily="2" charset="-122"/>
                        </a:rPr>
                        <a:t>              id$</a:t>
                      </a:r>
                    </a:p>
                  </a:txBody>
                  <a:tcPr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
                          <a:schemeClr val="folHlink"/>
                        </a:buClr>
                        <a:buSzPct val="60000"/>
                        <a:buFont typeface="Wingdings" pitchFamily="2" charset="2"/>
                        <a:buNone/>
                        <a:tabLst/>
                      </a:pPr>
                      <a:r>
                        <a:rPr kumimoji="0" lang="en-US" altLang="zh-CN" sz="2800" b="1" i="1" u="none" strike="noStrike" cap="none" normalizeH="0" baseline="0">
                          <a:ln>
                            <a:noFill/>
                          </a:ln>
                          <a:solidFill>
                            <a:schemeClr val="tx1"/>
                          </a:solidFill>
                          <a:effectLst/>
                          <a:latin typeface="Times New Roman" pitchFamily="18" charset="0"/>
                          <a:ea typeface="黑体" pitchFamily="2" charset="-122"/>
                          <a:sym typeface="Symbol" pitchFamily="18" charset="2"/>
                        </a:rPr>
                        <a:t>T </a:t>
                      </a:r>
                      <a:r>
                        <a:rPr kumimoji="0" lang="en-US" altLang="zh-CN" sz="2800" b="1" i="0" u="none" strike="noStrike" cap="none" normalizeH="0" baseline="0">
                          <a:ln>
                            <a:noFill/>
                          </a:ln>
                          <a:solidFill>
                            <a:schemeClr val="tx1"/>
                          </a:solidFill>
                          <a:effectLst/>
                          <a:latin typeface="Times New Roman" pitchFamily="18" charset="0"/>
                          <a:ea typeface="黑体" pitchFamily="2" charset="-122"/>
                          <a:sym typeface="Symbol" pitchFamily="18" charset="2"/>
                        </a:rPr>
                        <a:t> </a:t>
                      </a:r>
                      <a:r>
                        <a:rPr kumimoji="0" lang="en-US" altLang="zh-CN" sz="2800" b="1" i="1" u="none" strike="noStrike" cap="none" normalizeH="0" baseline="0">
                          <a:ln>
                            <a:noFill/>
                          </a:ln>
                          <a:solidFill>
                            <a:schemeClr val="tx1"/>
                          </a:solidFill>
                          <a:effectLst/>
                          <a:latin typeface="Times New Roman" pitchFamily="18" charset="0"/>
                          <a:ea typeface="黑体" pitchFamily="2" charset="-122"/>
                          <a:sym typeface="Symbol" pitchFamily="18" charset="2"/>
                        </a:rPr>
                        <a:t>FT</a:t>
                      </a:r>
                      <a:r>
                        <a:rPr kumimoji="0" lang="en-US" altLang="zh-CN" sz="2800" b="1" i="1" u="none" strike="noStrike" cap="none" normalizeH="0" baseline="0">
                          <a:ln>
                            <a:noFill/>
                          </a:ln>
                          <a:solidFill>
                            <a:schemeClr val="tx1"/>
                          </a:solidFill>
                          <a:effectLst/>
                          <a:latin typeface="Times New Roman" pitchFamily="18" charset="0"/>
                          <a:ea typeface="黑体" pitchFamily="2" charset="-122"/>
                        </a:rPr>
                        <a:t> </a:t>
                      </a:r>
                      <a:r>
                        <a:rPr kumimoji="0" lang="en-US" altLang="zh-CN" sz="2800" b="1" i="0" u="none" strike="noStrike" cap="none" normalizeH="0" baseline="0">
                          <a:ln>
                            <a:noFill/>
                          </a:ln>
                          <a:solidFill>
                            <a:schemeClr val="tx1"/>
                          </a:solidFill>
                          <a:effectLst/>
                          <a:latin typeface="Times New Roman" pitchFamily="18" charset="0"/>
                          <a:ea typeface="黑体" pitchFamily="2" charset="-122"/>
                          <a:sym typeface="Symbol" pitchFamily="18" charset="2"/>
                        </a:rPr>
                        <a:t></a:t>
                      </a:r>
                    </a:p>
                  </a:txBody>
                  <a:tcPr horzOverflow="overflow">
                    <a:lnL w="12700" cap="flat" cmpd="sng" algn="ctr">
                      <a:solidFill>
                        <a:schemeClr val="tx1"/>
                      </a:solidFill>
                      <a:prstDash val="solid"/>
                      <a:round/>
                      <a:headEnd type="none" w="sm" len="sm"/>
                      <a:tailEnd type="none" w="sm" len="sm"/>
                    </a:lnL>
                    <a:lnR w="28575" cap="flat" cmpd="sng" algn="ctr">
                      <a:solidFill>
                        <a:schemeClr val="tx1"/>
                      </a:solidFill>
                      <a:prstDash val="solid"/>
                      <a:round/>
                      <a:headEnd type="none" w="sm" len="sm"/>
                      <a:tailEnd type="none" w="sm" len="sm"/>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6"/>
                  </a:ext>
                </a:extLst>
              </a:tr>
              <a:tr h="518160">
                <a:tc>
                  <a:txBody>
                    <a:bodyPr/>
                    <a:lstStyle/>
                    <a:p>
                      <a:pPr marL="0" marR="0" lvl="0" indent="0" algn="l" defTabSz="914400" rtl="0" eaLnBrk="1" fontAlgn="base" latinLnBrk="0" hangingPunct="1">
                        <a:lnSpc>
                          <a:spcPct val="100000"/>
                        </a:lnSpc>
                        <a:spcBef>
                          <a:spcPct val="20000"/>
                        </a:spcBef>
                        <a:spcAft>
                          <a:spcPct val="0"/>
                        </a:spcAft>
                        <a:buClr>
                          <a:schemeClr val="folHlink"/>
                        </a:buClr>
                        <a:buSzPct val="60000"/>
                        <a:buFont typeface="Wingdings" pitchFamily="2" charset="2"/>
                        <a:buNone/>
                        <a:tabLst/>
                      </a:pPr>
                      <a:r>
                        <a:rPr kumimoji="0" lang="en-US" altLang="zh-CN" sz="2800" b="1" i="0" u="none" strike="noStrike" cap="none" normalizeH="0" baseline="0">
                          <a:ln>
                            <a:noFill/>
                          </a:ln>
                          <a:solidFill>
                            <a:schemeClr val="tx1"/>
                          </a:solidFill>
                          <a:effectLst/>
                          <a:latin typeface="Times New Roman" pitchFamily="18" charset="0"/>
                          <a:ea typeface="黑体" pitchFamily="2" charset="-122"/>
                        </a:rPr>
                        <a:t>$</a:t>
                      </a:r>
                      <a:r>
                        <a:rPr kumimoji="0" lang="en-US" altLang="zh-CN" sz="2800" b="1" i="1" u="none" strike="noStrike" cap="none" normalizeH="0" baseline="0">
                          <a:ln>
                            <a:noFill/>
                          </a:ln>
                          <a:solidFill>
                            <a:schemeClr val="tx1"/>
                          </a:solidFill>
                          <a:effectLst/>
                          <a:latin typeface="Times New Roman" pitchFamily="18" charset="0"/>
                          <a:ea typeface="黑体" pitchFamily="2" charset="-122"/>
                        </a:rPr>
                        <a:t>E </a:t>
                      </a:r>
                      <a:r>
                        <a:rPr kumimoji="0" lang="en-US" altLang="zh-CN" sz="2800" b="1" i="0" u="none" strike="noStrike" cap="none" normalizeH="0" baseline="0">
                          <a:ln>
                            <a:noFill/>
                          </a:ln>
                          <a:solidFill>
                            <a:schemeClr val="tx1"/>
                          </a:solidFill>
                          <a:effectLst/>
                          <a:latin typeface="Times New Roman" pitchFamily="18" charset="0"/>
                          <a:ea typeface="黑体" pitchFamily="2" charset="-122"/>
                          <a:sym typeface="Symbol" pitchFamily="18" charset="2"/>
                        </a:rPr>
                        <a:t></a:t>
                      </a:r>
                      <a:r>
                        <a:rPr kumimoji="0" lang="en-US" altLang="zh-CN" sz="2800" b="1" i="1" u="none" strike="noStrike" cap="none" normalizeH="0" baseline="0">
                          <a:ln>
                            <a:noFill/>
                          </a:ln>
                          <a:solidFill>
                            <a:schemeClr val="tx1"/>
                          </a:solidFill>
                          <a:effectLst/>
                          <a:latin typeface="Times New Roman" pitchFamily="18" charset="0"/>
                          <a:ea typeface="黑体" pitchFamily="2" charset="-122"/>
                        </a:rPr>
                        <a:t>T </a:t>
                      </a:r>
                      <a:r>
                        <a:rPr kumimoji="0" lang="en-US" altLang="zh-CN" sz="2800" b="1" i="0" u="none" strike="noStrike" cap="none" normalizeH="0" baseline="0">
                          <a:ln>
                            <a:noFill/>
                          </a:ln>
                          <a:solidFill>
                            <a:schemeClr val="tx1"/>
                          </a:solidFill>
                          <a:effectLst/>
                          <a:latin typeface="Times New Roman" pitchFamily="18" charset="0"/>
                          <a:ea typeface="黑体" pitchFamily="2" charset="-122"/>
                          <a:sym typeface="Symbol" pitchFamily="18" charset="2"/>
                        </a:rPr>
                        <a:t></a:t>
                      </a:r>
                      <a:r>
                        <a:rPr kumimoji="0" lang="en-US" altLang="zh-CN" sz="2800" b="1" i="0" u="none" strike="noStrike" cap="none" normalizeH="0" baseline="0">
                          <a:ln>
                            <a:noFill/>
                          </a:ln>
                          <a:solidFill>
                            <a:schemeClr val="tx1"/>
                          </a:solidFill>
                          <a:effectLst/>
                          <a:latin typeface="Times New Roman" pitchFamily="18" charset="0"/>
                          <a:ea typeface="黑体" pitchFamily="2" charset="-122"/>
                        </a:rPr>
                        <a:t>id</a:t>
                      </a:r>
                    </a:p>
                  </a:txBody>
                  <a:tcPr horzOverflow="overflow">
                    <a:lnL w="28575"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
                          <a:schemeClr val="folHlink"/>
                        </a:buClr>
                        <a:buSzPct val="60000"/>
                        <a:buFont typeface="Wingdings" pitchFamily="2" charset="2"/>
                        <a:buNone/>
                        <a:tabLst/>
                      </a:pPr>
                      <a:r>
                        <a:rPr kumimoji="0" lang="en-US" altLang="zh-CN" sz="2800" b="1" i="0" u="none" strike="noStrike" cap="none" normalizeH="0" baseline="0">
                          <a:ln>
                            <a:noFill/>
                          </a:ln>
                          <a:solidFill>
                            <a:schemeClr val="tx1"/>
                          </a:solidFill>
                          <a:effectLst/>
                          <a:latin typeface="Times New Roman" pitchFamily="18" charset="0"/>
                          <a:ea typeface="黑体" pitchFamily="2" charset="-122"/>
                        </a:rPr>
                        <a:t>              id$</a:t>
                      </a:r>
                    </a:p>
                  </a:txBody>
                  <a:tcPr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
                          <a:schemeClr val="folHlink"/>
                        </a:buClr>
                        <a:buSzPct val="60000"/>
                        <a:buFont typeface="Wingdings" pitchFamily="2" charset="2"/>
                        <a:buNone/>
                        <a:tabLst/>
                      </a:pPr>
                      <a:r>
                        <a:rPr kumimoji="0" lang="en-US" altLang="zh-CN" sz="2800" b="1" i="1" u="none" strike="noStrike" cap="none" normalizeH="0" baseline="0">
                          <a:ln>
                            <a:noFill/>
                          </a:ln>
                          <a:solidFill>
                            <a:schemeClr val="tx1"/>
                          </a:solidFill>
                          <a:effectLst/>
                          <a:latin typeface="Times New Roman" pitchFamily="18" charset="0"/>
                          <a:ea typeface="黑体" pitchFamily="2" charset="-122"/>
                          <a:sym typeface="Symbol" pitchFamily="18" charset="2"/>
                        </a:rPr>
                        <a:t>F </a:t>
                      </a:r>
                      <a:r>
                        <a:rPr kumimoji="0" lang="en-US" altLang="zh-CN" sz="2800" b="1" i="0" u="none" strike="noStrike" cap="none" normalizeH="0" baseline="0">
                          <a:ln>
                            <a:noFill/>
                          </a:ln>
                          <a:solidFill>
                            <a:schemeClr val="tx1"/>
                          </a:solidFill>
                          <a:effectLst/>
                          <a:latin typeface="Times New Roman" pitchFamily="18" charset="0"/>
                          <a:ea typeface="黑体" pitchFamily="2" charset="-122"/>
                          <a:sym typeface="Symbol" pitchFamily="18" charset="2"/>
                        </a:rPr>
                        <a:t> id</a:t>
                      </a:r>
                    </a:p>
                  </a:txBody>
                  <a:tcPr horzOverflow="overflow">
                    <a:lnL w="12700" cap="flat" cmpd="sng" algn="ctr">
                      <a:solidFill>
                        <a:schemeClr val="tx1"/>
                      </a:solidFill>
                      <a:prstDash val="solid"/>
                      <a:round/>
                      <a:headEnd type="none" w="sm" len="sm"/>
                      <a:tailEnd type="none" w="sm" len="sm"/>
                    </a:lnL>
                    <a:lnR w="28575" cap="flat" cmpd="sng" algn="ctr">
                      <a:solidFill>
                        <a:schemeClr val="tx1"/>
                      </a:solidFill>
                      <a:prstDash val="solid"/>
                      <a:round/>
                      <a:headEnd type="none" w="sm" len="sm"/>
                      <a:tailEnd type="none" w="sm" len="sm"/>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7"/>
                  </a:ext>
                </a:extLst>
              </a:tr>
              <a:tr h="519113">
                <a:tc>
                  <a:txBody>
                    <a:bodyPr/>
                    <a:lstStyle/>
                    <a:p>
                      <a:pPr marL="0" marR="0" lvl="0" indent="0" algn="l" defTabSz="914400" rtl="0" eaLnBrk="1" fontAlgn="base" latinLnBrk="0" hangingPunct="1">
                        <a:lnSpc>
                          <a:spcPct val="100000"/>
                        </a:lnSpc>
                        <a:spcBef>
                          <a:spcPct val="20000"/>
                        </a:spcBef>
                        <a:spcAft>
                          <a:spcPct val="0"/>
                        </a:spcAft>
                        <a:buClr>
                          <a:schemeClr val="folHlink"/>
                        </a:buClr>
                        <a:buSzPct val="60000"/>
                        <a:buFont typeface="Wingdings" pitchFamily="2" charset="2"/>
                        <a:buNone/>
                        <a:tabLst/>
                      </a:pPr>
                      <a:r>
                        <a:rPr kumimoji="0" lang="en-US" altLang="zh-CN" sz="2800" b="1" i="0" u="none" strike="noStrike" cap="none" normalizeH="0" baseline="0">
                          <a:ln>
                            <a:noFill/>
                          </a:ln>
                          <a:solidFill>
                            <a:schemeClr val="tx1"/>
                          </a:solidFill>
                          <a:effectLst/>
                          <a:latin typeface="Times New Roman" pitchFamily="18" charset="0"/>
                          <a:ea typeface="黑体" pitchFamily="2" charset="-122"/>
                        </a:rPr>
                        <a:t>$</a:t>
                      </a:r>
                      <a:r>
                        <a:rPr kumimoji="0" lang="en-US" altLang="zh-CN" sz="2800" b="1" i="1" u="none" strike="noStrike" cap="none" normalizeH="0" baseline="0">
                          <a:ln>
                            <a:noFill/>
                          </a:ln>
                          <a:solidFill>
                            <a:schemeClr val="tx1"/>
                          </a:solidFill>
                          <a:effectLst/>
                          <a:latin typeface="Times New Roman" pitchFamily="18" charset="0"/>
                          <a:ea typeface="黑体" pitchFamily="2" charset="-122"/>
                        </a:rPr>
                        <a:t>E </a:t>
                      </a:r>
                      <a:r>
                        <a:rPr kumimoji="0" lang="en-US" altLang="zh-CN" sz="2800" b="1" i="0" u="none" strike="noStrike" cap="none" normalizeH="0" baseline="0">
                          <a:ln>
                            <a:noFill/>
                          </a:ln>
                          <a:solidFill>
                            <a:schemeClr val="tx1"/>
                          </a:solidFill>
                          <a:effectLst/>
                          <a:latin typeface="Times New Roman" pitchFamily="18" charset="0"/>
                          <a:ea typeface="黑体" pitchFamily="2" charset="-122"/>
                          <a:sym typeface="Symbol" pitchFamily="18" charset="2"/>
                        </a:rPr>
                        <a:t></a:t>
                      </a:r>
                      <a:r>
                        <a:rPr kumimoji="0" lang="en-US" altLang="zh-CN" sz="2800" b="1" i="1" u="none" strike="noStrike" cap="none" normalizeH="0" baseline="0">
                          <a:ln>
                            <a:noFill/>
                          </a:ln>
                          <a:solidFill>
                            <a:schemeClr val="tx1"/>
                          </a:solidFill>
                          <a:effectLst/>
                          <a:latin typeface="Times New Roman" pitchFamily="18" charset="0"/>
                          <a:ea typeface="黑体" pitchFamily="2" charset="-122"/>
                        </a:rPr>
                        <a:t>T </a:t>
                      </a:r>
                      <a:r>
                        <a:rPr kumimoji="0" lang="en-US" altLang="zh-CN" sz="2800" b="1" i="0" u="none" strike="noStrike" cap="none" normalizeH="0" baseline="0">
                          <a:ln>
                            <a:noFill/>
                          </a:ln>
                          <a:solidFill>
                            <a:schemeClr val="tx1"/>
                          </a:solidFill>
                          <a:effectLst/>
                          <a:latin typeface="Times New Roman" pitchFamily="18" charset="0"/>
                          <a:ea typeface="黑体" pitchFamily="2" charset="-122"/>
                          <a:sym typeface="Symbol" pitchFamily="18" charset="2"/>
                        </a:rPr>
                        <a:t></a:t>
                      </a:r>
                    </a:p>
                  </a:txBody>
                  <a:tcPr horzOverflow="overflow">
                    <a:lnL w="28575"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sm" len="sm"/>
                      <a:tailEnd type="none" w="sm" len="sm"/>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
                          <a:schemeClr val="folHlink"/>
                        </a:buClr>
                        <a:buSzPct val="60000"/>
                        <a:buFont typeface="Wingdings" pitchFamily="2" charset="2"/>
                        <a:buNone/>
                        <a:tabLst/>
                      </a:pPr>
                      <a:r>
                        <a:rPr kumimoji="0" lang="en-US" altLang="zh-CN" sz="2800" b="1" i="0" u="none" strike="noStrike" cap="none" normalizeH="0" baseline="0">
                          <a:ln>
                            <a:noFill/>
                          </a:ln>
                          <a:solidFill>
                            <a:schemeClr val="tx1"/>
                          </a:solidFill>
                          <a:effectLst/>
                          <a:latin typeface="Times New Roman" pitchFamily="18" charset="0"/>
                          <a:ea typeface="黑体" pitchFamily="2" charset="-122"/>
                        </a:rPr>
                        <a:t>                 $</a:t>
                      </a:r>
                    </a:p>
                  </a:txBody>
                  <a:tcPr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sm" len="sm"/>
                      <a:tailEnd type="none" w="sm" len="sm"/>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
                          <a:schemeClr val="folHlink"/>
                        </a:buClr>
                        <a:buSzPct val="60000"/>
                        <a:buFont typeface="Wingdings" pitchFamily="2" charset="2"/>
                        <a:buNone/>
                        <a:tabLst/>
                      </a:pPr>
                      <a:endParaRPr kumimoji="0" lang="zh-CN" altLang="zh-CN" sz="2800" b="1" i="0" u="none" strike="noStrike" cap="none" normalizeH="0" baseline="0" dirty="0">
                        <a:ln>
                          <a:noFill/>
                        </a:ln>
                        <a:solidFill>
                          <a:schemeClr val="tx1"/>
                        </a:solidFill>
                        <a:effectLst/>
                        <a:latin typeface="Times New Roman" pitchFamily="18" charset="0"/>
                        <a:ea typeface="黑体" pitchFamily="2" charset="-122"/>
                      </a:endParaRPr>
                    </a:p>
                  </a:txBody>
                  <a:tcPr horzOverflow="overflow">
                    <a:lnL w="12700" cap="flat" cmpd="sng" algn="ctr">
                      <a:solidFill>
                        <a:schemeClr val="tx1"/>
                      </a:solidFill>
                      <a:prstDash val="solid"/>
                      <a:round/>
                      <a:headEnd type="none" w="sm" len="sm"/>
                      <a:tailEnd type="none" w="sm" len="sm"/>
                    </a:lnL>
                    <a:lnR w="28575" cap="flat" cmpd="sng" algn="ctr">
                      <a:solidFill>
                        <a:schemeClr val="tx1"/>
                      </a:solidFill>
                      <a:prstDash val="solid"/>
                      <a:round/>
                      <a:headEnd type="none" w="sm" len="sm"/>
                      <a:tailEnd type="none" w="sm" len="sm"/>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sm" len="sm"/>
                      <a:tailEnd type="none" w="sm" len="sm"/>
                    </a:lnB>
                    <a:lnTlToBr>
                      <a:noFill/>
                    </a:lnTlToBr>
                    <a:lnBlToTr>
                      <a:noFill/>
                    </a:lnBlToTr>
                    <a:noFill/>
                  </a:tcPr>
                </a:tc>
                <a:extLst>
                  <a:ext uri="{0D108BD9-81ED-4DB2-BD59-A6C34878D82A}">
                    <a16:rowId xmlns:a16="http://schemas.microsoft.com/office/drawing/2014/main" val="10008"/>
                  </a:ext>
                </a:extLst>
              </a:tr>
            </a:tbl>
          </a:graphicData>
        </a:graphic>
      </p:graphicFrame>
      <p:sp>
        <p:nvSpPr>
          <p:cNvPr id="2" name="日期占位符 1">
            <a:extLst>
              <a:ext uri="{FF2B5EF4-FFF2-40B4-BE49-F238E27FC236}">
                <a16:creationId xmlns:a16="http://schemas.microsoft.com/office/drawing/2014/main" id="{935B928C-3179-1E7F-6CE0-8972ADA669F5}"/>
              </a:ext>
            </a:extLst>
          </p:cNvPr>
          <p:cNvSpPr>
            <a:spLocks noGrp="1"/>
          </p:cNvSpPr>
          <p:nvPr>
            <p:ph type="dt" sz="half" idx="10"/>
          </p:nvPr>
        </p:nvSpPr>
        <p:spPr/>
        <p:txBody>
          <a:bodyPr/>
          <a:lstStyle/>
          <a:p>
            <a:fld id="{C5B0F0EF-25C6-4183-9C60-D440B5989EDC}" type="datetime2">
              <a:rPr lang="zh-CN" altLang="en-US" smtClean="0"/>
              <a:pPr/>
              <a:t>2025年11月26日</a:t>
            </a:fld>
            <a:endParaRPr lang="zh-CN" altLang="en-US"/>
          </a:p>
        </p:txBody>
      </p:sp>
      <p:sp>
        <p:nvSpPr>
          <p:cNvPr id="3" name="页脚占位符 2">
            <a:extLst>
              <a:ext uri="{FF2B5EF4-FFF2-40B4-BE49-F238E27FC236}">
                <a16:creationId xmlns:a16="http://schemas.microsoft.com/office/drawing/2014/main" id="{87C0A17E-1445-1A07-02F0-1F087515CA39}"/>
              </a:ext>
            </a:extLst>
          </p:cNvPr>
          <p:cNvSpPr>
            <a:spLocks noGrp="1"/>
          </p:cNvSpPr>
          <p:nvPr>
            <p:ph type="ftr" sz="quarter" idx="11"/>
          </p:nvPr>
        </p:nvSpPr>
        <p:spPr/>
        <p:txBody>
          <a:bodyPr/>
          <a:lstStyle/>
          <a:p>
            <a:r>
              <a:rPr lang="zh-CN" altLang="en-US"/>
              <a:t>编译原理</a:t>
            </a:r>
            <a:r>
              <a:rPr lang="en-US" altLang="zh-CN"/>
              <a:t>-</a:t>
            </a:r>
            <a:r>
              <a:rPr lang="zh-CN" altLang="en-US"/>
              <a:t>王欣捷</a:t>
            </a:r>
            <a:r>
              <a:rPr lang="en-US" altLang="zh-CN"/>
              <a:t>-</a:t>
            </a:r>
            <a:r>
              <a:rPr lang="zh-CN" altLang="en-US"/>
              <a:t>第三章 语法分析</a:t>
            </a:r>
            <a:r>
              <a:rPr lang="en-US" altLang="zh-CN"/>
              <a:t>(4)</a:t>
            </a:r>
            <a:endParaRPr lang="zh-CN" altLang="en-US"/>
          </a:p>
        </p:txBody>
      </p:sp>
      <p:sp>
        <p:nvSpPr>
          <p:cNvPr id="4" name="灯片编号占位符 3">
            <a:extLst>
              <a:ext uri="{FF2B5EF4-FFF2-40B4-BE49-F238E27FC236}">
                <a16:creationId xmlns:a16="http://schemas.microsoft.com/office/drawing/2014/main" id="{0432D396-6728-E3A3-E66A-D2928F388F46}"/>
              </a:ext>
            </a:extLst>
          </p:cNvPr>
          <p:cNvSpPr>
            <a:spLocks noGrp="1"/>
          </p:cNvSpPr>
          <p:nvPr>
            <p:ph type="sldNum" sz="quarter" idx="12"/>
          </p:nvPr>
        </p:nvSpPr>
        <p:spPr/>
        <p:txBody>
          <a:bodyPr/>
          <a:lstStyle/>
          <a:p>
            <a:fld id="{094DEB03-EFC6-4C20-8FC8-295189A5386F}" type="slidenum">
              <a:rPr lang="zh-CN" altLang="en-US" smtClean="0"/>
              <a:pPr/>
              <a:t>28</a:t>
            </a:fld>
            <a:endParaRPr lang="zh-CN" altLang="en-US"/>
          </a:p>
        </p:txBody>
      </p:sp>
      <p:graphicFrame>
        <p:nvGraphicFramePr>
          <p:cNvPr id="6" name="Group 3">
            <a:extLst>
              <a:ext uri="{FF2B5EF4-FFF2-40B4-BE49-F238E27FC236}">
                <a16:creationId xmlns:a16="http://schemas.microsoft.com/office/drawing/2014/main" id="{2B16B7A2-C583-34BE-25B1-CDF1EBAB317D}"/>
              </a:ext>
            </a:extLst>
          </p:cNvPr>
          <p:cNvGraphicFramePr>
            <a:graphicFrameLocks/>
          </p:cNvGraphicFramePr>
          <p:nvPr>
            <p:extLst>
              <p:ext uri="{D42A27DB-BD31-4B8C-83A1-F6EECF244321}">
                <p14:modId xmlns:p14="http://schemas.microsoft.com/office/powerpoint/2010/main" val="2765228591"/>
              </p:ext>
            </p:extLst>
          </p:nvPr>
        </p:nvGraphicFramePr>
        <p:xfrm>
          <a:off x="1681224" y="1431471"/>
          <a:ext cx="6162551" cy="2535464"/>
        </p:xfrm>
        <a:graphic>
          <a:graphicData uri="http://schemas.openxmlformats.org/drawingml/2006/table">
            <a:tbl>
              <a:tblPr>
                <a:effectLst>
                  <a:outerShdw blurRad="63500" sx="102000" sy="102000" algn="ctr" rotWithShape="0">
                    <a:prstClr val="black">
                      <a:alpha val="40000"/>
                    </a:prstClr>
                  </a:outerShdw>
                </a:effectLst>
              </a:tblPr>
              <a:tblGrid>
                <a:gridCol w="753362">
                  <a:extLst>
                    <a:ext uri="{9D8B030D-6E8A-4147-A177-3AD203B41FA5}">
                      <a16:colId xmlns:a16="http://schemas.microsoft.com/office/drawing/2014/main" val="20000"/>
                    </a:ext>
                  </a:extLst>
                </a:gridCol>
                <a:gridCol w="914796">
                  <a:extLst>
                    <a:ext uri="{9D8B030D-6E8A-4147-A177-3AD203B41FA5}">
                      <a16:colId xmlns:a16="http://schemas.microsoft.com/office/drawing/2014/main" val="20001"/>
                    </a:ext>
                  </a:extLst>
                </a:gridCol>
                <a:gridCol w="974215">
                  <a:extLst>
                    <a:ext uri="{9D8B030D-6E8A-4147-A177-3AD203B41FA5}">
                      <a16:colId xmlns:a16="http://schemas.microsoft.com/office/drawing/2014/main" val="20002"/>
                    </a:ext>
                  </a:extLst>
                </a:gridCol>
                <a:gridCol w="1010203">
                  <a:extLst>
                    <a:ext uri="{9D8B030D-6E8A-4147-A177-3AD203B41FA5}">
                      <a16:colId xmlns:a16="http://schemas.microsoft.com/office/drawing/2014/main" val="20003"/>
                    </a:ext>
                  </a:extLst>
                </a:gridCol>
                <a:gridCol w="867599">
                  <a:extLst>
                    <a:ext uri="{9D8B030D-6E8A-4147-A177-3AD203B41FA5}">
                      <a16:colId xmlns:a16="http://schemas.microsoft.com/office/drawing/2014/main" val="20004"/>
                    </a:ext>
                  </a:extLst>
                </a:gridCol>
                <a:gridCol w="860986">
                  <a:extLst>
                    <a:ext uri="{9D8B030D-6E8A-4147-A177-3AD203B41FA5}">
                      <a16:colId xmlns:a16="http://schemas.microsoft.com/office/drawing/2014/main" val="20005"/>
                    </a:ext>
                  </a:extLst>
                </a:gridCol>
                <a:gridCol w="781390">
                  <a:extLst>
                    <a:ext uri="{9D8B030D-6E8A-4147-A177-3AD203B41FA5}">
                      <a16:colId xmlns:a16="http://schemas.microsoft.com/office/drawing/2014/main" val="20006"/>
                    </a:ext>
                  </a:extLst>
                </a:gridCol>
              </a:tblGrid>
              <a:tr h="361994">
                <a:tc rowSpan="2">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r>
                        <a:rPr kumimoji="0" lang="zh-CN" altLang="en-US" sz="1500" b="0" i="0" u="none" strike="noStrike" cap="none" normalizeH="0" baseline="0">
                          <a:ln>
                            <a:noFill/>
                          </a:ln>
                          <a:solidFill>
                            <a:schemeClr val="tx1"/>
                          </a:solidFill>
                          <a:effectLst/>
                          <a:latin typeface="Times New Roman" panose="02020603050405020304" pitchFamily="18" charset="0"/>
                          <a:ea typeface="黑体" panose="02010609060101010101" pitchFamily="49" charset="-122"/>
                        </a:rPr>
                        <a:t>非 终</a:t>
                      </a:r>
                      <a:endParaRPr kumimoji="0" lang="en-US" altLang="zh-CN" sz="1500" b="0" i="0" u="none" strike="noStrike" cap="none" normalizeH="0" baseline="0">
                        <a:ln>
                          <a:noFill/>
                        </a:ln>
                        <a:solidFill>
                          <a:schemeClr val="tx1"/>
                        </a:solidFill>
                        <a:effectLst/>
                        <a:latin typeface="Times New Roman" panose="02020603050405020304" pitchFamily="18" charset="0"/>
                        <a:ea typeface="黑体" panose="02010609060101010101" pitchFamily="49" charset="-122"/>
                      </a:endParaRPr>
                    </a:p>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r>
                        <a:rPr kumimoji="0" lang="zh-CN" altLang="en-US" sz="1500" b="0" i="0" u="none" strike="noStrike" cap="none" normalizeH="0" baseline="0">
                          <a:ln>
                            <a:noFill/>
                          </a:ln>
                          <a:solidFill>
                            <a:schemeClr val="tx1"/>
                          </a:solidFill>
                          <a:effectLst/>
                          <a:latin typeface="Times New Roman" panose="02020603050405020304" pitchFamily="18" charset="0"/>
                          <a:ea typeface="黑体" panose="02010609060101010101" pitchFamily="49" charset="-122"/>
                        </a:rPr>
                        <a:t>结 符</a:t>
                      </a:r>
                    </a:p>
                  </a:txBody>
                  <a:tcPr marL="139781" marR="139781" marT="69890" marB="69890" anchor="ct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accent4">
                        <a:lumMod val="20000"/>
                        <a:lumOff val="80000"/>
                      </a:schemeClr>
                    </a:solidFill>
                  </a:tcPr>
                </a:tc>
                <a:tc gridSpan="6">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r>
                        <a:rPr kumimoji="0" lang="zh-CN" altLang="en-US" sz="1500" b="0" i="0" u="none" strike="noStrike" cap="none" normalizeH="0" baseline="0">
                          <a:ln>
                            <a:noFill/>
                          </a:ln>
                          <a:solidFill>
                            <a:schemeClr val="tx1"/>
                          </a:solidFill>
                          <a:effectLst/>
                          <a:latin typeface="Times New Roman" panose="02020603050405020304" pitchFamily="18" charset="0"/>
                          <a:ea typeface="黑体" panose="02010609060101010101" pitchFamily="49" charset="-122"/>
                        </a:rPr>
                        <a:t>输 入 符 号</a:t>
                      </a:r>
                    </a:p>
                  </a:txBody>
                  <a:tcPr marL="139781" marR="139781" marT="69890" marB="69890" anchor="ct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accent4">
                        <a:lumMod val="20000"/>
                        <a:lumOff val="80000"/>
                      </a:schemeClr>
                    </a:solidFill>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extLst>
                  <a:ext uri="{0D108BD9-81ED-4DB2-BD59-A6C34878D82A}">
                    <a16:rowId xmlns:a16="http://schemas.microsoft.com/office/drawing/2014/main" val="10000"/>
                  </a:ext>
                </a:extLst>
              </a:tr>
              <a:tr h="360042">
                <a:tc vMerge="1">
                  <a:txBody>
                    <a:bodyPr/>
                    <a:lstStyle/>
                    <a:p>
                      <a:endParaRPr lang="zh-CN" altLang="en-US"/>
                    </a:p>
                  </a:txBody>
                  <a:tcPr/>
                </a:tc>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r>
                        <a:rPr kumimoji="0" lang="en-US" altLang="zh-CN" sz="1500" b="1" i="0" u="none" strike="noStrike" cap="none" normalizeH="0" baseline="0">
                          <a:ln>
                            <a:noFill/>
                          </a:ln>
                          <a:solidFill>
                            <a:schemeClr val="tx1"/>
                          </a:solidFill>
                          <a:effectLst/>
                          <a:latin typeface="Times New Roman" panose="02020603050405020304" pitchFamily="18" charset="0"/>
                          <a:ea typeface="黑体" panose="02010609060101010101" pitchFamily="49" charset="-122"/>
                        </a:rPr>
                        <a:t>id</a:t>
                      </a:r>
                    </a:p>
                  </a:txBody>
                  <a:tcPr marL="46132" marR="46132" marT="24604" marB="24604"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accent4">
                        <a:lumMod val="20000"/>
                        <a:lumOff val="80000"/>
                      </a:schemeClr>
                    </a:solidFill>
                  </a:tcPr>
                </a:tc>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r>
                        <a:rPr kumimoji="0" lang="en-US" altLang="zh-CN" sz="1500" b="1" i="0" u="none" strike="noStrike" cap="none" normalizeH="0" baseline="0">
                          <a:ln>
                            <a:noFill/>
                          </a:ln>
                          <a:solidFill>
                            <a:schemeClr val="tx1"/>
                          </a:solidFill>
                          <a:effectLst/>
                          <a:latin typeface="Times New Roman" panose="02020603050405020304" pitchFamily="18" charset="0"/>
                          <a:ea typeface="黑体" panose="02010609060101010101" pitchFamily="49" charset="-122"/>
                        </a:rPr>
                        <a:t>+</a:t>
                      </a:r>
                    </a:p>
                  </a:txBody>
                  <a:tcPr marL="46132" marR="46132" marT="24604" marB="24604"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accent4">
                        <a:lumMod val="20000"/>
                        <a:lumOff val="80000"/>
                      </a:schemeClr>
                    </a:solidFill>
                  </a:tcPr>
                </a:tc>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r>
                        <a:rPr kumimoji="0" lang="en-US" altLang="zh-CN" sz="1500" b="1" i="0" u="none" strike="noStrike" cap="none" normalizeH="0" baseline="0">
                          <a:ln>
                            <a:noFill/>
                          </a:ln>
                          <a:solidFill>
                            <a:schemeClr val="tx1"/>
                          </a:solidFill>
                          <a:effectLst/>
                          <a:latin typeface="Times New Roman" panose="02020603050405020304" pitchFamily="18" charset="0"/>
                          <a:ea typeface="黑体" panose="02010609060101010101" pitchFamily="49" charset="-122"/>
                        </a:rPr>
                        <a:t>*</a:t>
                      </a:r>
                    </a:p>
                  </a:txBody>
                  <a:tcPr marL="46132" marR="46132" marT="24604" marB="24604"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accent4">
                        <a:lumMod val="20000"/>
                        <a:lumOff val="80000"/>
                      </a:schemeClr>
                    </a:solidFill>
                  </a:tcPr>
                </a:tc>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r>
                        <a:rPr kumimoji="0" lang="en-US" altLang="zh-CN" sz="1500" b="1" i="0" u="none" strike="noStrike" cap="none" normalizeH="0" baseline="0">
                          <a:ln>
                            <a:noFill/>
                          </a:ln>
                          <a:solidFill>
                            <a:schemeClr val="tx1"/>
                          </a:solidFill>
                          <a:effectLst/>
                          <a:latin typeface="Times New Roman" panose="02020603050405020304" pitchFamily="18" charset="0"/>
                          <a:ea typeface="黑体" panose="02010609060101010101" pitchFamily="49" charset="-122"/>
                        </a:rPr>
                        <a:t>(</a:t>
                      </a:r>
                    </a:p>
                  </a:txBody>
                  <a:tcPr marL="46132" marR="46132" marT="24604" marB="24604"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accent4">
                        <a:lumMod val="20000"/>
                        <a:lumOff val="80000"/>
                      </a:schemeClr>
                    </a:solidFill>
                  </a:tcPr>
                </a:tc>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r>
                        <a:rPr kumimoji="0" lang="en-US" altLang="zh-CN" sz="1500" b="1" i="0" u="none" strike="noStrike" cap="none" normalizeH="0" baseline="0">
                          <a:ln>
                            <a:noFill/>
                          </a:ln>
                          <a:solidFill>
                            <a:schemeClr val="tx1"/>
                          </a:solidFill>
                          <a:effectLst/>
                          <a:latin typeface="Times New Roman" panose="02020603050405020304" pitchFamily="18" charset="0"/>
                          <a:ea typeface="黑体" panose="02010609060101010101" pitchFamily="49" charset="-122"/>
                        </a:rPr>
                        <a:t>)</a:t>
                      </a:r>
                    </a:p>
                  </a:txBody>
                  <a:tcPr marL="46132" marR="46132" marT="24604" marB="24604"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accent4">
                        <a:lumMod val="20000"/>
                        <a:lumOff val="80000"/>
                      </a:schemeClr>
                    </a:solidFill>
                  </a:tcPr>
                </a:tc>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r>
                        <a:rPr kumimoji="0" lang="en-US" altLang="zh-CN" sz="1500" b="1" i="0" u="none" strike="noStrike" cap="none" normalizeH="0" baseline="0">
                          <a:ln>
                            <a:noFill/>
                          </a:ln>
                          <a:solidFill>
                            <a:schemeClr val="tx1"/>
                          </a:solidFill>
                          <a:effectLst/>
                          <a:latin typeface="Times New Roman" panose="02020603050405020304" pitchFamily="18" charset="0"/>
                          <a:ea typeface="黑体" panose="02010609060101010101" pitchFamily="49" charset="-122"/>
                        </a:rPr>
                        <a:t>$</a:t>
                      </a:r>
                    </a:p>
                  </a:txBody>
                  <a:tcPr marL="46132" marR="46132" marT="24604" marB="24604" anchor="ct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accent4">
                        <a:lumMod val="20000"/>
                        <a:lumOff val="80000"/>
                      </a:schemeClr>
                    </a:solidFill>
                  </a:tcPr>
                </a:tc>
                <a:extLst>
                  <a:ext uri="{0D108BD9-81ED-4DB2-BD59-A6C34878D82A}">
                    <a16:rowId xmlns:a16="http://schemas.microsoft.com/office/drawing/2014/main" val="10001"/>
                  </a:ext>
                </a:extLst>
              </a:tr>
              <a:tr h="361994">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r>
                        <a:rPr kumimoji="0" lang="en-US" altLang="zh-CN" sz="1500" b="1" i="1" u="none" strike="noStrike" cap="none" normalizeH="0" baseline="0">
                          <a:ln>
                            <a:noFill/>
                          </a:ln>
                          <a:solidFill>
                            <a:schemeClr val="tx1"/>
                          </a:solidFill>
                          <a:effectLst/>
                          <a:latin typeface="Times New Roman" panose="02020603050405020304" pitchFamily="18" charset="0"/>
                          <a:ea typeface="黑体" panose="02010609060101010101" pitchFamily="49" charset="-122"/>
                        </a:rPr>
                        <a:t>E</a:t>
                      </a:r>
                    </a:p>
                  </a:txBody>
                  <a:tcPr marL="46132" marR="46132" marT="24604" marB="24604" anchor="ct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accent4">
                        <a:lumMod val="20000"/>
                        <a:lumOff val="80000"/>
                      </a:schemeClr>
                    </a:solidFill>
                  </a:tcPr>
                </a:tc>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r>
                        <a:rPr kumimoji="0" lang="en-US" altLang="zh-CN" sz="1500" b="1" i="1" u="none" strike="noStrike" cap="none" normalizeH="0" baseline="0">
                          <a:ln>
                            <a:noFill/>
                          </a:ln>
                          <a:solidFill>
                            <a:schemeClr val="tx1"/>
                          </a:solidFill>
                          <a:effectLst/>
                          <a:latin typeface="Times New Roman" panose="02020603050405020304" pitchFamily="18" charset="0"/>
                          <a:ea typeface="黑体" panose="02010609060101010101" pitchFamily="49" charset="-122"/>
                        </a:rPr>
                        <a:t>E</a:t>
                      </a:r>
                      <a:r>
                        <a:rPr kumimoji="0" lang="en-US" altLang="zh-CN" sz="1500" b="1" i="0" u="none" strike="noStrike" cap="none" normalizeH="0" baseline="0">
                          <a:ln>
                            <a:noFill/>
                          </a:ln>
                          <a:solidFill>
                            <a:schemeClr val="tx1"/>
                          </a:solidFill>
                          <a:effectLst/>
                          <a:latin typeface="Times New Roman" panose="02020603050405020304" pitchFamily="18" charset="0"/>
                          <a:ea typeface="黑体" panose="02010609060101010101" pitchFamily="49" charset="-122"/>
                          <a:sym typeface="Symbol" panose="05050102010706020507" pitchFamily="18" charset="2"/>
                        </a:rPr>
                        <a:t></a:t>
                      </a:r>
                      <a:r>
                        <a:rPr kumimoji="0" lang="en-US" altLang="zh-CN" sz="1500" b="1" i="1" u="none" strike="noStrike" cap="none" normalizeH="0" baseline="0">
                          <a:ln>
                            <a:noFill/>
                          </a:ln>
                          <a:solidFill>
                            <a:schemeClr val="tx1"/>
                          </a:solidFill>
                          <a:effectLst/>
                          <a:latin typeface="Times New Roman" panose="02020603050405020304" pitchFamily="18" charset="0"/>
                          <a:ea typeface="黑体" panose="02010609060101010101" pitchFamily="49" charset="-122"/>
                          <a:sym typeface="Symbol" panose="05050102010706020507" pitchFamily="18" charset="2"/>
                        </a:rPr>
                        <a:t>TE</a:t>
                      </a:r>
                      <a:r>
                        <a:rPr kumimoji="0" lang="en-US" altLang="zh-CN" sz="1500" b="1" i="0" u="none" strike="noStrike" cap="none" normalizeH="0" baseline="0">
                          <a:ln>
                            <a:noFill/>
                          </a:ln>
                          <a:solidFill>
                            <a:schemeClr val="tx1"/>
                          </a:solidFill>
                          <a:effectLst/>
                          <a:latin typeface="Times New Roman" panose="02020603050405020304" pitchFamily="18" charset="0"/>
                          <a:ea typeface="黑体" panose="02010609060101010101" pitchFamily="49" charset="-122"/>
                          <a:sym typeface="Symbol" panose="05050102010706020507" pitchFamily="18" charset="2"/>
                        </a:rPr>
                        <a:t></a:t>
                      </a:r>
                    </a:p>
                  </a:txBody>
                  <a:tcPr marL="46132" marR="46132" marT="24604" marB="24604"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accent4">
                        <a:lumMod val="20000"/>
                        <a:lumOff val="80000"/>
                      </a:schemeClr>
                    </a:solidFill>
                  </a:tcPr>
                </a:tc>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endParaRPr kumimoji="0" lang="zh-CN" altLang="zh-CN" sz="1500" b="0" i="0" u="none" strike="noStrike" cap="none" normalizeH="0" baseline="0">
                        <a:ln>
                          <a:noFill/>
                        </a:ln>
                        <a:solidFill>
                          <a:schemeClr val="tx1"/>
                        </a:solidFill>
                        <a:effectLst/>
                        <a:latin typeface="Times New Roman" panose="02020603050405020304" pitchFamily="18" charset="0"/>
                        <a:ea typeface="黑体" panose="02010609060101010101" pitchFamily="49" charset="-122"/>
                      </a:endParaRPr>
                    </a:p>
                  </a:txBody>
                  <a:tcPr marL="46132" marR="46132" marT="24604" marB="24604"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accent4">
                        <a:lumMod val="20000"/>
                        <a:lumOff val="80000"/>
                      </a:schemeClr>
                    </a:solidFill>
                  </a:tcPr>
                </a:tc>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endParaRPr kumimoji="0" lang="zh-CN" altLang="zh-CN" sz="1500" b="0" i="0" u="none" strike="noStrike" cap="none" normalizeH="0" baseline="0">
                        <a:ln>
                          <a:noFill/>
                        </a:ln>
                        <a:solidFill>
                          <a:schemeClr val="tx1"/>
                        </a:solidFill>
                        <a:effectLst/>
                        <a:latin typeface="Times New Roman" panose="02020603050405020304" pitchFamily="18" charset="0"/>
                        <a:ea typeface="黑体" panose="02010609060101010101" pitchFamily="49" charset="-122"/>
                      </a:endParaRPr>
                    </a:p>
                  </a:txBody>
                  <a:tcPr marL="46132" marR="46132" marT="24604" marB="24604"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accent4">
                        <a:lumMod val="20000"/>
                        <a:lumOff val="80000"/>
                      </a:schemeClr>
                    </a:solidFill>
                  </a:tcPr>
                </a:tc>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r>
                        <a:rPr kumimoji="0" lang="en-US" altLang="zh-CN" sz="1500" b="1" i="1" u="none" strike="noStrike" cap="none" normalizeH="0" baseline="0">
                          <a:ln>
                            <a:noFill/>
                          </a:ln>
                          <a:solidFill>
                            <a:schemeClr val="tx1"/>
                          </a:solidFill>
                          <a:effectLst/>
                          <a:latin typeface="Times New Roman" panose="02020603050405020304" pitchFamily="18" charset="0"/>
                          <a:ea typeface="黑体" panose="02010609060101010101" pitchFamily="49" charset="-122"/>
                        </a:rPr>
                        <a:t>E</a:t>
                      </a:r>
                      <a:r>
                        <a:rPr kumimoji="0" lang="en-US" altLang="zh-CN" sz="1500" b="1" i="1" u="none" strike="noStrike" cap="none" normalizeH="0" baseline="0">
                          <a:ln>
                            <a:noFill/>
                          </a:ln>
                          <a:solidFill>
                            <a:schemeClr val="tx1"/>
                          </a:solidFill>
                          <a:effectLst/>
                          <a:latin typeface="Times New Roman" panose="02020603050405020304" pitchFamily="18" charset="0"/>
                          <a:ea typeface="黑体" panose="02010609060101010101" pitchFamily="49" charset="-122"/>
                          <a:sym typeface="Symbol" panose="05050102010706020507" pitchFamily="18" charset="2"/>
                        </a:rPr>
                        <a:t>TE</a:t>
                      </a:r>
                      <a:r>
                        <a:rPr kumimoji="0" lang="en-US" altLang="zh-CN" sz="1500" b="1" i="0" u="none" strike="noStrike" cap="none" normalizeH="0" baseline="0">
                          <a:ln>
                            <a:noFill/>
                          </a:ln>
                          <a:solidFill>
                            <a:schemeClr val="tx1"/>
                          </a:solidFill>
                          <a:effectLst/>
                          <a:latin typeface="Times New Roman" panose="02020603050405020304" pitchFamily="18" charset="0"/>
                          <a:ea typeface="黑体" panose="02010609060101010101" pitchFamily="49" charset="-122"/>
                          <a:sym typeface="Symbol" panose="05050102010706020507" pitchFamily="18" charset="2"/>
                        </a:rPr>
                        <a:t></a:t>
                      </a:r>
                    </a:p>
                  </a:txBody>
                  <a:tcPr marL="46132" marR="46132" marT="24604" marB="24604"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accent4">
                        <a:lumMod val="20000"/>
                        <a:lumOff val="80000"/>
                      </a:schemeClr>
                    </a:solidFill>
                  </a:tcPr>
                </a:tc>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endParaRPr kumimoji="0" lang="zh-CN" altLang="zh-CN" sz="1500" b="0" i="0" u="none" strike="noStrike" cap="none" normalizeH="0" baseline="0">
                        <a:ln>
                          <a:noFill/>
                        </a:ln>
                        <a:solidFill>
                          <a:schemeClr val="tx1"/>
                        </a:solidFill>
                        <a:effectLst/>
                        <a:latin typeface="Times New Roman" panose="02020603050405020304" pitchFamily="18" charset="0"/>
                        <a:ea typeface="黑体" panose="02010609060101010101" pitchFamily="49" charset="-122"/>
                      </a:endParaRPr>
                    </a:p>
                  </a:txBody>
                  <a:tcPr marL="46132" marR="46132" marT="24604" marB="24604"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accent4">
                        <a:lumMod val="20000"/>
                        <a:lumOff val="80000"/>
                      </a:schemeClr>
                    </a:solidFill>
                  </a:tcPr>
                </a:tc>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endParaRPr kumimoji="0" lang="zh-CN" altLang="zh-CN" sz="1500" b="0" i="0" u="none" strike="noStrike" cap="none" normalizeH="0" baseline="0">
                        <a:ln>
                          <a:noFill/>
                        </a:ln>
                        <a:solidFill>
                          <a:schemeClr val="tx1"/>
                        </a:solidFill>
                        <a:effectLst/>
                        <a:latin typeface="Times New Roman" panose="02020603050405020304" pitchFamily="18" charset="0"/>
                        <a:ea typeface="黑体" panose="02010609060101010101" pitchFamily="49" charset="-122"/>
                      </a:endParaRPr>
                    </a:p>
                  </a:txBody>
                  <a:tcPr marL="46132" marR="46132" marT="24604" marB="24604" anchor="ct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accent4">
                        <a:lumMod val="20000"/>
                        <a:lumOff val="80000"/>
                      </a:schemeClr>
                    </a:solidFill>
                  </a:tcPr>
                </a:tc>
                <a:extLst>
                  <a:ext uri="{0D108BD9-81ED-4DB2-BD59-A6C34878D82A}">
                    <a16:rowId xmlns:a16="http://schemas.microsoft.com/office/drawing/2014/main" val="10002"/>
                  </a:ext>
                </a:extLst>
              </a:tr>
              <a:tr h="361018">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r>
                        <a:rPr kumimoji="0" lang="en-US" altLang="zh-CN" sz="1500" b="1" i="1" u="none" strike="noStrike" cap="none" normalizeH="0" baseline="0">
                          <a:ln>
                            <a:noFill/>
                          </a:ln>
                          <a:solidFill>
                            <a:schemeClr val="tx1"/>
                          </a:solidFill>
                          <a:effectLst/>
                          <a:latin typeface="Times New Roman" panose="02020603050405020304" pitchFamily="18" charset="0"/>
                          <a:ea typeface="黑体" panose="02010609060101010101" pitchFamily="49" charset="-122"/>
                        </a:rPr>
                        <a:t>E </a:t>
                      </a:r>
                      <a:r>
                        <a:rPr kumimoji="0" lang="en-US" altLang="zh-CN" sz="1500" b="1" i="0" u="none" strike="noStrike" cap="none" normalizeH="0" baseline="0">
                          <a:ln>
                            <a:noFill/>
                          </a:ln>
                          <a:solidFill>
                            <a:schemeClr val="tx1"/>
                          </a:solidFill>
                          <a:effectLst/>
                          <a:latin typeface="Times New Roman" panose="02020603050405020304" pitchFamily="18" charset="0"/>
                          <a:ea typeface="黑体" panose="02010609060101010101" pitchFamily="49" charset="-122"/>
                          <a:sym typeface="Symbol" panose="05050102010706020507" pitchFamily="18" charset="2"/>
                        </a:rPr>
                        <a:t></a:t>
                      </a:r>
                    </a:p>
                  </a:txBody>
                  <a:tcPr marL="46132" marR="46132" marT="24604" marB="24604" anchor="ct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accent4">
                        <a:lumMod val="20000"/>
                        <a:lumOff val="80000"/>
                      </a:schemeClr>
                    </a:solidFill>
                  </a:tcPr>
                </a:tc>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endParaRPr kumimoji="0" lang="zh-CN" altLang="zh-CN" sz="1500" b="0" i="0" u="none" strike="noStrike" cap="none" normalizeH="0" baseline="0">
                        <a:ln>
                          <a:noFill/>
                        </a:ln>
                        <a:solidFill>
                          <a:schemeClr val="tx1"/>
                        </a:solidFill>
                        <a:effectLst/>
                        <a:latin typeface="Times New Roman" panose="02020603050405020304" pitchFamily="18" charset="0"/>
                        <a:ea typeface="黑体" panose="02010609060101010101" pitchFamily="49" charset="-122"/>
                      </a:endParaRPr>
                    </a:p>
                  </a:txBody>
                  <a:tcPr marL="46132" marR="46132" marT="24604" marB="24604"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accent4">
                        <a:lumMod val="20000"/>
                        <a:lumOff val="80000"/>
                      </a:schemeClr>
                    </a:solidFill>
                  </a:tcPr>
                </a:tc>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r>
                        <a:rPr kumimoji="0" lang="en-US" altLang="zh-CN" sz="1500" b="1" i="1" u="none" strike="noStrike" cap="none" normalizeH="0" baseline="0">
                          <a:ln>
                            <a:noFill/>
                          </a:ln>
                          <a:solidFill>
                            <a:schemeClr val="tx1"/>
                          </a:solidFill>
                          <a:effectLst/>
                          <a:latin typeface="Times New Roman" panose="02020603050405020304" pitchFamily="18" charset="0"/>
                          <a:ea typeface="黑体" panose="02010609060101010101" pitchFamily="49" charset="-122"/>
                        </a:rPr>
                        <a:t>E</a:t>
                      </a:r>
                      <a:r>
                        <a:rPr kumimoji="0" lang="en-US" altLang="zh-CN" sz="1500" b="1" i="0" u="none" strike="noStrike" cap="none" normalizeH="0" baseline="0">
                          <a:ln>
                            <a:noFill/>
                          </a:ln>
                          <a:solidFill>
                            <a:schemeClr val="tx1"/>
                          </a:solidFill>
                          <a:effectLst/>
                          <a:latin typeface="Times New Roman" panose="02020603050405020304" pitchFamily="18" charset="0"/>
                          <a:ea typeface="黑体" panose="02010609060101010101" pitchFamily="49" charset="-122"/>
                          <a:sym typeface="Symbol" panose="05050102010706020507" pitchFamily="18" charset="2"/>
                        </a:rPr>
                        <a:t>+</a:t>
                      </a:r>
                      <a:r>
                        <a:rPr kumimoji="0" lang="en-US" altLang="zh-CN" sz="1500" b="1" i="1" u="none" strike="noStrike" cap="none" normalizeH="0" baseline="0">
                          <a:ln>
                            <a:noFill/>
                          </a:ln>
                          <a:solidFill>
                            <a:schemeClr val="tx1"/>
                          </a:solidFill>
                          <a:effectLst/>
                          <a:latin typeface="Times New Roman" panose="02020603050405020304" pitchFamily="18" charset="0"/>
                          <a:ea typeface="黑体" panose="02010609060101010101" pitchFamily="49" charset="-122"/>
                          <a:sym typeface="Symbol" panose="05050102010706020507" pitchFamily="18" charset="2"/>
                        </a:rPr>
                        <a:t>TE</a:t>
                      </a:r>
                      <a:r>
                        <a:rPr kumimoji="0" lang="en-US" altLang="zh-CN" sz="1500" b="1" i="0" u="none" strike="noStrike" cap="none" normalizeH="0" baseline="0">
                          <a:ln>
                            <a:noFill/>
                          </a:ln>
                          <a:solidFill>
                            <a:schemeClr val="tx1"/>
                          </a:solidFill>
                          <a:effectLst/>
                          <a:latin typeface="Times New Roman" panose="02020603050405020304" pitchFamily="18" charset="0"/>
                          <a:ea typeface="黑体" panose="02010609060101010101" pitchFamily="49" charset="-122"/>
                          <a:sym typeface="Symbol" panose="05050102010706020507" pitchFamily="18" charset="2"/>
                        </a:rPr>
                        <a:t></a:t>
                      </a:r>
                    </a:p>
                  </a:txBody>
                  <a:tcPr marL="46132" marR="46132" marT="24604" marB="24604"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accent4">
                        <a:lumMod val="20000"/>
                        <a:lumOff val="80000"/>
                      </a:schemeClr>
                    </a:solidFill>
                  </a:tcPr>
                </a:tc>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endParaRPr kumimoji="0" lang="zh-CN" altLang="zh-CN" sz="1500" b="0" i="0" u="none" strike="noStrike" cap="none" normalizeH="0" baseline="0">
                        <a:ln>
                          <a:noFill/>
                        </a:ln>
                        <a:solidFill>
                          <a:schemeClr val="tx1"/>
                        </a:solidFill>
                        <a:effectLst/>
                        <a:latin typeface="Times New Roman" panose="02020603050405020304" pitchFamily="18" charset="0"/>
                        <a:ea typeface="黑体" panose="02010609060101010101" pitchFamily="49" charset="-122"/>
                      </a:endParaRPr>
                    </a:p>
                  </a:txBody>
                  <a:tcPr marL="46132" marR="46132" marT="24604" marB="24604"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accent4">
                        <a:lumMod val="20000"/>
                        <a:lumOff val="80000"/>
                      </a:schemeClr>
                    </a:solidFill>
                  </a:tcPr>
                </a:tc>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endParaRPr kumimoji="0" lang="zh-CN" altLang="zh-CN" sz="1500" b="0" i="0" u="none" strike="noStrike" cap="none" normalizeH="0" baseline="0">
                        <a:ln>
                          <a:noFill/>
                        </a:ln>
                        <a:solidFill>
                          <a:schemeClr val="tx1"/>
                        </a:solidFill>
                        <a:effectLst/>
                        <a:latin typeface="Times New Roman" panose="02020603050405020304" pitchFamily="18" charset="0"/>
                        <a:ea typeface="黑体" panose="02010609060101010101" pitchFamily="49" charset="-122"/>
                      </a:endParaRPr>
                    </a:p>
                  </a:txBody>
                  <a:tcPr marL="46132" marR="46132" marT="24604" marB="24604"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accent4">
                        <a:lumMod val="20000"/>
                        <a:lumOff val="80000"/>
                      </a:schemeClr>
                    </a:solidFill>
                  </a:tcPr>
                </a:tc>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r>
                        <a:rPr kumimoji="0" lang="en-US" altLang="zh-CN" sz="1500" b="1" i="1" u="none" strike="noStrike" cap="none" normalizeH="0" baseline="0">
                          <a:ln>
                            <a:noFill/>
                          </a:ln>
                          <a:solidFill>
                            <a:schemeClr val="tx1"/>
                          </a:solidFill>
                          <a:effectLst/>
                          <a:latin typeface="Times New Roman" panose="02020603050405020304" pitchFamily="18" charset="0"/>
                          <a:ea typeface="黑体" panose="02010609060101010101" pitchFamily="49" charset="-122"/>
                        </a:rPr>
                        <a:t>E</a:t>
                      </a:r>
                      <a:r>
                        <a:rPr kumimoji="0" lang="en-US" altLang="zh-CN" sz="1700" b="1" i="0" u="none" strike="noStrike" cap="none" normalizeH="0" baseline="0">
                          <a:ln>
                            <a:noFill/>
                          </a:ln>
                          <a:solidFill>
                            <a:schemeClr val="tx1"/>
                          </a:solidFill>
                          <a:effectLst/>
                          <a:latin typeface="Times New Roman" panose="02020603050405020304" pitchFamily="18" charset="0"/>
                          <a:ea typeface="黑体" panose="02010609060101010101" pitchFamily="49" charset="-122"/>
                          <a:sym typeface="Symbol" panose="05050102010706020507" pitchFamily="18" charset="2"/>
                        </a:rPr>
                        <a:t></a:t>
                      </a:r>
                    </a:p>
                  </a:txBody>
                  <a:tcPr marL="46132" marR="46132" marT="24604" marB="24604"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accent4">
                        <a:lumMod val="20000"/>
                        <a:lumOff val="80000"/>
                      </a:schemeClr>
                    </a:solidFill>
                  </a:tcPr>
                </a:tc>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r>
                        <a:rPr kumimoji="0" lang="en-US" altLang="zh-CN" sz="1500" b="1" i="1" u="none" strike="noStrike" cap="none" normalizeH="0" baseline="0">
                          <a:ln>
                            <a:noFill/>
                          </a:ln>
                          <a:solidFill>
                            <a:schemeClr val="tx1"/>
                          </a:solidFill>
                          <a:effectLst/>
                          <a:latin typeface="Times New Roman" panose="02020603050405020304" pitchFamily="18" charset="0"/>
                          <a:ea typeface="黑体" panose="02010609060101010101" pitchFamily="49" charset="-122"/>
                        </a:rPr>
                        <a:t>E</a:t>
                      </a:r>
                      <a:r>
                        <a:rPr kumimoji="0" lang="en-US" altLang="zh-CN" sz="1700" b="1" i="0" u="none" strike="noStrike" cap="none" normalizeH="0" baseline="0">
                          <a:ln>
                            <a:noFill/>
                          </a:ln>
                          <a:solidFill>
                            <a:schemeClr val="tx1"/>
                          </a:solidFill>
                          <a:effectLst/>
                          <a:latin typeface="Times New Roman" panose="02020603050405020304" pitchFamily="18" charset="0"/>
                          <a:ea typeface="黑体" panose="02010609060101010101" pitchFamily="49" charset="-122"/>
                          <a:sym typeface="Symbol" panose="05050102010706020507" pitchFamily="18" charset="2"/>
                        </a:rPr>
                        <a:t></a:t>
                      </a:r>
                    </a:p>
                  </a:txBody>
                  <a:tcPr marL="46132" marR="46132" marT="24604" marB="24604" anchor="ct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accent4">
                        <a:lumMod val="20000"/>
                        <a:lumOff val="80000"/>
                      </a:schemeClr>
                    </a:solidFill>
                  </a:tcPr>
                </a:tc>
                <a:extLst>
                  <a:ext uri="{0D108BD9-81ED-4DB2-BD59-A6C34878D82A}">
                    <a16:rowId xmlns:a16="http://schemas.microsoft.com/office/drawing/2014/main" val="10003"/>
                  </a:ext>
                </a:extLst>
              </a:tr>
              <a:tr h="361994">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r>
                        <a:rPr kumimoji="0" lang="en-US" altLang="zh-CN" sz="1500" b="1" i="1" u="none" strike="noStrike" cap="none" normalizeH="0" baseline="0">
                          <a:ln>
                            <a:noFill/>
                          </a:ln>
                          <a:solidFill>
                            <a:schemeClr val="tx1"/>
                          </a:solidFill>
                          <a:effectLst/>
                          <a:latin typeface="Times New Roman" panose="02020603050405020304" pitchFamily="18" charset="0"/>
                          <a:ea typeface="黑体" panose="02010609060101010101" pitchFamily="49" charset="-122"/>
                        </a:rPr>
                        <a:t>T</a:t>
                      </a:r>
                    </a:p>
                  </a:txBody>
                  <a:tcPr marL="46132" marR="46132" marT="24604" marB="24604" anchor="ct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accent4">
                        <a:lumMod val="20000"/>
                        <a:lumOff val="80000"/>
                      </a:schemeClr>
                    </a:solidFill>
                  </a:tcPr>
                </a:tc>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r>
                        <a:rPr kumimoji="0" lang="en-US" altLang="zh-CN" sz="1500" b="1" i="1" u="none" strike="noStrike" cap="none" normalizeH="0" baseline="0">
                          <a:ln>
                            <a:noFill/>
                          </a:ln>
                          <a:solidFill>
                            <a:schemeClr val="tx1"/>
                          </a:solidFill>
                          <a:effectLst/>
                          <a:latin typeface="Times New Roman" panose="02020603050405020304" pitchFamily="18" charset="0"/>
                          <a:ea typeface="黑体" panose="02010609060101010101" pitchFamily="49" charset="-122"/>
                        </a:rPr>
                        <a:t>T</a:t>
                      </a:r>
                      <a:r>
                        <a:rPr kumimoji="0" lang="en-US" altLang="zh-CN" sz="1500" b="1" i="0" u="none" strike="noStrike" cap="none" normalizeH="0" baseline="0">
                          <a:ln>
                            <a:noFill/>
                          </a:ln>
                          <a:solidFill>
                            <a:schemeClr val="tx1"/>
                          </a:solidFill>
                          <a:effectLst/>
                          <a:latin typeface="Times New Roman" panose="02020603050405020304" pitchFamily="18" charset="0"/>
                          <a:ea typeface="黑体" panose="02010609060101010101" pitchFamily="49" charset="-122"/>
                          <a:sym typeface="Symbol" panose="05050102010706020507" pitchFamily="18" charset="2"/>
                        </a:rPr>
                        <a:t></a:t>
                      </a:r>
                      <a:r>
                        <a:rPr kumimoji="0" lang="en-US" altLang="zh-CN" sz="1500" b="1" i="1" u="none" strike="noStrike" cap="none" normalizeH="0" baseline="0">
                          <a:ln>
                            <a:noFill/>
                          </a:ln>
                          <a:solidFill>
                            <a:schemeClr val="tx1"/>
                          </a:solidFill>
                          <a:effectLst/>
                          <a:latin typeface="Times New Roman" panose="02020603050405020304" pitchFamily="18" charset="0"/>
                          <a:ea typeface="黑体" panose="02010609060101010101" pitchFamily="49" charset="-122"/>
                          <a:sym typeface="Symbol" panose="05050102010706020507" pitchFamily="18" charset="2"/>
                        </a:rPr>
                        <a:t>FT </a:t>
                      </a:r>
                      <a:r>
                        <a:rPr kumimoji="0" lang="en-US" altLang="zh-CN" sz="1700" b="1" i="0" u="none" strike="noStrike" cap="none" normalizeH="0" baseline="0">
                          <a:ln>
                            <a:noFill/>
                          </a:ln>
                          <a:solidFill>
                            <a:schemeClr val="tx1"/>
                          </a:solidFill>
                          <a:effectLst/>
                          <a:latin typeface="Times New Roman" panose="02020603050405020304" pitchFamily="18" charset="0"/>
                          <a:ea typeface="黑体" panose="02010609060101010101" pitchFamily="49" charset="-122"/>
                          <a:sym typeface="Symbol" panose="05050102010706020507" pitchFamily="18" charset="2"/>
                        </a:rPr>
                        <a:t></a:t>
                      </a:r>
                    </a:p>
                  </a:txBody>
                  <a:tcPr marL="46132" marR="46132" marT="24604" marB="24604"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accent4">
                        <a:lumMod val="20000"/>
                        <a:lumOff val="80000"/>
                      </a:schemeClr>
                    </a:solidFill>
                  </a:tcPr>
                </a:tc>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endParaRPr kumimoji="0" lang="zh-CN" altLang="zh-CN" sz="1500" b="0" i="0" u="none" strike="noStrike" cap="none" normalizeH="0" baseline="0">
                        <a:ln>
                          <a:noFill/>
                        </a:ln>
                        <a:solidFill>
                          <a:schemeClr val="tx1"/>
                        </a:solidFill>
                        <a:effectLst/>
                        <a:latin typeface="Times New Roman" panose="02020603050405020304" pitchFamily="18" charset="0"/>
                        <a:ea typeface="黑体" panose="02010609060101010101" pitchFamily="49" charset="-122"/>
                      </a:endParaRPr>
                    </a:p>
                  </a:txBody>
                  <a:tcPr marL="46132" marR="46132" marT="24604" marB="24604"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accent4">
                        <a:lumMod val="20000"/>
                        <a:lumOff val="80000"/>
                      </a:schemeClr>
                    </a:solidFill>
                  </a:tcPr>
                </a:tc>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endParaRPr kumimoji="0" lang="zh-CN" altLang="zh-CN" sz="1500" b="0" i="0" u="none" strike="noStrike" cap="none" normalizeH="0" baseline="0">
                        <a:ln>
                          <a:noFill/>
                        </a:ln>
                        <a:solidFill>
                          <a:schemeClr val="tx1"/>
                        </a:solidFill>
                        <a:effectLst/>
                        <a:latin typeface="Times New Roman" panose="02020603050405020304" pitchFamily="18" charset="0"/>
                        <a:ea typeface="黑体" panose="02010609060101010101" pitchFamily="49" charset="-122"/>
                      </a:endParaRPr>
                    </a:p>
                  </a:txBody>
                  <a:tcPr marL="46132" marR="46132" marT="24604" marB="24604"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accent4">
                        <a:lumMod val="20000"/>
                        <a:lumOff val="80000"/>
                      </a:schemeClr>
                    </a:solidFill>
                  </a:tcPr>
                </a:tc>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r>
                        <a:rPr kumimoji="0" lang="en-US" altLang="zh-CN" sz="1500" b="1" i="1" u="none" strike="noStrike" cap="none" normalizeH="0" baseline="0">
                          <a:ln>
                            <a:noFill/>
                          </a:ln>
                          <a:solidFill>
                            <a:schemeClr val="tx1"/>
                          </a:solidFill>
                          <a:effectLst/>
                          <a:latin typeface="Times New Roman" panose="02020603050405020304" pitchFamily="18" charset="0"/>
                          <a:ea typeface="黑体" panose="02010609060101010101" pitchFamily="49" charset="-122"/>
                        </a:rPr>
                        <a:t>T</a:t>
                      </a:r>
                      <a:r>
                        <a:rPr kumimoji="0" lang="en-US" altLang="zh-CN" sz="1500" b="1" i="0" u="none" strike="noStrike" cap="none" normalizeH="0" baseline="0">
                          <a:ln>
                            <a:noFill/>
                          </a:ln>
                          <a:solidFill>
                            <a:schemeClr val="tx1"/>
                          </a:solidFill>
                          <a:effectLst/>
                          <a:latin typeface="Times New Roman" panose="02020603050405020304" pitchFamily="18" charset="0"/>
                          <a:ea typeface="黑体" panose="02010609060101010101" pitchFamily="49" charset="-122"/>
                          <a:sym typeface="Symbol" panose="05050102010706020507" pitchFamily="18" charset="2"/>
                        </a:rPr>
                        <a:t></a:t>
                      </a:r>
                      <a:r>
                        <a:rPr kumimoji="0" lang="en-US" altLang="zh-CN" sz="1500" b="1" i="1" u="none" strike="noStrike" cap="none" normalizeH="0" baseline="0">
                          <a:ln>
                            <a:noFill/>
                          </a:ln>
                          <a:solidFill>
                            <a:schemeClr val="tx1"/>
                          </a:solidFill>
                          <a:effectLst/>
                          <a:latin typeface="Times New Roman" panose="02020603050405020304" pitchFamily="18" charset="0"/>
                          <a:ea typeface="黑体" panose="02010609060101010101" pitchFamily="49" charset="-122"/>
                          <a:sym typeface="Symbol" panose="05050102010706020507" pitchFamily="18" charset="2"/>
                        </a:rPr>
                        <a:t>FT </a:t>
                      </a:r>
                      <a:r>
                        <a:rPr kumimoji="0" lang="en-US" altLang="zh-CN" sz="1700" b="1" i="0" u="none" strike="noStrike" cap="none" normalizeH="0" baseline="0">
                          <a:ln>
                            <a:noFill/>
                          </a:ln>
                          <a:solidFill>
                            <a:schemeClr val="tx1"/>
                          </a:solidFill>
                          <a:effectLst/>
                          <a:latin typeface="Times New Roman" panose="02020603050405020304" pitchFamily="18" charset="0"/>
                          <a:ea typeface="黑体" panose="02010609060101010101" pitchFamily="49" charset="-122"/>
                          <a:sym typeface="Symbol" panose="05050102010706020507" pitchFamily="18" charset="2"/>
                        </a:rPr>
                        <a:t></a:t>
                      </a:r>
                    </a:p>
                  </a:txBody>
                  <a:tcPr marL="46132" marR="46132" marT="24604" marB="24604"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accent4">
                        <a:lumMod val="20000"/>
                        <a:lumOff val="80000"/>
                      </a:schemeClr>
                    </a:solidFill>
                  </a:tcPr>
                </a:tc>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endParaRPr kumimoji="0" lang="zh-CN" altLang="zh-CN" sz="1500" b="0" i="0" u="none" strike="noStrike" cap="none" normalizeH="0" baseline="0">
                        <a:ln>
                          <a:noFill/>
                        </a:ln>
                        <a:solidFill>
                          <a:schemeClr val="tx1"/>
                        </a:solidFill>
                        <a:effectLst/>
                        <a:latin typeface="Times New Roman" panose="02020603050405020304" pitchFamily="18" charset="0"/>
                        <a:ea typeface="黑体" panose="02010609060101010101" pitchFamily="49" charset="-122"/>
                      </a:endParaRPr>
                    </a:p>
                  </a:txBody>
                  <a:tcPr marL="46132" marR="46132" marT="24604" marB="24604"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accent4">
                        <a:lumMod val="20000"/>
                        <a:lumOff val="80000"/>
                      </a:schemeClr>
                    </a:solidFill>
                  </a:tcPr>
                </a:tc>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endParaRPr kumimoji="0" lang="zh-CN" altLang="zh-CN" sz="1500" b="0" i="0" u="none" strike="noStrike" cap="none" normalizeH="0" baseline="0">
                        <a:ln>
                          <a:noFill/>
                        </a:ln>
                        <a:solidFill>
                          <a:schemeClr val="tx1"/>
                        </a:solidFill>
                        <a:effectLst/>
                        <a:latin typeface="Times New Roman" panose="02020603050405020304" pitchFamily="18" charset="0"/>
                        <a:ea typeface="黑体" panose="02010609060101010101" pitchFamily="49" charset="-122"/>
                      </a:endParaRPr>
                    </a:p>
                  </a:txBody>
                  <a:tcPr marL="46132" marR="46132" marT="24604" marB="24604" anchor="ct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accent4">
                        <a:lumMod val="20000"/>
                        <a:lumOff val="80000"/>
                      </a:schemeClr>
                    </a:solidFill>
                  </a:tcPr>
                </a:tc>
                <a:extLst>
                  <a:ext uri="{0D108BD9-81ED-4DB2-BD59-A6C34878D82A}">
                    <a16:rowId xmlns:a16="http://schemas.microsoft.com/office/drawing/2014/main" val="10004"/>
                  </a:ext>
                </a:extLst>
              </a:tr>
              <a:tr h="360042">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r>
                        <a:rPr kumimoji="0" lang="en-US" altLang="zh-CN" sz="1500" b="1" i="1" u="none" strike="noStrike" cap="none" normalizeH="0" baseline="0">
                          <a:ln>
                            <a:noFill/>
                          </a:ln>
                          <a:solidFill>
                            <a:schemeClr val="tx1"/>
                          </a:solidFill>
                          <a:effectLst/>
                          <a:latin typeface="Times New Roman" panose="02020603050405020304" pitchFamily="18" charset="0"/>
                          <a:ea typeface="黑体" panose="02010609060101010101" pitchFamily="49" charset="-122"/>
                        </a:rPr>
                        <a:t>T </a:t>
                      </a:r>
                      <a:r>
                        <a:rPr kumimoji="0" lang="en-US" altLang="zh-CN" sz="1500" b="1" i="0" u="none" strike="noStrike" cap="none" normalizeH="0" baseline="0">
                          <a:ln>
                            <a:noFill/>
                          </a:ln>
                          <a:solidFill>
                            <a:schemeClr val="tx1"/>
                          </a:solidFill>
                          <a:effectLst/>
                          <a:latin typeface="Times New Roman" panose="02020603050405020304" pitchFamily="18" charset="0"/>
                          <a:ea typeface="黑体" panose="02010609060101010101" pitchFamily="49" charset="-122"/>
                          <a:sym typeface="Symbol" panose="05050102010706020507" pitchFamily="18" charset="2"/>
                        </a:rPr>
                        <a:t></a:t>
                      </a:r>
                    </a:p>
                  </a:txBody>
                  <a:tcPr marL="46132" marR="46132" marT="24604" marB="24604" anchor="ct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accent4">
                        <a:lumMod val="20000"/>
                        <a:lumOff val="80000"/>
                      </a:schemeClr>
                    </a:solidFill>
                  </a:tcPr>
                </a:tc>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endParaRPr kumimoji="0" lang="zh-CN" altLang="zh-CN" sz="1500" b="0" i="0" u="none" strike="noStrike" cap="none" normalizeH="0" baseline="0">
                        <a:ln>
                          <a:noFill/>
                        </a:ln>
                        <a:solidFill>
                          <a:schemeClr val="tx1"/>
                        </a:solidFill>
                        <a:effectLst/>
                        <a:latin typeface="Times New Roman" panose="02020603050405020304" pitchFamily="18" charset="0"/>
                        <a:ea typeface="黑体" panose="02010609060101010101" pitchFamily="49" charset="-122"/>
                      </a:endParaRPr>
                    </a:p>
                  </a:txBody>
                  <a:tcPr marL="46132" marR="46132" marT="24604" marB="24604"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accent4">
                        <a:lumMod val="20000"/>
                        <a:lumOff val="80000"/>
                      </a:schemeClr>
                    </a:solidFill>
                  </a:tcPr>
                </a:tc>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r>
                        <a:rPr kumimoji="0" lang="en-US" altLang="zh-CN" sz="1500" b="1" i="1" u="none" strike="noStrike" cap="none" normalizeH="0" baseline="0">
                          <a:ln>
                            <a:noFill/>
                          </a:ln>
                          <a:solidFill>
                            <a:schemeClr val="tx1"/>
                          </a:solidFill>
                          <a:effectLst/>
                          <a:latin typeface="Times New Roman" panose="02020603050405020304" pitchFamily="18" charset="0"/>
                          <a:ea typeface="黑体" panose="02010609060101010101" pitchFamily="49" charset="-122"/>
                        </a:rPr>
                        <a:t>T </a:t>
                      </a:r>
                      <a:r>
                        <a:rPr kumimoji="0" lang="en-US" altLang="zh-CN" sz="1500" b="1" i="0" u="none" strike="noStrike" cap="none" normalizeH="0" baseline="0">
                          <a:ln>
                            <a:noFill/>
                          </a:ln>
                          <a:solidFill>
                            <a:schemeClr val="tx1"/>
                          </a:solidFill>
                          <a:effectLst/>
                          <a:latin typeface="Times New Roman" panose="02020603050405020304" pitchFamily="18" charset="0"/>
                          <a:ea typeface="黑体" panose="02010609060101010101" pitchFamily="49" charset="-122"/>
                          <a:sym typeface="Symbol" panose="05050102010706020507" pitchFamily="18" charset="2"/>
                        </a:rPr>
                        <a:t></a:t>
                      </a:r>
                    </a:p>
                  </a:txBody>
                  <a:tcPr marL="46132" marR="46132" marT="24604" marB="24604"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accent4">
                        <a:lumMod val="20000"/>
                        <a:lumOff val="80000"/>
                      </a:schemeClr>
                    </a:solidFill>
                  </a:tcPr>
                </a:tc>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r>
                        <a:rPr kumimoji="0" lang="en-US" altLang="zh-CN" sz="1500" b="1" i="1" u="none" strike="noStrike" cap="none" normalizeH="0" baseline="0">
                          <a:ln>
                            <a:noFill/>
                          </a:ln>
                          <a:solidFill>
                            <a:schemeClr val="tx1"/>
                          </a:solidFill>
                          <a:effectLst/>
                          <a:latin typeface="Times New Roman" panose="02020603050405020304" pitchFamily="18" charset="0"/>
                          <a:ea typeface="黑体" panose="02010609060101010101" pitchFamily="49" charset="-122"/>
                        </a:rPr>
                        <a:t>T</a:t>
                      </a:r>
                      <a:r>
                        <a:rPr kumimoji="0" lang="en-US" altLang="zh-CN" sz="1500" b="1" i="0" u="none" strike="noStrike" cap="none" normalizeH="0" baseline="0">
                          <a:ln>
                            <a:noFill/>
                          </a:ln>
                          <a:solidFill>
                            <a:schemeClr val="tx1"/>
                          </a:solidFill>
                          <a:effectLst/>
                          <a:latin typeface="Times New Roman" panose="02020603050405020304" pitchFamily="18" charset="0"/>
                          <a:ea typeface="黑体" panose="02010609060101010101" pitchFamily="49" charset="-122"/>
                          <a:sym typeface="Symbol" panose="05050102010706020507" pitchFamily="18" charset="2"/>
                        </a:rPr>
                        <a:t>*</a:t>
                      </a:r>
                      <a:r>
                        <a:rPr kumimoji="0" lang="en-US" altLang="zh-CN" sz="1500" b="1" i="1" u="none" strike="noStrike" cap="none" normalizeH="0" baseline="0">
                          <a:ln>
                            <a:noFill/>
                          </a:ln>
                          <a:solidFill>
                            <a:schemeClr val="tx1"/>
                          </a:solidFill>
                          <a:effectLst/>
                          <a:latin typeface="Times New Roman" panose="02020603050405020304" pitchFamily="18" charset="0"/>
                          <a:ea typeface="黑体" panose="02010609060101010101" pitchFamily="49" charset="-122"/>
                          <a:sym typeface="Symbol" panose="05050102010706020507" pitchFamily="18" charset="2"/>
                        </a:rPr>
                        <a:t>FT </a:t>
                      </a:r>
                      <a:r>
                        <a:rPr kumimoji="0" lang="en-US" altLang="zh-CN" sz="1500" b="1" i="0" u="none" strike="noStrike" cap="none" normalizeH="0" baseline="0">
                          <a:ln>
                            <a:noFill/>
                          </a:ln>
                          <a:solidFill>
                            <a:schemeClr val="tx1"/>
                          </a:solidFill>
                          <a:effectLst/>
                          <a:latin typeface="Times New Roman" panose="02020603050405020304" pitchFamily="18" charset="0"/>
                          <a:ea typeface="黑体" panose="02010609060101010101" pitchFamily="49" charset="-122"/>
                          <a:sym typeface="Symbol" panose="05050102010706020507" pitchFamily="18" charset="2"/>
                        </a:rPr>
                        <a:t></a:t>
                      </a:r>
                    </a:p>
                  </a:txBody>
                  <a:tcPr marL="46132" marR="46132" marT="24604" marB="24604"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accent4">
                        <a:lumMod val="20000"/>
                        <a:lumOff val="80000"/>
                      </a:schemeClr>
                    </a:solidFill>
                  </a:tcPr>
                </a:tc>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endParaRPr kumimoji="0" lang="zh-CN" altLang="zh-CN" sz="1500" b="0" i="0" u="none" strike="noStrike" cap="none" normalizeH="0" baseline="0">
                        <a:ln>
                          <a:noFill/>
                        </a:ln>
                        <a:solidFill>
                          <a:schemeClr val="tx1"/>
                        </a:solidFill>
                        <a:effectLst/>
                        <a:latin typeface="Times New Roman" panose="02020603050405020304" pitchFamily="18" charset="0"/>
                        <a:ea typeface="黑体" panose="02010609060101010101" pitchFamily="49" charset="-122"/>
                      </a:endParaRPr>
                    </a:p>
                  </a:txBody>
                  <a:tcPr marL="46132" marR="46132" marT="24604" marB="24604"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accent4">
                        <a:lumMod val="20000"/>
                        <a:lumOff val="80000"/>
                      </a:schemeClr>
                    </a:solidFill>
                  </a:tcPr>
                </a:tc>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r>
                        <a:rPr kumimoji="0" lang="en-US" altLang="zh-CN" sz="1500" b="1" i="1" u="none" strike="noStrike" cap="none" normalizeH="0" baseline="0">
                          <a:ln>
                            <a:noFill/>
                          </a:ln>
                          <a:solidFill>
                            <a:schemeClr val="tx1"/>
                          </a:solidFill>
                          <a:effectLst/>
                          <a:latin typeface="Times New Roman" panose="02020603050405020304" pitchFamily="18" charset="0"/>
                          <a:ea typeface="黑体" panose="02010609060101010101" pitchFamily="49" charset="-122"/>
                        </a:rPr>
                        <a:t>T </a:t>
                      </a:r>
                      <a:r>
                        <a:rPr kumimoji="0" lang="en-US" altLang="zh-CN" sz="1500" b="1" i="0" u="none" strike="noStrike" cap="none" normalizeH="0" baseline="0">
                          <a:ln>
                            <a:noFill/>
                          </a:ln>
                          <a:solidFill>
                            <a:schemeClr val="tx1"/>
                          </a:solidFill>
                          <a:effectLst/>
                          <a:latin typeface="Times New Roman" panose="02020603050405020304" pitchFamily="18" charset="0"/>
                          <a:ea typeface="黑体" panose="02010609060101010101" pitchFamily="49" charset="-122"/>
                          <a:sym typeface="Symbol" panose="05050102010706020507" pitchFamily="18" charset="2"/>
                        </a:rPr>
                        <a:t></a:t>
                      </a:r>
                    </a:p>
                  </a:txBody>
                  <a:tcPr marL="46132" marR="46132" marT="24604" marB="24604"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accent4">
                        <a:lumMod val="20000"/>
                        <a:lumOff val="80000"/>
                      </a:schemeClr>
                    </a:solidFill>
                  </a:tcPr>
                </a:tc>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r>
                        <a:rPr kumimoji="0" lang="en-US" altLang="zh-CN" sz="1500" b="1" i="1" u="none" strike="noStrike" cap="none" normalizeH="0" baseline="0">
                          <a:ln>
                            <a:noFill/>
                          </a:ln>
                          <a:solidFill>
                            <a:schemeClr val="tx1"/>
                          </a:solidFill>
                          <a:effectLst/>
                          <a:latin typeface="Times New Roman" panose="02020603050405020304" pitchFamily="18" charset="0"/>
                          <a:ea typeface="黑体" panose="02010609060101010101" pitchFamily="49" charset="-122"/>
                        </a:rPr>
                        <a:t>T </a:t>
                      </a:r>
                      <a:r>
                        <a:rPr kumimoji="0" lang="en-US" altLang="zh-CN" sz="1500" b="1" i="0" u="none" strike="noStrike" cap="none" normalizeH="0" baseline="0">
                          <a:ln>
                            <a:noFill/>
                          </a:ln>
                          <a:solidFill>
                            <a:schemeClr val="tx1"/>
                          </a:solidFill>
                          <a:effectLst/>
                          <a:latin typeface="Times New Roman" panose="02020603050405020304" pitchFamily="18" charset="0"/>
                          <a:ea typeface="黑体" panose="02010609060101010101" pitchFamily="49" charset="-122"/>
                          <a:sym typeface="Symbol" panose="05050102010706020507" pitchFamily="18" charset="2"/>
                        </a:rPr>
                        <a:t></a:t>
                      </a:r>
                    </a:p>
                  </a:txBody>
                  <a:tcPr marL="46132" marR="46132" marT="24604" marB="24604" anchor="ct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accent4">
                        <a:lumMod val="20000"/>
                        <a:lumOff val="80000"/>
                      </a:schemeClr>
                    </a:solidFill>
                  </a:tcPr>
                </a:tc>
                <a:extLst>
                  <a:ext uri="{0D108BD9-81ED-4DB2-BD59-A6C34878D82A}">
                    <a16:rowId xmlns:a16="http://schemas.microsoft.com/office/drawing/2014/main" val="10005"/>
                  </a:ext>
                </a:extLst>
              </a:tr>
              <a:tr h="361994">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r>
                        <a:rPr kumimoji="0" lang="en-US" altLang="zh-CN" sz="1500" b="1" i="1" u="none" strike="noStrike" cap="none" normalizeH="0" baseline="0">
                          <a:ln>
                            <a:noFill/>
                          </a:ln>
                          <a:solidFill>
                            <a:schemeClr val="tx1"/>
                          </a:solidFill>
                          <a:effectLst/>
                          <a:latin typeface="Times New Roman" panose="02020603050405020304" pitchFamily="18" charset="0"/>
                          <a:ea typeface="黑体" panose="02010609060101010101" pitchFamily="49" charset="-122"/>
                        </a:rPr>
                        <a:t>F</a:t>
                      </a:r>
                    </a:p>
                  </a:txBody>
                  <a:tcPr marL="46132" marR="46132" marT="24604" marB="24604" anchor="ct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chemeClr val="accent4">
                        <a:lumMod val="20000"/>
                        <a:lumOff val="80000"/>
                      </a:schemeClr>
                    </a:solidFill>
                  </a:tcPr>
                </a:tc>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r>
                        <a:rPr kumimoji="0" lang="en-US" altLang="zh-CN" sz="1500" b="1" i="1" u="none" strike="noStrike" cap="none" normalizeH="0" baseline="0" err="1">
                          <a:ln>
                            <a:noFill/>
                          </a:ln>
                          <a:solidFill>
                            <a:schemeClr val="tx1"/>
                          </a:solidFill>
                          <a:effectLst/>
                          <a:latin typeface="Times New Roman" panose="02020603050405020304" pitchFamily="18" charset="0"/>
                          <a:ea typeface="黑体" panose="02010609060101010101" pitchFamily="49" charset="-122"/>
                        </a:rPr>
                        <a:t>F</a:t>
                      </a:r>
                      <a:r>
                        <a:rPr kumimoji="0" lang="en-US" altLang="zh-CN" sz="1500" b="1" i="0" u="none" strike="noStrike" cap="none" normalizeH="0" baseline="0" err="1">
                          <a:ln>
                            <a:noFill/>
                          </a:ln>
                          <a:solidFill>
                            <a:schemeClr val="tx1"/>
                          </a:solidFill>
                          <a:effectLst/>
                          <a:latin typeface="Times New Roman" panose="02020603050405020304" pitchFamily="18" charset="0"/>
                          <a:ea typeface="黑体" panose="02010609060101010101" pitchFamily="49" charset="-122"/>
                          <a:sym typeface="Symbol" panose="05050102010706020507" pitchFamily="18" charset="2"/>
                        </a:rPr>
                        <a:t>id</a:t>
                      </a:r>
                      <a:endParaRPr kumimoji="0" lang="en-US" altLang="zh-CN" sz="1500" b="1" i="0" u="none" strike="noStrike" cap="none" normalizeH="0" baseline="0">
                        <a:ln>
                          <a:noFill/>
                        </a:ln>
                        <a:solidFill>
                          <a:schemeClr val="tx1"/>
                        </a:solidFill>
                        <a:effectLst/>
                        <a:latin typeface="Times New Roman" panose="02020603050405020304" pitchFamily="18" charset="0"/>
                        <a:ea typeface="黑体" panose="02010609060101010101" pitchFamily="49" charset="-122"/>
                        <a:sym typeface="Symbol" panose="05050102010706020507" pitchFamily="18" charset="2"/>
                      </a:endParaRPr>
                    </a:p>
                  </a:txBody>
                  <a:tcPr marL="46132" marR="46132" marT="24604" marB="24604"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chemeClr val="accent4">
                        <a:lumMod val="20000"/>
                        <a:lumOff val="80000"/>
                      </a:schemeClr>
                    </a:solidFill>
                  </a:tcPr>
                </a:tc>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endParaRPr kumimoji="0" lang="zh-CN" altLang="zh-CN" sz="1500" b="0" i="0" u="none" strike="noStrike" cap="none" normalizeH="0" baseline="0">
                        <a:ln>
                          <a:noFill/>
                        </a:ln>
                        <a:solidFill>
                          <a:schemeClr val="tx1"/>
                        </a:solidFill>
                        <a:effectLst/>
                        <a:latin typeface="Times New Roman" panose="02020603050405020304" pitchFamily="18" charset="0"/>
                        <a:ea typeface="黑体" panose="02010609060101010101" pitchFamily="49" charset="-122"/>
                      </a:endParaRPr>
                    </a:p>
                  </a:txBody>
                  <a:tcPr marL="46132" marR="46132" marT="24604" marB="24604"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chemeClr val="accent4">
                        <a:lumMod val="20000"/>
                        <a:lumOff val="80000"/>
                      </a:schemeClr>
                    </a:solidFill>
                  </a:tcPr>
                </a:tc>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endParaRPr kumimoji="0" lang="zh-CN" altLang="zh-CN" sz="1500" b="0" i="0" u="none" strike="noStrike" cap="none" normalizeH="0" baseline="0">
                        <a:ln>
                          <a:noFill/>
                        </a:ln>
                        <a:solidFill>
                          <a:schemeClr val="tx1"/>
                        </a:solidFill>
                        <a:effectLst/>
                        <a:latin typeface="Times New Roman" panose="02020603050405020304" pitchFamily="18" charset="0"/>
                        <a:ea typeface="黑体" panose="02010609060101010101" pitchFamily="49" charset="-122"/>
                      </a:endParaRPr>
                    </a:p>
                  </a:txBody>
                  <a:tcPr marL="46132" marR="46132" marT="24604" marB="24604"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chemeClr val="accent4">
                        <a:lumMod val="20000"/>
                        <a:lumOff val="80000"/>
                      </a:schemeClr>
                    </a:solidFill>
                  </a:tcPr>
                </a:tc>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r>
                        <a:rPr kumimoji="0" lang="en-US" altLang="zh-CN" sz="1500" b="1" i="1" u="none" strike="noStrike" cap="none" normalizeH="0" baseline="0">
                          <a:ln>
                            <a:noFill/>
                          </a:ln>
                          <a:solidFill>
                            <a:schemeClr val="tx1"/>
                          </a:solidFill>
                          <a:effectLst/>
                          <a:latin typeface="Times New Roman" panose="02020603050405020304" pitchFamily="18" charset="0"/>
                          <a:ea typeface="黑体" panose="02010609060101010101" pitchFamily="49" charset="-122"/>
                        </a:rPr>
                        <a:t>F</a:t>
                      </a:r>
                      <a:r>
                        <a:rPr kumimoji="0" lang="en-US" altLang="zh-CN" sz="1500" b="1" i="0" u="none" strike="noStrike" cap="none" normalizeH="0" baseline="0">
                          <a:ln>
                            <a:noFill/>
                          </a:ln>
                          <a:solidFill>
                            <a:schemeClr val="tx1"/>
                          </a:solidFill>
                          <a:effectLst/>
                          <a:latin typeface="Times New Roman" panose="02020603050405020304" pitchFamily="18" charset="0"/>
                          <a:ea typeface="黑体" panose="02010609060101010101" pitchFamily="49" charset="-122"/>
                          <a:sym typeface="Symbol" panose="05050102010706020507" pitchFamily="18" charset="2"/>
                        </a:rPr>
                        <a:t>(</a:t>
                      </a:r>
                      <a:r>
                        <a:rPr kumimoji="0" lang="en-US" altLang="zh-CN" sz="1500" b="1" i="1" u="none" strike="noStrike" cap="none" normalizeH="0" baseline="0">
                          <a:ln>
                            <a:noFill/>
                          </a:ln>
                          <a:solidFill>
                            <a:schemeClr val="tx1"/>
                          </a:solidFill>
                          <a:effectLst/>
                          <a:latin typeface="Times New Roman" panose="02020603050405020304" pitchFamily="18" charset="0"/>
                          <a:ea typeface="黑体" panose="02010609060101010101" pitchFamily="49" charset="-122"/>
                          <a:sym typeface="Symbol" panose="05050102010706020507" pitchFamily="18" charset="2"/>
                        </a:rPr>
                        <a:t>E</a:t>
                      </a:r>
                      <a:r>
                        <a:rPr kumimoji="0" lang="en-US" altLang="zh-CN" sz="1500" b="1" i="0" u="none" strike="noStrike" cap="none" normalizeH="0" baseline="0">
                          <a:ln>
                            <a:noFill/>
                          </a:ln>
                          <a:solidFill>
                            <a:schemeClr val="tx1"/>
                          </a:solidFill>
                          <a:effectLst/>
                          <a:latin typeface="Times New Roman" panose="02020603050405020304" pitchFamily="18" charset="0"/>
                          <a:ea typeface="黑体" panose="02010609060101010101" pitchFamily="49" charset="-122"/>
                          <a:sym typeface="Symbol" panose="05050102010706020507" pitchFamily="18" charset="2"/>
                        </a:rPr>
                        <a:t>)</a:t>
                      </a:r>
                      <a:endParaRPr kumimoji="0" lang="en-US" altLang="zh-CN" sz="1500" b="0" i="0" u="none" strike="noStrike" cap="none" normalizeH="0" baseline="0">
                        <a:ln>
                          <a:noFill/>
                        </a:ln>
                        <a:solidFill>
                          <a:schemeClr val="tx1"/>
                        </a:solidFill>
                        <a:effectLst/>
                        <a:latin typeface="Times New Roman" panose="02020603050405020304" pitchFamily="18" charset="0"/>
                        <a:ea typeface="黑体" panose="02010609060101010101" pitchFamily="49" charset="-122"/>
                      </a:endParaRPr>
                    </a:p>
                  </a:txBody>
                  <a:tcPr marL="46132" marR="46132" marT="24604" marB="24604"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chemeClr val="accent4">
                        <a:lumMod val="20000"/>
                        <a:lumOff val="80000"/>
                      </a:schemeClr>
                    </a:solidFill>
                  </a:tcPr>
                </a:tc>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endParaRPr kumimoji="0" lang="zh-CN" altLang="zh-CN" sz="1500" b="0" i="0" u="none" strike="noStrike" cap="none" normalizeH="0" baseline="0">
                        <a:ln>
                          <a:noFill/>
                        </a:ln>
                        <a:solidFill>
                          <a:schemeClr val="tx1"/>
                        </a:solidFill>
                        <a:effectLst/>
                        <a:latin typeface="Times New Roman" panose="02020603050405020304" pitchFamily="18" charset="0"/>
                        <a:ea typeface="黑体" panose="02010609060101010101" pitchFamily="49" charset="-122"/>
                      </a:endParaRPr>
                    </a:p>
                  </a:txBody>
                  <a:tcPr marL="46132" marR="46132" marT="24604" marB="24604"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chemeClr val="accent4">
                        <a:lumMod val="20000"/>
                        <a:lumOff val="80000"/>
                      </a:schemeClr>
                    </a:solidFill>
                  </a:tcPr>
                </a:tc>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endParaRPr kumimoji="0" lang="zh-CN" altLang="zh-CN" sz="1500" b="0" i="0" u="none" strike="noStrike" cap="none" normalizeH="0" baseline="0" dirty="0">
                        <a:ln>
                          <a:noFill/>
                        </a:ln>
                        <a:solidFill>
                          <a:schemeClr val="tx1"/>
                        </a:solidFill>
                        <a:effectLst/>
                        <a:latin typeface="Times New Roman" panose="02020603050405020304" pitchFamily="18" charset="0"/>
                        <a:ea typeface="黑体" panose="02010609060101010101" pitchFamily="49" charset="-122"/>
                      </a:endParaRPr>
                    </a:p>
                  </a:txBody>
                  <a:tcPr marL="46132" marR="46132" marT="24604" marB="24604" anchor="ct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chemeClr val="accent4">
                        <a:lumMod val="20000"/>
                        <a:lumOff val="80000"/>
                      </a:schemeClr>
                    </a:solidFill>
                  </a:tcPr>
                </a:tc>
                <a:extLst>
                  <a:ext uri="{0D108BD9-81ED-4DB2-BD59-A6C34878D82A}">
                    <a16:rowId xmlns:a16="http://schemas.microsoft.com/office/drawing/2014/main" val="10006"/>
                  </a:ext>
                </a:extLst>
              </a:tr>
            </a:tbl>
          </a:graphicData>
        </a:graphic>
      </p:graphicFrame>
      <p:sp>
        <p:nvSpPr>
          <p:cNvPr id="7" name="箭头: 下 6">
            <a:extLst>
              <a:ext uri="{FF2B5EF4-FFF2-40B4-BE49-F238E27FC236}">
                <a16:creationId xmlns:a16="http://schemas.microsoft.com/office/drawing/2014/main" id="{73D9E7E7-389E-9466-EA8F-0F23E156B82C}"/>
              </a:ext>
            </a:extLst>
          </p:cNvPr>
          <p:cNvSpPr/>
          <p:nvPr/>
        </p:nvSpPr>
        <p:spPr>
          <a:xfrm>
            <a:off x="1406017" y="5886544"/>
            <a:ext cx="275207" cy="319596"/>
          </a:xfrm>
          <a:prstGeom prst="downArrow">
            <a:avLst/>
          </a:prstGeom>
          <a:solidFill>
            <a:srgbClr val="FF0000"/>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8" name="箭头: 下 7">
            <a:extLst>
              <a:ext uri="{FF2B5EF4-FFF2-40B4-BE49-F238E27FC236}">
                <a16:creationId xmlns:a16="http://schemas.microsoft.com/office/drawing/2014/main" id="{A7C10451-C48C-9242-DBB5-F455ACD18E77}"/>
              </a:ext>
            </a:extLst>
          </p:cNvPr>
          <p:cNvSpPr/>
          <p:nvPr/>
        </p:nvSpPr>
        <p:spPr>
          <a:xfrm>
            <a:off x="4825107" y="5884000"/>
            <a:ext cx="275207" cy="319596"/>
          </a:xfrm>
          <a:prstGeom prst="downArrow">
            <a:avLst/>
          </a:prstGeom>
          <a:solidFill>
            <a:srgbClr val="FF0000"/>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9" name="椭圆 8">
            <a:extLst>
              <a:ext uri="{FF2B5EF4-FFF2-40B4-BE49-F238E27FC236}">
                <a16:creationId xmlns:a16="http://schemas.microsoft.com/office/drawing/2014/main" id="{FC348982-48A0-5D41-34B7-D3B7F5581B67}"/>
              </a:ext>
            </a:extLst>
          </p:cNvPr>
          <p:cNvSpPr/>
          <p:nvPr/>
        </p:nvSpPr>
        <p:spPr>
          <a:xfrm>
            <a:off x="7018153" y="3233691"/>
            <a:ext cx="889246" cy="390617"/>
          </a:xfrm>
          <a:prstGeom prst="ellipse">
            <a:avLst/>
          </a:prstGeom>
          <a:noFill/>
          <a:ln w="38100">
            <a:solidFill>
              <a:srgbClr val="FF0000"/>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zh-CN" altLang="en-US"/>
          </a:p>
        </p:txBody>
      </p:sp>
    </p:spTree>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7"/>
                                        </p:tgtEl>
                                        <p:attrNameLst>
                                          <p:attrName>style.visibility</p:attrName>
                                        </p:attrNameLst>
                                      </p:cBhvr>
                                      <p:to>
                                        <p:strVal val="visible"/>
                                      </p:to>
                                    </p:set>
                                    <p:animEffect transition="in" filter="fade">
                                      <p:cBhvr>
                                        <p:cTn id="7" dur="500"/>
                                        <p:tgtEl>
                                          <p:spTgt spid="7"/>
                                        </p:tgtEl>
                                      </p:cBhvr>
                                    </p:animEffect>
                                  </p:childTnLst>
                                </p:cTn>
                              </p:par>
                              <p:par>
                                <p:cTn id="8" presetID="10" presetClass="entr" presetSubtype="0" fill="hold" grpId="0" nodeType="withEffect">
                                  <p:stCondLst>
                                    <p:cond delay="0"/>
                                  </p:stCondLst>
                                  <p:childTnLst>
                                    <p:set>
                                      <p:cBhvr>
                                        <p:cTn id="9" dur="1" fill="hold">
                                          <p:stCondLst>
                                            <p:cond delay="0"/>
                                          </p:stCondLst>
                                        </p:cTn>
                                        <p:tgtEl>
                                          <p:spTgt spid="8"/>
                                        </p:tgtEl>
                                        <p:attrNameLst>
                                          <p:attrName>style.visibility</p:attrName>
                                        </p:attrNameLst>
                                      </p:cBhvr>
                                      <p:to>
                                        <p:strVal val="visible"/>
                                      </p:to>
                                    </p:set>
                                    <p:animEffect transition="in" filter="fade">
                                      <p:cBhvr>
                                        <p:cTn id="10" dur="500"/>
                                        <p:tgtEl>
                                          <p:spTgt spid="8"/>
                                        </p:tgtEl>
                                      </p:cBhvr>
                                    </p:animEffect>
                                  </p:childTnLst>
                                </p:cTn>
                              </p:par>
                            </p:childTnLst>
                          </p:cTn>
                        </p:par>
                      </p:childTnLst>
                    </p:cTn>
                  </p:par>
                  <p:par>
                    <p:cTn id="11" fill="hold">
                      <p:stCondLst>
                        <p:cond delay="indefinite"/>
                      </p:stCondLst>
                      <p:childTnLst>
                        <p:par>
                          <p:cTn id="12" fill="hold">
                            <p:stCondLst>
                              <p:cond delay="0"/>
                            </p:stCondLst>
                            <p:childTnLst>
                              <p:par>
                                <p:cTn id="13" presetID="21" presetClass="entr" presetSubtype="1" fill="hold" grpId="0" nodeType="clickEffect">
                                  <p:stCondLst>
                                    <p:cond delay="0"/>
                                  </p:stCondLst>
                                  <p:childTnLst>
                                    <p:set>
                                      <p:cBhvr>
                                        <p:cTn id="14" dur="1" fill="hold">
                                          <p:stCondLst>
                                            <p:cond delay="0"/>
                                          </p:stCondLst>
                                        </p:cTn>
                                        <p:tgtEl>
                                          <p:spTgt spid="9"/>
                                        </p:tgtEl>
                                        <p:attrNameLst>
                                          <p:attrName>style.visibility</p:attrName>
                                        </p:attrNameLst>
                                      </p:cBhvr>
                                      <p:to>
                                        <p:strVal val="visible"/>
                                      </p:to>
                                    </p:set>
                                    <p:animEffect transition="in" filter="wheel(1)">
                                      <p:cBhvr>
                                        <p:cTn id="15" dur="2000"/>
                                        <p:tgtEl>
                                          <p:spTgt spid="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animBg="1"/>
      <p:bldP spid="8" grpId="0" animBg="1"/>
      <p:bldP spid="9" grpId="0" animBg="1"/>
    </p:bldLst>
  </p:timing>
</p:sld>
</file>

<file path=ppt/slides/slide2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8914" name="Rectangle 2">
            <a:extLst>
              <a:ext uri="{FF2B5EF4-FFF2-40B4-BE49-F238E27FC236}">
                <a16:creationId xmlns:a16="http://schemas.microsoft.com/office/drawing/2014/main" id="{F482E370-9345-4993-BC9C-BF2B328719E9}"/>
              </a:ext>
            </a:extLst>
          </p:cNvPr>
          <p:cNvSpPr>
            <a:spLocks noGrp="1" noChangeArrowheads="1"/>
          </p:cNvSpPr>
          <p:nvPr>
            <p:ph type="title"/>
          </p:nvPr>
        </p:nvSpPr>
        <p:spPr/>
        <p:txBody>
          <a:bodyPr/>
          <a:lstStyle/>
          <a:p>
            <a:pPr eaLnBrk="1" hangingPunct="1"/>
            <a:r>
              <a:rPr lang="en-US" altLang="zh-CN"/>
              <a:t>3.3.4 </a:t>
            </a:r>
            <a:r>
              <a:rPr lang="zh-CN" altLang="en-US"/>
              <a:t>非递归的预测分析</a:t>
            </a:r>
          </a:p>
        </p:txBody>
      </p:sp>
      <p:sp>
        <p:nvSpPr>
          <p:cNvPr id="38915" name="Rectangle 3">
            <a:extLst>
              <a:ext uri="{FF2B5EF4-FFF2-40B4-BE49-F238E27FC236}">
                <a16:creationId xmlns:a16="http://schemas.microsoft.com/office/drawing/2014/main" id="{E19276D2-A2A5-496E-B304-BAC0636902C7}"/>
              </a:ext>
            </a:extLst>
          </p:cNvPr>
          <p:cNvSpPr>
            <a:spLocks noGrp="1" noChangeArrowheads="1"/>
          </p:cNvSpPr>
          <p:nvPr>
            <p:ph idx="1"/>
          </p:nvPr>
        </p:nvSpPr>
        <p:spPr/>
        <p:txBody>
          <a:bodyPr/>
          <a:lstStyle/>
          <a:p>
            <a:pPr eaLnBrk="1" hangingPunct="1">
              <a:lnSpc>
                <a:spcPct val="90000"/>
              </a:lnSpc>
              <a:buFont typeface="Wingdings" panose="05000000000000000000" pitchFamily="2" charset="2"/>
              <a:buNone/>
            </a:pPr>
            <a:r>
              <a:rPr lang="zh-CN" altLang="en-US" sz="2800"/>
              <a:t>预测分析器接受输入</a:t>
            </a:r>
            <a:r>
              <a:rPr lang="en-US" altLang="zh-CN" sz="2800" b="1">
                <a:latin typeface="Times New Roman" panose="02020603050405020304" pitchFamily="18" charset="0"/>
              </a:rPr>
              <a:t>id</a:t>
            </a:r>
            <a:r>
              <a:rPr lang="en-US" altLang="zh-CN" sz="2800">
                <a:latin typeface="Times New Roman" panose="02020603050405020304" pitchFamily="18" charset="0"/>
              </a:rPr>
              <a:t> * </a:t>
            </a:r>
            <a:r>
              <a:rPr lang="en-US" altLang="zh-CN" sz="2800" b="1">
                <a:latin typeface="Times New Roman" panose="02020603050405020304" pitchFamily="18" charset="0"/>
              </a:rPr>
              <a:t>id</a:t>
            </a:r>
            <a:r>
              <a:rPr lang="en-US" altLang="zh-CN" sz="2800">
                <a:latin typeface="Times New Roman" panose="02020603050405020304" pitchFamily="18" charset="0"/>
              </a:rPr>
              <a:t> + </a:t>
            </a:r>
            <a:r>
              <a:rPr lang="en-US" altLang="zh-CN" sz="2800" b="1">
                <a:latin typeface="Times New Roman" panose="02020603050405020304" pitchFamily="18" charset="0"/>
              </a:rPr>
              <a:t>id</a:t>
            </a:r>
            <a:r>
              <a:rPr lang="zh-CN" altLang="en-US" sz="2800"/>
              <a:t>的动作</a:t>
            </a:r>
          </a:p>
        </p:txBody>
      </p:sp>
      <p:graphicFrame>
        <p:nvGraphicFramePr>
          <p:cNvPr id="5" name="Group 46">
            <a:extLst>
              <a:ext uri="{FF2B5EF4-FFF2-40B4-BE49-F238E27FC236}">
                <a16:creationId xmlns:a16="http://schemas.microsoft.com/office/drawing/2014/main" id="{9857ED21-97BA-4ED3-886F-16460F98616A}"/>
              </a:ext>
            </a:extLst>
          </p:cNvPr>
          <p:cNvGraphicFramePr>
            <a:graphicFrameLocks/>
          </p:cNvGraphicFramePr>
          <p:nvPr/>
        </p:nvGraphicFramePr>
        <p:xfrm>
          <a:off x="609600" y="1981200"/>
          <a:ext cx="8305800" cy="4667252"/>
        </p:xfrm>
        <a:graphic>
          <a:graphicData uri="http://schemas.openxmlformats.org/drawingml/2006/table">
            <a:tbl>
              <a:tblPr/>
              <a:tblGrid>
                <a:gridCol w="2667000">
                  <a:extLst>
                    <a:ext uri="{9D8B030D-6E8A-4147-A177-3AD203B41FA5}">
                      <a16:colId xmlns:a16="http://schemas.microsoft.com/office/drawing/2014/main" val="20000"/>
                    </a:ext>
                  </a:extLst>
                </a:gridCol>
                <a:gridCol w="2832100">
                  <a:extLst>
                    <a:ext uri="{9D8B030D-6E8A-4147-A177-3AD203B41FA5}">
                      <a16:colId xmlns:a16="http://schemas.microsoft.com/office/drawing/2014/main" val="20001"/>
                    </a:ext>
                  </a:extLst>
                </a:gridCol>
                <a:gridCol w="2806700">
                  <a:extLst>
                    <a:ext uri="{9D8B030D-6E8A-4147-A177-3AD203B41FA5}">
                      <a16:colId xmlns:a16="http://schemas.microsoft.com/office/drawing/2014/main" val="20002"/>
                    </a:ext>
                  </a:extLst>
                </a:gridCol>
              </a:tblGrid>
              <a:tr h="518160">
                <a:tc>
                  <a:txBody>
                    <a:body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itchFamily="2" charset="2"/>
                        <a:buNone/>
                        <a:tabLst/>
                      </a:pPr>
                      <a:r>
                        <a:rPr kumimoji="0" lang="zh-CN" altLang="en-US" sz="2800" b="0" i="0" u="none" strike="noStrike" cap="none" normalizeH="0" baseline="0">
                          <a:ln>
                            <a:noFill/>
                          </a:ln>
                          <a:solidFill>
                            <a:schemeClr val="tx1"/>
                          </a:solidFill>
                          <a:effectLst/>
                          <a:latin typeface="Times New Roman" pitchFamily="18" charset="0"/>
                          <a:ea typeface="黑体" pitchFamily="2" charset="-122"/>
                        </a:rPr>
                        <a:t>栈 </a:t>
                      </a:r>
                    </a:p>
                  </a:txBody>
                  <a:tcPr horzOverflow="overflow">
                    <a:lnL w="28575"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28575"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a:txBody>
                    <a:body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itchFamily="2" charset="2"/>
                        <a:buNone/>
                        <a:tabLst/>
                      </a:pPr>
                      <a:r>
                        <a:rPr kumimoji="0" lang="zh-CN" altLang="en-US" sz="2800" b="0" i="0" u="none" strike="noStrike" cap="none" normalizeH="0" baseline="0">
                          <a:ln>
                            <a:noFill/>
                          </a:ln>
                          <a:solidFill>
                            <a:schemeClr val="tx1"/>
                          </a:solidFill>
                          <a:effectLst/>
                          <a:latin typeface="Times New Roman" pitchFamily="18" charset="0"/>
                          <a:ea typeface="黑体" pitchFamily="2" charset="-122"/>
                        </a:rPr>
                        <a:t>输    入 </a:t>
                      </a:r>
                    </a:p>
                  </a:txBody>
                  <a:tcPr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28575"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a:txBody>
                    <a:body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itchFamily="2" charset="2"/>
                        <a:buNone/>
                        <a:tabLst/>
                      </a:pPr>
                      <a:r>
                        <a:rPr kumimoji="0" lang="zh-CN" altLang="en-US" sz="2800" b="0" i="0" u="none" strike="noStrike" cap="none" normalizeH="0" baseline="0">
                          <a:ln>
                            <a:noFill/>
                          </a:ln>
                          <a:solidFill>
                            <a:schemeClr val="tx1"/>
                          </a:solidFill>
                          <a:effectLst/>
                          <a:latin typeface="宋体" pitchFamily="2" charset="-122"/>
                          <a:ea typeface="黑体" pitchFamily="2" charset="-122"/>
                        </a:rPr>
                        <a:t>输</a:t>
                      </a:r>
                      <a:r>
                        <a:rPr kumimoji="0" lang="zh-CN" altLang="en-US" sz="2800" b="0" i="0" u="none" strike="noStrike" cap="none" normalizeH="0" baseline="0">
                          <a:ln>
                            <a:noFill/>
                          </a:ln>
                          <a:solidFill>
                            <a:schemeClr val="tx1"/>
                          </a:solidFill>
                          <a:effectLst/>
                          <a:latin typeface="Tahoma" pitchFamily="34" charset="0"/>
                          <a:ea typeface="黑体" pitchFamily="2" charset="-122"/>
                        </a:rPr>
                        <a:t>    </a:t>
                      </a:r>
                      <a:r>
                        <a:rPr kumimoji="0" lang="zh-CN" altLang="en-US" sz="2800" b="0" i="0" u="none" strike="noStrike" cap="none" normalizeH="0" baseline="0">
                          <a:ln>
                            <a:noFill/>
                          </a:ln>
                          <a:solidFill>
                            <a:schemeClr val="tx1"/>
                          </a:solidFill>
                          <a:effectLst/>
                          <a:latin typeface="宋体" pitchFamily="2" charset="-122"/>
                          <a:ea typeface="黑体" pitchFamily="2" charset="-122"/>
                        </a:rPr>
                        <a:t>出</a:t>
                      </a:r>
                      <a:r>
                        <a:rPr kumimoji="0" lang="zh-CN" altLang="en-US" sz="2800" b="0" i="0" u="none" strike="noStrike" cap="none" normalizeH="0" baseline="0">
                          <a:ln>
                            <a:noFill/>
                          </a:ln>
                          <a:solidFill>
                            <a:schemeClr val="tx1"/>
                          </a:solidFill>
                          <a:effectLst/>
                          <a:latin typeface="Tahoma" pitchFamily="34" charset="0"/>
                          <a:ea typeface="黑体" pitchFamily="2" charset="-122"/>
                        </a:rPr>
                        <a:t> </a:t>
                      </a:r>
                    </a:p>
                  </a:txBody>
                  <a:tcPr horzOverflow="overflow">
                    <a:lnL w="12700" cap="flat" cmpd="sng" algn="ctr">
                      <a:solidFill>
                        <a:schemeClr val="tx1"/>
                      </a:solidFill>
                      <a:prstDash val="solid"/>
                      <a:round/>
                      <a:headEnd type="none" w="sm" len="sm"/>
                      <a:tailEnd type="none" w="sm" len="sm"/>
                    </a:lnL>
                    <a:lnR w="28575" cap="flat" cmpd="sng" algn="ctr">
                      <a:solidFill>
                        <a:schemeClr val="tx1"/>
                      </a:solidFill>
                      <a:prstDash val="solid"/>
                      <a:round/>
                      <a:headEnd type="none" w="sm" len="sm"/>
                      <a:tailEnd type="none" w="sm" len="sm"/>
                    </a:lnR>
                    <a:lnT w="28575"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extLst>
                  <a:ext uri="{0D108BD9-81ED-4DB2-BD59-A6C34878D82A}">
                    <a16:rowId xmlns:a16="http://schemas.microsoft.com/office/drawing/2014/main" val="10000"/>
                  </a:ext>
                </a:extLst>
              </a:tr>
              <a:tr h="519113">
                <a:tc>
                  <a:txBody>
                    <a:bodyPr/>
                    <a:lstStyle/>
                    <a:p>
                      <a:pPr marL="0" marR="0" lvl="0" indent="0" algn="l" defTabSz="914400" rtl="0" eaLnBrk="1" fontAlgn="base" latinLnBrk="0" hangingPunct="1">
                        <a:lnSpc>
                          <a:spcPct val="100000"/>
                        </a:lnSpc>
                        <a:spcBef>
                          <a:spcPct val="20000"/>
                        </a:spcBef>
                        <a:spcAft>
                          <a:spcPct val="0"/>
                        </a:spcAft>
                        <a:buClr>
                          <a:schemeClr val="folHlink"/>
                        </a:buClr>
                        <a:buSzPct val="60000"/>
                        <a:buFont typeface="Wingdings" pitchFamily="2" charset="2"/>
                        <a:buNone/>
                        <a:tabLst/>
                      </a:pPr>
                      <a:r>
                        <a:rPr kumimoji="0" lang="en-US" altLang="zh-CN" sz="2800" b="1" i="0" u="none" strike="noStrike" cap="none" normalizeH="0" baseline="0">
                          <a:ln>
                            <a:noFill/>
                          </a:ln>
                          <a:solidFill>
                            <a:schemeClr val="tx1"/>
                          </a:solidFill>
                          <a:effectLst/>
                          <a:latin typeface="Times New Roman" pitchFamily="18" charset="0"/>
                          <a:ea typeface="黑体" pitchFamily="2" charset="-122"/>
                        </a:rPr>
                        <a:t>$</a:t>
                      </a:r>
                      <a:r>
                        <a:rPr kumimoji="0" lang="en-US" altLang="zh-CN" sz="2800" b="1" i="1" u="none" strike="noStrike" cap="none" normalizeH="0" baseline="0">
                          <a:ln>
                            <a:noFill/>
                          </a:ln>
                          <a:solidFill>
                            <a:schemeClr val="tx1"/>
                          </a:solidFill>
                          <a:effectLst/>
                          <a:latin typeface="Times New Roman" pitchFamily="18" charset="0"/>
                          <a:ea typeface="黑体" pitchFamily="2" charset="-122"/>
                        </a:rPr>
                        <a:t>E </a:t>
                      </a:r>
                      <a:r>
                        <a:rPr kumimoji="0" lang="en-US" altLang="zh-CN" sz="2800" b="1" i="0" u="none" strike="noStrike" cap="none" normalizeH="0" baseline="0">
                          <a:ln>
                            <a:noFill/>
                          </a:ln>
                          <a:solidFill>
                            <a:schemeClr val="tx1"/>
                          </a:solidFill>
                          <a:effectLst/>
                          <a:latin typeface="Times New Roman" pitchFamily="18" charset="0"/>
                          <a:ea typeface="黑体" pitchFamily="2" charset="-122"/>
                          <a:sym typeface="Symbol" pitchFamily="18" charset="2"/>
                        </a:rPr>
                        <a:t></a:t>
                      </a:r>
                      <a:r>
                        <a:rPr kumimoji="0" lang="en-US" altLang="zh-CN" sz="2800" b="1" i="1" u="none" strike="noStrike" cap="none" normalizeH="0" baseline="0">
                          <a:ln>
                            <a:noFill/>
                          </a:ln>
                          <a:solidFill>
                            <a:schemeClr val="tx1"/>
                          </a:solidFill>
                          <a:effectLst/>
                          <a:latin typeface="Times New Roman" pitchFamily="18" charset="0"/>
                          <a:ea typeface="黑体" pitchFamily="2" charset="-122"/>
                        </a:rPr>
                        <a:t>T </a:t>
                      </a:r>
                      <a:r>
                        <a:rPr kumimoji="0" lang="en-US" altLang="zh-CN" sz="2800" b="1" i="0" u="none" strike="noStrike" cap="none" normalizeH="0" baseline="0">
                          <a:ln>
                            <a:noFill/>
                          </a:ln>
                          <a:solidFill>
                            <a:schemeClr val="tx1"/>
                          </a:solidFill>
                          <a:effectLst/>
                          <a:latin typeface="Times New Roman" pitchFamily="18" charset="0"/>
                          <a:ea typeface="黑体" pitchFamily="2" charset="-122"/>
                          <a:sym typeface="Symbol" pitchFamily="18" charset="2"/>
                        </a:rPr>
                        <a:t></a:t>
                      </a:r>
                    </a:p>
                  </a:txBody>
                  <a:tcPr horzOverflow="overflow">
                    <a:lnL w="28575"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
                          <a:schemeClr val="folHlink"/>
                        </a:buClr>
                        <a:buSzPct val="60000"/>
                        <a:buFont typeface="Wingdings" pitchFamily="2" charset="2"/>
                        <a:buNone/>
                        <a:tabLst/>
                      </a:pPr>
                      <a:r>
                        <a:rPr kumimoji="0" lang="en-US" altLang="zh-CN" sz="2800" b="1" i="0" u="none" strike="noStrike" cap="none" normalizeH="0" baseline="0">
                          <a:ln>
                            <a:noFill/>
                          </a:ln>
                          <a:solidFill>
                            <a:schemeClr val="tx1"/>
                          </a:solidFill>
                          <a:effectLst/>
                          <a:latin typeface="Times New Roman" pitchFamily="18" charset="0"/>
                          <a:ea typeface="黑体" pitchFamily="2" charset="-122"/>
                        </a:rPr>
                        <a:t>                 $</a:t>
                      </a:r>
                    </a:p>
                  </a:txBody>
                  <a:tcPr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
                          <a:schemeClr val="folHlink"/>
                        </a:buClr>
                        <a:buSzPct val="60000"/>
                        <a:buFont typeface="Wingdings" pitchFamily="2" charset="2"/>
                        <a:buNone/>
                        <a:tabLst/>
                      </a:pPr>
                      <a:endParaRPr kumimoji="0" lang="zh-CN" altLang="zh-CN" sz="2800" b="1" i="0" u="none" strike="noStrike" cap="none" normalizeH="0" baseline="0">
                        <a:ln>
                          <a:noFill/>
                        </a:ln>
                        <a:solidFill>
                          <a:schemeClr val="tx1"/>
                        </a:solidFill>
                        <a:effectLst/>
                        <a:latin typeface="Tahoma" pitchFamily="34" charset="0"/>
                        <a:ea typeface="黑体" pitchFamily="2" charset="-122"/>
                      </a:endParaRPr>
                    </a:p>
                  </a:txBody>
                  <a:tcPr horzOverflow="overflow">
                    <a:lnL w="12700" cap="flat" cmpd="sng" algn="ctr">
                      <a:solidFill>
                        <a:schemeClr val="tx1"/>
                      </a:solidFill>
                      <a:prstDash val="solid"/>
                      <a:round/>
                      <a:headEnd type="none" w="sm" len="sm"/>
                      <a:tailEnd type="none" w="sm" len="sm"/>
                    </a:lnL>
                    <a:lnR w="28575"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1"/>
                  </a:ext>
                </a:extLst>
              </a:tr>
              <a:tr h="518160">
                <a:tc>
                  <a:txBody>
                    <a:bodyPr/>
                    <a:lstStyle/>
                    <a:p>
                      <a:pPr marL="0" marR="0" lvl="0" indent="0" algn="l" defTabSz="914400" rtl="0" eaLnBrk="1" fontAlgn="base" latinLnBrk="0" hangingPunct="1">
                        <a:lnSpc>
                          <a:spcPct val="100000"/>
                        </a:lnSpc>
                        <a:spcBef>
                          <a:spcPct val="20000"/>
                        </a:spcBef>
                        <a:spcAft>
                          <a:spcPct val="0"/>
                        </a:spcAft>
                        <a:buClr>
                          <a:schemeClr val="folHlink"/>
                        </a:buClr>
                        <a:buSzPct val="60000"/>
                        <a:buFont typeface="Wingdings" pitchFamily="2" charset="2"/>
                        <a:buNone/>
                        <a:tabLst/>
                      </a:pPr>
                      <a:endParaRPr kumimoji="0" lang="zh-CN" altLang="zh-CN" sz="2800" b="1" i="0" u="none" strike="noStrike" cap="none" normalizeH="0" baseline="0">
                        <a:ln>
                          <a:noFill/>
                        </a:ln>
                        <a:solidFill>
                          <a:schemeClr val="tx1"/>
                        </a:solidFill>
                        <a:effectLst/>
                        <a:latin typeface="Times New Roman" pitchFamily="18" charset="0"/>
                        <a:ea typeface="黑体" pitchFamily="2" charset="-122"/>
                        <a:sym typeface="Symbol" pitchFamily="18" charset="2"/>
                      </a:endParaRPr>
                    </a:p>
                  </a:txBody>
                  <a:tcPr horzOverflow="overflow">
                    <a:lnL w="28575"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
                          <a:schemeClr val="folHlink"/>
                        </a:buClr>
                        <a:buSzPct val="60000"/>
                        <a:buFont typeface="Wingdings" pitchFamily="2" charset="2"/>
                        <a:buNone/>
                        <a:tabLst/>
                      </a:pPr>
                      <a:endParaRPr kumimoji="0" lang="zh-CN" altLang="zh-CN" sz="2800" b="1" i="0" u="none" strike="noStrike" cap="none" normalizeH="0" baseline="0">
                        <a:ln>
                          <a:noFill/>
                        </a:ln>
                        <a:solidFill>
                          <a:schemeClr val="tx1"/>
                        </a:solidFill>
                        <a:effectLst/>
                        <a:latin typeface="Times New Roman" pitchFamily="18" charset="0"/>
                        <a:ea typeface="黑体" pitchFamily="2" charset="-122"/>
                      </a:endParaRPr>
                    </a:p>
                  </a:txBody>
                  <a:tcPr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
                          <a:schemeClr val="folHlink"/>
                        </a:buClr>
                        <a:buSzPct val="60000"/>
                        <a:buFont typeface="Wingdings" pitchFamily="2" charset="2"/>
                        <a:buNone/>
                        <a:tabLst/>
                      </a:pPr>
                      <a:endParaRPr kumimoji="0" lang="zh-CN" altLang="zh-CN" sz="2800" b="1" i="0" u="none" strike="noStrike" cap="none" normalizeH="0" baseline="0">
                        <a:ln>
                          <a:noFill/>
                        </a:ln>
                        <a:solidFill>
                          <a:schemeClr val="tx1"/>
                        </a:solidFill>
                        <a:effectLst/>
                        <a:latin typeface="Tahoma" pitchFamily="34" charset="0"/>
                        <a:ea typeface="黑体" pitchFamily="2" charset="-122"/>
                        <a:sym typeface="Symbol" pitchFamily="18" charset="2"/>
                      </a:endParaRPr>
                    </a:p>
                  </a:txBody>
                  <a:tcPr horzOverflow="overflow">
                    <a:lnL w="12700" cap="flat" cmpd="sng" algn="ctr">
                      <a:solidFill>
                        <a:schemeClr val="tx1"/>
                      </a:solidFill>
                      <a:prstDash val="solid"/>
                      <a:round/>
                      <a:headEnd type="none" w="sm" len="sm"/>
                      <a:tailEnd type="none" w="sm" len="sm"/>
                    </a:lnL>
                    <a:lnR w="28575" cap="flat" cmpd="sng" algn="ctr">
                      <a:solidFill>
                        <a:schemeClr val="tx1"/>
                      </a:solidFill>
                      <a:prstDash val="solid"/>
                      <a:round/>
                      <a:headEnd type="none" w="sm" len="sm"/>
                      <a:tailEnd type="none" w="sm" len="sm"/>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2"/>
                  </a:ext>
                </a:extLst>
              </a:tr>
              <a:tr h="519113">
                <a:tc>
                  <a:txBody>
                    <a:bodyPr/>
                    <a:lstStyle/>
                    <a:p>
                      <a:pPr marL="0" marR="0" lvl="0" indent="0" algn="l" defTabSz="914400" rtl="0" eaLnBrk="1" fontAlgn="base" latinLnBrk="0" hangingPunct="1">
                        <a:lnSpc>
                          <a:spcPct val="100000"/>
                        </a:lnSpc>
                        <a:spcBef>
                          <a:spcPct val="20000"/>
                        </a:spcBef>
                        <a:spcAft>
                          <a:spcPct val="0"/>
                        </a:spcAft>
                        <a:buClr>
                          <a:schemeClr val="folHlink"/>
                        </a:buClr>
                        <a:buSzPct val="60000"/>
                        <a:buFont typeface="Wingdings" pitchFamily="2" charset="2"/>
                        <a:buNone/>
                        <a:tabLst/>
                      </a:pPr>
                      <a:endParaRPr kumimoji="0" lang="zh-CN" altLang="zh-CN" sz="2800" b="1" i="0" u="none" strike="noStrike" cap="none" normalizeH="0" baseline="0">
                        <a:ln>
                          <a:noFill/>
                        </a:ln>
                        <a:solidFill>
                          <a:schemeClr val="tx1"/>
                        </a:solidFill>
                        <a:effectLst/>
                        <a:latin typeface="Tahoma" pitchFamily="34" charset="0"/>
                        <a:ea typeface="黑体" pitchFamily="2" charset="-122"/>
                        <a:sym typeface="Symbol" pitchFamily="18" charset="2"/>
                      </a:endParaRPr>
                    </a:p>
                  </a:txBody>
                  <a:tcPr horzOverflow="overflow">
                    <a:lnL w="28575"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
                          <a:schemeClr val="folHlink"/>
                        </a:buClr>
                        <a:buSzPct val="60000"/>
                        <a:buFont typeface="Wingdings" pitchFamily="2" charset="2"/>
                        <a:buNone/>
                        <a:tabLst/>
                      </a:pPr>
                      <a:endParaRPr kumimoji="0" lang="zh-CN" altLang="zh-CN" sz="2800" b="1" i="0" u="none" strike="noStrike" cap="none" normalizeH="0" baseline="0">
                        <a:ln>
                          <a:noFill/>
                        </a:ln>
                        <a:solidFill>
                          <a:schemeClr val="tx1"/>
                        </a:solidFill>
                        <a:effectLst/>
                        <a:latin typeface="Tahoma" pitchFamily="34" charset="0"/>
                        <a:ea typeface="黑体" pitchFamily="2" charset="-122"/>
                      </a:endParaRPr>
                    </a:p>
                  </a:txBody>
                  <a:tcPr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
                          <a:schemeClr val="folHlink"/>
                        </a:buClr>
                        <a:buSzPct val="60000"/>
                        <a:buFont typeface="Wingdings" pitchFamily="2" charset="2"/>
                        <a:buNone/>
                        <a:tabLst/>
                      </a:pPr>
                      <a:endParaRPr kumimoji="0" lang="zh-CN" altLang="zh-CN" sz="2800" b="1" i="0" u="none" strike="noStrike" cap="none" normalizeH="0" baseline="0">
                        <a:ln>
                          <a:noFill/>
                        </a:ln>
                        <a:solidFill>
                          <a:schemeClr val="tx1"/>
                        </a:solidFill>
                        <a:effectLst/>
                        <a:latin typeface="Tahoma" pitchFamily="34" charset="0"/>
                        <a:ea typeface="黑体" pitchFamily="2" charset="-122"/>
                      </a:endParaRPr>
                    </a:p>
                  </a:txBody>
                  <a:tcPr horzOverflow="overflow">
                    <a:lnL w="12700" cap="flat" cmpd="sng" algn="ctr">
                      <a:solidFill>
                        <a:schemeClr val="tx1"/>
                      </a:solidFill>
                      <a:prstDash val="solid"/>
                      <a:round/>
                      <a:headEnd type="none" w="sm" len="sm"/>
                      <a:tailEnd type="none" w="sm" len="sm"/>
                    </a:lnL>
                    <a:lnR w="28575" cap="flat" cmpd="sng" algn="ctr">
                      <a:solidFill>
                        <a:schemeClr val="tx1"/>
                      </a:solidFill>
                      <a:prstDash val="solid"/>
                      <a:round/>
                      <a:headEnd type="none" w="sm" len="sm"/>
                      <a:tailEnd type="none" w="sm" len="sm"/>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3"/>
                  </a:ext>
                </a:extLst>
              </a:tr>
              <a:tr h="518160">
                <a:tc>
                  <a:txBody>
                    <a:bodyPr/>
                    <a:lstStyle/>
                    <a:p>
                      <a:pPr marL="0" marR="0" lvl="0" indent="0" algn="l" defTabSz="914400" rtl="0" eaLnBrk="1" fontAlgn="base" latinLnBrk="0" hangingPunct="1">
                        <a:lnSpc>
                          <a:spcPct val="100000"/>
                        </a:lnSpc>
                        <a:spcBef>
                          <a:spcPct val="20000"/>
                        </a:spcBef>
                        <a:spcAft>
                          <a:spcPct val="0"/>
                        </a:spcAft>
                        <a:buClr>
                          <a:schemeClr val="folHlink"/>
                        </a:buClr>
                        <a:buSzPct val="60000"/>
                        <a:buFont typeface="Wingdings" pitchFamily="2" charset="2"/>
                        <a:buNone/>
                        <a:tabLst/>
                      </a:pPr>
                      <a:endParaRPr kumimoji="0" lang="zh-CN" altLang="zh-CN" sz="2800" b="1" i="0" u="none" strike="noStrike" cap="none" normalizeH="0" baseline="0">
                        <a:ln>
                          <a:noFill/>
                        </a:ln>
                        <a:solidFill>
                          <a:schemeClr val="tx1"/>
                        </a:solidFill>
                        <a:effectLst/>
                        <a:latin typeface="Tahoma" pitchFamily="34" charset="0"/>
                        <a:ea typeface="黑体" pitchFamily="2" charset="-122"/>
                        <a:sym typeface="Symbol" pitchFamily="18" charset="2"/>
                      </a:endParaRPr>
                    </a:p>
                  </a:txBody>
                  <a:tcPr horzOverflow="overflow">
                    <a:lnL w="28575"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
                          <a:schemeClr val="folHlink"/>
                        </a:buClr>
                        <a:buSzPct val="60000"/>
                        <a:buFont typeface="Wingdings" pitchFamily="2" charset="2"/>
                        <a:buNone/>
                        <a:tabLst/>
                      </a:pPr>
                      <a:endParaRPr kumimoji="0" lang="zh-CN" altLang="zh-CN" sz="2800" b="1" i="0" u="none" strike="noStrike" cap="none" normalizeH="0" baseline="0">
                        <a:ln>
                          <a:noFill/>
                        </a:ln>
                        <a:solidFill>
                          <a:schemeClr val="tx1"/>
                        </a:solidFill>
                        <a:effectLst/>
                        <a:latin typeface="Tahoma" pitchFamily="34" charset="0"/>
                        <a:ea typeface="黑体" pitchFamily="2" charset="-122"/>
                      </a:endParaRPr>
                    </a:p>
                  </a:txBody>
                  <a:tcPr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
                          <a:schemeClr val="folHlink"/>
                        </a:buClr>
                        <a:buSzPct val="60000"/>
                        <a:buFont typeface="Wingdings" pitchFamily="2" charset="2"/>
                        <a:buNone/>
                        <a:tabLst/>
                      </a:pPr>
                      <a:endParaRPr kumimoji="0" lang="zh-CN" altLang="zh-CN" sz="2800" b="1" i="0" u="none" strike="noStrike" cap="none" normalizeH="0" baseline="0">
                        <a:ln>
                          <a:noFill/>
                        </a:ln>
                        <a:solidFill>
                          <a:schemeClr val="tx1"/>
                        </a:solidFill>
                        <a:effectLst/>
                        <a:latin typeface="Tahoma" pitchFamily="34" charset="0"/>
                        <a:ea typeface="黑体" pitchFamily="2" charset="-122"/>
                      </a:endParaRPr>
                    </a:p>
                  </a:txBody>
                  <a:tcPr horzOverflow="overflow">
                    <a:lnL w="12700" cap="flat" cmpd="sng" algn="ctr">
                      <a:solidFill>
                        <a:schemeClr val="tx1"/>
                      </a:solidFill>
                      <a:prstDash val="solid"/>
                      <a:round/>
                      <a:headEnd type="none" w="sm" len="sm"/>
                      <a:tailEnd type="none" w="sm" len="sm"/>
                    </a:lnL>
                    <a:lnR w="28575" cap="flat" cmpd="sng" algn="ctr">
                      <a:solidFill>
                        <a:schemeClr val="tx1"/>
                      </a:solidFill>
                      <a:prstDash val="solid"/>
                      <a:round/>
                      <a:headEnd type="none" w="sm" len="sm"/>
                      <a:tailEnd type="none" w="sm" len="sm"/>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4"/>
                  </a:ext>
                </a:extLst>
              </a:tr>
              <a:tr h="518160">
                <a:tc>
                  <a:txBody>
                    <a:bodyPr/>
                    <a:lstStyle/>
                    <a:p>
                      <a:pPr marL="0" marR="0" lvl="0" indent="0" algn="l" defTabSz="914400" rtl="0" eaLnBrk="1" fontAlgn="base" latinLnBrk="0" hangingPunct="1">
                        <a:lnSpc>
                          <a:spcPct val="100000"/>
                        </a:lnSpc>
                        <a:spcBef>
                          <a:spcPct val="20000"/>
                        </a:spcBef>
                        <a:spcAft>
                          <a:spcPct val="0"/>
                        </a:spcAft>
                        <a:buClr>
                          <a:schemeClr val="folHlink"/>
                        </a:buClr>
                        <a:buSzPct val="60000"/>
                        <a:buFont typeface="Wingdings" pitchFamily="2" charset="2"/>
                        <a:buNone/>
                        <a:tabLst/>
                      </a:pPr>
                      <a:endParaRPr kumimoji="0" lang="zh-CN" altLang="zh-CN" sz="2800" b="1" i="0" u="none" strike="noStrike" cap="none" normalizeH="0" baseline="0">
                        <a:ln>
                          <a:noFill/>
                        </a:ln>
                        <a:solidFill>
                          <a:schemeClr val="tx1"/>
                        </a:solidFill>
                        <a:effectLst/>
                        <a:latin typeface="Tahoma" pitchFamily="34" charset="0"/>
                        <a:ea typeface="黑体" pitchFamily="2" charset="-122"/>
                        <a:sym typeface="Symbol" pitchFamily="18" charset="2"/>
                      </a:endParaRPr>
                    </a:p>
                  </a:txBody>
                  <a:tcPr horzOverflow="overflow">
                    <a:lnL w="28575"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
                          <a:schemeClr val="folHlink"/>
                        </a:buClr>
                        <a:buSzPct val="60000"/>
                        <a:buFont typeface="Wingdings" pitchFamily="2" charset="2"/>
                        <a:buNone/>
                        <a:tabLst/>
                      </a:pPr>
                      <a:endParaRPr kumimoji="0" lang="zh-CN" altLang="zh-CN" sz="2800" b="1" i="0" u="none" strike="noStrike" cap="none" normalizeH="0" baseline="0">
                        <a:ln>
                          <a:noFill/>
                        </a:ln>
                        <a:solidFill>
                          <a:schemeClr val="tx1"/>
                        </a:solidFill>
                        <a:effectLst/>
                        <a:latin typeface="Tahoma" pitchFamily="34" charset="0"/>
                        <a:ea typeface="黑体" pitchFamily="2" charset="-122"/>
                      </a:endParaRPr>
                    </a:p>
                  </a:txBody>
                  <a:tcPr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
                          <a:schemeClr val="folHlink"/>
                        </a:buClr>
                        <a:buSzPct val="60000"/>
                        <a:buFont typeface="Wingdings" pitchFamily="2" charset="2"/>
                        <a:buNone/>
                        <a:tabLst/>
                      </a:pPr>
                      <a:endParaRPr kumimoji="0" lang="zh-CN" altLang="zh-CN" sz="2800" b="1" i="0" u="none" strike="noStrike" cap="none" normalizeH="0" baseline="0">
                        <a:ln>
                          <a:noFill/>
                        </a:ln>
                        <a:solidFill>
                          <a:schemeClr val="tx1"/>
                        </a:solidFill>
                        <a:effectLst/>
                        <a:latin typeface="Tahoma" pitchFamily="34" charset="0"/>
                        <a:ea typeface="黑体" pitchFamily="2" charset="-122"/>
                      </a:endParaRPr>
                    </a:p>
                  </a:txBody>
                  <a:tcPr horzOverflow="overflow">
                    <a:lnL w="12700" cap="flat" cmpd="sng" algn="ctr">
                      <a:solidFill>
                        <a:schemeClr val="tx1"/>
                      </a:solidFill>
                      <a:prstDash val="solid"/>
                      <a:round/>
                      <a:headEnd type="none" w="sm" len="sm"/>
                      <a:tailEnd type="none" w="sm" len="sm"/>
                    </a:lnL>
                    <a:lnR w="28575" cap="flat" cmpd="sng" algn="ctr">
                      <a:solidFill>
                        <a:schemeClr val="tx1"/>
                      </a:solidFill>
                      <a:prstDash val="solid"/>
                      <a:round/>
                      <a:headEnd type="none" w="sm" len="sm"/>
                      <a:tailEnd type="none" w="sm" len="sm"/>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5"/>
                  </a:ext>
                </a:extLst>
              </a:tr>
              <a:tr h="519113">
                <a:tc>
                  <a:txBody>
                    <a:bodyPr/>
                    <a:lstStyle/>
                    <a:p>
                      <a:pPr marL="0" marR="0" lvl="0" indent="0" algn="l" defTabSz="914400" rtl="0" eaLnBrk="1" fontAlgn="base" latinLnBrk="0" hangingPunct="1">
                        <a:lnSpc>
                          <a:spcPct val="100000"/>
                        </a:lnSpc>
                        <a:spcBef>
                          <a:spcPct val="20000"/>
                        </a:spcBef>
                        <a:spcAft>
                          <a:spcPct val="0"/>
                        </a:spcAft>
                        <a:buClr>
                          <a:schemeClr val="folHlink"/>
                        </a:buClr>
                        <a:buSzPct val="60000"/>
                        <a:buFont typeface="Wingdings" pitchFamily="2" charset="2"/>
                        <a:buNone/>
                        <a:tabLst/>
                      </a:pPr>
                      <a:endParaRPr kumimoji="0" lang="zh-CN" altLang="zh-CN" sz="2800" b="1" i="0" u="none" strike="noStrike" cap="none" normalizeH="0" baseline="0">
                        <a:ln>
                          <a:noFill/>
                        </a:ln>
                        <a:solidFill>
                          <a:schemeClr val="tx1"/>
                        </a:solidFill>
                        <a:effectLst/>
                        <a:latin typeface="Tahoma" pitchFamily="34" charset="0"/>
                        <a:ea typeface="黑体" pitchFamily="2" charset="-122"/>
                        <a:sym typeface="Symbol" pitchFamily="18" charset="2"/>
                      </a:endParaRPr>
                    </a:p>
                  </a:txBody>
                  <a:tcPr horzOverflow="overflow">
                    <a:lnL w="28575"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
                          <a:schemeClr val="folHlink"/>
                        </a:buClr>
                        <a:buSzPct val="60000"/>
                        <a:buFont typeface="Wingdings" pitchFamily="2" charset="2"/>
                        <a:buNone/>
                        <a:tabLst/>
                      </a:pPr>
                      <a:endParaRPr kumimoji="0" lang="zh-CN" altLang="zh-CN" sz="2800" b="1" i="0" u="none" strike="noStrike" cap="none" normalizeH="0" baseline="0">
                        <a:ln>
                          <a:noFill/>
                        </a:ln>
                        <a:solidFill>
                          <a:schemeClr val="tx1"/>
                        </a:solidFill>
                        <a:effectLst/>
                        <a:latin typeface="Tahoma" pitchFamily="34" charset="0"/>
                        <a:ea typeface="黑体" pitchFamily="2" charset="-122"/>
                      </a:endParaRPr>
                    </a:p>
                  </a:txBody>
                  <a:tcPr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
                          <a:schemeClr val="folHlink"/>
                        </a:buClr>
                        <a:buSzPct val="60000"/>
                        <a:buFont typeface="Wingdings" pitchFamily="2" charset="2"/>
                        <a:buNone/>
                        <a:tabLst/>
                      </a:pPr>
                      <a:endParaRPr kumimoji="0" lang="zh-CN" altLang="zh-CN" sz="2800" b="1" i="0" u="none" strike="noStrike" cap="none" normalizeH="0" baseline="0">
                        <a:ln>
                          <a:noFill/>
                        </a:ln>
                        <a:solidFill>
                          <a:schemeClr val="tx1"/>
                        </a:solidFill>
                        <a:effectLst/>
                        <a:latin typeface="Tahoma" pitchFamily="34" charset="0"/>
                        <a:ea typeface="黑体" pitchFamily="2" charset="-122"/>
                      </a:endParaRPr>
                    </a:p>
                  </a:txBody>
                  <a:tcPr horzOverflow="overflow">
                    <a:lnL w="12700" cap="flat" cmpd="sng" algn="ctr">
                      <a:solidFill>
                        <a:schemeClr val="tx1"/>
                      </a:solidFill>
                      <a:prstDash val="solid"/>
                      <a:round/>
                      <a:headEnd type="none" w="sm" len="sm"/>
                      <a:tailEnd type="none" w="sm" len="sm"/>
                    </a:lnL>
                    <a:lnR w="28575" cap="flat" cmpd="sng" algn="ctr">
                      <a:solidFill>
                        <a:schemeClr val="tx1"/>
                      </a:solidFill>
                      <a:prstDash val="solid"/>
                      <a:round/>
                      <a:headEnd type="none" w="sm" len="sm"/>
                      <a:tailEnd type="none" w="sm" len="sm"/>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6"/>
                  </a:ext>
                </a:extLst>
              </a:tr>
              <a:tr h="518160">
                <a:tc>
                  <a:txBody>
                    <a:bodyPr/>
                    <a:lstStyle/>
                    <a:p>
                      <a:pPr marL="0" marR="0" lvl="0" indent="0" algn="l" defTabSz="914400" rtl="0" eaLnBrk="1" fontAlgn="base" latinLnBrk="0" hangingPunct="1">
                        <a:lnSpc>
                          <a:spcPct val="100000"/>
                        </a:lnSpc>
                        <a:spcBef>
                          <a:spcPct val="20000"/>
                        </a:spcBef>
                        <a:spcAft>
                          <a:spcPct val="0"/>
                        </a:spcAft>
                        <a:buClr>
                          <a:schemeClr val="folHlink"/>
                        </a:buClr>
                        <a:buSzPct val="60000"/>
                        <a:buFont typeface="Wingdings" pitchFamily="2" charset="2"/>
                        <a:buNone/>
                        <a:tabLst/>
                      </a:pPr>
                      <a:endParaRPr kumimoji="0" lang="zh-CN" altLang="zh-CN" sz="2800" b="1" i="0" u="none" strike="noStrike" cap="none" normalizeH="0" baseline="0">
                        <a:ln>
                          <a:noFill/>
                        </a:ln>
                        <a:solidFill>
                          <a:schemeClr val="tx1"/>
                        </a:solidFill>
                        <a:effectLst/>
                        <a:latin typeface="Tahoma" pitchFamily="34" charset="0"/>
                        <a:ea typeface="黑体" pitchFamily="2" charset="-122"/>
                        <a:sym typeface="Symbol" pitchFamily="18" charset="2"/>
                      </a:endParaRPr>
                    </a:p>
                  </a:txBody>
                  <a:tcPr horzOverflow="overflow">
                    <a:lnL w="28575"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
                          <a:schemeClr val="folHlink"/>
                        </a:buClr>
                        <a:buSzPct val="60000"/>
                        <a:buFont typeface="Wingdings" pitchFamily="2" charset="2"/>
                        <a:buNone/>
                        <a:tabLst/>
                      </a:pPr>
                      <a:endParaRPr kumimoji="0" lang="zh-CN" altLang="zh-CN" sz="2800" b="1" i="0" u="none" strike="noStrike" cap="none" normalizeH="0" baseline="0">
                        <a:ln>
                          <a:noFill/>
                        </a:ln>
                        <a:solidFill>
                          <a:schemeClr val="tx1"/>
                        </a:solidFill>
                        <a:effectLst/>
                        <a:latin typeface="Tahoma" pitchFamily="34" charset="0"/>
                        <a:ea typeface="黑体" pitchFamily="2" charset="-122"/>
                      </a:endParaRPr>
                    </a:p>
                  </a:txBody>
                  <a:tcPr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
                          <a:schemeClr val="folHlink"/>
                        </a:buClr>
                        <a:buSzPct val="60000"/>
                        <a:buFont typeface="Wingdings" pitchFamily="2" charset="2"/>
                        <a:buNone/>
                        <a:tabLst/>
                      </a:pPr>
                      <a:endParaRPr kumimoji="0" lang="zh-CN" altLang="zh-CN" sz="2800" b="1" i="0" u="none" strike="noStrike" cap="none" normalizeH="0" baseline="0">
                        <a:ln>
                          <a:noFill/>
                        </a:ln>
                        <a:solidFill>
                          <a:schemeClr val="tx1"/>
                        </a:solidFill>
                        <a:effectLst/>
                        <a:latin typeface="Tahoma" pitchFamily="34" charset="0"/>
                        <a:ea typeface="黑体" pitchFamily="2" charset="-122"/>
                      </a:endParaRPr>
                    </a:p>
                  </a:txBody>
                  <a:tcPr horzOverflow="overflow">
                    <a:lnL w="12700" cap="flat" cmpd="sng" algn="ctr">
                      <a:solidFill>
                        <a:schemeClr val="tx1"/>
                      </a:solidFill>
                      <a:prstDash val="solid"/>
                      <a:round/>
                      <a:headEnd type="none" w="sm" len="sm"/>
                      <a:tailEnd type="none" w="sm" len="sm"/>
                    </a:lnL>
                    <a:lnR w="28575" cap="flat" cmpd="sng" algn="ctr">
                      <a:solidFill>
                        <a:schemeClr val="tx1"/>
                      </a:solidFill>
                      <a:prstDash val="solid"/>
                      <a:round/>
                      <a:headEnd type="none" w="sm" len="sm"/>
                      <a:tailEnd type="none" w="sm" len="sm"/>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7"/>
                  </a:ext>
                </a:extLst>
              </a:tr>
              <a:tr h="519113">
                <a:tc>
                  <a:txBody>
                    <a:bodyPr/>
                    <a:lstStyle/>
                    <a:p>
                      <a:pPr marL="0" marR="0" lvl="0" indent="0" algn="l" defTabSz="914400" rtl="0" eaLnBrk="1" fontAlgn="base" latinLnBrk="0" hangingPunct="1">
                        <a:lnSpc>
                          <a:spcPct val="100000"/>
                        </a:lnSpc>
                        <a:spcBef>
                          <a:spcPct val="20000"/>
                        </a:spcBef>
                        <a:spcAft>
                          <a:spcPct val="0"/>
                        </a:spcAft>
                        <a:buClr>
                          <a:schemeClr val="folHlink"/>
                        </a:buClr>
                        <a:buSzPct val="60000"/>
                        <a:buFont typeface="Wingdings" pitchFamily="2" charset="2"/>
                        <a:buNone/>
                        <a:tabLst/>
                      </a:pPr>
                      <a:endParaRPr kumimoji="0" lang="zh-CN" altLang="zh-CN" sz="2800" b="1" i="0" u="none" strike="noStrike" cap="none" normalizeH="0" baseline="0">
                        <a:ln>
                          <a:noFill/>
                        </a:ln>
                        <a:solidFill>
                          <a:schemeClr val="tx1"/>
                        </a:solidFill>
                        <a:effectLst/>
                        <a:latin typeface="Tahoma" pitchFamily="34" charset="0"/>
                        <a:ea typeface="黑体" pitchFamily="2" charset="-122"/>
                        <a:sym typeface="Symbol" pitchFamily="18" charset="2"/>
                      </a:endParaRPr>
                    </a:p>
                  </a:txBody>
                  <a:tcPr horzOverflow="overflow">
                    <a:lnL w="28575"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sm" len="sm"/>
                      <a:tailEnd type="none" w="sm" len="sm"/>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
                          <a:schemeClr val="folHlink"/>
                        </a:buClr>
                        <a:buSzPct val="60000"/>
                        <a:buFont typeface="Wingdings" pitchFamily="2" charset="2"/>
                        <a:buNone/>
                        <a:tabLst/>
                      </a:pPr>
                      <a:endParaRPr kumimoji="0" lang="zh-CN" altLang="zh-CN" sz="2800" b="1" i="0" u="none" strike="noStrike" cap="none" normalizeH="0" baseline="0">
                        <a:ln>
                          <a:noFill/>
                        </a:ln>
                        <a:solidFill>
                          <a:schemeClr val="tx1"/>
                        </a:solidFill>
                        <a:effectLst/>
                        <a:latin typeface="Tahoma" pitchFamily="34" charset="0"/>
                        <a:ea typeface="黑体" pitchFamily="2" charset="-122"/>
                      </a:endParaRPr>
                    </a:p>
                  </a:txBody>
                  <a:tcPr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sm" len="sm"/>
                      <a:tailEnd type="none" w="sm" len="sm"/>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
                          <a:schemeClr val="folHlink"/>
                        </a:buClr>
                        <a:buSzPct val="60000"/>
                        <a:buFont typeface="Wingdings" pitchFamily="2" charset="2"/>
                        <a:buNone/>
                        <a:tabLst/>
                      </a:pPr>
                      <a:endParaRPr kumimoji="0" lang="zh-CN" altLang="zh-CN" sz="2800" b="1" i="0" u="none" strike="noStrike" cap="none" normalizeH="0" baseline="0" dirty="0">
                        <a:ln>
                          <a:noFill/>
                        </a:ln>
                        <a:solidFill>
                          <a:schemeClr val="tx1"/>
                        </a:solidFill>
                        <a:effectLst/>
                        <a:latin typeface="Tahoma" pitchFamily="34" charset="0"/>
                        <a:ea typeface="黑体" pitchFamily="2" charset="-122"/>
                      </a:endParaRPr>
                    </a:p>
                  </a:txBody>
                  <a:tcPr horzOverflow="overflow">
                    <a:lnL w="12700" cap="flat" cmpd="sng" algn="ctr">
                      <a:solidFill>
                        <a:schemeClr val="tx1"/>
                      </a:solidFill>
                      <a:prstDash val="solid"/>
                      <a:round/>
                      <a:headEnd type="none" w="sm" len="sm"/>
                      <a:tailEnd type="none" w="sm" len="sm"/>
                    </a:lnL>
                    <a:lnR w="28575" cap="flat" cmpd="sng" algn="ctr">
                      <a:solidFill>
                        <a:schemeClr val="tx1"/>
                      </a:solidFill>
                      <a:prstDash val="solid"/>
                      <a:round/>
                      <a:headEnd type="none" w="sm" len="sm"/>
                      <a:tailEnd type="none" w="sm" len="sm"/>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sm" len="sm"/>
                      <a:tailEnd type="none" w="sm" len="sm"/>
                    </a:lnB>
                    <a:lnTlToBr>
                      <a:noFill/>
                    </a:lnTlToBr>
                    <a:lnBlToTr>
                      <a:noFill/>
                    </a:lnBlToTr>
                    <a:noFill/>
                  </a:tcPr>
                </a:tc>
                <a:extLst>
                  <a:ext uri="{0D108BD9-81ED-4DB2-BD59-A6C34878D82A}">
                    <a16:rowId xmlns:a16="http://schemas.microsoft.com/office/drawing/2014/main" val="10008"/>
                  </a:ext>
                </a:extLst>
              </a:tr>
            </a:tbl>
          </a:graphicData>
        </a:graphic>
      </p:graphicFrame>
      <p:sp>
        <p:nvSpPr>
          <p:cNvPr id="2" name="日期占位符 1">
            <a:extLst>
              <a:ext uri="{FF2B5EF4-FFF2-40B4-BE49-F238E27FC236}">
                <a16:creationId xmlns:a16="http://schemas.microsoft.com/office/drawing/2014/main" id="{AEF829D5-79B7-A7AB-57C4-343B2181488B}"/>
              </a:ext>
            </a:extLst>
          </p:cNvPr>
          <p:cNvSpPr>
            <a:spLocks noGrp="1"/>
          </p:cNvSpPr>
          <p:nvPr>
            <p:ph type="dt" sz="half" idx="10"/>
          </p:nvPr>
        </p:nvSpPr>
        <p:spPr/>
        <p:txBody>
          <a:bodyPr/>
          <a:lstStyle/>
          <a:p>
            <a:fld id="{3E5A3FFC-8070-4B64-9A01-0FEE33335405}" type="datetime2">
              <a:rPr lang="zh-CN" altLang="en-US" smtClean="0"/>
              <a:pPr/>
              <a:t>2025年11月26日</a:t>
            </a:fld>
            <a:endParaRPr lang="zh-CN" altLang="en-US"/>
          </a:p>
        </p:txBody>
      </p:sp>
      <p:sp>
        <p:nvSpPr>
          <p:cNvPr id="3" name="页脚占位符 2">
            <a:extLst>
              <a:ext uri="{FF2B5EF4-FFF2-40B4-BE49-F238E27FC236}">
                <a16:creationId xmlns:a16="http://schemas.microsoft.com/office/drawing/2014/main" id="{001D2029-DF1F-5016-9908-BF5B9E666F65}"/>
              </a:ext>
            </a:extLst>
          </p:cNvPr>
          <p:cNvSpPr>
            <a:spLocks noGrp="1"/>
          </p:cNvSpPr>
          <p:nvPr>
            <p:ph type="ftr" sz="quarter" idx="11"/>
          </p:nvPr>
        </p:nvSpPr>
        <p:spPr/>
        <p:txBody>
          <a:bodyPr/>
          <a:lstStyle/>
          <a:p>
            <a:r>
              <a:rPr lang="zh-CN" altLang="en-US"/>
              <a:t>编译原理</a:t>
            </a:r>
            <a:r>
              <a:rPr lang="en-US" altLang="zh-CN"/>
              <a:t>-</a:t>
            </a:r>
            <a:r>
              <a:rPr lang="zh-CN" altLang="en-US"/>
              <a:t>王欣捷</a:t>
            </a:r>
            <a:r>
              <a:rPr lang="en-US" altLang="zh-CN"/>
              <a:t>-</a:t>
            </a:r>
            <a:r>
              <a:rPr lang="zh-CN" altLang="en-US"/>
              <a:t>第三章 语法分析</a:t>
            </a:r>
            <a:r>
              <a:rPr lang="en-US" altLang="zh-CN"/>
              <a:t>(4)</a:t>
            </a:r>
            <a:endParaRPr lang="zh-CN" altLang="en-US"/>
          </a:p>
        </p:txBody>
      </p:sp>
      <p:sp>
        <p:nvSpPr>
          <p:cNvPr id="4" name="灯片编号占位符 3">
            <a:extLst>
              <a:ext uri="{FF2B5EF4-FFF2-40B4-BE49-F238E27FC236}">
                <a16:creationId xmlns:a16="http://schemas.microsoft.com/office/drawing/2014/main" id="{E6D72E02-3161-433E-56A3-79AD97FD3D33}"/>
              </a:ext>
            </a:extLst>
          </p:cNvPr>
          <p:cNvSpPr>
            <a:spLocks noGrp="1"/>
          </p:cNvSpPr>
          <p:nvPr>
            <p:ph type="sldNum" sz="quarter" idx="12"/>
          </p:nvPr>
        </p:nvSpPr>
        <p:spPr/>
        <p:txBody>
          <a:bodyPr/>
          <a:lstStyle/>
          <a:p>
            <a:fld id="{094DEB03-EFC6-4C20-8FC8-295189A5386F}" type="slidenum">
              <a:rPr lang="zh-CN" altLang="en-US" smtClean="0"/>
              <a:pPr/>
              <a:t>29</a:t>
            </a:fld>
            <a:endParaRPr lang="zh-CN" altLang="en-US"/>
          </a:p>
        </p:txBody>
      </p:sp>
      <p:graphicFrame>
        <p:nvGraphicFramePr>
          <p:cNvPr id="6" name="Group 3">
            <a:extLst>
              <a:ext uri="{FF2B5EF4-FFF2-40B4-BE49-F238E27FC236}">
                <a16:creationId xmlns:a16="http://schemas.microsoft.com/office/drawing/2014/main" id="{A685E27D-F20E-0CCE-919B-F94D582440D2}"/>
              </a:ext>
            </a:extLst>
          </p:cNvPr>
          <p:cNvGraphicFramePr>
            <a:graphicFrameLocks/>
          </p:cNvGraphicFramePr>
          <p:nvPr>
            <p:extLst>
              <p:ext uri="{D42A27DB-BD31-4B8C-83A1-F6EECF244321}">
                <p14:modId xmlns:p14="http://schemas.microsoft.com/office/powerpoint/2010/main" val="2212493450"/>
              </p:ext>
            </p:extLst>
          </p:nvPr>
        </p:nvGraphicFramePr>
        <p:xfrm>
          <a:off x="1681224" y="4093400"/>
          <a:ext cx="6162551" cy="2535464"/>
        </p:xfrm>
        <a:graphic>
          <a:graphicData uri="http://schemas.openxmlformats.org/drawingml/2006/table">
            <a:tbl>
              <a:tblPr>
                <a:effectLst>
                  <a:outerShdw blurRad="63500" sx="102000" sy="102000" algn="ctr" rotWithShape="0">
                    <a:prstClr val="black">
                      <a:alpha val="40000"/>
                    </a:prstClr>
                  </a:outerShdw>
                </a:effectLst>
              </a:tblPr>
              <a:tblGrid>
                <a:gridCol w="753362">
                  <a:extLst>
                    <a:ext uri="{9D8B030D-6E8A-4147-A177-3AD203B41FA5}">
                      <a16:colId xmlns:a16="http://schemas.microsoft.com/office/drawing/2014/main" val="20000"/>
                    </a:ext>
                  </a:extLst>
                </a:gridCol>
                <a:gridCol w="914796">
                  <a:extLst>
                    <a:ext uri="{9D8B030D-6E8A-4147-A177-3AD203B41FA5}">
                      <a16:colId xmlns:a16="http://schemas.microsoft.com/office/drawing/2014/main" val="20001"/>
                    </a:ext>
                  </a:extLst>
                </a:gridCol>
                <a:gridCol w="974215">
                  <a:extLst>
                    <a:ext uri="{9D8B030D-6E8A-4147-A177-3AD203B41FA5}">
                      <a16:colId xmlns:a16="http://schemas.microsoft.com/office/drawing/2014/main" val="20002"/>
                    </a:ext>
                  </a:extLst>
                </a:gridCol>
                <a:gridCol w="1010203">
                  <a:extLst>
                    <a:ext uri="{9D8B030D-6E8A-4147-A177-3AD203B41FA5}">
                      <a16:colId xmlns:a16="http://schemas.microsoft.com/office/drawing/2014/main" val="20003"/>
                    </a:ext>
                  </a:extLst>
                </a:gridCol>
                <a:gridCol w="867599">
                  <a:extLst>
                    <a:ext uri="{9D8B030D-6E8A-4147-A177-3AD203B41FA5}">
                      <a16:colId xmlns:a16="http://schemas.microsoft.com/office/drawing/2014/main" val="20004"/>
                    </a:ext>
                  </a:extLst>
                </a:gridCol>
                <a:gridCol w="860986">
                  <a:extLst>
                    <a:ext uri="{9D8B030D-6E8A-4147-A177-3AD203B41FA5}">
                      <a16:colId xmlns:a16="http://schemas.microsoft.com/office/drawing/2014/main" val="20005"/>
                    </a:ext>
                  </a:extLst>
                </a:gridCol>
                <a:gridCol w="781390">
                  <a:extLst>
                    <a:ext uri="{9D8B030D-6E8A-4147-A177-3AD203B41FA5}">
                      <a16:colId xmlns:a16="http://schemas.microsoft.com/office/drawing/2014/main" val="20006"/>
                    </a:ext>
                  </a:extLst>
                </a:gridCol>
              </a:tblGrid>
              <a:tr h="361994">
                <a:tc rowSpan="2">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r>
                        <a:rPr kumimoji="0" lang="zh-CN" altLang="en-US" sz="1500" b="0" i="0" u="none" strike="noStrike" cap="none" normalizeH="0" baseline="0">
                          <a:ln>
                            <a:noFill/>
                          </a:ln>
                          <a:solidFill>
                            <a:schemeClr val="tx1"/>
                          </a:solidFill>
                          <a:effectLst/>
                          <a:latin typeface="Times New Roman" panose="02020603050405020304" pitchFamily="18" charset="0"/>
                          <a:ea typeface="黑体" panose="02010609060101010101" pitchFamily="49" charset="-122"/>
                        </a:rPr>
                        <a:t>非 终</a:t>
                      </a:r>
                      <a:endParaRPr kumimoji="0" lang="en-US" altLang="zh-CN" sz="1500" b="0" i="0" u="none" strike="noStrike" cap="none" normalizeH="0" baseline="0">
                        <a:ln>
                          <a:noFill/>
                        </a:ln>
                        <a:solidFill>
                          <a:schemeClr val="tx1"/>
                        </a:solidFill>
                        <a:effectLst/>
                        <a:latin typeface="Times New Roman" panose="02020603050405020304" pitchFamily="18" charset="0"/>
                        <a:ea typeface="黑体" panose="02010609060101010101" pitchFamily="49" charset="-122"/>
                      </a:endParaRPr>
                    </a:p>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r>
                        <a:rPr kumimoji="0" lang="zh-CN" altLang="en-US" sz="1500" b="0" i="0" u="none" strike="noStrike" cap="none" normalizeH="0" baseline="0">
                          <a:ln>
                            <a:noFill/>
                          </a:ln>
                          <a:solidFill>
                            <a:schemeClr val="tx1"/>
                          </a:solidFill>
                          <a:effectLst/>
                          <a:latin typeface="Times New Roman" panose="02020603050405020304" pitchFamily="18" charset="0"/>
                          <a:ea typeface="黑体" panose="02010609060101010101" pitchFamily="49" charset="-122"/>
                        </a:rPr>
                        <a:t>结 符</a:t>
                      </a:r>
                    </a:p>
                  </a:txBody>
                  <a:tcPr marL="139781" marR="139781" marT="69890" marB="69890" anchor="ct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accent4">
                        <a:lumMod val="20000"/>
                        <a:lumOff val="80000"/>
                      </a:schemeClr>
                    </a:solidFill>
                  </a:tcPr>
                </a:tc>
                <a:tc gridSpan="6">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r>
                        <a:rPr kumimoji="0" lang="zh-CN" altLang="en-US" sz="1500" b="0" i="0" u="none" strike="noStrike" cap="none" normalizeH="0" baseline="0">
                          <a:ln>
                            <a:noFill/>
                          </a:ln>
                          <a:solidFill>
                            <a:schemeClr val="tx1"/>
                          </a:solidFill>
                          <a:effectLst/>
                          <a:latin typeface="Times New Roman" panose="02020603050405020304" pitchFamily="18" charset="0"/>
                          <a:ea typeface="黑体" panose="02010609060101010101" pitchFamily="49" charset="-122"/>
                        </a:rPr>
                        <a:t>输 入 符 号</a:t>
                      </a:r>
                    </a:p>
                  </a:txBody>
                  <a:tcPr marL="139781" marR="139781" marT="69890" marB="69890" anchor="ct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accent4">
                        <a:lumMod val="20000"/>
                        <a:lumOff val="80000"/>
                      </a:schemeClr>
                    </a:solidFill>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extLst>
                  <a:ext uri="{0D108BD9-81ED-4DB2-BD59-A6C34878D82A}">
                    <a16:rowId xmlns:a16="http://schemas.microsoft.com/office/drawing/2014/main" val="10000"/>
                  </a:ext>
                </a:extLst>
              </a:tr>
              <a:tr h="360042">
                <a:tc vMerge="1">
                  <a:txBody>
                    <a:bodyPr/>
                    <a:lstStyle/>
                    <a:p>
                      <a:endParaRPr lang="zh-CN" altLang="en-US"/>
                    </a:p>
                  </a:txBody>
                  <a:tcPr/>
                </a:tc>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r>
                        <a:rPr kumimoji="0" lang="en-US" altLang="zh-CN" sz="1500" b="1" i="0" u="none" strike="noStrike" cap="none" normalizeH="0" baseline="0">
                          <a:ln>
                            <a:noFill/>
                          </a:ln>
                          <a:solidFill>
                            <a:schemeClr val="tx1"/>
                          </a:solidFill>
                          <a:effectLst/>
                          <a:latin typeface="Times New Roman" panose="02020603050405020304" pitchFamily="18" charset="0"/>
                          <a:ea typeface="黑体" panose="02010609060101010101" pitchFamily="49" charset="-122"/>
                        </a:rPr>
                        <a:t>id</a:t>
                      </a:r>
                    </a:p>
                  </a:txBody>
                  <a:tcPr marL="46132" marR="46132" marT="24604" marB="24604"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accent4">
                        <a:lumMod val="20000"/>
                        <a:lumOff val="80000"/>
                      </a:schemeClr>
                    </a:solidFill>
                  </a:tcPr>
                </a:tc>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r>
                        <a:rPr kumimoji="0" lang="en-US" altLang="zh-CN" sz="1500" b="1" i="0" u="none" strike="noStrike" cap="none" normalizeH="0" baseline="0">
                          <a:ln>
                            <a:noFill/>
                          </a:ln>
                          <a:solidFill>
                            <a:schemeClr val="tx1"/>
                          </a:solidFill>
                          <a:effectLst/>
                          <a:latin typeface="Times New Roman" panose="02020603050405020304" pitchFamily="18" charset="0"/>
                          <a:ea typeface="黑体" panose="02010609060101010101" pitchFamily="49" charset="-122"/>
                        </a:rPr>
                        <a:t>+</a:t>
                      </a:r>
                    </a:p>
                  </a:txBody>
                  <a:tcPr marL="46132" marR="46132" marT="24604" marB="24604"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accent4">
                        <a:lumMod val="20000"/>
                        <a:lumOff val="80000"/>
                      </a:schemeClr>
                    </a:solidFill>
                  </a:tcPr>
                </a:tc>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r>
                        <a:rPr kumimoji="0" lang="en-US" altLang="zh-CN" sz="1500" b="1" i="0" u="none" strike="noStrike" cap="none" normalizeH="0" baseline="0">
                          <a:ln>
                            <a:noFill/>
                          </a:ln>
                          <a:solidFill>
                            <a:schemeClr val="tx1"/>
                          </a:solidFill>
                          <a:effectLst/>
                          <a:latin typeface="Times New Roman" panose="02020603050405020304" pitchFamily="18" charset="0"/>
                          <a:ea typeface="黑体" panose="02010609060101010101" pitchFamily="49" charset="-122"/>
                        </a:rPr>
                        <a:t>*</a:t>
                      </a:r>
                    </a:p>
                  </a:txBody>
                  <a:tcPr marL="46132" marR="46132" marT="24604" marB="24604"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accent4">
                        <a:lumMod val="20000"/>
                        <a:lumOff val="80000"/>
                      </a:schemeClr>
                    </a:solidFill>
                  </a:tcPr>
                </a:tc>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r>
                        <a:rPr kumimoji="0" lang="en-US" altLang="zh-CN" sz="1500" b="1" i="0" u="none" strike="noStrike" cap="none" normalizeH="0" baseline="0">
                          <a:ln>
                            <a:noFill/>
                          </a:ln>
                          <a:solidFill>
                            <a:schemeClr val="tx1"/>
                          </a:solidFill>
                          <a:effectLst/>
                          <a:latin typeface="Times New Roman" panose="02020603050405020304" pitchFamily="18" charset="0"/>
                          <a:ea typeface="黑体" panose="02010609060101010101" pitchFamily="49" charset="-122"/>
                        </a:rPr>
                        <a:t>(</a:t>
                      </a:r>
                    </a:p>
                  </a:txBody>
                  <a:tcPr marL="46132" marR="46132" marT="24604" marB="24604"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accent4">
                        <a:lumMod val="20000"/>
                        <a:lumOff val="80000"/>
                      </a:schemeClr>
                    </a:solidFill>
                  </a:tcPr>
                </a:tc>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r>
                        <a:rPr kumimoji="0" lang="en-US" altLang="zh-CN" sz="1500" b="1" i="0" u="none" strike="noStrike" cap="none" normalizeH="0" baseline="0">
                          <a:ln>
                            <a:noFill/>
                          </a:ln>
                          <a:solidFill>
                            <a:schemeClr val="tx1"/>
                          </a:solidFill>
                          <a:effectLst/>
                          <a:latin typeface="Times New Roman" panose="02020603050405020304" pitchFamily="18" charset="0"/>
                          <a:ea typeface="黑体" panose="02010609060101010101" pitchFamily="49" charset="-122"/>
                        </a:rPr>
                        <a:t>)</a:t>
                      </a:r>
                    </a:p>
                  </a:txBody>
                  <a:tcPr marL="46132" marR="46132" marT="24604" marB="24604"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accent4">
                        <a:lumMod val="20000"/>
                        <a:lumOff val="80000"/>
                      </a:schemeClr>
                    </a:solidFill>
                  </a:tcPr>
                </a:tc>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r>
                        <a:rPr kumimoji="0" lang="en-US" altLang="zh-CN" sz="1500" b="1" i="0" u="none" strike="noStrike" cap="none" normalizeH="0" baseline="0">
                          <a:ln>
                            <a:noFill/>
                          </a:ln>
                          <a:solidFill>
                            <a:schemeClr val="tx1"/>
                          </a:solidFill>
                          <a:effectLst/>
                          <a:latin typeface="Times New Roman" panose="02020603050405020304" pitchFamily="18" charset="0"/>
                          <a:ea typeface="黑体" panose="02010609060101010101" pitchFamily="49" charset="-122"/>
                        </a:rPr>
                        <a:t>$</a:t>
                      </a:r>
                    </a:p>
                  </a:txBody>
                  <a:tcPr marL="46132" marR="46132" marT="24604" marB="24604" anchor="ct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accent4">
                        <a:lumMod val="20000"/>
                        <a:lumOff val="80000"/>
                      </a:schemeClr>
                    </a:solidFill>
                  </a:tcPr>
                </a:tc>
                <a:extLst>
                  <a:ext uri="{0D108BD9-81ED-4DB2-BD59-A6C34878D82A}">
                    <a16:rowId xmlns:a16="http://schemas.microsoft.com/office/drawing/2014/main" val="10001"/>
                  </a:ext>
                </a:extLst>
              </a:tr>
              <a:tr h="361994">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r>
                        <a:rPr kumimoji="0" lang="en-US" altLang="zh-CN" sz="1500" b="1" i="1" u="none" strike="noStrike" cap="none" normalizeH="0" baseline="0">
                          <a:ln>
                            <a:noFill/>
                          </a:ln>
                          <a:solidFill>
                            <a:schemeClr val="tx1"/>
                          </a:solidFill>
                          <a:effectLst/>
                          <a:latin typeface="Times New Roman" panose="02020603050405020304" pitchFamily="18" charset="0"/>
                          <a:ea typeface="黑体" panose="02010609060101010101" pitchFamily="49" charset="-122"/>
                        </a:rPr>
                        <a:t>E</a:t>
                      </a:r>
                    </a:p>
                  </a:txBody>
                  <a:tcPr marL="46132" marR="46132" marT="24604" marB="24604" anchor="ct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accent4">
                        <a:lumMod val="20000"/>
                        <a:lumOff val="80000"/>
                      </a:schemeClr>
                    </a:solidFill>
                  </a:tcPr>
                </a:tc>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r>
                        <a:rPr kumimoji="0" lang="en-US" altLang="zh-CN" sz="1500" b="1" i="1" u="none" strike="noStrike" cap="none" normalizeH="0" baseline="0">
                          <a:ln>
                            <a:noFill/>
                          </a:ln>
                          <a:solidFill>
                            <a:schemeClr val="tx1"/>
                          </a:solidFill>
                          <a:effectLst/>
                          <a:latin typeface="Times New Roman" panose="02020603050405020304" pitchFamily="18" charset="0"/>
                          <a:ea typeface="黑体" panose="02010609060101010101" pitchFamily="49" charset="-122"/>
                        </a:rPr>
                        <a:t>E</a:t>
                      </a:r>
                      <a:r>
                        <a:rPr kumimoji="0" lang="en-US" altLang="zh-CN" sz="1500" b="1" i="0" u="none" strike="noStrike" cap="none" normalizeH="0" baseline="0">
                          <a:ln>
                            <a:noFill/>
                          </a:ln>
                          <a:solidFill>
                            <a:schemeClr val="tx1"/>
                          </a:solidFill>
                          <a:effectLst/>
                          <a:latin typeface="Times New Roman" panose="02020603050405020304" pitchFamily="18" charset="0"/>
                          <a:ea typeface="黑体" panose="02010609060101010101" pitchFamily="49" charset="-122"/>
                          <a:sym typeface="Symbol" panose="05050102010706020507" pitchFamily="18" charset="2"/>
                        </a:rPr>
                        <a:t></a:t>
                      </a:r>
                      <a:r>
                        <a:rPr kumimoji="0" lang="en-US" altLang="zh-CN" sz="1500" b="1" i="1" u="none" strike="noStrike" cap="none" normalizeH="0" baseline="0">
                          <a:ln>
                            <a:noFill/>
                          </a:ln>
                          <a:solidFill>
                            <a:schemeClr val="tx1"/>
                          </a:solidFill>
                          <a:effectLst/>
                          <a:latin typeface="Times New Roman" panose="02020603050405020304" pitchFamily="18" charset="0"/>
                          <a:ea typeface="黑体" panose="02010609060101010101" pitchFamily="49" charset="-122"/>
                          <a:sym typeface="Symbol" panose="05050102010706020507" pitchFamily="18" charset="2"/>
                        </a:rPr>
                        <a:t>TE</a:t>
                      </a:r>
                      <a:r>
                        <a:rPr kumimoji="0" lang="en-US" altLang="zh-CN" sz="1500" b="1" i="0" u="none" strike="noStrike" cap="none" normalizeH="0" baseline="0">
                          <a:ln>
                            <a:noFill/>
                          </a:ln>
                          <a:solidFill>
                            <a:schemeClr val="tx1"/>
                          </a:solidFill>
                          <a:effectLst/>
                          <a:latin typeface="Times New Roman" panose="02020603050405020304" pitchFamily="18" charset="0"/>
                          <a:ea typeface="黑体" panose="02010609060101010101" pitchFamily="49" charset="-122"/>
                          <a:sym typeface="Symbol" panose="05050102010706020507" pitchFamily="18" charset="2"/>
                        </a:rPr>
                        <a:t></a:t>
                      </a:r>
                    </a:p>
                  </a:txBody>
                  <a:tcPr marL="46132" marR="46132" marT="24604" marB="24604"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accent4">
                        <a:lumMod val="20000"/>
                        <a:lumOff val="80000"/>
                      </a:schemeClr>
                    </a:solidFill>
                  </a:tcPr>
                </a:tc>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endParaRPr kumimoji="0" lang="zh-CN" altLang="zh-CN" sz="1500" b="0" i="0" u="none" strike="noStrike" cap="none" normalizeH="0" baseline="0">
                        <a:ln>
                          <a:noFill/>
                        </a:ln>
                        <a:solidFill>
                          <a:schemeClr val="tx1"/>
                        </a:solidFill>
                        <a:effectLst/>
                        <a:latin typeface="Times New Roman" panose="02020603050405020304" pitchFamily="18" charset="0"/>
                        <a:ea typeface="黑体" panose="02010609060101010101" pitchFamily="49" charset="-122"/>
                      </a:endParaRPr>
                    </a:p>
                  </a:txBody>
                  <a:tcPr marL="46132" marR="46132" marT="24604" marB="24604"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accent4">
                        <a:lumMod val="20000"/>
                        <a:lumOff val="80000"/>
                      </a:schemeClr>
                    </a:solidFill>
                  </a:tcPr>
                </a:tc>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endParaRPr kumimoji="0" lang="zh-CN" altLang="zh-CN" sz="1500" b="0" i="0" u="none" strike="noStrike" cap="none" normalizeH="0" baseline="0">
                        <a:ln>
                          <a:noFill/>
                        </a:ln>
                        <a:solidFill>
                          <a:schemeClr val="tx1"/>
                        </a:solidFill>
                        <a:effectLst/>
                        <a:latin typeface="Times New Roman" panose="02020603050405020304" pitchFamily="18" charset="0"/>
                        <a:ea typeface="黑体" panose="02010609060101010101" pitchFamily="49" charset="-122"/>
                      </a:endParaRPr>
                    </a:p>
                  </a:txBody>
                  <a:tcPr marL="46132" marR="46132" marT="24604" marB="24604"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accent4">
                        <a:lumMod val="20000"/>
                        <a:lumOff val="80000"/>
                      </a:schemeClr>
                    </a:solidFill>
                  </a:tcPr>
                </a:tc>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r>
                        <a:rPr kumimoji="0" lang="en-US" altLang="zh-CN" sz="1500" b="1" i="1" u="none" strike="noStrike" cap="none" normalizeH="0" baseline="0">
                          <a:ln>
                            <a:noFill/>
                          </a:ln>
                          <a:solidFill>
                            <a:schemeClr val="tx1"/>
                          </a:solidFill>
                          <a:effectLst/>
                          <a:latin typeface="Times New Roman" panose="02020603050405020304" pitchFamily="18" charset="0"/>
                          <a:ea typeface="黑体" panose="02010609060101010101" pitchFamily="49" charset="-122"/>
                        </a:rPr>
                        <a:t>E</a:t>
                      </a:r>
                      <a:r>
                        <a:rPr kumimoji="0" lang="en-US" altLang="zh-CN" sz="1500" b="1" i="1" u="none" strike="noStrike" cap="none" normalizeH="0" baseline="0">
                          <a:ln>
                            <a:noFill/>
                          </a:ln>
                          <a:solidFill>
                            <a:schemeClr val="tx1"/>
                          </a:solidFill>
                          <a:effectLst/>
                          <a:latin typeface="Times New Roman" panose="02020603050405020304" pitchFamily="18" charset="0"/>
                          <a:ea typeface="黑体" panose="02010609060101010101" pitchFamily="49" charset="-122"/>
                          <a:sym typeface="Symbol" panose="05050102010706020507" pitchFamily="18" charset="2"/>
                        </a:rPr>
                        <a:t>TE</a:t>
                      </a:r>
                      <a:r>
                        <a:rPr kumimoji="0" lang="en-US" altLang="zh-CN" sz="1500" b="1" i="0" u="none" strike="noStrike" cap="none" normalizeH="0" baseline="0">
                          <a:ln>
                            <a:noFill/>
                          </a:ln>
                          <a:solidFill>
                            <a:schemeClr val="tx1"/>
                          </a:solidFill>
                          <a:effectLst/>
                          <a:latin typeface="Times New Roman" panose="02020603050405020304" pitchFamily="18" charset="0"/>
                          <a:ea typeface="黑体" panose="02010609060101010101" pitchFamily="49" charset="-122"/>
                          <a:sym typeface="Symbol" panose="05050102010706020507" pitchFamily="18" charset="2"/>
                        </a:rPr>
                        <a:t></a:t>
                      </a:r>
                    </a:p>
                  </a:txBody>
                  <a:tcPr marL="46132" marR="46132" marT="24604" marB="24604"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accent4">
                        <a:lumMod val="20000"/>
                        <a:lumOff val="80000"/>
                      </a:schemeClr>
                    </a:solidFill>
                  </a:tcPr>
                </a:tc>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endParaRPr kumimoji="0" lang="zh-CN" altLang="zh-CN" sz="1500" b="0" i="0" u="none" strike="noStrike" cap="none" normalizeH="0" baseline="0">
                        <a:ln>
                          <a:noFill/>
                        </a:ln>
                        <a:solidFill>
                          <a:schemeClr val="tx1"/>
                        </a:solidFill>
                        <a:effectLst/>
                        <a:latin typeface="Times New Roman" panose="02020603050405020304" pitchFamily="18" charset="0"/>
                        <a:ea typeface="黑体" panose="02010609060101010101" pitchFamily="49" charset="-122"/>
                      </a:endParaRPr>
                    </a:p>
                  </a:txBody>
                  <a:tcPr marL="46132" marR="46132" marT="24604" marB="24604"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accent4">
                        <a:lumMod val="20000"/>
                        <a:lumOff val="80000"/>
                      </a:schemeClr>
                    </a:solidFill>
                  </a:tcPr>
                </a:tc>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endParaRPr kumimoji="0" lang="zh-CN" altLang="zh-CN" sz="1500" b="0" i="0" u="none" strike="noStrike" cap="none" normalizeH="0" baseline="0">
                        <a:ln>
                          <a:noFill/>
                        </a:ln>
                        <a:solidFill>
                          <a:schemeClr val="tx1"/>
                        </a:solidFill>
                        <a:effectLst/>
                        <a:latin typeface="Times New Roman" panose="02020603050405020304" pitchFamily="18" charset="0"/>
                        <a:ea typeface="黑体" panose="02010609060101010101" pitchFamily="49" charset="-122"/>
                      </a:endParaRPr>
                    </a:p>
                  </a:txBody>
                  <a:tcPr marL="46132" marR="46132" marT="24604" marB="24604" anchor="ct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accent4">
                        <a:lumMod val="20000"/>
                        <a:lumOff val="80000"/>
                      </a:schemeClr>
                    </a:solidFill>
                  </a:tcPr>
                </a:tc>
                <a:extLst>
                  <a:ext uri="{0D108BD9-81ED-4DB2-BD59-A6C34878D82A}">
                    <a16:rowId xmlns:a16="http://schemas.microsoft.com/office/drawing/2014/main" val="10002"/>
                  </a:ext>
                </a:extLst>
              </a:tr>
              <a:tr h="361018">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r>
                        <a:rPr kumimoji="0" lang="en-US" altLang="zh-CN" sz="1500" b="1" i="1" u="none" strike="noStrike" cap="none" normalizeH="0" baseline="0">
                          <a:ln>
                            <a:noFill/>
                          </a:ln>
                          <a:solidFill>
                            <a:schemeClr val="tx1"/>
                          </a:solidFill>
                          <a:effectLst/>
                          <a:latin typeface="Times New Roman" panose="02020603050405020304" pitchFamily="18" charset="0"/>
                          <a:ea typeface="黑体" panose="02010609060101010101" pitchFamily="49" charset="-122"/>
                        </a:rPr>
                        <a:t>E </a:t>
                      </a:r>
                      <a:r>
                        <a:rPr kumimoji="0" lang="en-US" altLang="zh-CN" sz="1500" b="1" i="0" u="none" strike="noStrike" cap="none" normalizeH="0" baseline="0">
                          <a:ln>
                            <a:noFill/>
                          </a:ln>
                          <a:solidFill>
                            <a:schemeClr val="tx1"/>
                          </a:solidFill>
                          <a:effectLst/>
                          <a:latin typeface="Times New Roman" panose="02020603050405020304" pitchFamily="18" charset="0"/>
                          <a:ea typeface="黑体" panose="02010609060101010101" pitchFamily="49" charset="-122"/>
                          <a:sym typeface="Symbol" panose="05050102010706020507" pitchFamily="18" charset="2"/>
                        </a:rPr>
                        <a:t></a:t>
                      </a:r>
                    </a:p>
                  </a:txBody>
                  <a:tcPr marL="46132" marR="46132" marT="24604" marB="24604" anchor="ct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accent4">
                        <a:lumMod val="20000"/>
                        <a:lumOff val="80000"/>
                      </a:schemeClr>
                    </a:solidFill>
                  </a:tcPr>
                </a:tc>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endParaRPr kumimoji="0" lang="zh-CN" altLang="zh-CN" sz="1500" b="0" i="0" u="none" strike="noStrike" cap="none" normalizeH="0" baseline="0">
                        <a:ln>
                          <a:noFill/>
                        </a:ln>
                        <a:solidFill>
                          <a:schemeClr val="tx1"/>
                        </a:solidFill>
                        <a:effectLst/>
                        <a:latin typeface="Times New Roman" panose="02020603050405020304" pitchFamily="18" charset="0"/>
                        <a:ea typeface="黑体" panose="02010609060101010101" pitchFamily="49" charset="-122"/>
                      </a:endParaRPr>
                    </a:p>
                  </a:txBody>
                  <a:tcPr marL="46132" marR="46132" marT="24604" marB="24604"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accent4">
                        <a:lumMod val="20000"/>
                        <a:lumOff val="80000"/>
                      </a:schemeClr>
                    </a:solidFill>
                  </a:tcPr>
                </a:tc>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r>
                        <a:rPr kumimoji="0" lang="en-US" altLang="zh-CN" sz="1500" b="1" i="1" u="none" strike="noStrike" cap="none" normalizeH="0" baseline="0">
                          <a:ln>
                            <a:noFill/>
                          </a:ln>
                          <a:solidFill>
                            <a:schemeClr val="tx1"/>
                          </a:solidFill>
                          <a:effectLst/>
                          <a:latin typeface="Times New Roman" panose="02020603050405020304" pitchFamily="18" charset="0"/>
                          <a:ea typeface="黑体" panose="02010609060101010101" pitchFamily="49" charset="-122"/>
                        </a:rPr>
                        <a:t>E</a:t>
                      </a:r>
                      <a:r>
                        <a:rPr kumimoji="0" lang="en-US" altLang="zh-CN" sz="1500" b="1" i="0" u="none" strike="noStrike" cap="none" normalizeH="0" baseline="0">
                          <a:ln>
                            <a:noFill/>
                          </a:ln>
                          <a:solidFill>
                            <a:schemeClr val="tx1"/>
                          </a:solidFill>
                          <a:effectLst/>
                          <a:latin typeface="Times New Roman" panose="02020603050405020304" pitchFamily="18" charset="0"/>
                          <a:ea typeface="黑体" panose="02010609060101010101" pitchFamily="49" charset="-122"/>
                          <a:sym typeface="Symbol" panose="05050102010706020507" pitchFamily="18" charset="2"/>
                        </a:rPr>
                        <a:t>+</a:t>
                      </a:r>
                      <a:r>
                        <a:rPr kumimoji="0" lang="en-US" altLang="zh-CN" sz="1500" b="1" i="1" u="none" strike="noStrike" cap="none" normalizeH="0" baseline="0">
                          <a:ln>
                            <a:noFill/>
                          </a:ln>
                          <a:solidFill>
                            <a:schemeClr val="tx1"/>
                          </a:solidFill>
                          <a:effectLst/>
                          <a:latin typeface="Times New Roman" panose="02020603050405020304" pitchFamily="18" charset="0"/>
                          <a:ea typeface="黑体" panose="02010609060101010101" pitchFamily="49" charset="-122"/>
                          <a:sym typeface="Symbol" panose="05050102010706020507" pitchFamily="18" charset="2"/>
                        </a:rPr>
                        <a:t>TE</a:t>
                      </a:r>
                      <a:r>
                        <a:rPr kumimoji="0" lang="en-US" altLang="zh-CN" sz="1500" b="1" i="0" u="none" strike="noStrike" cap="none" normalizeH="0" baseline="0">
                          <a:ln>
                            <a:noFill/>
                          </a:ln>
                          <a:solidFill>
                            <a:schemeClr val="tx1"/>
                          </a:solidFill>
                          <a:effectLst/>
                          <a:latin typeface="Times New Roman" panose="02020603050405020304" pitchFamily="18" charset="0"/>
                          <a:ea typeface="黑体" panose="02010609060101010101" pitchFamily="49" charset="-122"/>
                          <a:sym typeface="Symbol" panose="05050102010706020507" pitchFamily="18" charset="2"/>
                        </a:rPr>
                        <a:t></a:t>
                      </a:r>
                    </a:p>
                  </a:txBody>
                  <a:tcPr marL="46132" marR="46132" marT="24604" marB="24604"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accent4">
                        <a:lumMod val="20000"/>
                        <a:lumOff val="80000"/>
                      </a:schemeClr>
                    </a:solidFill>
                  </a:tcPr>
                </a:tc>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endParaRPr kumimoji="0" lang="zh-CN" altLang="zh-CN" sz="1500" b="0" i="0" u="none" strike="noStrike" cap="none" normalizeH="0" baseline="0">
                        <a:ln>
                          <a:noFill/>
                        </a:ln>
                        <a:solidFill>
                          <a:schemeClr val="tx1"/>
                        </a:solidFill>
                        <a:effectLst/>
                        <a:latin typeface="Times New Roman" panose="02020603050405020304" pitchFamily="18" charset="0"/>
                        <a:ea typeface="黑体" panose="02010609060101010101" pitchFamily="49" charset="-122"/>
                      </a:endParaRPr>
                    </a:p>
                  </a:txBody>
                  <a:tcPr marL="46132" marR="46132" marT="24604" marB="24604"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accent4">
                        <a:lumMod val="20000"/>
                        <a:lumOff val="80000"/>
                      </a:schemeClr>
                    </a:solidFill>
                  </a:tcPr>
                </a:tc>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endParaRPr kumimoji="0" lang="zh-CN" altLang="zh-CN" sz="1500" b="0" i="0" u="none" strike="noStrike" cap="none" normalizeH="0" baseline="0">
                        <a:ln>
                          <a:noFill/>
                        </a:ln>
                        <a:solidFill>
                          <a:schemeClr val="tx1"/>
                        </a:solidFill>
                        <a:effectLst/>
                        <a:latin typeface="Times New Roman" panose="02020603050405020304" pitchFamily="18" charset="0"/>
                        <a:ea typeface="黑体" panose="02010609060101010101" pitchFamily="49" charset="-122"/>
                      </a:endParaRPr>
                    </a:p>
                  </a:txBody>
                  <a:tcPr marL="46132" marR="46132" marT="24604" marB="24604"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accent4">
                        <a:lumMod val="20000"/>
                        <a:lumOff val="80000"/>
                      </a:schemeClr>
                    </a:solidFill>
                  </a:tcPr>
                </a:tc>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r>
                        <a:rPr kumimoji="0" lang="en-US" altLang="zh-CN" sz="1500" b="1" i="1" u="none" strike="noStrike" cap="none" normalizeH="0" baseline="0">
                          <a:ln>
                            <a:noFill/>
                          </a:ln>
                          <a:solidFill>
                            <a:schemeClr val="tx1"/>
                          </a:solidFill>
                          <a:effectLst/>
                          <a:latin typeface="Times New Roman" panose="02020603050405020304" pitchFamily="18" charset="0"/>
                          <a:ea typeface="黑体" panose="02010609060101010101" pitchFamily="49" charset="-122"/>
                        </a:rPr>
                        <a:t>E</a:t>
                      </a:r>
                      <a:r>
                        <a:rPr kumimoji="0" lang="en-US" altLang="zh-CN" sz="1700" b="1" i="0" u="none" strike="noStrike" cap="none" normalizeH="0" baseline="0">
                          <a:ln>
                            <a:noFill/>
                          </a:ln>
                          <a:solidFill>
                            <a:schemeClr val="tx1"/>
                          </a:solidFill>
                          <a:effectLst/>
                          <a:latin typeface="Times New Roman" panose="02020603050405020304" pitchFamily="18" charset="0"/>
                          <a:ea typeface="黑体" panose="02010609060101010101" pitchFamily="49" charset="-122"/>
                          <a:sym typeface="Symbol" panose="05050102010706020507" pitchFamily="18" charset="2"/>
                        </a:rPr>
                        <a:t></a:t>
                      </a:r>
                    </a:p>
                  </a:txBody>
                  <a:tcPr marL="46132" marR="46132" marT="24604" marB="24604"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accent4">
                        <a:lumMod val="20000"/>
                        <a:lumOff val="80000"/>
                      </a:schemeClr>
                    </a:solidFill>
                  </a:tcPr>
                </a:tc>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r>
                        <a:rPr kumimoji="0" lang="en-US" altLang="zh-CN" sz="1500" b="1" i="1" u="none" strike="noStrike" cap="none" normalizeH="0" baseline="0">
                          <a:ln>
                            <a:noFill/>
                          </a:ln>
                          <a:solidFill>
                            <a:schemeClr val="tx1"/>
                          </a:solidFill>
                          <a:effectLst/>
                          <a:latin typeface="Times New Roman" panose="02020603050405020304" pitchFamily="18" charset="0"/>
                          <a:ea typeface="黑体" panose="02010609060101010101" pitchFamily="49" charset="-122"/>
                        </a:rPr>
                        <a:t>E</a:t>
                      </a:r>
                      <a:r>
                        <a:rPr kumimoji="0" lang="en-US" altLang="zh-CN" sz="1700" b="1" i="0" u="none" strike="noStrike" cap="none" normalizeH="0" baseline="0">
                          <a:ln>
                            <a:noFill/>
                          </a:ln>
                          <a:solidFill>
                            <a:schemeClr val="tx1"/>
                          </a:solidFill>
                          <a:effectLst/>
                          <a:latin typeface="Times New Roman" panose="02020603050405020304" pitchFamily="18" charset="0"/>
                          <a:ea typeface="黑体" panose="02010609060101010101" pitchFamily="49" charset="-122"/>
                          <a:sym typeface="Symbol" panose="05050102010706020507" pitchFamily="18" charset="2"/>
                        </a:rPr>
                        <a:t></a:t>
                      </a:r>
                    </a:p>
                  </a:txBody>
                  <a:tcPr marL="46132" marR="46132" marT="24604" marB="24604" anchor="ct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accent4">
                        <a:lumMod val="20000"/>
                        <a:lumOff val="80000"/>
                      </a:schemeClr>
                    </a:solidFill>
                  </a:tcPr>
                </a:tc>
                <a:extLst>
                  <a:ext uri="{0D108BD9-81ED-4DB2-BD59-A6C34878D82A}">
                    <a16:rowId xmlns:a16="http://schemas.microsoft.com/office/drawing/2014/main" val="10003"/>
                  </a:ext>
                </a:extLst>
              </a:tr>
              <a:tr h="361994">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r>
                        <a:rPr kumimoji="0" lang="en-US" altLang="zh-CN" sz="1500" b="1" i="1" u="none" strike="noStrike" cap="none" normalizeH="0" baseline="0">
                          <a:ln>
                            <a:noFill/>
                          </a:ln>
                          <a:solidFill>
                            <a:schemeClr val="tx1"/>
                          </a:solidFill>
                          <a:effectLst/>
                          <a:latin typeface="Times New Roman" panose="02020603050405020304" pitchFamily="18" charset="0"/>
                          <a:ea typeface="黑体" panose="02010609060101010101" pitchFamily="49" charset="-122"/>
                        </a:rPr>
                        <a:t>T</a:t>
                      </a:r>
                    </a:p>
                  </a:txBody>
                  <a:tcPr marL="46132" marR="46132" marT="24604" marB="24604" anchor="ct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accent4">
                        <a:lumMod val="20000"/>
                        <a:lumOff val="80000"/>
                      </a:schemeClr>
                    </a:solidFill>
                  </a:tcPr>
                </a:tc>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r>
                        <a:rPr kumimoji="0" lang="en-US" altLang="zh-CN" sz="1500" b="1" i="1" u="none" strike="noStrike" cap="none" normalizeH="0" baseline="0">
                          <a:ln>
                            <a:noFill/>
                          </a:ln>
                          <a:solidFill>
                            <a:schemeClr val="tx1"/>
                          </a:solidFill>
                          <a:effectLst/>
                          <a:latin typeface="Times New Roman" panose="02020603050405020304" pitchFamily="18" charset="0"/>
                          <a:ea typeface="黑体" panose="02010609060101010101" pitchFamily="49" charset="-122"/>
                        </a:rPr>
                        <a:t>T</a:t>
                      </a:r>
                      <a:r>
                        <a:rPr kumimoji="0" lang="en-US" altLang="zh-CN" sz="1500" b="1" i="0" u="none" strike="noStrike" cap="none" normalizeH="0" baseline="0">
                          <a:ln>
                            <a:noFill/>
                          </a:ln>
                          <a:solidFill>
                            <a:schemeClr val="tx1"/>
                          </a:solidFill>
                          <a:effectLst/>
                          <a:latin typeface="Times New Roman" panose="02020603050405020304" pitchFamily="18" charset="0"/>
                          <a:ea typeface="黑体" panose="02010609060101010101" pitchFamily="49" charset="-122"/>
                          <a:sym typeface="Symbol" panose="05050102010706020507" pitchFamily="18" charset="2"/>
                        </a:rPr>
                        <a:t></a:t>
                      </a:r>
                      <a:r>
                        <a:rPr kumimoji="0" lang="en-US" altLang="zh-CN" sz="1500" b="1" i="1" u="none" strike="noStrike" cap="none" normalizeH="0" baseline="0">
                          <a:ln>
                            <a:noFill/>
                          </a:ln>
                          <a:solidFill>
                            <a:schemeClr val="tx1"/>
                          </a:solidFill>
                          <a:effectLst/>
                          <a:latin typeface="Times New Roman" panose="02020603050405020304" pitchFamily="18" charset="0"/>
                          <a:ea typeface="黑体" panose="02010609060101010101" pitchFamily="49" charset="-122"/>
                          <a:sym typeface="Symbol" panose="05050102010706020507" pitchFamily="18" charset="2"/>
                        </a:rPr>
                        <a:t>FT </a:t>
                      </a:r>
                      <a:r>
                        <a:rPr kumimoji="0" lang="en-US" altLang="zh-CN" sz="1700" b="1" i="0" u="none" strike="noStrike" cap="none" normalizeH="0" baseline="0">
                          <a:ln>
                            <a:noFill/>
                          </a:ln>
                          <a:solidFill>
                            <a:schemeClr val="tx1"/>
                          </a:solidFill>
                          <a:effectLst/>
                          <a:latin typeface="Times New Roman" panose="02020603050405020304" pitchFamily="18" charset="0"/>
                          <a:ea typeface="黑体" panose="02010609060101010101" pitchFamily="49" charset="-122"/>
                          <a:sym typeface="Symbol" panose="05050102010706020507" pitchFamily="18" charset="2"/>
                        </a:rPr>
                        <a:t></a:t>
                      </a:r>
                    </a:p>
                  </a:txBody>
                  <a:tcPr marL="46132" marR="46132" marT="24604" marB="24604"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accent4">
                        <a:lumMod val="20000"/>
                        <a:lumOff val="80000"/>
                      </a:schemeClr>
                    </a:solidFill>
                  </a:tcPr>
                </a:tc>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endParaRPr kumimoji="0" lang="zh-CN" altLang="zh-CN" sz="1500" b="0" i="0" u="none" strike="noStrike" cap="none" normalizeH="0" baseline="0">
                        <a:ln>
                          <a:noFill/>
                        </a:ln>
                        <a:solidFill>
                          <a:schemeClr val="tx1"/>
                        </a:solidFill>
                        <a:effectLst/>
                        <a:latin typeface="Times New Roman" panose="02020603050405020304" pitchFamily="18" charset="0"/>
                        <a:ea typeface="黑体" panose="02010609060101010101" pitchFamily="49" charset="-122"/>
                      </a:endParaRPr>
                    </a:p>
                  </a:txBody>
                  <a:tcPr marL="46132" marR="46132" marT="24604" marB="24604"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accent4">
                        <a:lumMod val="20000"/>
                        <a:lumOff val="80000"/>
                      </a:schemeClr>
                    </a:solidFill>
                  </a:tcPr>
                </a:tc>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endParaRPr kumimoji="0" lang="zh-CN" altLang="zh-CN" sz="1500" b="0" i="0" u="none" strike="noStrike" cap="none" normalizeH="0" baseline="0">
                        <a:ln>
                          <a:noFill/>
                        </a:ln>
                        <a:solidFill>
                          <a:schemeClr val="tx1"/>
                        </a:solidFill>
                        <a:effectLst/>
                        <a:latin typeface="Times New Roman" panose="02020603050405020304" pitchFamily="18" charset="0"/>
                        <a:ea typeface="黑体" panose="02010609060101010101" pitchFamily="49" charset="-122"/>
                      </a:endParaRPr>
                    </a:p>
                  </a:txBody>
                  <a:tcPr marL="46132" marR="46132" marT="24604" marB="24604"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accent4">
                        <a:lumMod val="20000"/>
                        <a:lumOff val="80000"/>
                      </a:schemeClr>
                    </a:solidFill>
                  </a:tcPr>
                </a:tc>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r>
                        <a:rPr kumimoji="0" lang="en-US" altLang="zh-CN" sz="1500" b="1" i="1" u="none" strike="noStrike" cap="none" normalizeH="0" baseline="0">
                          <a:ln>
                            <a:noFill/>
                          </a:ln>
                          <a:solidFill>
                            <a:schemeClr val="tx1"/>
                          </a:solidFill>
                          <a:effectLst/>
                          <a:latin typeface="Times New Roman" panose="02020603050405020304" pitchFamily="18" charset="0"/>
                          <a:ea typeface="黑体" panose="02010609060101010101" pitchFamily="49" charset="-122"/>
                        </a:rPr>
                        <a:t>T</a:t>
                      </a:r>
                      <a:r>
                        <a:rPr kumimoji="0" lang="en-US" altLang="zh-CN" sz="1500" b="1" i="0" u="none" strike="noStrike" cap="none" normalizeH="0" baseline="0">
                          <a:ln>
                            <a:noFill/>
                          </a:ln>
                          <a:solidFill>
                            <a:schemeClr val="tx1"/>
                          </a:solidFill>
                          <a:effectLst/>
                          <a:latin typeface="Times New Roman" panose="02020603050405020304" pitchFamily="18" charset="0"/>
                          <a:ea typeface="黑体" panose="02010609060101010101" pitchFamily="49" charset="-122"/>
                          <a:sym typeface="Symbol" panose="05050102010706020507" pitchFamily="18" charset="2"/>
                        </a:rPr>
                        <a:t></a:t>
                      </a:r>
                      <a:r>
                        <a:rPr kumimoji="0" lang="en-US" altLang="zh-CN" sz="1500" b="1" i="1" u="none" strike="noStrike" cap="none" normalizeH="0" baseline="0">
                          <a:ln>
                            <a:noFill/>
                          </a:ln>
                          <a:solidFill>
                            <a:schemeClr val="tx1"/>
                          </a:solidFill>
                          <a:effectLst/>
                          <a:latin typeface="Times New Roman" panose="02020603050405020304" pitchFamily="18" charset="0"/>
                          <a:ea typeface="黑体" panose="02010609060101010101" pitchFamily="49" charset="-122"/>
                          <a:sym typeface="Symbol" panose="05050102010706020507" pitchFamily="18" charset="2"/>
                        </a:rPr>
                        <a:t>FT </a:t>
                      </a:r>
                      <a:r>
                        <a:rPr kumimoji="0" lang="en-US" altLang="zh-CN" sz="1700" b="1" i="0" u="none" strike="noStrike" cap="none" normalizeH="0" baseline="0">
                          <a:ln>
                            <a:noFill/>
                          </a:ln>
                          <a:solidFill>
                            <a:schemeClr val="tx1"/>
                          </a:solidFill>
                          <a:effectLst/>
                          <a:latin typeface="Times New Roman" panose="02020603050405020304" pitchFamily="18" charset="0"/>
                          <a:ea typeface="黑体" panose="02010609060101010101" pitchFamily="49" charset="-122"/>
                          <a:sym typeface="Symbol" panose="05050102010706020507" pitchFamily="18" charset="2"/>
                        </a:rPr>
                        <a:t></a:t>
                      </a:r>
                    </a:p>
                  </a:txBody>
                  <a:tcPr marL="46132" marR="46132" marT="24604" marB="24604"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accent4">
                        <a:lumMod val="20000"/>
                        <a:lumOff val="80000"/>
                      </a:schemeClr>
                    </a:solidFill>
                  </a:tcPr>
                </a:tc>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endParaRPr kumimoji="0" lang="zh-CN" altLang="zh-CN" sz="1500" b="0" i="0" u="none" strike="noStrike" cap="none" normalizeH="0" baseline="0">
                        <a:ln>
                          <a:noFill/>
                        </a:ln>
                        <a:solidFill>
                          <a:schemeClr val="tx1"/>
                        </a:solidFill>
                        <a:effectLst/>
                        <a:latin typeface="Times New Roman" panose="02020603050405020304" pitchFamily="18" charset="0"/>
                        <a:ea typeface="黑体" panose="02010609060101010101" pitchFamily="49" charset="-122"/>
                      </a:endParaRPr>
                    </a:p>
                  </a:txBody>
                  <a:tcPr marL="46132" marR="46132" marT="24604" marB="24604"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accent4">
                        <a:lumMod val="20000"/>
                        <a:lumOff val="80000"/>
                      </a:schemeClr>
                    </a:solidFill>
                  </a:tcPr>
                </a:tc>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endParaRPr kumimoji="0" lang="zh-CN" altLang="zh-CN" sz="1500" b="0" i="0" u="none" strike="noStrike" cap="none" normalizeH="0" baseline="0">
                        <a:ln>
                          <a:noFill/>
                        </a:ln>
                        <a:solidFill>
                          <a:schemeClr val="tx1"/>
                        </a:solidFill>
                        <a:effectLst/>
                        <a:latin typeface="Times New Roman" panose="02020603050405020304" pitchFamily="18" charset="0"/>
                        <a:ea typeface="黑体" panose="02010609060101010101" pitchFamily="49" charset="-122"/>
                      </a:endParaRPr>
                    </a:p>
                  </a:txBody>
                  <a:tcPr marL="46132" marR="46132" marT="24604" marB="24604" anchor="ct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accent4">
                        <a:lumMod val="20000"/>
                        <a:lumOff val="80000"/>
                      </a:schemeClr>
                    </a:solidFill>
                  </a:tcPr>
                </a:tc>
                <a:extLst>
                  <a:ext uri="{0D108BD9-81ED-4DB2-BD59-A6C34878D82A}">
                    <a16:rowId xmlns:a16="http://schemas.microsoft.com/office/drawing/2014/main" val="10004"/>
                  </a:ext>
                </a:extLst>
              </a:tr>
              <a:tr h="360042">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r>
                        <a:rPr kumimoji="0" lang="en-US" altLang="zh-CN" sz="1500" b="1" i="1" u="none" strike="noStrike" cap="none" normalizeH="0" baseline="0">
                          <a:ln>
                            <a:noFill/>
                          </a:ln>
                          <a:solidFill>
                            <a:schemeClr val="tx1"/>
                          </a:solidFill>
                          <a:effectLst/>
                          <a:latin typeface="Times New Roman" panose="02020603050405020304" pitchFamily="18" charset="0"/>
                          <a:ea typeface="黑体" panose="02010609060101010101" pitchFamily="49" charset="-122"/>
                        </a:rPr>
                        <a:t>T </a:t>
                      </a:r>
                      <a:r>
                        <a:rPr kumimoji="0" lang="en-US" altLang="zh-CN" sz="1500" b="1" i="0" u="none" strike="noStrike" cap="none" normalizeH="0" baseline="0">
                          <a:ln>
                            <a:noFill/>
                          </a:ln>
                          <a:solidFill>
                            <a:schemeClr val="tx1"/>
                          </a:solidFill>
                          <a:effectLst/>
                          <a:latin typeface="Times New Roman" panose="02020603050405020304" pitchFamily="18" charset="0"/>
                          <a:ea typeface="黑体" panose="02010609060101010101" pitchFamily="49" charset="-122"/>
                          <a:sym typeface="Symbol" panose="05050102010706020507" pitchFamily="18" charset="2"/>
                        </a:rPr>
                        <a:t></a:t>
                      </a:r>
                    </a:p>
                  </a:txBody>
                  <a:tcPr marL="46132" marR="46132" marT="24604" marB="24604" anchor="ct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accent4">
                        <a:lumMod val="20000"/>
                        <a:lumOff val="80000"/>
                      </a:schemeClr>
                    </a:solidFill>
                  </a:tcPr>
                </a:tc>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endParaRPr kumimoji="0" lang="zh-CN" altLang="zh-CN" sz="1500" b="0" i="0" u="none" strike="noStrike" cap="none" normalizeH="0" baseline="0">
                        <a:ln>
                          <a:noFill/>
                        </a:ln>
                        <a:solidFill>
                          <a:schemeClr val="tx1"/>
                        </a:solidFill>
                        <a:effectLst/>
                        <a:latin typeface="Times New Roman" panose="02020603050405020304" pitchFamily="18" charset="0"/>
                        <a:ea typeface="黑体" panose="02010609060101010101" pitchFamily="49" charset="-122"/>
                      </a:endParaRPr>
                    </a:p>
                  </a:txBody>
                  <a:tcPr marL="46132" marR="46132" marT="24604" marB="24604"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accent4">
                        <a:lumMod val="20000"/>
                        <a:lumOff val="80000"/>
                      </a:schemeClr>
                    </a:solidFill>
                  </a:tcPr>
                </a:tc>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r>
                        <a:rPr kumimoji="0" lang="en-US" altLang="zh-CN" sz="1500" b="1" i="1" u="none" strike="noStrike" cap="none" normalizeH="0" baseline="0">
                          <a:ln>
                            <a:noFill/>
                          </a:ln>
                          <a:solidFill>
                            <a:schemeClr val="tx1"/>
                          </a:solidFill>
                          <a:effectLst/>
                          <a:latin typeface="Times New Roman" panose="02020603050405020304" pitchFamily="18" charset="0"/>
                          <a:ea typeface="黑体" panose="02010609060101010101" pitchFamily="49" charset="-122"/>
                        </a:rPr>
                        <a:t>T </a:t>
                      </a:r>
                      <a:r>
                        <a:rPr kumimoji="0" lang="en-US" altLang="zh-CN" sz="1500" b="1" i="0" u="none" strike="noStrike" cap="none" normalizeH="0" baseline="0">
                          <a:ln>
                            <a:noFill/>
                          </a:ln>
                          <a:solidFill>
                            <a:schemeClr val="tx1"/>
                          </a:solidFill>
                          <a:effectLst/>
                          <a:latin typeface="Times New Roman" panose="02020603050405020304" pitchFamily="18" charset="0"/>
                          <a:ea typeface="黑体" panose="02010609060101010101" pitchFamily="49" charset="-122"/>
                          <a:sym typeface="Symbol" panose="05050102010706020507" pitchFamily="18" charset="2"/>
                        </a:rPr>
                        <a:t></a:t>
                      </a:r>
                    </a:p>
                  </a:txBody>
                  <a:tcPr marL="46132" marR="46132" marT="24604" marB="24604"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accent4">
                        <a:lumMod val="20000"/>
                        <a:lumOff val="80000"/>
                      </a:schemeClr>
                    </a:solidFill>
                  </a:tcPr>
                </a:tc>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r>
                        <a:rPr kumimoji="0" lang="en-US" altLang="zh-CN" sz="1500" b="1" i="1" u="none" strike="noStrike" cap="none" normalizeH="0" baseline="0">
                          <a:ln>
                            <a:noFill/>
                          </a:ln>
                          <a:solidFill>
                            <a:schemeClr val="tx1"/>
                          </a:solidFill>
                          <a:effectLst/>
                          <a:latin typeface="Times New Roman" panose="02020603050405020304" pitchFamily="18" charset="0"/>
                          <a:ea typeface="黑体" panose="02010609060101010101" pitchFamily="49" charset="-122"/>
                        </a:rPr>
                        <a:t>T</a:t>
                      </a:r>
                      <a:r>
                        <a:rPr kumimoji="0" lang="en-US" altLang="zh-CN" sz="1500" b="1" i="0" u="none" strike="noStrike" cap="none" normalizeH="0" baseline="0">
                          <a:ln>
                            <a:noFill/>
                          </a:ln>
                          <a:solidFill>
                            <a:schemeClr val="tx1"/>
                          </a:solidFill>
                          <a:effectLst/>
                          <a:latin typeface="Times New Roman" panose="02020603050405020304" pitchFamily="18" charset="0"/>
                          <a:ea typeface="黑体" panose="02010609060101010101" pitchFamily="49" charset="-122"/>
                          <a:sym typeface="Symbol" panose="05050102010706020507" pitchFamily="18" charset="2"/>
                        </a:rPr>
                        <a:t>*</a:t>
                      </a:r>
                      <a:r>
                        <a:rPr kumimoji="0" lang="en-US" altLang="zh-CN" sz="1500" b="1" i="1" u="none" strike="noStrike" cap="none" normalizeH="0" baseline="0">
                          <a:ln>
                            <a:noFill/>
                          </a:ln>
                          <a:solidFill>
                            <a:schemeClr val="tx1"/>
                          </a:solidFill>
                          <a:effectLst/>
                          <a:latin typeface="Times New Roman" panose="02020603050405020304" pitchFamily="18" charset="0"/>
                          <a:ea typeface="黑体" panose="02010609060101010101" pitchFamily="49" charset="-122"/>
                          <a:sym typeface="Symbol" panose="05050102010706020507" pitchFamily="18" charset="2"/>
                        </a:rPr>
                        <a:t>FT </a:t>
                      </a:r>
                      <a:r>
                        <a:rPr kumimoji="0" lang="en-US" altLang="zh-CN" sz="1500" b="1" i="0" u="none" strike="noStrike" cap="none" normalizeH="0" baseline="0">
                          <a:ln>
                            <a:noFill/>
                          </a:ln>
                          <a:solidFill>
                            <a:schemeClr val="tx1"/>
                          </a:solidFill>
                          <a:effectLst/>
                          <a:latin typeface="Times New Roman" panose="02020603050405020304" pitchFamily="18" charset="0"/>
                          <a:ea typeface="黑体" panose="02010609060101010101" pitchFamily="49" charset="-122"/>
                          <a:sym typeface="Symbol" panose="05050102010706020507" pitchFamily="18" charset="2"/>
                        </a:rPr>
                        <a:t></a:t>
                      </a:r>
                    </a:p>
                  </a:txBody>
                  <a:tcPr marL="46132" marR="46132" marT="24604" marB="24604"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accent4">
                        <a:lumMod val="20000"/>
                        <a:lumOff val="80000"/>
                      </a:schemeClr>
                    </a:solidFill>
                  </a:tcPr>
                </a:tc>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endParaRPr kumimoji="0" lang="zh-CN" altLang="zh-CN" sz="1500" b="0" i="0" u="none" strike="noStrike" cap="none" normalizeH="0" baseline="0">
                        <a:ln>
                          <a:noFill/>
                        </a:ln>
                        <a:solidFill>
                          <a:schemeClr val="tx1"/>
                        </a:solidFill>
                        <a:effectLst/>
                        <a:latin typeface="Times New Roman" panose="02020603050405020304" pitchFamily="18" charset="0"/>
                        <a:ea typeface="黑体" panose="02010609060101010101" pitchFamily="49" charset="-122"/>
                      </a:endParaRPr>
                    </a:p>
                  </a:txBody>
                  <a:tcPr marL="46132" marR="46132" marT="24604" marB="24604"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accent4">
                        <a:lumMod val="20000"/>
                        <a:lumOff val="80000"/>
                      </a:schemeClr>
                    </a:solidFill>
                  </a:tcPr>
                </a:tc>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r>
                        <a:rPr kumimoji="0" lang="en-US" altLang="zh-CN" sz="1500" b="1" i="1" u="none" strike="noStrike" cap="none" normalizeH="0" baseline="0">
                          <a:ln>
                            <a:noFill/>
                          </a:ln>
                          <a:solidFill>
                            <a:schemeClr val="tx1"/>
                          </a:solidFill>
                          <a:effectLst/>
                          <a:latin typeface="Times New Roman" panose="02020603050405020304" pitchFamily="18" charset="0"/>
                          <a:ea typeface="黑体" panose="02010609060101010101" pitchFamily="49" charset="-122"/>
                        </a:rPr>
                        <a:t>T </a:t>
                      </a:r>
                      <a:r>
                        <a:rPr kumimoji="0" lang="en-US" altLang="zh-CN" sz="1500" b="1" i="0" u="none" strike="noStrike" cap="none" normalizeH="0" baseline="0">
                          <a:ln>
                            <a:noFill/>
                          </a:ln>
                          <a:solidFill>
                            <a:schemeClr val="tx1"/>
                          </a:solidFill>
                          <a:effectLst/>
                          <a:latin typeface="Times New Roman" panose="02020603050405020304" pitchFamily="18" charset="0"/>
                          <a:ea typeface="黑体" panose="02010609060101010101" pitchFamily="49" charset="-122"/>
                          <a:sym typeface="Symbol" panose="05050102010706020507" pitchFamily="18" charset="2"/>
                        </a:rPr>
                        <a:t></a:t>
                      </a:r>
                    </a:p>
                  </a:txBody>
                  <a:tcPr marL="46132" marR="46132" marT="24604" marB="24604"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accent4">
                        <a:lumMod val="20000"/>
                        <a:lumOff val="80000"/>
                      </a:schemeClr>
                    </a:solidFill>
                  </a:tcPr>
                </a:tc>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r>
                        <a:rPr kumimoji="0" lang="en-US" altLang="zh-CN" sz="1500" b="1" i="1" u="none" strike="noStrike" cap="none" normalizeH="0" baseline="0">
                          <a:ln>
                            <a:noFill/>
                          </a:ln>
                          <a:solidFill>
                            <a:schemeClr val="tx1"/>
                          </a:solidFill>
                          <a:effectLst/>
                          <a:latin typeface="Times New Roman" panose="02020603050405020304" pitchFamily="18" charset="0"/>
                          <a:ea typeface="黑体" panose="02010609060101010101" pitchFamily="49" charset="-122"/>
                        </a:rPr>
                        <a:t>T </a:t>
                      </a:r>
                      <a:r>
                        <a:rPr kumimoji="0" lang="en-US" altLang="zh-CN" sz="1500" b="1" i="0" u="none" strike="noStrike" cap="none" normalizeH="0" baseline="0">
                          <a:ln>
                            <a:noFill/>
                          </a:ln>
                          <a:solidFill>
                            <a:schemeClr val="tx1"/>
                          </a:solidFill>
                          <a:effectLst/>
                          <a:latin typeface="Times New Roman" panose="02020603050405020304" pitchFamily="18" charset="0"/>
                          <a:ea typeface="黑体" panose="02010609060101010101" pitchFamily="49" charset="-122"/>
                          <a:sym typeface="Symbol" panose="05050102010706020507" pitchFamily="18" charset="2"/>
                        </a:rPr>
                        <a:t></a:t>
                      </a:r>
                    </a:p>
                  </a:txBody>
                  <a:tcPr marL="46132" marR="46132" marT="24604" marB="24604" anchor="ct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accent4">
                        <a:lumMod val="20000"/>
                        <a:lumOff val="80000"/>
                      </a:schemeClr>
                    </a:solidFill>
                  </a:tcPr>
                </a:tc>
                <a:extLst>
                  <a:ext uri="{0D108BD9-81ED-4DB2-BD59-A6C34878D82A}">
                    <a16:rowId xmlns:a16="http://schemas.microsoft.com/office/drawing/2014/main" val="10005"/>
                  </a:ext>
                </a:extLst>
              </a:tr>
              <a:tr h="361994">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r>
                        <a:rPr kumimoji="0" lang="en-US" altLang="zh-CN" sz="1500" b="1" i="1" u="none" strike="noStrike" cap="none" normalizeH="0" baseline="0">
                          <a:ln>
                            <a:noFill/>
                          </a:ln>
                          <a:solidFill>
                            <a:schemeClr val="tx1"/>
                          </a:solidFill>
                          <a:effectLst/>
                          <a:latin typeface="Times New Roman" panose="02020603050405020304" pitchFamily="18" charset="0"/>
                          <a:ea typeface="黑体" panose="02010609060101010101" pitchFamily="49" charset="-122"/>
                        </a:rPr>
                        <a:t>F</a:t>
                      </a:r>
                    </a:p>
                  </a:txBody>
                  <a:tcPr marL="46132" marR="46132" marT="24604" marB="24604" anchor="ct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chemeClr val="accent4">
                        <a:lumMod val="20000"/>
                        <a:lumOff val="80000"/>
                      </a:schemeClr>
                    </a:solidFill>
                  </a:tcPr>
                </a:tc>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r>
                        <a:rPr kumimoji="0" lang="en-US" altLang="zh-CN" sz="1500" b="1" i="1" u="none" strike="noStrike" cap="none" normalizeH="0" baseline="0" err="1">
                          <a:ln>
                            <a:noFill/>
                          </a:ln>
                          <a:solidFill>
                            <a:schemeClr val="tx1"/>
                          </a:solidFill>
                          <a:effectLst/>
                          <a:latin typeface="Times New Roman" panose="02020603050405020304" pitchFamily="18" charset="0"/>
                          <a:ea typeface="黑体" panose="02010609060101010101" pitchFamily="49" charset="-122"/>
                        </a:rPr>
                        <a:t>F</a:t>
                      </a:r>
                      <a:r>
                        <a:rPr kumimoji="0" lang="en-US" altLang="zh-CN" sz="1500" b="1" i="0" u="none" strike="noStrike" cap="none" normalizeH="0" baseline="0" err="1">
                          <a:ln>
                            <a:noFill/>
                          </a:ln>
                          <a:solidFill>
                            <a:schemeClr val="tx1"/>
                          </a:solidFill>
                          <a:effectLst/>
                          <a:latin typeface="Times New Roman" panose="02020603050405020304" pitchFamily="18" charset="0"/>
                          <a:ea typeface="黑体" panose="02010609060101010101" pitchFamily="49" charset="-122"/>
                          <a:sym typeface="Symbol" panose="05050102010706020507" pitchFamily="18" charset="2"/>
                        </a:rPr>
                        <a:t>id</a:t>
                      </a:r>
                      <a:endParaRPr kumimoji="0" lang="en-US" altLang="zh-CN" sz="1500" b="1" i="0" u="none" strike="noStrike" cap="none" normalizeH="0" baseline="0">
                        <a:ln>
                          <a:noFill/>
                        </a:ln>
                        <a:solidFill>
                          <a:schemeClr val="tx1"/>
                        </a:solidFill>
                        <a:effectLst/>
                        <a:latin typeface="Times New Roman" panose="02020603050405020304" pitchFamily="18" charset="0"/>
                        <a:ea typeface="黑体" panose="02010609060101010101" pitchFamily="49" charset="-122"/>
                        <a:sym typeface="Symbol" panose="05050102010706020507" pitchFamily="18" charset="2"/>
                      </a:endParaRPr>
                    </a:p>
                  </a:txBody>
                  <a:tcPr marL="46132" marR="46132" marT="24604" marB="24604"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chemeClr val="accent4">
                        <a:lumMod val="20000"/>
                        <a:lumOff val="80000"/>
                      </a:schemeClr>
                    </a:solidFill>
                  </a:tcPr>
                </a:tc>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endParaRPr kumimoji="0" lang="zh-CN" altLang="zh-CN" sz="1500" b="0" i="0" u="none" strike="noStrike" cap="none" normalizeH="0" baseline="0">
                        <a:ln>
                          <a:noFill/>
                        </a:ln>
                        <a:solidFill>
                          <a:schemeClr val="tx1"/>
                        </a:solidFill>
                        <a:effectLst/>
                        <a:latin typeface="Times New Roman" panose="02020603050405020304" pitchFamily="18" charset="0"/>
                        <a:ea typeface="黑体" panose="02010609060101010101" pitchFamily="49" charset="-122"/>
                      </a:endParaRPr>
                    </a:p>
                  </a:txBody>
                  <a:tcPr marL="46132" marR="46132" marT="24604" marB="24604"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chemeClr val="accent4">
                        <a:lumMod val="20000"/>
                        <a:lumOff val="80000"/>
                      </a:schemeClr>
                    </a:solidFill>
                  </a:tcPr>
                </a:tc>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endParaRPr kumimoji="0" lang="zh-CN" altLang="zh-CN" sz="1500" b="0" i="0" u="none" strike="noStrike" cap="none" normalizeH="0" baseline="0">
                        <a:ln>
                          <a:noFill/>
                        </a:ln>
                        <a:solidFill>
                          <a:schemeClr val="tx1"/>
                        </a:solidFill>
                        <a:effectLst/>
                        <a:latin typeface="Times New Roman" panose="02020603050405020304" pitchFamily="18" charset="0"/>
                        <a:ea typeface="黑体" panose="02010609060101010101" pitchFamily="49" charset="-122"/>
                      </a:endParaRPr>
                    </a:p>
                  </a:txBody>
                  <a:tcPr marL="46132" marR="46132" marT="24604" marB="24604"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chemeClr val="accent4">
                        <a:lumMod val="20000"/>
                        <a:lumOff val="80000"/>
                      </a:schemeClr>
                    </a:solidFill>
                  </a:tcPr>
                </a:tc>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r>
                        <a:rPr kumimoji="0" lang="en-US" altLang="zh-CN" sz="1500" b="1" i="1" u="none" strike="noStrike" cap="none" normalizeH="0" baseline="0">
                          <a:ln>
                            <a:noFill/>
                          </a:ln>
                          <a:solidFill>
                            <a:schemeClr val="tx1"/>
                          </a:solidFill>
                          <a:effectLst/>
                          <a:latin typeface="Times New Roman" panose="02020603050405020304" pitchFamily="18" charset="0"/>
                          <a:ea typeface="黑体" panose="02010609060101010101" pitchFamily="49" charset="-122"/>
                        </a:rPr>
                        <a:t>F</a:t>
                      </a:r>
                      <a:r>
                        <a:rPr kumimoji="0" lang="en-US" altLang="zh-CN" sz="1500" b="1" i="0" u="none" strike="noStrike" cap="none" normalizeH="0" baseline="0">
                          <a:ln>
                            <a:noFill/>
                          </a:ln>
                          <a:solidFill>
                            <a:schemeClr val="tx1"/>
                          </a:solidFill>
                          <a:effectLst/>
                          <a:latin typeface="Times New Roman" panose="02020603050405020304" pitchFamily="18" charset="0"/>
                          <a:ea typeface="黑体" panose="02010609060101010101" pitchFamily="49" charset="-122"/>
                          <a:sym typeface="Symbol" panose="05050102010706020507" pitchFamily="18" charset="2"/>
                        </a:rPr>
                        <a:t>(</a:t>
                      </a:r>
                      <a:r>
                        <a:rPr kumimoji="0" lang="en-US" altLang="zh-CN" sz="1500" b="1" i="1" u="none" strike="noStrike" cap="none" normalizeH="0" baseline="0">
                          <a:ln>
                            <a:noFill/>
                          </a:ln>
                          <a:solidFill>
                            <a:schemeClr val="tx1"/>
                          </a:solidFill>
                          <a:effectLst/>
                          <a:latin typeface="Times New Roman" panose="02020603050405020304" pitchFamily="18" charset="0"/>
                          <a:ea typeface="黑体" panose="02010609060101010101" pitchFamily="49" charset="-122"/>
                          <a:sym typeface="Symbol" panose="05050102010706020507" pitchFamily="18" charset="2"/>
                        </a:rPr>
                        <a:t>E</a:t>
                      </a:r>
                      <a:r>
                        <a:rPr kumimoji="0" lang="en-US" altLang="zh-CN" sz="1500" b="1" i="0" u="none" strike="noStrike" cap="none" normalizeH="0" baseline="0">
                          <a:ln>
                            <a:noFill/>
                          </a:ln>
                          <a:solidFill>
                            <a:schemeClr val="tx1"/>
                          </a:solidFill>
                          <a:effectLst/>
                          <a:latin typeface="Times New Roman" panose="02020603050405020304" pitchFamily="18" charset="0"/>
                          <a:ea typeface="黑体" panose="02010609060101010101" pitchFamily="49" charset="-122"/>
                          <a:sym typeface="Symbol" panose="05050102010706020507" pitchFamily="18" charset="2"/>
                        </a:rPr>
                        <a:t>)</a:t>
                      </a:r>
                      <a:endParaRPr kumimoji="0" lang="en-US" altLang="zh-CN" sz="1500" b="0" i="0" u="none" strike="noStrike" cap="none" normalizeH="0" baseline="0">
                        <a:ln>
                          <a:noFill/>
                        </a:ln>
                        <a:solidFill>
                          <a:schemeClr val="tx1"/>
                        </a:solidFill>
                        <a:effectLst/>
                        <a:latin typeface="Times New Roman" panose="02020603050405020304" pitchFamily="18" charset="0"/>
                        <a:ea typeface="黑体" panose="02010609060101010101" pitchFamily="49" charset="-122"/>
                      </a:endParaRPr>
                    </a:p>
                  </a:txBody>
                  <a:tcPr marL="46132" marR="46132" marT="24604" marB="24604"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chemeClr val="accent4">
                        <a:lumMod val="20000"/>
                        <a:lumOff val="80000"/>
                      </a:schemeClr>
                    </a:solidFill>
                  </a:tcPr>
                </a:tc>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endParaRPr kumimoji="0" lang="zh-CN" altLang="zh-CN" sz="1500" b="0" i="0" u="none" strike="noStrike" cap="none" normalizeH="0" baseline="0">
                        <a:ln>
                          <a:noFill/>
                        </a:ln>
                        <a:solidFill>
                          <a:schemeClr val="tx1"/>
                        </a:solidFill>
                        <a:effectLst/>
                        <a:latin typeface="Times New Roman" panose="02020603050405020304" pitchFamily="18" charset="0"/>
                        <a:ea typeface="黑体" panose="02010609060101010101" pitchFamily="49" charset="-122"/>
                      </a:endParaRPr>
                    </a:p>
                  </a:txBody>
                  <a:tcPr marL="46132" marR="46132" marT="24604" marB="24604"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chemeClr val="accent4">
                        <a:lumMod val="20000"/>
                        <a:lumOff val="80000"/>
                      </a:schemeClr>
                    </a:solidFill>
                  </a:tcPr>
                </a:tc>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endParaRPr kumimoji="0" lang="zh-CN" altLang="zh-CN" sz="1500" b="0" i="0" u="none" strike="noStrike" cap="none" normalizeH="0" baseline="0" dirty="0">
                        <a:ln>
                          <a:noFill/>
                        </a:ln>
                        <a:solidFill>
                          <a:schemeClr val="tx1"/>
                        </a:solidFill>
                        <a:effectLst/>
                        <a:latin typeface="Times New Roman" panose="02020603050405020304" pitchFamily="18" charset="0"/>
                        <a:ea typeface="黑体" panose="02010609060101010101" pitchFamily="49" charset="-122"/>
                      </a:endParaRPr>
                    </a:p>
                  </a:txBody>
                  <a:tcPr marL="46132" marR="46132" marT="24604" marB="24604" anchor="ct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chemeClr val="accent4">
                        <a:lumMod val="20000"/>
                        <a:lumOff val="80000"/>
                      </a:schemeClr>
                    </a:solidFill>
                  </a:tcPr>
                </a:tc>
                <a:extLst>
                  <a:ext uri="{0D108BD9-81ED-4DB2-BD59-A6C34878D82A}">
                    <a16:rowId xmlns:a16="http://schemas.microsoft.com/office/drawing/2014/main" val="10006"/>
                  </a:ext>
                </a:extLst>
              </a:tr>
            </a:tbl>
          </a:graphicData>
        </a:graphic>
      </p:graphicFrame>
      <p:sp>
        <p:nvSpPr>
          <p:cNvPr id="7" name="箭头: 下 6">
            <a:extLst>
              <a:ext uri="{FF2B5EF4-FFF2-40B4-BE49-F238E27FC236}">
                <a16:creationId xmlns:a16="http://schemas.microsoft.com/office/drawing/2014/main" id="{25138A47-81E1-83B9-81A1-67C753F7BE9B}"/>
              </a:ext>
            </a:extLst>
          </p:cNvPr>
          <p:cNvSpPr/>
          <p:nvPr/>
        </p:nvSpPr>
        <p:spPr>
          <a:xfrm>
            <a:off x="1342393" y="2252629"/>
            <a:ext cx="275207" cy="319596"/>
          </a:xfrm>
          <a:prstGeom prst="downArrow">
            <a:avLst/>
          </a:prstGeom>
          <a:solidFill>
            <a:srgbClr val="FF0000"/>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8" name="箭头: 下 7">
            <a:extLst>
              <a:ext uri="{FF2B5EF4-FFF2-40B4-BE49-F238E27FC236}">
                <a16:creationId xmlns:a16="http://schemas.microsoft.com/office/drawing/2014/main" id="{11DF2AFB-F6FE-11A8-3F4A-5D19708AD60D}"/>
              </a:ext>
            </a:extLst>
          </p:cNvPr>
          <p:cNvSpPr/>
          <p:nvPr/>
        </p:nvSpPr>
        <p:spPr>
          <a:xfrm>
            <a:off x="4859138" y="2252629"/>
            <a:ext cx="275207" cy="319596"/>
          </a:xfrm>
          <a:prstGeom prst="downArrow">
            <a:avLst/>
          </a:prstGeom>
          <a:solidFill>
            <a:srgbClr val="FF0000"/>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9" name="椭圆 8">
            <a:extLst>
              <a:ext uri="{FF2B5EF4-FFF2-40B4-BE49-F238E27FC236}">
                <a16:creationId xmlns:a16="http://schemas.microsoft.com/office/drawing/2014/main" id="{9617BD01-3C95-6868-83AF-6C516BA0EDCE}"/>
              </a:ext>
            </a:extLst>
          </p:cNvPr>
          <p:cNvSpPr/>
          <p:nvPr/>
        </p:nvSpPr>
        <p:spPr>
          <a:xfrm>
            <a:off x="7034428" y="5920677"/>
            <a:ext cx="889246" cy="390617"/>
          </a:xfrm>
          <a:prstGeom prst="ellipse">
            <a:avLst/>
          </a:prstGeom>
          <a:noFill/>
          <a:ln w="38100">
            <a:solidFill>
              <a:srgbClr val="FF0000"/>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zh-CN" altLang="en-US"/>
          </a:p>
        </p:txBody>
      </p:sp>
    </p:spTree>
  </p:cSld>
  <p:clrMapOvr>
    <a:masterClrMapping/>
  </p:clrMapOvr>
</p:sld>
</file>

<file path=ppt/slides/slide3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9938" name="Rectangle 2">
            <a:extLst>
              <a:ext uri="{FF2B5EF4-FFF2-40B4-BE49-F238E27FC236}">
                <a16:creationId xmlns:a16="http://schemas.microsoft.com/office/drawing/2014/main" id="{12C12BD3-D011-40C3-8CAC-367D9F6E00E1}"/>
              </a:ext>
            </a:extLst>
          </p:cNvPr>
          <p:cNvSpPr>
            <a:spLocks noGrp="1" noChangeArrowheads="1"/>
          </p:cNvSpPr>
          <p:nvPr>
            <p:ph type="title"/>
          </p:nvPr>
        </p:nvSpPr>
        <p:spPr/>
        <p:txBody>
          <a:bodyPr/>
          <a:lstStyle/>
          <a:p>
            <a:pPr eaLnBrk="1" hangingPunct="1"/>
            <a:r>
              <a:rPr lang="en-US" altLang="zh-CN"/>
              <a:t>3.3.4 </a:t>
            </a:r>
            <a:r>
              <a:rPr lang="zh-CN" altLang="en-US"/>
              <a:t>非递归的预测分析</a:t>
            </a:r>
          </a:p>
        </p:txBody>
      </p:sp>
      <p:sp>
        <p:nvSpPr>
          <p:cNvPr id="39939" name="Rectangle 3">
            <a:extLst>
              <a:ext uri="{FF2B5EF4-FFF2-40B4-BE49-F238E27FC236}">
                <a16:creationId xmlns:a16="http://schemas.microsoft.com/office/drawing/2014/main" id="{CF190A76-53FB-4DD6-80DF-DF94912F3A06}"/>
              </a:ext>
            </a:extLst>
          </p:cNvPr>
          <p:cNvSpPr>
            <a:spLocks noGrp="1" noChangeArrowheads="1"/>
          </p:cNvSpPr>
          <p:nvPr>
            <p:ph idx="1"/>
          </p:nvPr>
        </p:nvSpPr>
        <p:spPr/>
        <p:txBody>
          <a:bodyPr/>
          <a:lstStyle/>
          <a:p>
            <a:pPr eaLnBrk="1" hangingPunct="1">
              <a:lnSpc>
                <a:spcPct val="90000"/>
              </a:lnSpc>
              <a:buFont typeface="Wingdings" panose="05000000000000000000" pitchFamily="2" charset="2"/>
              <a:buNone/>
            </a:pPr>
            <a:r>
              <a:rPr lang="zh-CN" altLang="en-US" sz="2800"/>
              <a:t>预测分析器接受输入</a:t>
            </a:r>
            <a:r>
              <a:rPr lang="en-US" altLang="zh-CN" sz="2800" b="1">
                <a:latin typeface="Times New Roman" panose="02020603050405020304" pitchFamily="18" charset="0"/>
              </a:rPr>
              <a:t>id</a:t>
            </a:r>
            <a:r>
              <a:rPr lang="en-US" altLang="zh-CN" sz="2800">
                <a:latin typeface="Times New Roman" panose="02020603050405020304" pitchFamily="18" charset="0"/>
              </a:rPr>
              <a:t> * </a:t>
            </a:r>
            <a:r>
              <a:rPr lang="en-US" altLang="zh-CN" sz="2800" b="1">
                <a:latin typeface="Times New Roman" panose="02020603050405020304" pitchFamily="18" charset="0"/>
              </a:rPr>
              <a:t>id</a:t>
            </a:r>
            <a:r>
              <a:rPr lang="en-US" altLang="zh-CN" sz="2800">
                <a:latin typeface="Times New Roman" panose="02020603050405020304" pitchFamily="18" charset="0"/>
              </a:rPr>
              <a:t> + </a:t>
            </a:r>
            <a:r>
              <a:rPr lang="en-US" altLang="zh-CN" sz="2800" b="1">
                <a:latin typeface="Times New Roman" panose="02020603050405020304" pitchFamily="18" charset="0"/>
              </a:rPr>
              <a:t>id</a:t>
            </a:r>
            <a:r>
              <a:rPr lang="zh-CN" altLang="en-US" sz="2800"/>
              <a:t>的动作</a:t>
            </a:r>
          </a:p>
        </p:txBody>
      </p:sp>
      <p:graphicFrame>
        <p:nvGraphicFramePr>
          <p:cNvPr id="5" name="Group 4">
            <a:extLst>
              <a:ext uri="{FF2B5EF4-FFF2-40B4-BE49-F238E27FC236}">
                <a16:creationId xmlns:a16="http://schemas.microsoft.com/office/drawing/2014/main" id="{FB28327B-2CDF-4DC9-BB9E-4B9B89B86472}"/>
              </a:ext>
            </a:extLst>
          </p:cNvPr>
          <p:cNvGraphicFramePr>
            <a:graphicFrameLocks/>
          </p:cNvGraphicFramePr>
          <p:nvPr/>
        </p:nvGraphicFramePr>
        <p:xfrm>
          <a:off x="609600" y="1981200"/>
          <a:ext cx="8305800" cy="4667252"/>
        </p:xfrm>
        <a:graphic>
          <a:graphicData uri="http://schemas.openxmlformats.org/drawingml/2006/table">
            <a:tbl>
              <a:tblPr/>
              <a:tblGrid>
                <a:gridCol w="2667000">
                  <a:extLst>
                    <a:ext uri="{9D8B030D-6E8A-4147-A177-3AD203B41FA5}">
                      <a16:colId xmlns:a16="http://schemas.microsoft.com/office/drawing/2014/main" val="20000"/>
                    </a:ext>
                  </a:extLst>
                </a:gridCol>
                <a:gridCol w="2832100">
                  <a:extLst>
                    <a:ext uri="{9D8B030D-6E8A-4147-A177-3AD203B41FA5}">
                      <a16:colId xmlns:a16="http://schemas.microsoft.com/office/drawing/2014/main" val="20001"/>
                    </a:ext>
                  </a:extLst>
                </a:gridCol>
                <a:gridCol w="2806700">
                  <a:extLst>
                    <a:ext uri="{9D8B030D-6E8A-4147-A177-3AD203B41FA5}">
                      <a16:colId xmlns:a16="http://schemas.microsoft.com/office/drawing/2014/main" val="20002"/>
                    </a:ext>
                  </a:extLst>
                </a:gridCol>
              </a:tblGrid>
              <a:tr h="518160">
                <a:tc>
                  <a:txBody>
                    <a:body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itchFamily="2" charset="2"/>
                        <a:buNone/>
                        <a:tabLst/>
                      </a:pPr>
                      <a:r>
                        <a:rPr kumimoji="0" lang="zh-CN" altLang="en-US" sz="2800" b="0" i="0" u="none" strike="noStrike" cap="none" normalizeH="0" baseline="0">
                          <a:ln>
                            <a:noFill/>
                          </a:ln>
                          <a:solidFill>
                            <a:schemeClr val="tx1"/>
                          </a:solidFill>
                          <a:effectLst/>
                          <a:latin typeface="Times New Roman" pitchFamily="18" charset="0"/>
                          <a:ea typeface="黑体" pitchFamily="2" charset="-122"/>
                        </a:rPr>
                        <a:t>栈 </a:t>
                      </a:r>
                    </a:p>
                  </a:txBody>
                  <a:tcPr horzOverflow="overflow">
                    <a:lnL w="28575"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28575"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a:txBody>
                    <a:body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itchFamily="2" charset="2"/>
                        <a:buNone/>
                        <a:tabLst/>
                      </a:pPr>
                      <a:r>
                        <a:rPr kumimoji="0" lang="zh-CN" altLang="en-US" sz="2800" b="0" i="0" u="none" strike="noStrike" cap="none" normalizeH="0" baseline="0">
                          <a:ln>
                            <a:noFill/>
                          </a:ln>
                          <a:solidFill>
                            <a:schemeClr val="tx1"/>
                          </a:solidFill>
                          <a:effectLst/>
                          <a:latin typeface="Times New Roman" pitchFamily="18" charset="0"/>
                          <a:ea typeface="黑体" pitchFamily="2" charset="-122"/>
                        </a:rPr>
                        <a:t>输    入 </a:t>
                      </a:r>
                    </a:p>
                  </a:txBody>
                  <a:tcPr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28575"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a:txBody>
                    <a:body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itchFamily="2" charset="2"/>
                        <a:buNone/>
                        <a:tabLst/>
                      </a:pPr>
                      <a:r>
                        <a:rPr kumimoji="0" lang="zh-CN" altLang="en-US" sz="2800" b="0" i="0" u="none" strike="noStrike" cap="none" normalizeH="0" baseline="0">
                          <a:ln>
                            <a:noFill/>
                          </a:ln>
                          <a:solidFill>
                            <a:schemeClr val="tx1"/>
                          </a:solidFill>
                          <a:effectLst/>
                          <a:latin typeface="Times New Roman" pitchFamily="18" charset="0"/>
                          <a:ea typeface="黑体" pitchFamily="2" charset="-122"/>
                        </a:rPr>
                        <a:t>输    出 </a:t>
                      </a:r>
                    </a:p>
                  </a:txBody>
                  <a:tcPr horzOverflow="overflow">
                    <a:lnL w="12700" cap="flat" cmpd="sng" algn="ctr">
                      <a:solidFill>
                        <a:schemeClr val="tx1"/>
                      </a:solidFill>
                      <a:prstDash val="solid"/>
                      <a:round/>
                      <a:headEnd type="none" w="sm" len="sm"/>
                      <a:tailEnd type="none" w="sm" len="sm"/>
                    </a:lnL>
                    <a:lnR w="28575" cap="flat" cmpd="sng" algn="ctr">
                      <a:solidFill>
                        <a:schemeClr val="tx1"/>
                      </a:solidFill>
                      <a:prstDash val="solid"/>
                      <a:round/>
                      <a:headEnd type="none" w="sm" len="sm"/>
                      <a:tailEnd type="none" w="sm" len="sm"/>
                    </a:lnR>
                    <a:lnT w="28575"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extLst>
                  <a:ext uri="{0D108BD9-81ED-4DB2-BD59-A6C34878D82A}">
                    <a16:rowId xmlns:a16="http://schemas.microsoft.com/office/drawing/2014/main" val="10000"/>
                  </a:ext>
                </a:extLst>
              </a:tr>
              <a:tr h="519113">
                <a:tc>
                  <a:txBody>
                    <a:bodyPr/>
                    <a:lstStyle/>
                    <a:p>
                      <a:pPr marL="0" marR="0" lvl="0" indent="0" algn="l" defTabSz="914400" rtl="0" eaLnBrk="1" fontAlgn="base" latinLnBrk="0" hangingPunct="1">
                        <a:lnSpc>
                          <a:spcPct val="100000"/>
                        </a:lnSpc>
                        <a:spcBef>
                          <a:spcPct val="20000"/>
                        </a:spcBef>
                        <a:spcAft>
                          <a:spcPct val="0"/>
                        </a:spcAft>
                        <a:buClr>
                          <a:schemeClr val="folHlink"/>
                        </a:buClr>
                        <a:buSzPct val="60000"/>
                        <a:buFont typeface="Wingdings" pitchFamily="2" charset="2"/>
                        <a:buNone/>
                        <a:tabLst/>
                      </a:pPr>
                      <a:r>
                        <a:rPr kumimoji="0" lang="en-US" altLang="zh-CN" sz="2800" b="1" i="0" u="none" strike="noStrike" cap="none" normalizeH="0" baseline="0">
                          <a:ln>
                            <a:noFill/>
                          </a:ln>
                          <a:solidFill>
                            <a:schemeClr val="tx1"/>
                          </a:solidFill>
                          <a:effectLst/>
                          <a:latin typeface="Times New Roman" pitchFamily="18" charset="0"/>
                          <a:ea typeface="黑体" pitchFamily="2" charset="-122"/>
                        </a:rPr>
                        <a:t>$</a:t>
                      </a:r>
                      <a:r>
                        <a:rPr kumimoji="0" lang="en-US" altLang="zh-CN" sz="2800" b="1" i="1" u="none" strike="noStrike" cap="none" normalizeH="0" baseline="0">
                          <a:ln>
                            <a:noFill/>
                          </a:ln>
                          <a:solidFill>
                            <a:schemeClr val="tx1"/>
                          </a:solidFill>
                          <a:effectLst/>
                          <a:latin typeface="Times New Roman" pitchFamily="18" charset="0"/>
                          <a:ea typeface="黑体" pitchFamily="2" charset="-122"/>
                        </a:rPr>
                        <a:t>E </a:t>
                      </a:r>
                      <a:r>
                        <a:rPr kumimoji="0" lang="en-US" altLang="zh-CN" sz="2800" b="1" i="0" u="none" strike="noStrike" cap="none" normalizeH="0" baseline="0">
                          <a:ln>
                            <a:noFill/>
                          </a:ln>
                          <a:solidFill>
                            <a:schemeClr val="tx1"/>
                          </a:solidFill>
                          <a:effectLst/>
                          <a:latin typeface="Times New Roman" pitchFamily="18" charset="0"/>
                          <a:ea typeface="黑体" pitchFamily="2" charset="-122"/>
                          <a:sym typeface="Symbol" pitchFamily="18" charset="2"/>
                        </a:rPr>
                        <a:t></a:t>
                      </a:r>
                      <a:r>
                        <a:rPr kumimoji="0" lang="en-US" altLang="zh-CN" sz="2800" b="1" i="1" u="none" strike="noStrike" cap="none" normalizeH="0" baseline="0">
                          <a:ln>
                            <a:noFill/>
                          </a:ln>
                          <a:solidFill>
                            <a:schemeClr val="tx1"/>
                          </a:solidFill>
                          <a:effectLst/>
                          <a:latin typeface="Times New Roman" pitchFamily="18" charset="0"/>
                          <a:ea typeface="黑体" pitchFamily="2" charset="-122"/>
                        </a:rPr>
                        <a:t>T </a:t>
                      </a:r>
                      <a:r>
                        <a:rPr kumimoji="0" lang="en-US" altLang="zh-CN" sz="2800" b="1" i="0" u="none" strike="noStrike" cap="none" normalizeH="0" baseline="0">
                          <a:ln>
                            <a:noFill/>
                          </a:ln>
                          <a:solidFill>
                            <a:schemeClr val="tx1"/>
                          </a:solidFill>
                          <a:effectLst/>
                          <a:latin typeface="Times New Roman" pitchFamily="18" charset="0"/>
                          <a:ea typeface="黑体" pitchFamily="2" charset="-122"/>
                          <a:sym typeface="Symbol" pitchFamily="18" charset="2"/>
                        </a:rPr>
                        <a:t></a:t>
                      </a:r>
                    </a:p>
                  </a:txBody>
                  <a:tcPr horzOverflow="overflow">
                    <a:lnL w="28575"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
                          <a:schemeClr val="folHlink"/>
                        </a:buClr>
                        <a:buSzPct val="60000"/>
                        <a:buFont typeface="Wingdings" pitchFamily="2" charset="2"/>
                        <a:buNone/>
                        <a:tabLst/>
                      </a:pPr>
                      <a:r>
                        <a:rPr kumimoji="0" lang="en-US" altLang="zh-CN" sz="2800" b="1" i="0" u="none" strike="noStrike" cap="none" normalizeH="0" baseline="0">
                          <a:ln>
                            <a:noFill/>
                          </a:ln>
                          <a:solidFill>
                            <a:schemeClr val="tx1"/>
                          </a:solidFill>
                          <a:effectLst/>
                          <a:latin typeface="Times New Roman" pitchFamily="18" charset="0"/>
                          <a:ea typeface="黑体" pitchFamily="2" charset="-122"/>
                        </a:rPr>
                        <a:t>                 $</a:t>
                      </a:r>
                    </a:p>
                  </a:txBody>
                  <a:tcPr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
                          <a:schemeClr val="folHlink"/>
                        </a:buClr>
                        <a:buSzPct val="60000"/>
                        <a:buFont typeface="Wingdings" pitchFamily="2" charset="2"/>
                        <a:buNone/>
                        <a:tabLst/>
                      </a:pPr>
                      <a:endParaRPr kumimoji="0" lang="zh-CN" altLang="zh-CN" sz="2800" b="1" i="0" u="none" strike="noStrike" cap="none" normalizeH="0" baseline="0">
                        <a:ln>
                          <a:noFill/>
                        </a:ln>
                        <a:solidFill>
                          <a:schemeClr val="tx1"/>
                        </a:solidFill>
                        <a:effectLst/>
                        <a:latin typeface="Times New Roman" pitchFamily="18" charset="0"/>
                        <a:ea typeface="黑体" pitchFamily="2" charset="-122"/>
                      </a:endParaRPr>
                    </a:p>
                  </a:txBody>
                  <a:tcPr horzOverflow="overflow">
                    <a:lnL w="12700" cap="flat" cmpd="sng" algn="ctr">
                      <a:solidFill>
                        <a:schemeClr val="tx1"/>
                      </a:solidFill>
                      <a:prstDash val="solid"/>
                      <a:round/>
                      <a:headEnd type="none" w="sm" len="sm"/>
                      <a:tailEnd type="none" w="sm" len="sm"/>
                    </a:lnL>
                    <a:lnR w="28575"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1"/>
                  </a:ext>
                </a:extLst>
              </a:tr>
              <a:tr h="518160">
                <a:tc>
                  <a:txBody>
                    <a:bodyPr/>
                    <a:lstStyle/>
                    <a:p>
                      <a:pPr marL="0" marR="0" lvl="0" indent="0" algn="l" defTabSz="914400" rtl="0" eaLnBrk="1" fontAlgn="base" latinLnBrk="0" hangingPunct="1">
                        <a:lnSpc>
                          <a:spcPct val="100000"/>
                        </a:lnSpc>
                        <a:spcBef>
                          <a:spcPct val="20000"/>
                        </a:spcBef>
                        <a:spcAft>
                          <a:spcPct val="0"/>
                        </a:spcAft>
                        <a:buClr>
                          <a:schemeClr val="folHlink"/>
                        </a:buClr>
                        <a:buSzPct val="60000"/>
                        <a:buFont typeface="Wingdings" pitchFamily="2" charset="2"/>
                        <a:buNone/>
                        <a:tabLst/>
                      </a:pPr>
                      <a:r>
                        <a:rPr kumimoji="0" lang="en-US" altLang="zh-CN" sz="2800" b="1" i="0" u="none" strike="noStrike" cap="none" normalizeH="0" baseline="0">
                          <a:ln>
                            <a:noFill/>
                          </a:ln>
                          <a:solidFill>
                            <a:schemeClr val="tx1"/>
                          </a:solidFill>
                          <a:effectLst/>
                          <a:latin typeface="Times New Roman" pitchFamily="18" charset="0"/>
                          <a:ea typeface="黑体" pitchFamily="2" charset="-122"/>
                        </a:rPr>
                        <a:t>$</a:t>
                      </a:r>
                      <a:r>
                        <a:rPr kumimoji="0" lang="en-US" altLang="zh-CN" sz="2800" b="1" i="1" u="none" strike="noStrike" cap="none" normalizeH="0" baseline="0">
                          <a:ln>
                            <a:noFill/>
                          </a:ln>
                          <a:solidFill>
                            <a:schemeClr val="tx1"/>
                          </a:solidFill>
                          <a:effectLst/>
                          <a:latin typeface="Times New Roman" pitchFamily="18" charset="0"/>
                          <a:ea typeface="黑体" pitchFamily="2" charset="-122"/>
                        </a:rPr>
                        <a:t>E </a:t>
                      </a:r>
                      <a:r>
                        <a:rPr kumimoji="0" lang="en-US" altLang="zh-CN" sz="2800" b="1" i="0" u="none" strike="noStrike" cap="none" normalizeH="0" baseline="0">
                          <a:ln>
                            <a:noFill/>
                          </a:ln>
                          <a:solidFill>
                            <a:schemeClr val="tx1"/>
                          </a:solidFill>
                          <a:effectLst/>
                          <a:latin typeface="Times New Roman" pitchFamily="18" charset="0"/>
                          <a:ea typeface="黑体" pitchFamily="2" charset="-122"/>
                          <a:sym typeface="Symbol" pitchFamily="18" charset="2"/>
                        </a:rPr>
                        <a:t></a:t>
                      </a:r>
                    </a:p>
                  </a:txBody>
                  <a:tcPr horzOverflow="overflow">
                    <a:lnL w="28575"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
                          <a:schemeClr val="folHlink"/>
                        </a:buClr>
                        <a:buSzPct val="60000"/>
                        <a:buFont typeface="Wingdings" pitchFamily="2" charset="2"/>
                        <a:buNone/>
                        <a:tabLst/>
                      </a:pPr>
                      <a:r>
                        <a:rPr kumimoji="0" lang="en-US" altLang="zh-CN" sz="2800" b="1" i="0" u="none" strike="noStrike" cap="none" normalizeH="0" baseline="0">
                          <a:ln>
                            <a:noFill/>
                          </a:ln>
                          <a:solidFill>
                            <a:schemeClr val="tx1"/>
                          </a:solidFill>
                          <a:effectLst/>
                          <a:latin typeface="Times New Roman" pitchFamily="18" charset="0"/>
                          <a:ea typeface="黑体" pitchFamily="2" charset="-122"/>
                        </a:rPr>
                        <a:t>                 $</a:t>
                      </a:r>
                    </a:p>
                  </a:txBody>
                  <a:tcPr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
                          <a:schemeClr val="folHlink"/>
                        </a:buClr>
                        <a:buSzPct val="60000"/>
                        <a:buFont typeface="Wingdings" pitchFamily="2" charset="2"/>
                        <a:buNone/>
                        <a:tabLst/>
                      </a:pPr>
                      <a:r>
                        <a:rPr kumimoji="0" lang="en-US" altLang="zh-CN" sz="2800" b="1" i="1" u="none" strike="noStrike" cap="none" normalizeH="0" baseline="0">
                          <a:ln>
                            <a:noFill/>
                          </a:ln>
                          <a:solidFill>
                            <a:schemeClr val="tx1"/>
                          </a:solidFill>
                          <a:effectLst/>
                          <a:latin typeface="Times New Roman" pitchFamily="18" charset="0"/>
                          <a:ea typeface="黑体" pitchFamily="2" charset="-122"/>
                        </a:rPr>
                        <a:t>T </a:t>
                      </a:r>
                      <a:r>
                        <a:rPr kumimoji="0" lang="en-US" altLang="zh-CN" sz="2800" b="1" i="0" u="none" strike="noStrike" cap="none" normalizeH="0" baseline="0">
                          <a:ln>
                            <a:noFill/>
                          </a:ln>
                          <a:solidFill>
                            <a:schemeClr val="tx1"/>
                          </a:solidFill>
                          <a:effectLst/>
                          <a:latin typeface="Times New Roman" pitchFamily="18" charset="0"/>
                          <a:ea typeface="黑体" pitchFamily="2" charset="-122"/>
                          <a:sym typeface="Symbol" pitchFamily="18" charset="2"/>
                        </a:rPr>
                        <a:t> </a:t>
                      </a:r>
                    </a:p>
                  </a:txBody>
                  <a:tcPr horzOverflow="overflow">
                    <a:lnL w="12700" cap="flat" cmpd="sng" algn="ctr">
                      <a:solidFill>
                        <a:schemeClr val="tx1"/>
                      </a:solidFill>
                      <a:prstDash val="solid"/>
                      <a:round/>
                      <a:headEnd type="none" w="sm" len="sm"/>
                      <a:tailEnd type="none" w="sm" len="sm"/>
                    </a:lnL>
                    <a:lnR w="28575" cap="flat" cmpd="sng" algn="ctr">
                      <a:solidFill>
                        <a:schemeClr val="tx1"/>
                      </a:solidFill>
                      <a:prstDash val="solid"/>
                      <a:round/>
                      <a:headEnd type="none" w="sm" len="sm"/>
                      <a:tailEnd type="none" w="sm" len="sm"/>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2"/>
                  </a:ext>
                </a:extLst>
              </a:tr>
              <a:tr h="519113">
                <a:tc>
                  <a:txBody>
                    <a:bodyPr/>
                    <a:lstStyle/>
                    <a:p>
                      <a:pPr marL="0" marR="0" lvl="0" indent="0" algn="l" defTabSz="914400" rtl="0" eaLnBrk="1" fontAlgn="base" latinLnBrk="0" hangingPunct="1">
                        <a:lnSpc>
                          <a:spcPct val="100000"/>
                        </a:lnSpc>
                        <a:spcBef>
                          <a:spcPct val="20000"/>
                        </a:spcBef>
                        <a:spcAft>
                          <a:spcPct val="0"/>
                        </a:spcAft>
                        <a:buClr>
                          <a:schemeClr val="folHlink"/>
                        </a:buClr>
                        <a:buSzPct val="60000"/>
                        <a:buFont typeface="Wingdings" pitchFamily="2" charset="2"/>
                        <a:buNone/>
                        <a:tabLst/>
                      </a:pPr>
                      <a:endParaRPr kumimoji="0" lang="zh-CN" altLang="zh-CN" sz="2800" b="1" i="0" u="none" strike="noStrike" cap="none" normalizeH="0" baseline="0">
                        <a:ln>
                          <a:noFill/>
                        </a:ln>
                        <a:solidFill>
                          <a:schemeClr val="tx1"/>
                        </a:solidFill>
                        <a:effectLst/>
                        <a:latin typeface="Tahoma" pitchFamily="34" charset="0"/>
                        <a:ea typeface="黑体" pitchFamily="2" charset="-122"/>
                        <a:sym typeface="Symbol" pitchFamily="18" charset="2"/>
                      </a:endParaRPr>
                    </a:p>
                  </a:txBody>
                  <a:tcPr horzOverflow="overflow">
                    <a:lnL w="28575"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
                          <a:schemeClr val="folHlink"/>
                        </a:buClr>
                        <a:buSzPct val="60000"/>
                        <a:buFont typeface="Wingdings" pitchFamily="2" charset="2"/>
                        <a:buNone/>
                        <a:tabLst/>
                      </a:pPr>
                      <a:endParaRPr kumimoji="0" lang="zh-CN" altLang="zh-CN" sz="2800" b="1" i="0" u="none" strike="noStrike" cap="none" normalizeH="0" baseline="0">
                        <a:ln>
                          <a:noFill/>
                        </a:ln>
                        <a:solidFill>
                          <a:schemeClr val="tx1"/>
                        </a:solidFill>
                        <a:effectLst/>
                        <a:latin typeface="Tahoma" pitchFamily="34" charset="0"/>
                        <a:ea typeface="黑体" pitchFamily="2" charset="-122"/>
                      </a:endParaRPr>
                    </a:p>
                  </a:txBody>
                  <a:tcPr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
                          <a:schemeClr val="folHlink"/>
                        </a:buClr>
                        <a:buSzPct val="60000"/>
                        <a:buFont typeface="Wingdings" pitchFamily="2" charset="2"/>
                        <a:buNone/>
                        <a:tabLst/>
                      </a:pPr>
                      <a:endParaRPr kumimoji="0" lang="zh-CN" altLang="zh-CN" sz="2800" b="1" i="0" u="none" strike="noStrike" cap="none" normalizeH="0" baseline="0">
                        <a:ln>
                          <a:noFill/>
                        </a:ln>
                        <a:solidFill>
                          <a:schemeClr val="tx1"/>
                        </a:solidFill>
                        <a:effectLst/>
                        <a:latin typeface="Tahoma" pitchFamily="34" charset="0"/>
                        <a:ea typeface="黑体" pitchFamily="2" charset="-122"/>
                      </a:endParaRPr>
                    </a:p>
                  </a:txBody>
                  <a:tcPr horzOverflow="overflow">
                    <a:lnL w="12700" cap="flat" cmpd="sng" algn="ctr">
                      <a:solidFill>
                        <a:schemeClr val="tx1"/>
                      </a:solidFill>
                      <a:prstDash val="solid"/>
                      <a:round/>
                      <a:headEnd type="none" w="sm" len="sm"/>
                      <a:tailEnd type="none" w="sm" len="sm"/>
                    </a:lnL>
                    <a:lnR w="28575" cap="flat" cmpd="sng" algn="ctr">
                      <a:solidFill>
                        <a:schemeClr val="tx1"/>
                      </a:solidFill>
                      <a:prstDash val="solid"/>
                      <a:round/>
                      <a:headEnd type="none" w="sm" len="sm"/>
                      <a:tailEnd type="none" w="sm" len="sm"/>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3"/>
                  </a:ext>
                </a:extLst>
              </a:tr>
              <a:tr h="518160">
                <a:tc>
                  <a:txBody>
                    <a:bodyPr/>
                    <a:lstStyle/>
                    <a:p>
                      <a:pPr marL="0" marR="0" lvl="0" indent="0" algn="l" defTabSz="914400" rtl="0" eaLnBrk="1" fontAlgn="base" latinLnBrk="0" hangingPunct="1">
                        <a:lnSpc>
                          <a:spcPct val="100000"/>
                        </a:lnSpc>
                        <a:spcBef>
                          <a:spcPct val="20000"/>
                        </a:spcBef>
                        <a:spcAft>
                          <a:spcPct val="0"/>
                        </a:spcAft>
                        <a:buClr>
                          <a:schemeClr val="folHlink"/>
                        </a:buClr>
                        <a:buSzPct val="60000"/>
                        <a:buFont typeface="Wingdings" pitchFamily="2" charset="2"/>
                        <a:buNone/>
                        <a:tabLst/>
                      </a:pPr>
                      <a:endParaRPr kumimoji="0" lang="zh-CN" altLang="zh-CN" sz="2800" b="1" i="0" u="none" strike="noStrike" cap="none" normalizeH="0" baseline="0">
                        <a:ln>
                          <a:noFill/>
                        </a:ln>
                        <a:solidFill>
                          <a:schemeClr val="tx1"/>
                        </a:solidFill>
                        <a:effectLst/>
                        <a:latin typeface="Tahoma" pitchFamily="34" charset="0"/>
                        <a:ea typeface="黑体" pitchFamily="2" charset="-122"/>
                        <a:sym typeface="Symbol" pitchFamily="18" charset="2"/>
                      </a:endParaRPr>
                    </a:p>
                  </a:txBody>
                  <a:tcPr horzOverflow="overflow">
                    <a:lnL w="28575"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
                          <a:schemeClr val="folHlink"/>
                        </a:buClr>
                        <a:buSzPct val="60000"/>
                        <a:buFont typeface="Wingdings" pitchFamily="2" charset="2"/>
                        <a:buNone/>
                        <a:tabLst/>
                      </a:pPr>
                      <a:endParaRPr kumimoji="0" lang="zh-CN" altLang="zh-CN" sz="2800" b="1" i="0" u="none" strike="noStrike" cap="none" normalizeH="0" baseline="0">
                        <a:ln>
                          <a:noFill/>
                        </a:ln>
                        <a:solidFill>
                          <a:schemeClr val="tx1"/>
                        </a:solidFill>
                        <a:effectLst/>
                        <a:latin typeface="Tahoma" pitchFamily="34" charset="0"/>
                        <a:ea typeface="黑体" pitchFamily="2" charset="-122"/>
                      </a:endParaRPr>
                    </a:p>
                  </a:txBody>
                  <a:tcPr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
                          <a:schemeClr val="folHlink"/>
                        </a:buClr>
                        <a:buSzPct val="60000"/>
                        <a:buFont typeface="Wingdings" pitchFamily="2" charset="2"/>
                        <a:buNone/>
                        <a:tabLst/>
                      </a:pPr>
                      <a:endParaRPr kumimoji="0" lang="zh-CN" altLang="zh-CN" sz="2800" b="1" i="0" u="none" strike="noStrike" cap="none" normalizeH="0" baseline="0">
                        <a:ln>
                          <a:noFill/>
                        </a:ln>
                        <a:solidFill>
                          <a:schemeClr val="tx1"/>
                        </a:solidFill>
                        <a:effectLst/>
                        <a:latin typeface="Tahoma" pitchFamily="34" charset="0"/>
                        <a:ea typeface="黑体" pitchFamily="2" charset="-122"/>
                      </a:endParaRPr>
                    </a:p>
                  </a:txBody>
                  <a:tcPr horzOverflow="overflow">
                    <a:lnL w="12700" cap="flat" cmpd="sng" algn="ctr">
                      <a:solidFill>
                        <a:schemeClr val="tx1"/>
                      </a:solidFill>
                      <a:prstDash val="solid"/>
                      <a:round/>
                      <a:headEnd type="none" w="sm" len="sm"/>
                      <a:tailEnd type="none" w="sm" len="sm"/>
                    </a:lnL>
                    <a:lnR w="28575" cap="flat" cmpd="sng" algn="ctr">
                      <a:solidFill>
                        <a:schemeClr val="tx1"/>
                      </a:solidFill>
                      <a:prstDash val="solid"/>
                      <a:round/>
                      <a:headEnd type="none" w="sm" len="sm"/>
                      <a:tailEnd type="none" w="sm" len="sm"/>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4"/>
                  </a:ext>
                </a:extLst>
              </a:tr>
              <a:tr h="518160">
                <a:tc>
                  <a:txBody>
                    <a:bodyPr/>
                    <a:lstStyle/>
                    <a:p>
                      <a:pPr marL="0" marR="0" lvl="0" indent="0" algn="l" defTabSz="914400" rtl="0" eaLnBrk="1" fontAlgn="base" latinLnBrk="0" hangingPunct="1">
                        <a:lnSpc>
                          <a:spcPct val="100000"/>
                        </a:lnSpc>
                        <a:spcBef>
                          <a:spcPct val="20000"/>
                        </a:spcBef>
                        <a:spcAft>
                          <a:spcPct val="0"/>
                        </a:spcAft>
                        <a:buClr>
                          <a:schemeClr val="folHlink"/>
                        </a:buClr>
                        <a:buSzPct val="60000"/>
                        <a:buFont typeface="Wingdings" pitchFamily="2" charset="2"/>
                        <a:buNone/>
                        <a:tabLst/>
                      </a:pPr>
                      <a:endParaRPr kumimoji="0" lang="zh-CN" altLang="zh-CN" sz="2800" b="1" i="0" u="none" strike="noStrike" cap="none" normalizeH="0" baseline="0">
                        <a:ln>
                          <a:noFill/>
                        </a:ln>
                        <a:solidFill>
                          <a:schemeClr val="tx1"/>
                        </a:solidFill>
                        <a:effectLst/>
                        <a:latin typeface="Tahoma" pitchFamily="34" charset="0"/>
                        <a:ea typeface="黑体" pitchFamily="2" charset="-122"/>
                        <a:sym typeface="Symbol" pitchFamily="18" charset="2"/>
                      </a:endParaRPr>
                    </a:p>
                  </a:txBody>
                  <a:tcPr horzOverflow="overflow">
                    <a:lnL w="28575"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
                          <a:schemeClr val="folHlink"/>
                        </a:buClr>
                        <a:buSzPct val="60000"/>
                        <a:buFont typeface="Wingdings" pitchFamily="2" charset="2"/>
                        <a:buNone/>
                        <a:tabLst/>
                      </a:pPr>
                      <a:endParaRPr kumimoji="0" lang="zh-CN" altLang="zh-CN" sz="2800" b="1" i="0" u="none" strike="noStrike" cap="none" normalizeH="0" baseline="0">
                        <a:ln>
                          <a:noFill/>
                        </a:ln>
                        <a:solidFill>
                          <a:schemeClr val="tx1"/>
                        </a:solidFill>
                        <a:effectLst/>
                        <a:latin typeface="Tahoma" pitchFamily="34" charset="0"/>
                        <a:ea typeface="黑体" pitchFamily="2" charset="-122"/>
                      </a:endParaRPr>
                    </a:p>
                  </a:txBody>
                  <a:tcPr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
                          <a:schemeClr val="folHlink"/>
                        </a:buClr>
                        <a:buSzPct val="60000"/>
                        <a:buFont typeface="Wingdings" pitchFamily="2" charset="2"/>
                        <a:buNone/>
                        <a:tabLst/>
                      </a:pPr>
                      <a:endParaRPr kumimoji="0" lang="zh-CN" altLang="zh-CN" sz="2800" b="1" i="0" u="none" strike="noStrike" cap="none" normalizeH="0" baseline="0">
                        <a:ln>
                          <a:noFill/>
                        </a:ln>
                        <a:solidFill>
                          <a:schemeClr val="tx1"/>
                        </a:solidFill>
                        <a:effectLst/>
                        <a:latin typeface="Tahoma" pitchFamily="34" charset="0"/>
                        <a:ea typeface="黑体" pitchFamily="2" charset="-122"/>
                      </a:endParaRPr>
                    </a:p>
                  </a:txBody>
                  <a:tcPr horzOverflow="overflow">
                    <a:lnL w="12700" cap="flat" cmpd="sng" algn="ctr">
                      <a:solidFill>
                        <a:schemeClr val="tx1"/>
                      </a:solidFill>
                      <a:prstDash val="solid"/>
                      <a:round/>
                      <a:headEnd type="none" w="sm" len="sm"/>
                      <a:tailEnd type="none" w="sm" len="sm"/>
                    </a:lnL>
                    <a:lnR w="28575" cap="flat" cmpd="sng" algn="ctr">
                      <a:solidFill>
                        <a:schemeClr val="tx1"/>
                      </a:solidFill>
                      <a:prstDash val="solid"/>
                      <a:round/>
                      <a:headEnd type="none" w="sm" len="sm"/>
                      <a:tailEnd type="none" w="sm" len="sm"/>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5"/>
                  </a:ext>
                </a:extLst>
              </a:tr>
              <a:tr h="519113">
                <a:tc>
                  <a:txBody>
                    <a:bodyPr/>
                    <a:lstStyle/>
                    <a:p>
                      <a:pPr marL="0" marR="0" lvl="0" indent="0" algn="l" defTabSz="914400" rtl="0" eaLnBrk="1" fontAlgn="base" latinLnBrk="0" hangingPunct="1">
                        <a:lnSpc>
                          <a:spcPct val="100000"/>
                        </a:lnSpc>
                        <a:spcBef>
                          <a:spcPct val="20000"/>
                        </a:spcBef>
                        <a:spcAft>
                          <a:spcPct val="0"/>
                        </a:spcAft>
                        <a:buClr>
                          <a:schemeClr val="folHlink"/>
                        </a:buClr>
                        <a:buSzPct val="60000"/>
                        <a:buFont typeface="Wingdings" pitchFamily="2" charset="2"/>
                        <a:buNone/>
                        <a:tabLst/>
                      </a:pPr>
                      <a:endParaRPr kumimoji="0" lang="zh-CN" altLang="zh-CN" sz="2800" b="1" i="0" u="none" strike="noStrike" cap="none" normalizeH="0" baseline="0">
                        <a:ln>
                          <a:noFill/>
                        </a:ln>
                        <a:solidFill>
                          <a:schemeClr val="tx1"/>
                        </a:solidFill>
                        <a:effectLst/>
                        <a:latin typeface="Tahoma" pitchFamily="34" charset="0"/>
                        <a:ea typeface="黑体" pitchFamily="2" charset="-122"/>
                        <a:sym typeface="Symbol" pitchFamily="18" charset="2"/>
                      </a:endParaRPr>
                    </a:p>
                  </a:txBody>
                  <a:tcPr horzOverflow="overflow">
                    <a:lnL w="28575"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
                          <a:schemeClr val="folHlink"/>
                        </a:buClr>
                        <a:buSzPct val="60000"/>
                        <a:buFont typeface="Wingdings" pitchFamily="2" charset="2"/>
                        <a:buNone/>
                        <a:tabLst/>
                      </a:pPr>
                      <a:endParaRPr kumimoji="0" lang="zh-CN" altLang="zh-CN" sz="2800" b="1" i="0" u="none" strike="noStrike" cap="none" normalizeH="0" baseline="0">
                        <a:ln>
                          <a:noFill/>
                        </a:ln>
                        <a:solidFill>
                          <a:schemeClr val="tx1"/>
                        </a:solidFill>
                        <a:effectLst/>
                        <a:latin typeface="Tahoma" pitchFamily="34" charset="0"/>
                        <a:ea typeface="黑体" pitchFamily="2" charset="-122"/>
                      </a:endParaRPr>
                    </a:p>
                  </a:txBody>
                  <a:tcPr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
                          <a:schemeClr val="folHlink"/>
                        </a:buClr>
                        <a:buSzPct val="60000"/>
                        <a:buFont typeface="Wingdings" pitchFamily="2" charset="2"/>
                        <a:buNone/>
                        <a:tabLst/>
                      </a:pPr>
                      <a:endParaRPr kumimoji="0" lang="zh-CN" altLang="zh-CN" sz="2800" b="1" i="0" u="none" strike="noStrike" cap="none" normalizeH="0" baseline="0">
                        <a:ln>
                          <a:noFill/>
                        </a:ln>
                        <a:solidFill>
                          <a:schemeClr val="tx1"/>
                        </a:solidFill>
                        <a:effectLst/>
                        <a:latin typeface="Tahoma" pitchFamily="34" charset="0"/>
                        <a:ea typeface="黑体" pitchFamily="2" charset="-122"/>
                      </a:endParaRPr>
                    </a:p>
                  </a:txBody>
                  <a:tcPr horzOverflow="overflow">
                    <a:lnL w="12700" cap="flat" cmpd="sng" algn="ctr">
                      <a:solidFill>
                        <a:schemeClr val="tx1"/>
                      </a:solidFill>
                      <a:prstDash val="solid"/>
                      <a:round/>
                      <a:headEnd type="none" w="sm" len="sm"/>
                      <a:tailEnd type="none" w="sm" len="sm"/>
                    </a:lnL>
                    <a:lnR w="28575" cap="flat" cmpd="sng" algn="ctr">
                      <a:solidFill>
                        <a:schemeClr val="tx1"/>
                      </a:solidFill>
                      <a:prstDash val="solid"/>
                      <a:round/>
                      <a:headEnd type="none" w="sm" len="sm"/>
                      <a:tailEnd type="none" w="sm" len="sm"/>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6"/>
                  </a:ext>
                </a:extLst>
              </a:tr>
              <a:tr h="518160">
                <a:tc>
                  <a:txBody>
                    <a:bodyPr/>
                    <a:lstStyle/>
                    <a:p>
                      <a:pPr marL="0" marR="0" lvl="0" indent="0" algn="l" defTabSz="914400" rtl="0" eaLnBrk="1" fontAlgn="base" latinLnBrk="0" hangingPunct="1">
                        <a:lnSpc>
                          <a:spcPct val="100000"/>
                        </a:lnSpc>
                        <a:spcBef>
                          <a:spcPct val="20000"/>
                        </a:spcBef>
                        <a:spcAft>
                          <a:spcPct val="0"/>
                        </a:spcAft>
                        <a:buClr>
                          <a:schemeClr val="folHlink"/>
                        </a:buClr>
                        <a:buSzPct val="60000"/>
                        <a:buFont typeface="Wingdings" pitchFamily="2" charset="2"/>
                        <a:buNone/>
                        <a:tabLst/>
                      </a:pPr>
                      <a:endParaRPr kumimoji="0" lang="zh-CN" altLang="zh-CN" sz="2800" b="1" i="0" u="none" strike="noStrike" cap="none" normalizeH="0" baseline="0">
                        <a:ln>
                          <a:noFill/>
                        </a:ln>
                        <a:solidFill>
                          <a:schemeClr val="tx1"/>
                        </a:solidFill>
                        <a:effectLst/>
                        <a:latin typeface="Tahoma" pitchFamily="34" charset="0"/>
                        <a:ea typeface="黑体" pitchFamily="2" charset="-122"/>
                        <a:sym typeface="Symbol" pitchFamily="18" charset="2"/>
                      </a:endParaRPr>
                    </a:p>
                  </a:txBody>
                  <a:tcPr horzOverflow="overflow">
                    <a:lnL w="28575"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
                          <a:schemeClr val="folHlink"/>
                        </a:buClr>
                        <a:buSzPct val="60000"/>
                        <a:buFont typeface="Wingdings" pitchFamily="2" charset="2"/>
                        <a:buNone/>
                        <a:tabLst/>
                      </a:pPr>
                      <a:endParaRPr kumimoji="0" lang="zh-CN" altLang="zh-CN" sz="2800" b="1" i="0" u="none" strike="noStrike" cap="none" normalizeH="0" baseline="0">
                        <a:ln>
                          <a:noFill/>
                        </a:ln>
                        <a:solidFill>
                          <a:schemeClr val="tx1"/>
                        </a:solidFill>
                        <a:effectLst/>
                        <a:latin typeface="Tahoma" pitchFamily="34" charset="0"/>
                        <a:ea typeface="黑体" pitchFamily="2" charset="-122"/>
                      </a:endParaRPr>
                    </a:p>
                  </a:txBody>
                  <a:tcPr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
                          <a:schemeClr val="folHlink"/>
                        </a:buClr>
                        <a:buSzPct val="60000"/>
                        <a:buFont typeface="Wingdings" pitchFamily="2" charset="2"/>
                        <a:buNone/>
                        <a:tabLst/>
                      </a:pPr>
                      <a:endParaRPr kumimoji="0" lang="zh-CN" altLang="zh-CN" sz="2800" b="1" i="0" u="none" strike="noStrike" cap="none" normalizeH="0" baseline="0">
                        <a:ln>
                          <a:noFill/>
                        </a:ln>
                        <a:solidFill>
                          <a:schemeClr val="tx1"/>
                        </a:solidFill>
                        <a:effectLst/>
                        <a:latin typeface="Tahoma" pitchFamily="34" charset="0"/>
                        <a:ea typeface="黑体" pitchFamily="2" charset="-122"/>
                      </a:endParaRPr>
                    </a:p>
                  </a:txBody>
                  <a:tcPr horzOverflow="overflow">
                    <a:lnL w="12700" cap="flat" cmpd="sng" algn="ctr">
                      <a:solidFill>
                        <a:schemeClr val="tx1"/>
                      </a:solidFill>
                      <a:prstDash val="solid"/>
                      <a:round/>
                      <a:headEnd type="none" w="sm" len="sm"/>
                      <a:tailEnd type="none" w="sm" len="sm"/>
                    </a:lnL>
                    <a:lnR w="28575" cap="flat" cmpd="sng" algn="ctr">
                      <a:solidFill>
                        <a:schemeClr val="tx1"/>
                      </a:solidFill>
                      <a:prstDash val="solid"/>
                      <a:round/>
                      <a:headEnd type="none" w="sm" len="sm"/>
                      <a:tailEnd type="none" w="sm" len="sm"/>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7"/>
                  </a:ext>
                </a:extLst>
              </a:tr>
              <a:tr h="519113">
                <a:tc>
                  <a:txBody>
                    <a:bodyPr/>
                    <a:lstStyle/>
                    <a:p>
                      <a:pPr marL="0" marR="0" lvl="0" indent="0" algn="l" defTabSz="914400" rtl="0" eaLnBrk="1" fontAlgn="base" latinLnBrk="0" hangingPunct="1">
                        <a:lnSpc>
                          <a:spcPct val="100000"/>
                        </a:lnSpc>
                        <a:spcBef>
                          <a:spcPct val="20000"/>
                        </a:spcBef>
                        <a:spcAft>
                          <a:spcPct val="0"/>
                        </a:spcAft>
                        <a:buClr>
                          <a:schemeClr val="folHlink"/>
                        </a:buClr>
                        <a:buSzPct val="60000"/>
                        <a:buFont typeface="Wingdings" pitchFamily="2" charset="2"/>
                        <a:buNone/>
                        <a:tabLst/>
                      </a:pPr>
                      <a:endParaRPr kumimoji="0" lang="zh-CN" altLang="zh-CN" sz="2800" b="1" i="0" u="none" strike="noStrike" cap="none" normalizeH="0" baseline="0">
                        <a:ln>
                          <a:noFill/>
                        </a:ln>
                        <a:solidFill>
                          <a:schemeClr val="tx1"/>
                        </a:solidFill>
                        <a:effectLst/>
                        <a:latin typeface="Tahoma" pitchFamily="34" charset="0"/>
                        <a:ea typeface="黑体" pitchFamily="2" charset="-122"/>
                        <a:sym typeface="Symbol" pitchFamily="18" charset="2"/>
                      </a:endParaRPr>
                    </a:p>
                  </a:txBody>
                  <a:tcPr horzOverflow="overflow">
                    <a:lnL w="28575"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sm" len="sm"/>
                      <a:tailEnd type="none" w="sm" len="sm"/>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
                          <a:schemeClr val="folHlink"/>
                        </a:buClr>
                        <a:buSzPct val="60000"/>
                        <a:buFont typeface="Wingdings" pitchFamily="2" charset="2"/>
                        <a:buNone/>
                        <a:tabLst/>
                      </a:pPr>
                      <a:endParaRPr kumimoji="0" lang="zh-CN" altLang="zh-CN" sz="2800" b="1" i="0" u="none" strike="noStrike" cap="none" normalizeH="0" baseline="0">
                        <a:ln>
                          <a:noFill/>
                        </a:ln>
                        <a:solidFill>
                          <a:schemeClr val="tx1"/>
                        </a:solidFill>
                        <a:effectLst/>
                        <a:latin typeface="Tahoma" pitchFamily="34" charset="0"/>
                        <a:ea typeface="黑体" pitchFamily="2" charset="-122"/>
                      </a:endParaRPr>
                    </a:p>
                  </a:txBody>
                  <a:tcPr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sm" len="sm"/>
                      <a:tailEnd type="none" w="sm" len="sm"/>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
                          <a:schemeClr val="folHlink"/>
                        </a:buClr>
                        <a:buSzPct val="60000"/>
                        <a:buFont typeface="Wingdings" pitchFamily="2" charset="2"/>
                        <a:buNone/>
                        <a:tabLst/>
                      </a:pPr>
                      <a:endParaRPr kumimoji="0" lang="zh-CN" altLang="zh-CN" sz="2800" b="1" i="0" u="none" strike="noStrike" cap="none" normalizeH="0" baseline="0" dirty="0">
                        <a:ln>
                          <a:noFill/>
                        </a:ln>
                        <a:solidFill>
                          <a:schemeClr val="tx1"/>
                        </a:solidFill>
                        <a:effectLst/>
                        <a:latin typeface="Tahoma" pitchFamily="34" charset="0"/>
                        <a:ea typeface="黑体" pitchFamily="2" charset="-122"/>
                      </a:endParaRPr>
                    </a:p>
                  </a:txBody>
                  <a:tcPr horzOverflow="overflow">
                    <a:lnL w="12700" cap="flat" cmpd="sng" algn="ctr">
                      <a:solidFill>
                        <a:schemeClr val="tx1"/>
                      </a:solidFill>
                      <a:prstDash val="solid"/>
                      <a:round/>
                      <a:headEnd type="none" w="sm" len="sm"/>
                      <a:tailEnd type="none" w="sm" len="sm"/>
                    </a:lnL>
                    <a:lnR w="28575" cap="flat" cmpd="sng" algn="ctr">
                      <a:solidFill>
                        <a:schemeClr val="tx1"/>
                      </a:solidFill>
                      <a:prstDash val="solid"/>
                      <a:round/>
                      <a:headEnd type="none" w="sm" len="sm"/>
                      <a:tailEnd type="none" w="sm" len="sm"/>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sm" len="sm"/>
                      <a:tailEnd type="none" w="sm" len="sm"/>
                    </a:lnB>
                    <a:lnTlToBr>
                      <a:noFill/>
                    </a:lnTlToBr>
                    <a:lnBlToTr>
                      <a:noFill/>
                    </a:lnBlToTr>
                    <a:noFill/>
                  </a:tcPr>
                </a:tc>
                <a:extLst>
                  <a:ext uri="{0D108BD9-81ED-4DB2-BD59-A6C34878D82A}">
                    <a16:rowId xmlns:a16="http://schemas.microsoft.com/office/drawing/2014/main" val="10008"/>
                  </a:ext>
                </a:extLst>
              </a:tr>
            </a:tbl>
          </a:graphicData>
        </a:graphic>
      </p:graphicFrame>
      <p:sp>
        <p:nvSpPr>
          <p:cNvPr id="2" name="日期占位符 1">
            <a:extLst>
              <a:ext uri="{FF2B5EF4-FFF2-40B4-BE49-F238E27FC236}">
                <a16:creationId xmlns:a16="http://schemas.microsoft.com/office/drawing/2014/main" id="{B0B1DEAC-1245-8184-7F93-73480782DE11}"/>
              </a:ext>
            </a:extLst>
          </p:cNvPr>
          <p:cNvSpPr>
            <a:spLocks noGrp="1"/>
          </p:cNvSpPr>
          <p:nvPr>
            <p:ph type="dt" sz="half" idx="10"/>
          </p:nvPr>
        </p:nvSpPr>
        <p:spPr/>
        <p:txBody>
          <a:bodyPr/>
          <a:lstStyle/>
          <a:p>
            <a:fld id="{9DF8ABC6-6B7C-4FDC-8E6C-DF723D081843}" type="datetime2">
              <a:rPr lang="zh-CN" altLang="en-US" smtClean="0"/>
              <a:pPr/>
              <a:t>2025年11月26日</a:t>
            </a:fld>
            <a:endParaRPr lang="zh-CN" altLang="en-US"/>
          </a:p>
        </p:txBody>
      </p:sp>
      <p:sp>
        <p:nvSpPr>
          <p:cNvPr id="3" name="页脚占位符 2">
            <a:extLst>
              <a:ext uri="{FF2B5EF4-FFF2-40B4-BE49-F238E27FC236}">
                <a16:creationId xmlns:a16="http://schemas.microsoft.com/office/drawing/2014/main" id="{3CED96FE-AF03-37BD-CCBD-D660B27F7A97}"/>
              </a:ext>
            </a:extLst>
          </p:cNvPr>
          <p:cNvSpPr>
            <a:spLocks noGrp="1"/>
          </p:cNvSpPr>
          <p:nvPr>
            <p:ph type="ftr" sz="quarter" idx="11"/>
          </p:nvPr>
        </p:nvSpPr>
        <p:spPr/>
        <p:txBody>
          <a:bodyPr/>
          <a:lstStyle/>
          <a:p>
            <a:r>
              <a:rPr lang="zh-CN" altLang="en-US"/>
              <a:t>编译原理</a:t>
            </a:r>
            <a:r>
              <a:rPr lang="en-US" altLang="zh-CN"/>
              <a:t>-</a:t>
            </a:r>
            <a:r>
              <a:rPr lang="zh-CN" altLang="en-US"/>
              <a:t>王欣捷</a:t>
            </a:r>
            <a:r>
              <a:rPr lang="en-US" altLang="zh-CN"/>
              <a:t>-</a:t>
            </a:r>
            <a:r>
              <a:rPr lang="zh-CN" altLang="en-US"/>
              <a:t>第三章 语法分析</a:t>
            </a:r>
            <a:r>
              <a:rPr lang="en-US" altLang="zh-CN"/>
              <a:t>(4)</a:t>
            </a:r>
            <a:endParaRPr lang="zh-CN" altLang="en-US"/>
          </a:p>
        </p:txBody>
      </p:sp>
      <p:sp>
        <p:nvSpPr>
          <p:cNvPr id="4" name="灯片编号占位符 3">
            <a:extLst>
              <a:ext uri="{FF2B5EF4-FFF2-40B4-BE49-F238E27FC236}">
                <a16:creationId xmlns:a16="http://schemas.microsoft.com/office/drawing/2014/main" id="{1A9106C6-E6B4-20FA-2BC3-A65733BD43D3}"/>
              </a:ext>
            </a:extLst>
          </p:cNvPr>
          <p:cNvSpPr>
            <a:spLocks noGrp="1"/>
          </p:cNvSpPr>
          <p:nvPr>
            <p:ph type="sldNum" sz="quarter" idx="12"/>
          </p:nvPr>
        </p:nvSpPr>
        <p:spPr/>
        <p:txBody>
          <a:bodyPr/>
          <a:lstStyle/>
          <a:p>
            <a:fld id="{094DEB03-EFC6-4C20-8FC8-295189A5386F}" type="slidenum">
              <a:rPr lang="zh-CN" altLang="en-US" smtClean="0"/>
              <a:pPr/>
              <a:t>30</a:t>
            </a:fld>
            <a:endParaRPr lang="zh-CN" altLang="en-US"/>
          </a:p>
        </p:txBody>
      </p:sp>
      <p:graphicFrame>
        <p:nvGraphicFramePr>
          <p:cNvPr id="8" name="Group 3">
            <a:extLst>
              <a:ext uri="{FF2B5EF4-FFF2-40B4-BE49-F238E27FC236}">
                <a16:creationId xmlns:a16="http://schemas.microsoft.com/office/drawing/2014/main" id="{770F9A8B-1877-0640-96FE-DDC2848D4B7D}"/>
              </a:ext>
            </a:extLst>
          </p:cNvPr>
          <p:cNvGraphicFramePr>
            <a:graphicFrameLocks/>
          </p:cNvGraphicFramePr>
          <p:nvPr>
            <p:extLst>
              <p:ext uri="{D42A27DB-BD31-4B8C-83A1-F6EECF244321}">
                <p14:modId xmlns:p14="http://schemas.microsoft.com/office/powerpoint/2010/main" val="4098623255"/>
              </p:ext>
            </p:extLst>
          </p:nvPr>
        </p:nvGraphicFramePr>
        <p:xfrm>
          <a:off x="1681224" y="4093400"/>
          <a:ext cx="6162551" cy="2535464"/>
        </p:xfrm>
        <a:graphic>
          <a:graphicData uri="http://schemas.openxmlformats.org/drawingml/2006/table">
            <a:tbl>
              <a:tblPr>
                <a:effectLst>
                  <a:outerShdw blurRad="63500" sx="102000" sy="102000" algn="ctr" rotWithShape="0">
                    <a:prstClr val="black">
                      <a:alpha val="40000"/>
                    </a:prstClr>
                  </a:outerShdw>
                </a:effectLst>
              </a:tblPr>
              <a:tblGrid>
                <a:gridCol w="753362">
                  <a:extLst>
                    <a:ext uri="{9D8B030D-6E8A-4147-A177-3AD203B41FA5}">
                      <a16:colId xmlns:a16="http://schemas.microsoft.com/office/drawing/2014/main" val="20000"/>
                    </a:ext>
                  </a:extLst>
                </a:gridCol>
                <a:gridCol w="914796">
                  <a:extLst>
                    <a:ext uri="{9D8B030D-6E8A-4147-A177-3AD203B41FA5}">
                      <a16:colId xmlns:a16="http://schemas.microsoft.com/office/drawing/2014/main" val="20001"/>
                    </a:ext>
                  </a:extLst>
                </a:gridCol>
                <a:gridCol w="974215">
                  <a:extLst>
                    <a:ext uri="{9D8B030D-6E8A-4147-A177-3AD203B41FA5}">
                      <a16:colId xmlns:a16="http://schemas.microsoft.com/office/drawing/2014/main" val="20002"/>
                    </a:ext>
                  </a:extLst>
                </a:gridCol>
                <a:gridCol w="1010203">
                  <a:extLst>
                    <a:ext uri="{9D8B030D-6E8A-4147-A177-3AD203B41FA5}">
                      <a16:colId xmlns:a16="http://schemas.microsoft.com/office/drawing/2014/main" val="20003"/>
                    </a:ext>
                  </a:extLst>
                </a:gridCol>
                <a:gridCol w="867599">
                  <a:extLst>
                    <a:ext uri="{9D8B030D-6E8A-4147-A177-3AD203B41FA5}">
                      <a16:colId xmlns:a16="http://schemas.microsoft.com/office/drawing/2014/main" val="20004"/>
                    </a:ext>
                  </a:extLst>
                </a:gridCol>
                <a:gridCol w="860986">
                  <a:extLst>
                    <a:ext uri="{9D8B030D-6E8A-4147-A177-3AD203B41FA5}">
                      <a16:colId xmlns:a16="http://schemas.microsoft.com/office/drawing/2014/main" val="20005"/>
                    </a:ext>
                  </a:extLst>
                </a:gridCol>
                <a:gridCol w="781390">
                  <a:extLst>
                    <a:ext uri="{9D8B030D-6E8A-4147-A177-3AD203B41FA5}">
                      <a16:colId xmlns:a16="http://schemas.microsoft.com/office/drawing/2014/main" val="20006"/>
                    </a:ext>
                  </a:extLst>
                </a:gridCol>
              </a:tblGrid>
              <a:tr h="361994">
                <a:tc rowSpan="2">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r>
                        <a:rPr kumimoji="0" lang="zh-CN" altLang="en-US" sz="1500" b="0" i="0" u="none" strike="noStrike" cap="none" normalizeH="0" baseline="0">
                          <a:ln>
                            <a:noFill/>
                          </a:ln>
                          <a:solidFill>
                            <a:schemeClr val="tx1"/>
                          </a:solidFill>
                          <a:effectLst/>
                          <a:latin typeface="Times New Roman" panose="02020603050405020304" pitchFamily="18" charset="0"/>
                          <a:ea typeface="黑体" panose="02010609060101010101" pitchFamily="49" charset="-122"/>
                        </a:rPr>
                        <a:t>非 终</a:t>
                      </a:r>
                      <a:endParaRPr kumimoji="0" lang="en-US" altLang="zh-CN" sz="1500" b="0" i="0" u="none" strike="noStrike" cap="none" normalizeH="0" baseline="0">
                        <a:ln>
                          <a:noFill/>
                        </a:ln>
                        <a:solidFill>
                          <a:schemeClr val="tx1"/>
                        </a:solidFill>
                        <a:effectLst/>
                        <a:latin typeface="Times New Roman" panose="02020603050405020304" pitchFamily="18" charset="0"/>
                        <a:ea typeface="黑体" panose="02010609060101010101" pitchFamily="49" charset="-122"/>
                      </a:endParaRPr>
                    </a:p>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r>
                        <a:rPr kumimoji="0" lang="zh-CN" altLang="en-US" sz="1500" b="0" i="0" u="none" strike="noStrike" cap="none" normalizeH="0" baseline="0">
                          <a:ln>
                            <a:noFill/>
                          </a:ln>
                          <a:solidFill>
                            <a:schemeClr val="tx1"/>
                          </a:solidFill>
                          <a:effectLst/>
                          <a:latin typeface="Times New Roman" panose="02020603050405020304" pitchFamily="18" charset="0"/>
                          <a:ea typeface="黑体" panose="02010609060101010101" pitchFamily="49" charset="-122"/>
                        </a:rPr>
                        <a:t>结 符</a:t>
                      </a:r>
                    </a:p>
                  </a:txBody>
                  <a:tcPr marL="139781" marR="139781" marT="69890" marB="69890" anchor="ct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accent4">
                        <a:lumMod val="20000"/>
                        <a:lumOff val="80000"/>
                      </a:schemeClr>
                    </a:solidFill>
                  </a:tcPr>
                </a:tc>
                <a:tc gridSpan="6">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r>
                        <a:rPr kumimoji="0" lang="zh-CN" altLang="en-US" sz="1500" b="0" i="0" u="none" strike="noStrike" cap="none" normalizeH="0" baseline="0">
                          <a:ln>
                            <a:noFill/>
                          </a:ln>
                          <a:solidFill>
                            <a:schemeClr val="tx1"/>
                          </a:solidFill>
                          <a:effectLst/>
                          <a:latin typeface="Times New Roman" panose="02020603050405020304" pitchFamily="18" charset="0"/>
                          <a:ea typeface="黑体" panose="02010609060101010101" pitchFamily="49" charset="-122"/>
                        </a:rPr>
                        <a:t>输 入 符 号</a:t>
                      </a:r>
                    </a:p>
                  </a:txBody>
                  <a:tcPr marL="139781" marR="139781" marT="69890" marB="69890" anchor="ct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accent4">
                        <a:lumMod val="20000"/>
                        <a:lumOff val="80000"/>
                      </a:schemeClr>
                    </a:solidFill>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extLst>
                  <a:ext uri="{0D108BD9-81ED-4DB2-BD59-A6C34878D82A}">
                    <a16:rowId xmlns:a16="http://schemas.microsoft.com/office/drawing/2014/main" val="10000"/>
                  </a:ext>
                </a:extLst>
              </a:tr>
              <a:tr h="360042">
                <a:tc vMerge="1">
                  <a:txBody>
                    <a:bodyPr/>
                    <a:lstStyle/>
                    <a:p>
                      <a:endParaRPr lang="zh-CN" altLang="en-US"/>
                    </a:p>
                  </a:txBody>
                  <a:tcPr/>
                </a:tc>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r>
                        <a:rPr kumimoji="0" lang="en-US" altLang="zh-CN" sz="1500" b="1" i="0" u="none" strike="noStrike" cap="none" normalizeH="0" baseline="0">
                          <a:ln>
                            <a:noFill/>
                          </a:ln>
                          <a:solidFill>
                            <a:schemeClr val="tx1"/>
                          </a:solidFill>
                          <a:effectLst/>
                          <a:latin typeface="Times New Roman" panose="02020603050405020304" pitchFamily="18" charset="0"/>
                          <a:ea typeface="黑体" panose="02010609060101010101" pitchFamily="49" charset="-122"/>
                        </a:rPr>
                        <a:t>id</a:t>
                      </a:r>
                    </a:p>
                  </a:txBody>
                  <a:tcPr marL="46132" marR="46132" marT="24604" marB="24604"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accent4">
                        <a:lumMod val="20000"/>
                        <a:lumOff val="80000"/>
                      </a:schemeClr>
                    </a:solidFill>
                  </a:tcPr>
                </a:tc>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r>
                        <a:rPr kumimoji="0" lang="en-US" altLang="zh-CN" sz="1500" b="1" i="0" u="none" strike="noStrike" cap="none" normalizeH="0" baseline="0">
                          <a:ln>
                            <a:noFill/>
                          </a:ln>
                          <a:solidFill>
                            <a:schemeClr val="tx1"/>
                          </a:solidFill>
                          <a:effectLst/>
                          <a:latin typeface="Times New Roman" panose="02020603050405020304" pitchFamily="18" charset="0"/>
                          <a:ea typeface="黑体" panose="02010609060101010101" pitchFamily="49" charset="-122"/>
                        </a:rPr>
                        <a:t>+</a:t>
                      </a:r>
                    </a:p>
                  </a:txBody>
                  <a:tcPr marL="46132" marR="46132" marT="24604" marB="24604"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accent4">
                        <a:lumMod val="20000"/>
                        <a:lumOff val="80000"/>
                      </a:schemeClr>
                    </a:solidFill>
                  </a:tcPr>
                </a:tc>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r>
                        <a:rPr kumimoji="0" lang="en-US" altLang="zh-CN" sz="1500" b="1" i="0" u="none" strike="noStrike" cap="none" normalizeH="0" baseline="0">
                          <a:ln>
                            <a:noFill/>
                          </a:ln>
                          <a:solidFill>
                            <a:schemeClr val="tx1"/>
                          </a:solidFill>
                          <a:effectLst/>
                          <a:latin typeface="Times New Roman" panose="02020603050405020304" pitchFamily="18" charset="0"/>
                          <a:ea typeface="黑体" panose="02010609060101010101" pitchFamily="49" charset="-122"/>
                        </a:rPr>
                        <a:t>*</a:t>
                      </a:r>
                    </a:p>
                  </a:txBody>
                  <a:tcPr marL="46132" marR="46132" marT="24604" marB="24604"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accent4">
                        <a:lumMod val="20000"/>
                        <a:lumOff val="80000"/>
                      </a:schemeClr>
                    </a:solidFill>
                  </a:tcPr>
                </a:tc>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r>
                        <a:rPr kumimoji="0" lang="en-US" altLang="zh-CN" sz="1500" b="1" i="0" u="none" strike="noStrike" cap="none" normalizeH="0" baseline="0">
                          <a:ln>
                            <a:noFill/>
                          </a:ln>
                          <a:solidFill>
                            <a:schemeClr val="tx1"/>
                          </a:solidFill>
                          <a:effectLst/>
                          <a:latin typeface="Times New Roman" panose="02020603050405020304" pitchFamily="18" charset="0"/>
                          <a:ea typeface="黑体" panose="02010609060101010101" pitchFamily="49" charset="-122"/>
                        </a:rPr>
                        <a:t>(</a:t>
                      </a:r>
                    </a:p>
                  </a:txBody>
                  <a:tcPr marL="46132" marR="46132" marT="24604" marB="24604"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accent4">
                        <a:lumMod val="20000"/>
                        <a:lumOff val="80000"/>
                      </a:schemeClr>
                    </a:solidFill>
                  </a:tcPr>
                </a:tc>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r>
                        <a:rPr kumimoji="0" lang="en-US" altLang="zh-CN" sz="1500" b="1" i="0" u="none" strike="noStrike" cap="none" normalizeH="0" baseline="0">
                          <a:ln>
                            <a:noFill/>
                          </a:ln>
                          <a:solidFill>
                            <a:schemeClr val="tx1"/>
                          </a:solidFill>
                          <a:effectLst/>
                          <a:latin typeface="Times New Roman" panose="02020603050405020304" pitchFamily="18" charset="0"/>
                          <a:ea typeface="黑体" panose="02010609060101010101" pitchFamily="49" charset="-122"/>
                        </a:rPr>
                        <a:t>)</a:t>
                      </a:r>
                    </a:p>
                  </a:txBody>
                  <a:tcPr marL="46132" marR="46132" marT="24604" marB="24604"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accent4">
                        <a:lumMod val="20000"/>
                        <a:lumOff val="80000"/>
                      </a:schemeClr>
                    </a:solidFill>
                  </a:tcPr>
                </a:tc>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r>
                        <a:rPr kumimoji="0" lang="en-US" altLang="zh-CN" sz="1500" b="1" i="0" u="none" strike="noStrike" cap="none" normalizeH="0" baseline="0">
                          <a:ln>
                            <a:noFill/>
                          </a:ln>
                          <a:solidFill>
                            <a:schemeClr val="tx1"/>
                          </a:solidFill>
                          <a:effectLst/>
                          <a:latin typeface="Times New Roman" panose="02020603050405020304" pitchFamily="18" charset="0"/>
                          <a:ea typeface="黑体" panose="02010609060101010101" pitchFamily="49" charset="-122"/>
                        </a:rPr>
                        <a:t>$</a:t>
                      </a:r>
                    </a:p>
                  </a:txBody>
                  <a:tcPr marL="46132" marR="46132" marT="24604" marB="24604" anchor="ct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accent4">
                        <a:lumMod val="20000"/>
                        <a:lumOff val="80000"/>
                      </a:schemeClr>
                    </a:solidFill>
                  </a:tcPr>
                </a:tc>
                <a:extLst>
                  <a:ext uri="{0D108BD9-81ED-4DB2-BD59-A6C34878D82A}">
                    <a16:rowId xmlns:a16="http://schemas.microsoft.com/office/drawing/2014/main" val="10001"/>
                  </a:ext>
                </a:extLst>
              </a:tr>
              <a:tr h="361994">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r>
                        <a:rPr kumimoji="0" lang="en-US" altLang="zh-CN" sz="1500" b="1" i="1" u="none" strike="noStrike" cap="none" normalizeH="0" baseline="0">
                          <a:ln>
                            <a:noFill/>
                          </a:ln>
                          <a:solidFill>
                            <a:schemeClr val="tx1"/>
                          </a:solidFill>
                          <a:effectLst/>
                          <a:latin typeface="Times New Roman" panose="02020603050405020304" pitchFamily="18" charset="0"/>
                          <a:ea typeface="黑体" panose="02010609060101010101" pitchFamily="49" charset="-122"/>
                        </a:rPr>
                        <a:t>E</a:t>
                      </a:r>
                    </a:p>
                  </a:txBody>
                  <a:tcPr marL="46132" marR="46132" marT="24604" marB="24604" anchor="ct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accent4">
                        <a:lumMod val="20000"/>
                        <a:lumOff val="80000"/>
                      </a:schemeClr>
                    </a:solidFill>
                  </a:tcPr>
                </a:tc>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r>
                        <a:rPr kumimoji="0" lang="en-US" altLang="zh-CN" sz="1500" b="1" i="1" u="none" strike="noStrike" cap="none" normalizeH="0" baseline="0">
                          <a:ln>
                            <a:noFill/>
                          </a:ln>
                          <a:solidFill>
                            <a:schemeClr val="tx1"/>
                          </a:solidFill>
                          <a:effectLst/>
                          <a:latin typeface="Times New Roman" panose="02020603050405020304" pitchFamily="18" charset="0"/>
                          <a:ea typeface="黑体" panose="02010609060101010101" pitchFamily="49" charset="-122"/>
                        </a:rPr>
                        <a:t>E</a:t>
                      </a:r>
                      <a:r>
                        <a:rPr kumimoji="0" lang="en-US" altLang="zh-CN" sz="1500" b="1" i="0" u="none" strike="noStrike" cap="none" normalizeH="0" baseline="0">
                          <a:ln>
                            <a:noFill/>
                          </a:ln>
                          <a:solidFill>
                            <a:schemeClr val="tx1"/>
                          </a:solidFill>
                          <a:effectLst/>
                          <a:latin typeface="Times New Roman" panose="02020603050405020304" pitchFamily="18" charset="0"/>
                          <a:ea typeface="黑体" panose="02010609060101010101" pitchFamily="49" charset="-122"/>
                          <a:sym typeface="Symbol" panose="05050102010706020507" pitchFamily="18" charset="2"/>
                        </a:rPr>
                        <a:t></a:t>
                      </a:r>
                      <a:r>
                        <a:rPr kumimoji="0" lang="en-US" altLang="zh-CN" sz="1500" b="1" i="1" u="none" strike="noStrike" cap="none" normalizeH="0" baseline="0">
                          <a:ln>
                            <a:noFill/>
                          </a:ln>
                          <a:solidFill>
                            <a:schemeClr val="tx1"/>
                          </a:solidFill>
                          <a:effectLst/>
                          <a:latin typeface="Times New Roman" panose="02020603050405020304" pitchFamily="18" charset="0"/>
                          <a:ea typeface="黑体" panose="02010609060101010101" pitchFamily="49" charset="-122"/>
                          <a:sym typeface="Symbol" panose="05050102010706020507" pitchFamily="18" charset="2"/>
                        </a:rPr>
                        <a:t>TE</a:t>
                      </a:r>
                      <a:r>
                        <a:rPr kumimoji="0" lang="en-US" altLang="zh-CN" sz="1500" b="1" i="0" u="none" strike="noStrike" cap="none" normalizeH="0" baseline="0">
                          <a:ln>
                            <a:noFill/>
                          </a:ln>
                          <a:solidFill>
                            <a:schemeClr val="tx1"/>
                          </a:solidFill>
                          <a:effectLst/>
                          <a:latin typeface="Times New Roman" panose="02020603050405020304" pitchFamily="18" charset="0"/>
                          <a:ea typeface="黑体" panose="02010609060101010101" pitchFamily="49" charset="-122"/>
                          <a:sym typeface="Symbol" panose="05050102010706020507" pitchFamily="18" charset="2"/>
                        </a:rPr>
                        <a:t></a:t>
                      </a:r>
                    </a:p>
                  </a:txBody>
                  <a:tcPr marL="46132" marR="46132" marT="24604" marB="24604"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accent4">
                        <a:lumMod val="20000"/>
                        <a:lumOff val="80000"/>
                      </a:schemeClr>
                    </a:solidFill>
                  </a:tcPr>
                </a:tc>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endParaRPr kumimoji="0" lang="zh-CN" altLang="zh-CN" sz="1500" b="0" i="0" u="none" strike="noStrike" cap="none" normalizeH="0" baseline="0">
                        <a:ln>
                          <a:noFill/>
                        </a:ln>
                        <a:solidFill>
                          <a:schemeClr val="tx1"/>
                        </a:solidFill>
                        <a:effectLst/>
                        <a:latin typeface="Times New Roman" panose="02020603050405020304" pitchFamily="18" charset="0"/>
                        <a:ea typeface="黑体" panose="02010609060101010101" pitchFamily="49" charset="-122"/>
                      </a:endParaRPr>
                    </a:p>
                  </a:txBody>
                  <a:tcPr marL="46132" marR="46132" marT="24604" marB="24604"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accent4">
                        <a:lumMod val="20000"/>
                        <a:lumOff val="80000"/>
                      </a:schemeClr>
                    </a:solidFill>
                  </a:tcPr>
                </a:tc>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endParaRPr kumimoji="0" lang="zh-CN" altLang="zh-CN" sz="1500" b="0" i="0" u="none" strike="noStrike" cap="none" normalizeH="0" baseline="0">
                        <a:ln>
                          <a:noFill/>
                        </a:ln>
                        <a:solidFill>
                          <a:schemeClr val="tx1"/>
                        </a:solidFill>
                        <a:effectLst/>
                        <a:latin typeface="Times New Roman" panose="02020603050405020304" pitchFamily="18" charset="0"/>
                        <a:ea typeface="黑体" panose="02010609060101010101" pitchFamily="49" charset="-122"/>
                      </a:endParaRPr>
                    </a:p>
                  </a:txBody>
                  <a:tcPr marL="46132" marR="46132" marT="24604" marB="24604"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accent4">
                        <a:lumMod val="20000"/>
                        <a:lumOff val="80000"/>
                      </a:schemeClr>
                    </a:solidFill>
                  </a:tcPr>
                </a:tc>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r>
                        <a:rPr kumimoji="0" lang="en-US" altLang="zh-CN" sz="1500" b="1" i="1" u="none" strike="noStrike" cap="none" normalizeH="0" baseline="0">
                          <a:ln>
                            <a:noFill/>
                          </a:ln>
                          <a:solidFill>
                            <a:schemeClr val="tx1"/>
                          </a:solidFill>
                          <a:effectLst/>
                          <a:latin typeface="Times New Roman" panose="02020603050405020304" pitchFamily="18" charset="0"/>
                          <a:ea typeface="黑体" panose="02010609060101010101" pitchFamily="49" charset="-122"/>
                        </a:rPr>
                        <a:t>E</a:t>
                      </a:r>
                      <a:r>
                        <a:rPr kumimoji="0" lang="en-US" altLang="zh-CN" sz="1500" b="1" i="1" u="none" strike="noStrike" cap="none" normalizeH="0" baseline="0">
                          <a:ln>
                            <a:noFill/>
                          </a:ln>
                          <a:solidFill>
                            <a:schemeClr val="tx1"/>
                          </a:solidFill>
                          <a:effectLst/>
                          <a:latin typeface="Times New Roman" panose="02020603050405020304" pitchFamily="18" charset="0"/>
                          <a:ea typeface="黑体" panose="02010609060101010101" pitchFamily="49" charset="-122"/>
                          <a:sym typeface="Symbol" panose="05050102010706020507" pitchFamily="18" charset="2"/>
                        </a:rPr>
                        <a:t>TE</a:t>
                      </a:r>
                      <a:r>
                        <a:rPr kumimoji="0" lang="en-US" altLang="zh-CN" sz="1500" b="1" i="0" u="none" strike="noStrike" cap="none" normalizeH="0" baseline="0">
                          <a:ln>
                            <a:noFill/>
                          </a:ln>
                          <a:solidFill>
                            <a:schemeClr val="tx1"/>
                          </a:solidFill>
                          <a:effectLst/>
                          <a:latin typeface="Times New Roman" panose="02020603050405020304" pitchFamily="18" charset="0"/>
                          <a:ea typeface="黑体" panose="02010609060101010101" pitchFamily="49" charset="-122"/>
                          <a:sym typeface="Symbol" panose="05050102010706020507" pitchFamily="18" charset="2"/>
                        </a:rPr>
                        <a:t></a:t>
                      </a:r>
                    </a:p>
                  </a:txBody>
                  <a:tcPr marL="46132" marR="46132" marT="24604" marB="24604"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accent4">
                        <a:lumMod val="20000"/>
                        <a:lumOff val="80000"/>
                      </a:schemeClr>
                    </a:solidFill>
                  </a:tcPr>
                </a:tc>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endParaRPr kumimoji="0" lang="zh-CN" altLang="zh-CN" sz="1500" b="0" i="0" u="none" strike="noStrike" cap="none" normalizeH="0" baseline="0">
                        <a:ln>
                          <a:noFill/>
                        </a:ln>
                        <a:solidFill>
                          <a:schemeClr val="tx1"/>
                        </a:solidFill>
                        <a:effectLst/>
                        <a:latin typeface="Times New Roman" panose="02020603050405020304" pitchFamily="18" charset="0"/>
                        <a:ea typeface="黑体" panose="02010609060101010101" pitchFamily="49" charset="-122"/>
                      </a:endParaRPr>
                    </a:p>
                  </a:txBody>
                  <a:tcPr marL="46132" marR="46132" marT="24604" marB="24604"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accent4">
                        <a:lumMod val="20000"/>
                        <a:lumOff val="80000"/>
                      </a:schemeClr>
                    </a:solidFill>
                  </a:tcPr>
                </a:tc>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endParaRPr kumimoji="0" lang="zh-CN" altLang="zh-CN" sz="1500" b="0" i="0" u="none" strike="noStrike" cap="none" normalizeH="0" baseline="0">
                        <a:ln>
                          <a:noFill/>
                        </a:ln>
                        <a:solidFill>
                          <a:schemeClr val="tx1"/>
                        </a:solidFill>
                        <a:effectLst/>
                        <a:latin typeface="Times New Roman" panose="02020603050405020304" pitchFamily="18" charset="0"/>
                        <a:ea typeface="黑体" panose="02010609060101010101" pitchFamily="49" charset="-122"/>
                      </a:endParaRPr>
                    </a:p>
                  </a:txBody>
                  <a:tcPr marL="46132" marR="46132" marT="24604" marB="24604" anchor="ct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accent4">
                        <a:lumMod val="20000"/>
                        <a:lumOff val="80000"/>
                      </a:schemeClr>
                    </a:solidFill>
                  </a:tcPr>
                </a:tc>
                <a:extLst>
                  <a:ext uri="{0D108BD9-81ED-4DB2-BD59-A6C34878D82A}">
                    <a16:rowId xmlns:a16="http://schemas.microsoft.com/office/drawing/2014/main" val="10002"/>
                  </a:ext>
                </a:extLst>
              </a:tr>
              <a:tr h="361018">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r>
                        <a:rPr kumimoji="0" lang="en-US" altLang="zh-CN" sz="1500" b="1" i="1" u="none" strike="noStrike" cap="none" normalizeH="0" baseline="0">
                          <a:ln>
                            <a:noFill/>
                          </a:ln>
                          <a:solidFill>
                            <a:schemeClr val="tx1"/>
                          </a:solidFill>
                          <a:effectLst/>
                          <a:latin typeface="Times New Roman" panose="02020603050405020304" pitchFamily="18" charset="0"/>
                          <a:ea typeface="黑体" panose="02010609060101010101" pitchFamily="49" charset="-122"/>
                        </a:rPr>
                        <a:t>E </a:t>
                      </a:r>
                      <a:r>
                        <a:rPr kumimoji="0" lang="en-US" altLang="zh-CN" sz="1500" b="1" i="0" u="none" strike="noStrike" cap="none" normalizeH="0" baseline="0">
                          <a:ln>
                            <a:noFill/>
                          </a:ln>
                          <a:solidFill>
                            <a:schemeClr val="tx1"/>
                          </a:solidFill>
                          <a:effectLst/>
                          <a:latin typeface="Times New Roman" panose="02020603050405020304" pitchFamily="18" charset="0"/>
                          <a:ea typeface="黑体" panose="02010609060101010101" pitchFamily="49" charset="-122"/>
                          <a:sym typeface="Symbol" panose="05050102010706020507" pitchFamily="18" charset="2"/>
                        </a:rPr>
                        <a:t></a:t>
                      </a:r>
                    </a:p>
                  </a:txBody>
                  <a:tcPr marL="46132" marR="46132" marT="24604" marB="24604" anchor="ct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accent4">
                        <a:lumMod val="20000"/>
                        <a:lumOff val="80000"/>
                      </a:schemeClr>
                    </a:solidFill>
                  </a:tcPr>
                </a:tc>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endParaRPr kumimoji="0" lang="zh-CN" altLang="zh-CN" sz="1500" b="0" i="0" u="none" strike="noStrike" cap="none" normalizeH="0" baseline="0">
                        <a:ln>
                          <a:noFill/>
                        </a:ln>
                        <a:solidFill>
                          <a:schemeClr val="tx1"/>
                        </a:solidFill>
                        <a:effectLst/>
                        <a:latin typeface="Times New Roman" panose="02020603050405020304" pitchFamily="18" charset="0"/>
                        <a:ea typeface="黑体" panose="02010609060101010101" pitchFamily="49" charset="-122"/>
                      </a:endParaRPr>
                    </a:p>
                  </a:txBody>
                  <a:tcPr marL="46132" marR="46132" marT="24604" marB="24604"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accent4">
                        <a:lumMod val="20000"/>
                        <a:lumOff val="80000"/>
                      </a:schemeClr>
                    </a:solidFill>
                  </a:tcPr>
                </a:tc>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r>
                        <a:rPr kumimoji="0" lang="en-US" altLang="zh-CN" sz="1500" b="1" i="1" u="none" strike="noStrike" cap="none" normalizeH="0" baseline="0">
                          <a:ln>
                            <a:noFill/>
                          </a:ln>
                          <a:solidFill>
                            <a:schemeClr val="tx1"/>
                          </a:solidFill>
                          <a:effectLst/>
                          <a:latin typeface="Times New Roman" panose="02020603050405020304" pitchFamily="18" charset="0"/>
                          <a:ea typeface="黑体" panose="02010609060101010101" pitchFamily="49" charset="-122"/>
                        </a:rPr>
                        <a:t>E</a:t>
                      </a:r>
                      <a:r>
                        <a:rPr kumimoji="0" lang="en-US" altLang="zh-CN" sz="1500" b="1" i="0" u="none" strike="noStrike" cap="none" normalizeH="0" baseline="0">
                          <a:ln>
                            <a:noFill/>
                          </a:ln>
                          <a:solidFill>
                            <a:schemeClr val="tx1"/>
                          </a:solidFill>
                          <a:effectLst/>
                          <a:latin typeface="Times New Roman" panose="02020603050405020304" pitchFamily="18" charset="0"/>
                          <a:ea typeface="黑体" panose="02010609060101010101" pitchFamily="49" charset="-122"/>
                          <a:sym typeface="Symbol" panose="05050102010706020507" pitchFamily="18" charset="2"/>
                        </a:rPr>
                        <a:t>+</a:t>
                      </a:r>
                      <a:r>
                        <a:rPr kumimoji="0" lang="en-US" altLang="zh-CN" sz="1500" b="1" i="1" u="none" strike="noStrike" cap="none" normalizeH="0" baseline="0">
                          <a:ln>
                            <a:noFill/>
                          </a:ln>
                          <a:solidFill>
                            <a:schemeClr val="tx1"/>
                          </a:solidFill>
                          <a:effectLst/>
                          <a:latin typeface="Times New Roman" panose="02020603050405020304" pitchFamily="18" charset="0"/>
                          <a:ea typeface="黑体" panose="02010609060101010101" pitchFamily="49" charset="-122"/>
                          <a:sym typeface="Symbol" panose="05050102010706020507" pitchFamily="18" charset="2"/>
                        </a:rPr>
                        <a:t>TE</a:t>
                      </a:r>
                      <a:r>
                        <a:rPr kumimoji="0" lang="en-US" altLang="zh-CN" sz="1500" b="1" i="0" u="none" strike="noStrike" cap="none" normalizeH="0" baseline="0">
                          <a:ln>
                            <a:noFill/>
                          </a:ln>
                          <a:solidFill>
                            <a:schemeClr val="tx1"/>
                          </a:solidFill>
                          <a:effectLst/>
                          <a:latin typeface="Times New Roman" panose="02020603050405020304" pitchFamily="18" charset="0"/>
                          <a:ea typeface="黑体" panose="02010609060101010101" pitchFamily="49" charset="-122"/>
                          <a:sym typeface="Symbol" panose="05050102010706020507" pitchFamily="18" charset="2"/>
                        </a:rPr>
                        <a:t></a:t>
                      </a:r>
                    </a:p>
                  </a:txBody>
                  <a:tcPr marL="46132" marR="46132" marT="24604" marB="24604"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accent4">
                        <a:lumMod val="20000"/>
                        <a:lumOff val="80000"/>
                      </a:schemeClr>
                    </a:solidFill>
                  </a:tcPr>
                </a:tc>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endParaRPr kumimoji="0" lang="zh-CN" altLang="zh-CN" sz="1500" b="0" i="0" u="none" strike="noStrike" cap="none" normalizeH="0" baseline="0">
                        <a:ln>
                          <a:noFill/>
                        </a:ln>
                        <a:solidFill>
                          <a:schemeClr val="tx1"/>
                        </a:solidFill>
                        <a:effectLst/>
                        <a:latin typeface="Times New Roman" panose="02020603050405020304" pitchFamily="18" charset="0"/>
                        <a:ea typeface="黑体" panose="02010609060101010101" pitchFamily="49" charset="-122"/>
                      </a:endParaRPr>
                    </a:p>
                  </a:txBody>
                  <a:tcPr marL="46132" marR="46132" marT="24604" marB="24604"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accent4">
                        <a:lumMod val="20000"/>
                        <a:lumOff val="80000"/>
                      </a:schemeClr>
                    </a:solidFill>
                  </a:tcPr>
                </a:tc>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endParaRPr kumimoji="0" lang="zh-CN" altLang="zh-CN" sz="1500" b="0" i="0" u="none" strike="noStrike" cap="none" normalizeH="0" baseline="0">
                        <a:ln>
                          <a:noFill/>
                        </a:ln>
                        <a:solidFill>
                          <a:schemeClr val="tx1"/>
                        </a:solidFill>
                        <a:effectLst/>
                        <a:latin typeface="Times New Roman" panose="02020603050405020304" pitchFamily="18" charset="0"/>
                        <a:ea typeface="黑体" panose="02010609060101010101" pitchFamily="49" charset="-122"/>
                      </a:endParaRPr>
                    </a:p>
                  </a:txBody>
                  <a:tcPr marL="46132" marR="46132" marT="24604" marB="24604"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accent4">
                        <a:lumMod val="20000"/>
                        <a:lumOff val="80000"/>
                      </a:schemeClr>
                    </a:solidFill>
                  </a:tcPr>
                </a:tc>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r>
                        <a:rPr kumimoji="0" lang="en-US" altLang="zh-CN" sz="1500" b="1" i="1" u="none" strike="noStrike" cap="none" normalizeH="0" baseline="0">
                          <a:ln>
                            <a:noFill/>
                          </a:ln>
                          <a:solidFill>
                            <a:schemeClr val="tx1"/>
                          </a:solidFill>
                          <a:effectLst/>
                          <a:latin typeface="Times New Roman" panose="02020603050405020304" pitchFamily="18" charset="0"/>
                          <a:ea typeface="黑体" panose="02010609060101010101" pitchFamily="49" charset="-122"/>
                        </a:rPr>
                        <a:t>E</a:t>
                      </a:r>
                      <a:r>
                        <a:rPr kumimoji="0" lang="en-US" altLang="zh-CN" sz="1700" b="1" i="0" u="none" strike="noStrike" cap="none" normalizeH="0" baseline="0">
                          <a:ln>
                            <a:noFill/>
                          </a:ln>
                          <a:solidFill>
                            <a:schemeClr val="tx1"/>
                          </a:solidFill>
                          <a:effectLst/>
                          <a:latin typeface="Times New Roman" panose="02020603050405020304" pitchFamily="18" charset="0"/>
                          <a:ea typeface="黑体" panose="02010609060101010101" pitchFamily="49" charset="-122"/>
                          <a:sym typeface="Symbol" panose="05050102010706020507" pitchFamily="18" charset="2"/>
                        </a:rPr>
                        <a:t></a:t>
                      </a:r>
                    </a:p>
                  </a:txBody>
                  <a:tcPr marL="46132" marR="46132" marT="24604" marB="24604"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accent4">
                        <a:lumMod val="20000"/>
                        <a:lumOff val="80000"/>
                      </a:schemeClr>
                    </a:solidFill>
                  </a:tcPr>
                </a:tc>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r>
                        <a:rPr kumimoji="0" lang="en-US" altLang="zh-CN" sz="1500" b="1" i="1" u="none" strike="noStrike" cap="none" normalizeH="0" baseline="0">
                          <a:ln>
                            <a:noFill/>
                          </a:ln>
                          <a:solidFill>
                            <a:schemeClr val="tx1"/>
                          </a:solidFill>
                          <a:effectLst/>
                          <a:latin typeface="Times New Roman" panose="02020603050405020304" pitchFamily="18" charset="0"/>
                          <a:ea typeface="黑体" panose="02010609060101010101" pitchFamily="49" charset="-122"/>
                        </a:rPr>
                        <a:t>E</a:t>
                      </a:r>
                      <a:r>
                        <a:rPr kumimoji="0" lang="en-US" altLang="zh-CN" sz="1700" b="1" i="0" u="none" strike="noStrike" cap="none" normalizeH="0" baseline="0">
                          <a:ln>
                            <a:noFill/>
                          </a:ln>
                          <a:solidFill>
                            <a:schemeClr val="tx1"/>
                          </a:solidFill>
                          <a:effectLst/>
                          <a:latin typeface="Times New Roman" panose="02020603050405020304" pitchFamily="18" charset="0"/>
                          <a:ea typeface="黑体" panose="02010609060101010101" pitchFamily="49" charset="-122"/>
                          <a:sym typeface="Symbol" panose="05050102010706020507" pitchFamily="18" charset="2"/>
                        </a:rPr>
                        <a:t></a:t>
                      </a:r>
                    </a:p>
                  </a:txBody>
                  <a:tcPr marL="46132" marR="46132" marT="24604" marB="24604" anchor="ct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accent4">
                        <a:lumMod val="20000"/>
                        <a:lumOff val="80000"/>
                      </a:schemeClr>
                    </a:solidFill>
                  </a:tcPr>
                </a:tc>
                <a:extLst>
                  <a:ext uri="{0D108BD9-81ED-4DB2-BD59-A6C34878D82A}">
                    <a16:rowId xmlns:a16="http://schemas.microsoft.com/office/drawing/2014/main" val="10003"/>
                  </a:ext>
                </a:extLst>
              </a:tr>
              <a:tr h="361994">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r>
                        <a:rPr kumimoji="0" lang="en-US" altLang="zh-CN" sz="1500" b="1" i="1" u="none" strike="noStrike" cap="none" normalizeH="0" baseline="0">
                          <a:ln>
                            <a:noFill/>
                          </a:ln>
                          <a:solidFill>
                            <a:schemeClr val="tx1"/>
                          </a:solidFill>
                          <a:effectLst/>
                          <a:latin typeface="Times New Roman" panose="02020603050405020304" pitchFamily="18" charset="0"/>
                          <a:ea typeface="黑体" panose="02010609060101010101" pitchFamily="49" charset="-122"/>
                        </a:rPr>
                        <a:t>T</a:t>
                      </a:r>
                    </a:p>
                  </a:txBody>
                  <a:tcPr marL="46132" marR="46132" marT="24604" marB="24604" anchor="ct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accent4">
                        <a:lumMod val="20000"/>
                        <a:lumOff val="80000"/>
                      </a:schemeClr>
                    </a:solidFill>
                  </a:tcPr>
                </a:tc>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r>
                        <a:rPr kumimoji="0" lang="en-US" altLang="zh-CN" sz="1500" b="1" i="1" u="none" strike="noStrike" cap="none" normalizeH="0" baseline="0">
                          <a:ln>
                            <a:noFill/>
                          </a:ln>
                          <a:solidFill>
                            <a:schemeClr val="tx1"/>
                          </a:solidFill>
                          <a:effectLst/>
                          <a:latin typeface="Times New Roman" panose="02020603050405020304" pitchFamily="18" charset="0"/>
                          <a:ea typeface="黑体" panose="02010609060101010101" pitchFamily="49" charset="-122"/>
                        </a:rPr>
                        <a:t>T</a:t>
                      </a:r>
                      <a:r>
                        <a:rPr kumimoji="0" lang="en-US" altLang="zh-CN" sz="1500" b="1" i="0" u="none" strike="noStrike" cap="none" normalizeH="0" baseline="0">
                          <a:ln>
                            <a:noFill/>
                          </a:ln>
                          <a:solidFill>
                            <a:schemeClr val="tx1"/>
                          </a:solidFill>
                          <a:effectLst/>
                          <a:latin typeface="Times New Roman" panose="02020603050405020304" pitchFamily="18" charset="0"/>
                          <a:ea typeface="黑体" panose="02010609060101010101" pitchFamily="49" charset="-122"/>
                          <a:sym typeface="Symbol" panose="05050102010706020507" pitchFamily="18" charset="2"/>
                        </a:rPr>
                        <a:t></a:t>
                      </a:r>
                      <a:r>
                        <a:rPr kumimoji="0" lang="en-US" altLang="zh-CN" sz="1500" b="1" i="1" u="none" strike="noStrike" cap="none" normalizeH="0" baseline="0">
                          <a:ln>
                            <a:noFill/>
                          </a:ln>
                          <a:solidFill>
                            <a:schemeClr val="tx1"/>
                          </a:solidFill>
                          <a:effectLst/>
                          <a:latin typeface="Times New Roman" panose="02020603050405020304" pitchFamily="18" charset="0"/>
                          <a:ea typeface="黑体" panose="02010609060101010101" pitchFamily="49" charset="-122"/>
                          <a:sym typeface="Symbol" panose="05050102010706020507" pitchFamily="18" charset="2"/>
                        </a:rPr>
                        <a:t>FT </a:t>
                      </a:r>
                      <a:r>
                        <a:rPr kumimoji="0" lang="en-US" altLang="zh-CN" sz="1700" b="1" i="0" u="none" strike="noStrike" cap="none" normalizeH="0" baseline="0">
                          <a:ln>
                            <a:noFill/>
                          </a:ln>
                          <a:solidFill>
                            <a:schemeClr val="tx1"/>
                          </a:solidFill>
                          <a:effectLst/>
                          <a:latin typeface="Times New Roman" panose="02020603050405020304" pitchFamily="18" charset="0"/>
                          <a:ea typeface="黑体" panose="02010609060101010101" pitchFamily="49" charset="-122"/>
                          <a:sym typeface="Symbol" panose="05050102010706020507" pitchFamily="18" charset="2"/>
                        </a:rPr>
                        <a:t></a:t>
                      </a:r>
                    </a:p>
                  </a:txBody>
                  <a:tcPr marL="46132" marR="46132" marT="24604" marB="24604"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accent4">
                        <a:lumMod val="20000"/>
                        <a:lumOff val="80000"/>
                      </a:schemeClr>
                    </a:solidFill>
                  </a:tcPr>
                </a:tc>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endParaRPr kumimoji="0" lang="zh-CN" altLang="zh-CN" sz="1500" b="0" i="0" u="none" strike="noStrike" cap="none" normalizeH="0" baseline="0">
                        <a:ln>
                          <a:noFill/>
                        </a:ln>
                        <a:solidFill>
                          <a:schemeClr val="tx1"/>
                        </a:solidFill>
                        <a:effectLst/>
                        <a:latin typeface="Times New Roman" panose="02020603050405020304" pitchFamily="18" charset="0"/>
                        <a:ea typeface="黑体" panose="02010609060101010101" pitchFamily="49" charset="-122"/>
                      </a:endParaRPr>
                    </a:p>
                  </a:txBody>
                  <a:tcPr marL="46132" marR="46132" marT="24604" marB="24604"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accent4">
                        <a:lumMod val="20000"/>
                        <a:lumOff val="80000"/>
                      </a:schemeClr>
                    </a:solidFill>
                  </a:tcPr>
                </a:tc>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endParaRPr kumimoji="0" lang="zh-CN" altLang="zh-CN" sz="1500" b="0" i="0" u="none" strike="noStrike" cap="none" normalizeH="0" baseline="0">
                        <a:ln>
                          <a:noFill/>
                        </a:ln>
                        <a:solidFill>
                          <a:schemeClr val="tx1"/>
                        </a:solidFill>
                        <a:effectLst/>
                        <a:latin typeface="Times New Roman" panose="02020603050405020304" pitchFamily="18" charset="0"/>
                        <a:ea typeface="黑体" panose="02010609060101010101" pitchFamily="49" charset="-122"/>
                      </a:endParaRPr>
                    </a:p>
                  </a:txBody>
                  <a:tcPr marL="46132" marR="46132" marT="24604" marB="24604"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accent4">
                        <a:lumMod val="20000"/>
                        <a:lumOff val="80000"/>
                      </a:schemeClr>
                    </a:solidFill>
                  </a:tcPr>
                </a:tc>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r>
                        <a:rPr kumimoji="0" lang="en-US" altLang="zh-CN" sz="1500" b="1" i="1" u="none" strike="noStrike" cap="none" normalizeH="0" baseline="0">
                          <a:ln>
                            <a:noFill/>
                          </a:ln>
                          <a:solidFill>
                            <a:schemeClr val="tx1"/>
                          </a:solidFill>
                          <a:effectLst/>
                          <a:latin typeface="Times New Roman" panose="02020603050405020304" pitchFamily="18" charset="0"/>
                          <a:ea typeface="黑体" panose="02010609060101010101" pitchFamily="49" charset="-122"/>
                        </a:rPr>
                        <a:t>T</a:t>
                      </a:r>
                      <a:r>
                        <a:rPr kumimoji="0" lang="en-US" altLang="zh-CN" sz="1500" b="1" i="0" u="none" strike="noStrike" cap="none" normalizeH="0" baseline="0">
                          <a:ln>
                            <a:noFill/>
                          </a:ln>
                          <a:solidFill>
                            <a:schemeClr val="tx1"/>
                          </a:solidFill>
                          <a:effectLst/>
                          <a:latin typeface="Times New Roman" panose="02020603050405020304" pitchFamily="18" charset="0"/>
                          <a:ea typeface="黑体" panose="02010609060101010101" pitchFamily="49" charset="-122"/>
                          <a:sym typeface="Symbol" panose="05050102010706020507" pitchFamily="18" charset="2"/>
                        </a:rPr>
                        <a:t></a:t>
                      </a:r>
                      <a:r>
                        <a:rPr kumimoji="0" lang="en-US" altLang="zh-CN" sz="1500" b="1" i="1" u="none" strike="noStrike" cap="none" normalizeH="0" baseline="0">
                          <a:ln>
                            <a:noFill/>
                          </a:ln>
                          <a:solidFill>
                            <a:schemeClr val="tx1"/>
                          </a:solidFill>
                          <a:effectLst/>
                          <a:latin typeface="Times New Roman" panose="02020603050405020304" pitchFamily="18" charset="0"/>
                          <a:ea typeface="黑体" panose="02010609060101010101" pitchFamily="49" charset="-122"/>
                          <a:sym typeface="Symbol" panose="05050102010706020507" pitchFamily="18" charset="2"/>
                        </a:rPr>
                        <a:t>FT </a:t>
                      </a:r>
                      <a:r>
                        <a:rPr kumimoji="0" lang="en-US" altLang="zh-CN" sz="1700" b="1" i="0" u="none" strike="noStrike" cap="none" normalizeH="0" baseline="0">
                          <a:ln>
                            <a:noFill/>
                          </a:ln>
                          <a:solidFill>
                            <a:schemeClr val="tx1"/>
                          </a:solidFill>
                          <a:effectLst/>
                          <a:latin typeface="Times New Roman" panose="02020603050405020304" pitchFamily="18" charset="0"/>
                          <a:ea typeface="黑体" panose="02010609060101010101" pitchFamily="49" charset="-122"/>
                          <a:sym typeface="Symbol" panose="05050102010706020507" pitchFamily="18" charset="2"/>
                        </a:rPr>
                        <a:t></a:t>
                      </a:r>
                    </a:p>
                  </a:txBody>
                  <a:tcPr marL="46132" marR="46132" marT="24604" marB="24604"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accent4">
                        <a:lumMod val="20000"/>
                        <a:lumOff val="80000"/>
                      </a:schemeClr>
                    </a:solidFill>
                  </a:tcPr>
                </a:tc>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endParaRPr kumimoji="0" lang="zh-CN" altLang="zh-CN" sz="1500" b="0" i="0" u="none" strike="noStrike" cap="none" normalizeH="0" baseline="0">
                        <a:ln>
                          <a:noFill/>
                        </a:ln>
                        <a:solidFill>
                          <a:schemeClr val="tx1"/>
                        </a:solidFill>
                        <a:effectLst/>
                        <a:latin typeface="Times New Roman" panose="02020603050405020304" pitchFamily="18" charset="0"/>
                        <a:ea typeface="黑体" panose="02010609060101010101" pitchFamily="49" charset="-122"/>
                      </a:endParaRPr>
                    </a:p>
                  </a:txBody>
                  <a:tcPr marL="46132" marR="46132" marT="24604" marB="24604"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accent4">
                        <a:lumMod val="20000"/>
                        <a:lumOff val="80000"/>
                      </a:schemeClr>
                    </a:solidFill>
                  </a:tcPr>
                </a:tc>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endParaRPr kumimoji="0" lang="zh-CN" altLang="zh-CN" sz="1500" b="0" i="0" u="none" strike="noStrike" cap="none" normalizeH="0" baseline="0">
                        <a:ln>
                          <a:noFill/>
                        </a:ln>
                        <a:solidFill>
                          <a:schemeClr val="tx1"/>
                        </a:solidFill>
                        <a:effectLst/>
                        <a:latin typeface="Times New Roman" panose="02020603050405020304" pitchFamily="18" charset="0"/>
                        <a:ea typeface="黑体" panose="02010609060101010101" pitchFamily="49" charset="-122"/>
                      </a:endParaRPr>
                    </a:p>
                  </a:txBody>
                  <a:tcPr marL="46132" marR="46132" marT="24604" marB="24604" anchor="ct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accent4">
                        <a:lumMod val="20000"/>
                        <a:lumOff val="80000"/>
                      </a:schemeClr>
                    </a:solidFill>
                  </a:tcPr>
                </a:tc>
                <a:extLst>
                  <a:ext uri="{0D108BD9-81ED-4DB2-BD59-A6C34878D82A}">
                    <a16:rowId xmlns:a16="http://schemas.microsoft.com/office/drawing/2014/main" val="10004"/>
                  </a:ext>
                </a:extLst>
              </a:tr>
              <a:tr h="360042">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r>
                        <a:rPr kumimoji="0" lang="en-US" altLang="zh-CN" sz="1500" b="1" i="1" u="none" strike="noStrike" cap="none" normalizeH="0" baseline="0">
                          <a:ln>
                            <a:noFill/>
                          </a:ln>
                          <a:solidFill>
                            <a:schemeClr val="tx1"/>
                          </a:solidFill>
                          <a:effectLst/>
                          <a:latin typeface="Times New Roman" panose="02020603050405020304" pitchFamily="18" charset="0"/>
                          <a:ea typeface="黑体" panose="02010609060101010101" pitchFamily="49" charset="-122"/>
                        </a:rPr>
                        <a:t>T </a:t>
                      </a:r>
                      <a:r>
                        <a:rPr kumimoji="0" lang="en-US" altLang="zh-CN" sz="1500" b="1" i="0" u="none" strike="noStrike" cap="none" normalizeH="0" baseline="0">
                          <a:ln>
                            <a:noFill/>
                          </a:ln>
                          <a:solidFill>
                            <a:schemeClr val="tx1"/>
                          </a:solidFill>
                          <a:effectLst/>
                          <a:latin typeface="Times New Roman" panose="02020603050405020304" pitchFamily="18" charset="0"/>
                          <a:ea typeface="黑体" panose="02010609060101010101" pitchFamily="49" charset="-122"/>
                          <a:sym typeface="Symbol" panose="05050102010706020507" pitchFamily="18" charset="2"/>
                        </a:rPr>
                        <a:t></a:t>
                      </a:r>
                    </a:p>
                  </a:txBody>
                  <a:tcPr marL="46132" marR="46132" marT="24604" marB="24604" anchor="ct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accent4">
                        <a:lumMod val="20000"/>
                        <a:lumOff val="80000"/>
                      </a:schemeClr>
                    </a:solidFill>
                  </a:tcPr>
                </a:tc>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endParaRPr kumimoji="0" lang="zh-CN" altLang="zh-CN" sz="1500" b="0" i="0" u="none" strike="noStrike" cap="none" normalizeH="0" baseline="0">
                        <a:ln>
                          <a:noFill/>
                        </a:ln>
                        <a:solidFill>
                          <a:schemeClr val="tx1"/>
                        </a:solidFill>
                        <a:effectLst/>
                        <a:latin typeface="Times New Roman" panose="02020603050405020304" pitchFamily="18" charset="0"/>
                        <a:ea typeface="黑体" panose="02010609060101010101" pitchFamily="49" charset="-122"/>
                      </a:endParaRPr>
                    </a:p>
                  </a:txBody>
                  <a:tcPr marL="46132" marR="46132" marT="24604" marB="24604"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accent4">
                        <a:lumMod val="20000"/>
                        <a:lumOff val="80000"/>
                      </a:schemeClr>
                    </a:solidFill>
                  </a:tcPr>
                </a:tc>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r>
                        <a:rPr kumimoji="0" lang="en-US" altLang="zh-CN" sz="1500" b="1" i="1" u="none" strike="noStrike" cap="none" normalizeH="0" baseline="0">
                          <a:ln>
                            <a:noFill/>
                          </a:ln>
                          <a:solidFill>
                            <a:schemeClr val="tx1"/>
                          </a:solidFill>
                          <a:effectLst/>
                          <a:latin typeface="Times New Roman" panose="02020603050405020304" pitchFamily="18" charset="0"/>
                          <a:ea typeface="黑体" panose="02010609060101010101" pitchFamily="49" charset="-122"/>
                        </a:rPr>
                        <a:t>T </a:t>
                      </a:r>
                      <a:r>
                        <a:rPr kumimoji="0" lang="en-US" altLang="zh-CN" sz="1500" b="1" i="0" u="none" strike="noStrike" cap="none" normalizeH="0" baseline="0">
                          <a:ln>
                            <a:noFill/>
                          </a:ln>
                          <a:solidFill>
                            <a:schemeClr val="tx1"/>
                          </a:solidFill>
                          <a:effectLst/>
                          <a:latin typeface="Times New Roman" panose="02020603050405020304" pitchFamily="18" charset="0"/>
                          <a:ea typeface="黑体" panose="02010609060101010101" pitchFamily="49" charset="-122"/>
                          <a:sym typeface="Symbol" panose="05050102010706020507" pitchFamily="18" charset="2"/>
                        </a:rPr>
                        <a:t></a:t>
                      </a:r>
                    </a:p>
                  </a:txBody>
                  <a:tcPr marL="46132" marR="46132" marT="24604" marB="24604"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accent4">
                        <a:lumMod val="20000"/>
                        <a:lumOff val="80000"/>
                      </a:schemeClr>
                    </a:solidFill>
                  </a:tcPr>
                </a:tc>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r>
                        <a:rPr kumimoji="0" lang="en-US" altLang="zh-CN" sz="1500" b="1" i="1" u="none" strike="noStrike" cap="none" normalizeH="0" baseline="0">
                          <a:ln>
                            <a:noFill/>
                          </a:ln>
                          <a:solidFill>
                            <a:schemeClr val="tx1"/>
                          </a:solidFill>
                          <a:effectLst/>
                          <a:latin typeface="Times New Roman" panose="02020603050405020304" pitchFamily="18" charset="0"/>
                          <a:ea typeface="黑体" panose="02010609060101010101" pitchFamily="49" charset="-122"/>
                        </a:rPr>
                        <a:t>T</a:t>
                      </a:r>
                      <a:r>
                        <a:rPr kumimoji="0" lang="en-US" altLang="zh-CN" sz="1500" b="1" i="0" u="none" strike="noStrike" cap="none" normalizeH="0" baseline="0">
                          <a:ln>
                            <a:noFill/>
                          </a:ln>
                          <a:solidFill>
                            <a:schemeClr val="tx1"/>
                          </a:solidFill>
                          <a:effectLst/>
                          <a:latin typeface="Times New Roman" panose="02020603050405020304" pitchFamily="18" charset="0"/>
                          <a:ea typeface="黑体" panose="02010609060101010101" pitchFamily="49" charset="-122"/>
                          <a:sym typeface="Symbol" panose="05050102010706020507" pitchFamily="18" charset="2"/>
                        </a:rPr>
                        <a:t>*</a:t>
                      </a:r>
                      <a:r>
                        <a:rPr kumimoji="0" lang="en-US" altLang="zh-CN" sz="1500" b="1" i="1" u="none" strike="noStrike" cap="none" normalizeH="0" baseline="0">
                          <a:ln>
                            <a:noFill/>
                          </a:ln>
                          <a:solidFill>
                            <a:schemeClr val="tx1"/>
                          </a:solidFill>
                          <a:effectLst/>
                          <a:latin typeface="Times New Roman" panose="02020603050405020304" pitchFamily="18" charset="0"/>
                          <a:ea typeface="黑体" panose="02010609060101010101" pitchFamily="49" charset="-122"/>
                          <a:sym typeface="Symbol" panose="05050102010706020507" pitchFamily="18" charset="2"/>
                        </a:rPr>
                        <a:t>FT </a:t>
                      </a:r>
                      <a:r>
                        <a:rPr kumimoji="0" lang="en-US" altLang="zh-CN" sz="1500" b="1" i="0" u="none" strike="noStrike" cap="none" normalizeH="0" baseline="0">
                          <a:ln>
                            <a:noFill/>
                          </a:ln>
                          <a:solidFill>
                            <a:schemeClr val="tx1"/>
                          </a:solidFill>
                          <a:effectLst/>
                          <a:latin typeface="Times New Roman" panose="02020603050405020304" pitchFamily="18" charset="0"/>
                          <a:ea typeface="黑体" panose="02010609060101010101" pitchFamily="49" charset="-122"/>
                          <a:sym typeface="Symbol" panose="05050102010706020507" pitchFamily="18" charset="2"/>
                        </a:rPr>
                        <a:t></a:t>
                      </a:r>
                    </a:p>
                  </a:txBody>
                  <a:tcPr marL="46132" marR="46132" marT="24604" marB="24604"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accent4">
                        <a:lumMod val="20000"/>
                        <a:lumOff val="80000"/>
                      </a:schemeClr>
                    </a:solidFill>
                  </a:tcPr>
                </a:tc>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endParaRPr kumimoji="0" lang="zh-CN" altLang="zh-CN" sz="1500" b="0" i="0" u="none" strike="noStrike" cap="none" normalizeH="0" baseline="0">
                        <a:ln>
                          <a:noFill/>
                        </a:ln>
                        <a:solidFill>
                          <a:schemeClr val="tx1"/>
                        </a:solidFill>
                        <a:effectLst/>
                        <a:latin typeface="Times New Roman" panose="02020603050405020304" pitchFamily="18" charset="0"/>
                        <a:ea typeface="黑体" panose="02010609060101010101" pitchFamily="49" charset="-122"/>
                      </a:endParaRPr>
                    </a:p>
                  </a:txBody>
                  <a:tcPr marL="46132" marR="46132" marT="24604" marB="24604"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accent4">
                        <a:lumMod val="20000"/>
                        <a:lumOff val="80000"/>
                      </a:schemeClr>
                    </a:solidFill>
                  </a:tcPr>
                </a:tc>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r>
                        <a:rPr kumimoji="0" lang="en-US" altLang="zh-CN" sz="1500" b="1" i="1" u="none" strike="noStrike" cap="none" normalizeH="0" baseline="0">
                          <a:ln>
                            <a:noFill/>
                          </a:ln>
                          <a:solidFill>
                            <a:schemeClr val="tx1"/>
                          </a:solidFill>
                          <a:effectLst/>
                          <a:latin typeface="Times New Roman" panose="02020603050405020304" pitchFamily="18" charset="0"/>
                          <a:ea typeface="黑体" panose="02010609060101010101" pitchFamily="49" charset="-122"/>
                        </a:rPr>
                        <a:t>T </a:t>
                      </a:r>
                      <a:r>
                        <a:rPr kumimoji="0" lang="en-US" altLang="zh-CN" sz="1500" b="1" i="0" u="none" strike="noStrike" cap="none" normalizeH="0" baseline="0">
                          <a:ln>
                            <a:noFill/>
                          </a:ln>
                          <a:solidFill>
                            <a:schemeClr val="tx1"/>
                          </a:solidFill>
                          <a:effectLst/>
                          <a:latin typeface="Times New Roman" panose="02020603050405020304" pitchFamily="18" charset="0"/>
                          <a:ea typeface="黑体" panose="02010609060101010101" pitchFamily="49" charset="-122"/>
                          <a:sym typeface="Symbol" panose="05050102010706020507" pitchFamily="18" charset="2"/>
                        </a:rPr>
                        <a:t></a:t>
                      </a:r>
                    </a:p>
                  </a:txBody>
                  <a:tcPr marL="46132" marR="46132" marT="24604" marB="24604"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accent4">
                        <a:lumMod val="20000"/>
                        <a:lumOff val="80000"/>
                      </a:schemeClr>
                    </a:solidFill>
                  </a:tcPr>
                </a:tc>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r>
                        <a:rPr kumimoji="0" lang="en-US" altLang="zh-CN" sz="1500" b="1" i="1" u="none" strike="noStrike" cap="none" normalizeH="0" baseline="0">
                          <a:ln>
                            <a:noFill/>
                          </a:ln>
                          <a:solidFill>
                            <a:schemeClr val="tx1"/>
                          </a:solidFill>
                          <a:effectLst/>
                          <a:latin typeface="Times New Roman" panose="02020603050405020304" pitchFamily="18" charset="0"/>
                          <a:ea typeface="黑体" panose="02010609060101010101" pitchFamily="49" charset="-122"/>
                        </a:rPr>
                        <a:t>T </a:t>
                      </a:r>
                      <a:r>
                        <a:rPr kumimoji="0" lang="en-US" altLang="zh-CN" sz="1500" b="1" i="0" u="none" strike="noStrike" cap="none" normalizeH="0" baseline="0">
                          <a:ln>
                            <a:noFill/>
                          </a:ln>
                          <a:solidFill>
                            <a:schemeClr val="tx1"/>
                          </a:solidFill>
                          <a:effectLst/>
                          <a:latin typeface="Times New Roman" panose="02020603050405020304" pitchFamily="18" charset="0"/>
                          <a:ea typeface="黑体" panose="02010609060101010101" pitchFamily="49" charset="-122"/>
                          <a:sym typeface="Symbol" panose="05050102010706020507" pitchFamily="18" charset="2"/>
                        </a:rPr>
                        <a:t></a:t>
                      </a:r>
                    </a:p>
                  </a:txBody>
                  <a:tcPr marL="46132" marR="46132" marT="24604" marB="24604" anchor="ct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accent4">
                        <a:lumMod val="20000"/>
                        <a:lumOff val="80000"/>
                      </a:schemeClr>
                    </a:solidFill>
                  </a:tcPr>
                </a:tc>
                <a:extLst>
                  <a:ext uri="{0D108BD9-81ED-4DB2-BD59-A6C34878D82A}">
                    <a16:rowId xmlns:a16="http://schemas.microsoft.com/office/drawing/2014/main" val="10005"/>
                  </a:ext>
                </a:extLst>
              </a:tr>
              <a:tr h="361994">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r>
                        <a:rPr kumimoji="0" lang="en-US" altLang="zh-CN" sz="1500" b="1" i="1" u="none" strike="noStrike" cap="none" normalizeH="0" baseline="0">
                          <a:ln>
                            <a:noFill/>
                          </a:ln>
                          <a:solidFill>
                            <a:schemeClr val="tx1"/>
                          </a:solidFill>
                          <a:effectLst/>
                          <a:latin typeface="Times New Roman" panose="02020603050405020304" pitchFamily="18" charset="0"/>
                          <a:ea typeface="黑体" panose="02010609060101010101" pitchFamily="49" charset="-122"/>
                        </a:rPr>
                        <a:t>F</a:t>
                      </a:r>
                    </a:p>
                  </a:txBody>
                  <a:tcPr marL="46132" marR="46132" marT="24604" marB="24604" anchor="ct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chemeClr val="accent4">
                        <a:lumMod val="20000"/>
                        <a:lumOff val="80000"/>
                      </a:schemeClr>
                    </a:solidFill>
                  </a:tcPr>
                </a:tc>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r>
                        <a:rPr kumimoji="0" lang="en-US" altLang="zh-CN" sz="1500" b="1" i="1" u="none" strike="noStrike" cap="none" normalizeH="0" baseline="0" err="1">
                          <a:ln>
                            <a:noFill/>
                          </a:ln>
                          <a:solidFill>
                            <a:schemeClr val="tx1"/>
                          </a:solidFill>
                          <a:effectLst/>
                          <a:latin typeface="Times New Roman" panose="02020603050405020304" pitchFamily="18" charset="0"/>
                          <a:ea typeface="黑体" panose="02010609060101010101" pitchFamily="49" charset="-122"/>
                        </a:rPr>
                        <a:t>F</a:t>
                      </a:r>
                      <a:r>
                        <a:rPr kumimoji="0" lang="en-US" altLang="zh-CN" sz="1500" b="1" i="0" u="none" strike="noStrike" cap="none" normalizeH="0" baseline="0" err="1">
                          <a:ln>
                            <a:noFill/>
                          </a:ln>
                          <a:solidFill>
                            <a:schemeClr val="tx1"/>
                          </a:solidFill>
                          <a:effectLst/>
                          <a:latin typeface="Times New Roman" panose="02020603050405020304" pitchFamily="18" charset="0"/>
                          <a:ea typeface="黑体" panose="02010609060101010101" pitchFamily="49" charset="-122"/>
                          <a:sym typeface="Symbol" panose="05050102010706020507" pitchFamily="18" charset="2"/>
                        </a:rPr>
                        <a:t>id</a:t>
                      </a:r>
                      <a:endParaRPr kumimoji="0" lang="en-US" altLang="zh-CN" sz="1500" b="1" i="0" u="none" strike="noStrike" cap="none" normalizeH="0" baseline="0">
                        <a:ln>
                          <a:noFill/>
                        </a:ln>
                        <a:solidFill>
                          <a:schemeClr val="tx1"/>
                        </a:solidFill>
                        <a:effectLst/>
                        <a:latin typeface="Times New Roman" panose="02020603050405020304" pitchFamily="18" charset="0"/>
                        <a:ea typeface="黑体" panose="02010609060101010101" pitchFamily="49" charset="-122"/>
                        <a:sym typeface="Symbol" panose="05050102010706020507" pitchFamily="18" charset="2"/>
                      </a:endParaRPr>
                    </a:p>
                  </a:txBody>
                  <a:tcPr marL="46132" marR="46132" marT="24604" marB="24604"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chemeClr val="accent4">
                        <a:lumMod val="20000"/>
                        <a:lumOff val="80000"/>
                      </a:schemeClr>
                    </a:solidFill>
                  </a:tcPr>
                </a:tc>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endParaRPr kumimoji="0" lang="zh-CN" altLang="zh-CN" sz="1500" b="0" i="0" u="none" strike="noStrike" cap="none" normalizeH="0" baseline="0">
                        <a:ln>
                          <a:noFill/>
                        </a:ln>
                        <a:solidFill>
                          <a:schemeClr val="tx1"/>
                        </a:solidFill>
                        <a:effectLst/>
                        <a:latin typeface="Times New Roman" panose="02020603050405020304" pitchFamily="18" charset="0"/>
                        <a:ea typeface="黑体" panose="02010609060101010101" pitchFamily="49" charset="-122"/>
                      </a:endParaRPr>
                    </a:p>
                  </a:txBody>
                  <a:tcPr marL="46132" marR="46132" marT="24604" marB="24604"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chemeClr val="accent4">
                        <a:lumMod val="20000"/>
                        <a:lumOff val="80000"/>
                      </a:schemeClr>
                    </a:solidFill>
                  </a:tcPr>
                </a:tc>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endParaRPr kumimoji="0" lang="zh-CN" altLang="zh-CN" sz="1500" b="0" i="0" u="none" strike="noStrike" cap="none" normalizeH="0" baseline="0">
                        <a:ln>
                          <a:noFill/>
                        </a:ln>
                        <a:solidFill>
                          <a:schemeClr val="tx1"/>
                        </a:solidFill>
                        <a:effectLst/>
                        <a:latin typeface="Times New Roman" panose="02020603050405020304" pitchFamily="18" charset="0"/>
                        <a:ea typeface="黑体" panose="02010609060101010101" pitchFamily="49" charset="-122"/>
                      </a:endParaRPr>
                    </a:p>
                  </a:txBody>
                  <a:tcPr marL="46132" marR="46132" marT="24604" marB="24604"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chemeClr val="accent4">
                        <a:lumMod val="20000"/>
                        <a:lumOff val="80000"/>
                      </a:schemeClr>
                    </a:solidFill>
                  </a:tcPr>
                </a:tc>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r>
                        <a:rPr kumimoji="0" lang="en-US" altLang="zh-CN" sz="1500" b="1" i="1" u="none" strike="noStrike" cap="none" normalizeH="0" baseline="0">
                          <a:ln>
                            <a:noFill/>
                          </a:ln>
                          <a:solidFill>
                            <a:schemeClr val="tx1"/>
                          </a:solidFill>
                          <a:effectLst/>
                          <a:latin typeface="Times New Roman" panose="02020603050405020304" pitchFamily="18" charset="0"/>
                          <a:ea typeface="黑体" panose="02010609060101010101" pitchFamily="49" charset="-122"/>
                        </a:rPr>
                        <a:t>F</a:t>
                      </a:r>
                      <a:r>
                        <a:rPr kumimoji="0" lang="en-US" altLang="zh-CN" sz="1500" b="1" i="0" u="none" strike="noStrike" cap="none" normalizeH="0" baseline="0">
                          <a:ln>
                            <a:noFill/>
                          </a:ln>
                          <a:solidFill>
                            <a:schemeClr val="tx1"/>
                          </a:solidFill>
                          <a:effectLst/>
                          <a:latin typeface="Times New Roman" panose="02020603050405020304" pitchFamily="18" charset="0"/>
                          <a:ea typeface="黑体" panose="02010609060101010101" pitchFamily="49" charset="-122"/>
                          <a:sym typeface="Symbol" panose="05050102010706020507" pitchFamily="18" charset="2"/>
                        </a:rPr>
                        <a:t>(</a:t>
                      </a:r>
                      <a:r>
                        <a:rPr kumimoji="0" lang="en-US" altLang="zh-CN" sz="1500" b="1" i="1" u="none" strike="noStrike" cap="none" normalizeH="0" baseline="0">
                          <a:ln>
                            <a:noFill/>
                          </a:ln>
                          <a:solidFill>
                            <a:schemeClr val="tx1"/>
                          </a:solidFill>
                          <a:effectLst/>
                          <a:latin typeface="Times New Roman" panose="02020603050405020304" pitchFamily="18" charset="0"/>
                          <a:ea typeface="黑体" panose="02010609060101010101" pitchFamily="49" charset="-122"/>
                          <a:sym typeface="Symbol" panose="05050102010706020507" pitchFamily="18" charset="2"/>
                        </a:rPr>
                        <a:t>E</a:t>
                      </a:r>
                      <a:r>
                        <a:rPr kumimoji="0" lang="en-US" altLang="zh-CN" sz="1500" b="1" i="0" u="none" strike="noStrike" cap="none" normalizeH="0" baseline="0">
                          <a:ln>
                            <a:noFill/>
                          </a:ln>
                          <a:solidFill>
                            <a:schemeClr val="tx1"/>
                          </a:solidFill>
                          <a:effectLst/>
                          <a:latin typeface="Times New Roman" panose="02020603050405020304" pitchFamily="18" charset="0"/>
                          <a:ea typeface="黑体" panose="02010609060101010101" pitchFamily="49" charset="-122"/>
                          <a:sym typeface="Symbol" panose="05050102010706020507" pitchFamily="18" charset="2"/>
                        </a:rPr>
                        <a:t>)</a:t>
                      </a:r>
                      <a:endParaRPr kumimoji="0" lang="en-US" altLang="zh-CN" sz="1500" b="0" i="0" u="none" strike="noStrike" cap="none" normalizeH="0" baseline="0">
                        <a:ln>
                          <a:noFill/>
                        </a:ln>
                        <a:solidFill>
                          <a:schemeClr val="tx1"/>
                        </a:solidFill>
                        <a:effectLst/>
                        <a:latin typeface="Times New Roman" panose="02020603050405020304" pitchFamily="18" charset="0"/>
                        <a:ea typeface="黑体" panose="02010609060101010101" pitchFamily="49" charset="-122"/>
                      </a:endParaRPr>
                    </a:p>
                  </a:txBody>
                  <a:tcPr marL="46132" marR="46132" marT="24604" marB="24604"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chemeClr val="accent4">
                        <a:lumMod val="20000"/>
                        <a:lumOff val="80000"/>
                      </a:schemeClr>
                    </a:solidFill>
                  </a:tcPr>
                </a:tc>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endParaRPr kumimoji="0" lang="zh-CN" altLang="zh-CN" sz="1500" b="0" i="0" u="none" strike="noStrike" cap="none" normalizeH="0" baseline="0">
                        <a:ln>
                          <a:noFill/>
                        </a:ln>
                        <a:solidFill>
                          <a:schemeClr val="tx1"/>
                        </a:solidFill>
                        <a:effectLst/>
                        <a:latin typeface="Times New Roman" panose="02020603050405020304" pitchFamily="18" charset="0"/>
                        <a:ea typeface="黑体" panose="02010609060101010101" pitchFamily="49" charset="-122"/>
                      </a:endParaRPr>
                    </a:p>
                  </a:txBody>
                  <a:tcPr marL="46132" marR="46132" marT="24604" marB="24604"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chemeClr val="accent4">
                        <a:lumMod val="20000"/>
                        <a:lumOff val="80000"/>
                      </a:schemeClr>
                    </a:solidFill>
                  </a:tcPr>
                </a:tc>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endParaRPr kumimoji="0" lang="zh-CN" altLang="zh-CN" sz="1500" b="0" i="0" u="none" strike="noStrike" cap="none" normalizeH="0" baseline="0" dirty="0">
                        <a:ln>
                          <a:noFill/>
                        </a:ln>
                        <a:solidFill>
                          <a:schemeClr val="tx1"/>
                        </a:solidFill>
                        <a:effectLst/>
                        <a:latin typeface="Times New Roman" panose="02020603050405020304" pitchFamily="18" charset="0"/>
                        <a:ea typeface="黑体" panose="02010609060101010101" pitchFamily="49" charset="-122"/>
                      </a:endParaRPr>
                    </a:p>
                  </a:txBody>
                  <a:tcPr marL="46132" marR="46132" marT="24604" marB="24604" anchor="ct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chemeClr val="accent4">
                        <a:lumMod val="20000"/>
                        <a:lumOff val="80000"/>
                      </a:schemeClr>
                    </a:solidFill>
                  </a:tcPr>
                </a:tc>
                <a:extLst>
                  <a:ext uri="{0D108BD9-81ED-4DB2-BD59-A6C34878D82A}">
                    <a16:rowId xmlns:a16="http://schemas.microsoft.com/office/drawing/2014/main" val="10006"/>
                  </a:ext>
                </a:extLst>
              </a:tr>
            </a:tbl>
          </a:graphicData>
        </a:graphic>
      </p:graphicFrame>
      <p:sp>
        <p:nvSpPr>
          <p:cNvPr id="6" name="箭头: 下 5">
            <a:extLst>
              <a:ext uri="{FF2B5EF4-FFF2-40B4-BE49-F238E27FC236}">
                <a16:creationId xmlns:a16="http://schemas.microsoft.com/office/drawing/2014/main" id="{5953E9C1-9EFE-DB40-F204-45C27E044047}"/>
              </a:ext>
            </a:extLst>
          </p:cNvPr>
          <p:cNvSpPr/>
          <p:nvPr/>
        </p:nvSpPr>
        <p:spPr>
          <a:xfrm>
            <a:off x="962133" y="2785879"/>
            <a:ext cx="275207" cy="319596"/>
          </a:xfrm>
          <a:prstGeom prst="downArrow">
            <a:avLst/>
          </a:prstGeom>
          <a:solidFill>
            <a:srgbClr val="FF0000"/>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7" name="箭头: 下 6">
            <a:extLst>
              <a:ext uri="{FF2B5EF4-FFF2-40B4-BE49-F238E27FC236}">
                <a16:creationId xmlns:a16="http://schemas.microsoft.com/office/drawing/2014/main" id="{DACC4E8B-CA37-D76A-A0D8-E16A951A162A}"/>
              </a:ext>
            </a:extLst>
          </p:cNvPr>
          <p:cNvSpPr/>
          <p:nvPr/>
        </p:nvSpPr>
        <p:spPr>
          <a:xfrm>
            <a:off x="4825107" y="2774457"/>
            <a:ext cx="275207" cy="319596"/>
          </a:xfrm>
          <a:prstGeom prst="downArrow">
            <a:avLst/>
          </a:prstGeom>
          <a:solidFill>
            <a:srgbClr val="FF0000"/>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9" name="椭圆 8">
            <a:extLst>
              <a:ext uri="{FF2B5EF4-FFF2-40B4-BE49-F238E27FC236}">
                <a16:creationId xmlns:a16="http://schemas.microsoft.com/office/drawing/2014/main" id="{DD27248F-338B-14BF-2958-A605738096E1}"/>
              </a:ext>
            </a:extLst>
          </p:cNvPr>
          <p:cNvSpPr/>
          <p:nvPr/>
        </p:nvSpPr>
        <p:spPr>
          <a:xfrm>
            <a:off x="7018153" y="5165823"/>
            <a:ext cx="889246" cy="390617"/>
          </a:xfrm>
          <a:prstGeom prst="ellipse">
            <a:avLst/>
          </a:prstGeom>
          <a:noFill/>
          <a:ln w="38100">
            <a:solidFill>
              <a:srgbClr val="FF0000"/>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zh-CN" altLang="en-US"/>
          </a:p>
        </p:txBody>
      </p:sp>
    </p:spTree>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6"/>
                                        </p:tgtEl>
                                        <p:attrNameLst>
                                          <p:attrName>style.visibility</p:attrName>
                                        </p:attrNameLst>
                                      </p:cBhvr>
                                      <p:to>
                                        <p:strVal val="visible"/>
                                      </p:to>
                                    </p:set>
                                    <p:animEffect transition="in" filter="fade">
                                      <p:cBhvr>
                                        <p:cTn id="7" dur="500"/>
                                        <p:tgtEl>
                                          <p:spTgt spid="6"/>
                                        </p:tgtEl>
                                      </p:cBhvr>
                                    </p:animEffect>
                                  </p:childTnLst>
                                </p:cTn>
                              </p:par>
                              <p:par>
                                <p:cTn id="8" presetID="10" presetClass="entr" presetSubtype="0" fill="hold" grpId="0" nodeType="withEffect">
                                  <p:stCondLst>
                                    <p:cond delay="0"/>
                                  </p:stCondLst>
                                  <p:childTnLst>
                                    <p:set>
                                      <p:cBhvr>
                                        <p:cTn id="9" dur="1" fill="hold">
                                          <p:stCondLst>
                                            <p:cond delay="0"/>
                                          </p:stCondLst>
                                        </p:cTn>
                                        <p:tgtEl>
                                          <p:spTgt spid="7"/>
                                        </p:tgtEl>
                                        <p:attrNameLst>
                                          <p:attrName>style.visibility</p:attrName>
                                        </p:attrNameLst>
                                      </p:cBhvr>
                                      <p:to>
                                        <p:strVal val="visible"/>
                                      </p:to>
                                    </p:set>
                                    <p:animEffect transition="in" filter="fade">
                                      <p:cBhvr>
                                        <p:cTn id="10" dur="500"/>
                                        <p:tgtEl>
                                          <p:spTgt spid="7"/>
                                        </p:tgtEl>
                                      </p:cBhvr>
                                    </p:animEffect>
                                  </p:childTnLst>
                                </p:cTn>
                              </p:par>
                            </p:childTnLst>
                          </p:cTn>
                        </p:par>
                      </p:childTnLst>
                    </p:cTn>
                  </p:par>
                  <p:par>
                    <p:cTn id="11" fill="hold">
                      <p:stCondLst>
                        <p:cond delay="indefinite"/>
                      </p:stCondLst>
                      <p:childTnLst>
                        <p:par>
                          <p:cTn id="12" fill="hold">
                            <p:stCondLst>
                              <p:cond delay="0"/>
                            </p:stCondLst>
                            <p:childTnLst>
                              <p:par>
                                <p:cTn id="13" presetID="21" presetClass="entr" presetSubtype="1" fill="hold" grpId="0" nodeType="clickEffect">
                                  <p:stCondLst>
                                    <p:cond delay="0"/>
                                  </p:stCondLst>
                                  <p:childTnLst>
                                    <p:set>
                                      <p:cBhvr>
                                        <p:cTn id="14" dur="1" fill="hold">
                                          <p:stCondLst>
                                            <p:cond delay="0"/>
                                          </p:stCondLst>
                                        </p:cTn>
                                        <p:tgtEl>
                                          <p:spTgt spid="9"/>
                                        </p:tgtEl>
                                        <p:attrNameLst>
                                          <p:attrName>style.visibility</p:attrName>
                                        </p:attrNameLst>
                                      </p:cBhvr>
                                      <p:to>
                                        <p:strVal val="visible"/>
                                      </p:to>
                                    </p:set>
                                    <p:animEffect transition="in" filter="wheel(1)">
                                      <p:cBhvr>
                                        <p:cTn id="15" dur="2000"/>
                                        <p:tgtEl>
                                          <p:spTgt spid="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animBg="1"/>
      <p:bldP spid="7" grpId="0" animBg="1"/>
      <p:bldP spid="9" grpId="0" animBg="1"/>
    </p:bldLst>
  </p:timing>
</p:sld>
</file>

<file path=ppt/slides/slide3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0962" name="Rectangle 2">
            <a:extLst>
              <a:ext uri="{FF2B5EF4-FFF2-40B4-BE49-F238E27FC236}">
                <a16:creationId xmlns:a16="http://schemas.microsoft.com/office/drawing/2014/main" id="{C7A4019D-1CA6-4797-B757-F33FD857E2C8}"/>
              </a:ext>
            </a:extLst>
          </p:cNvPr>
          <p:cNvSpPr>
            <a:spLocks noGrp="1" noChangeArrowheads="1"/>
          </p:cNvSpPr>
          <p:nvPr>
            <p:ph type="title"/>
          </p:nvPr>
        </p:nvSpPr>
        <p:spPr/>
        <p:txBody>
          <a:bodyPr/>
          <a:lstStyle/>
          <a:p>
            <a:pPr eaLnBrk="1" hangingPunct="1"/>
            <a:r>
              <a:rPr lang="en-US" altLang="zh-CN"/>
              <a:t>3.3.4 </a:t>
            </a:r>
            <a:r>
              <a:rPr lang="zh-CN" altLang="en-US"/>
              <a:t>非递归的预测分析</a:t>
            </a:r>
          </a:p>
        </p:txBody>
      </p:sp>
      <p:sp>
        <p:nvSpPr>
          <p:cNvPr id="40963" name="Rectangle 3">
            <a:extLst>
              <a:ext uri="{FF2B5EF4-FFF2-40B4-BE49-F238E27FC236}">
                <a16:creationId xmlns:a16="http://schemas.microsoft.com/office/drawing/2014/main" id="{B79E685D-68CC-4678-A05F-4C91C4BB6FB6}"/>
              </a:ext>
            </a:extLst>
          </p:cNvPr>
          <p:cNvSpPr>
            <a:spLocks noGrp="1" noChangeArrowheads="1"/>
          </p:cNvSpPr>
          <p:nvPr>
            <p:ph idx="1"/>
          </p:nvPr>
        </p:nvSpPr>
        <p:spPr/>
        <p:txBody>
          <a:bodyPr/>
          <a:lstStyle/>
          <a:p>
            <a:pPr eaLnBrk="1" hangingPunct="1">
              <a:lnSpc>
                <a:spcPct val="90000"/>
              </a:lnSpc>
              <a:buFont typeface="Wingdings" panose="05000000000000000000" pitchFamily="2" charset="2"/>
              <a:buNone/>
            </a:pPr>
            <a:r>
              <a:rPr lang="zh-CN" altLang="en-US" sz="2800"/>
              <a:t>预测分析器接受输入</a:t>
            </a:r>
            <a:r>
              <a:rPr lang="en-US" altLang="zh-CN" sz="2800" b="1">
                <a:latin typeface="Times New Roman" panose="02020603050405020304" pitchFamily="18" charset="0"/>
              </a:rPr>
              <a:t>id</a:t>
            </a:r>
            <a:r>
              <a:rPr lang="en-US" altLang="zh-CN" sz="2800">
                <a:latin typeface="Times New Roman" panose="02020603050405020304" pitchFamily="18" charset="0"/>
              </a:rPr>
              <a:t> * </a:t>
            </a:r>
            <a:r>
              <a:rPr lang="en-US" altLang="zh-CN" sz="2800" b="1">
                <a:latin typeface="Times New Roman" panose="02020603050405020304" pitchFamily="18" charset="0"/>
              </a:rPr>
              <a:t>id</a:t>
            </a:r>
            <a:r>
              <a:rPr lang="en-US" altLang="zh-CN" sz="2800">
                <a:latin typeface="Times New Roman" panose="02020603050405020304" pitchFamily="18" charset="0"/>
              </a:rPr>
              <a:t> + </a:t>
            </a:r>
            <a:r>
              <a:rPr lang="en-US" altLang="zh-CN" sz="2800" b="1">
                <a:latin typeface="Times New Roman" panose="02020603050405020304" pitchFamily="18" charset="0"/>
              </a:rPr>
              <a:t>id</a:t>
            </a:r>
            <a:r>
              <a:rPr lang="zh-CN" altLang="en-US" sz="2800"/>
              <a:t>的动作</a:t>
            </a:r>
          </a:p>
        </p:txBody>
      </p:sp>
      <p:graphicFrame>
        <p:nvGraphicFramePr>
          <p:cNvPr id="5" name="Group 4">
            <a:extLst>
              <a:ext uri="{FF2B5EF4-FFF2-40B4-BE49-F238E27FC236}">
                <a16:creationId xmlns:a16="http://schemas.microsoft.com/office/drawing/2014/main" id="{7590E253-B010-42AC-BE4E-4B3B89534C81}"/>
              </a:ext>
            </a:extLst>
          </p:cNvPr>
          <p:cNvGraphicFramePr>
            <a:graphicFrameLocks/>
          </p:cNvGraphicFramePr>
          <p:nvPr/>
        </p:nvGraphicFramePr>
        <p:xfrm>
          <a:off x="609600" y="1981200"/>
          <a:ext cx="8305800" cy="4667252"/>
        </p:xfrm>
        <a:graphic>
          <a:graphicData uri="http://schemas.openxmlformats.org/drawingml/2006/table">
            <a:tbl>
              <a:tblPr/>
              <a:tblGrid>
                <a:gridCol w="2667000">
                  <a:extLst>
                    <a:ext uri="{9D8B030D-6E8A-4147-A177-3AD203B41FA5}">
                      <a16:colId xmlns:a16="http://schemas.microsoft.com/office/drawing/2014/main" val="20000"/>
                    </a:ext>
                  </a:extLst>
                </a:gridCol>
                <a:gridCol w="2832100">
                  <a:extLst>
                    <a:ext uri="{9D8B030D-6E8A-4147-A177-3AD203B41FA5}">
                      <a16:colId xmlns:a16="http://schemas.microsoft.com/office/drawing/2014/main" val="20001"/>
                    </a:ext>
                  </a:extLst>
                </a:gridCol>
                <a:gridCol w="2806700">
                  <a:extLst>
                    <a:ext uri="{9D8B030D-6E8A-4147-A177-3AD203B41FA5}">
                      <a16:colId xmlns:a16="http://schemas.microsoft.com/office/drawing/2014/main" val="20002"/>
                    </a:ext>
                  </a:extLst>
                </a:gridCol>
              </a:tblGrid>
              <a:tr h="518160">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r>
                        <a:rPr kumimoji="0" lang="zh-CN" altLang="en-US" sz="2800" b="0" i="0" u="none" strike="noStrike" cap="none" normalizeH="0" baseline="0">
                          <a:ln>
                            <a:noFill/>
                          </a:ln>
                          <a:solidFill>
                            <a:schemeClr val="tx1"/>
                          </a:solidFill>
                          <a:effectLst/>
                          <a:latin typeface="Times New Roman" panose="02020603050405020304" pitchFamily="18" charset="0"/>
                          <a:ea typeface="黑体" panose="02010609060101010101" pitchFamily="49" charset="-122"/>
                        </a:rPr>
                        <a:t>栈 </a:t>
                      </a:r>
                    </a:p>
                  </a:txBody>
                  <a:tcPr horzOverflow="overflow">
                    <a:lnL w="28575"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28575"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r>
                        <a:rPr kumimoji="0" lang="zh-CN" altLang="en-US" sz="2800" b="0" i="0" u="none" strike="noStrike" cap="none" normalizeH="0" baseline="0">
                          <a:ln>
                            <a:noFill/>
                          </a:ln>
                          <a:solidFill>
                            <a:schemeClr val="tx1"/>
                          </a:solidFill>
                          <a:effectLst/>
                          <a:latin typeface="Times New Roman" panose="02020603050405020304" pitchFamily="18" charset="0"/>
                          <a:ea typeface="黑体" panose="02010609060101010101" pitchFamily="49" charset="-122"/>
                        </a:rPr>
                        <a:t>输    入 </a:t>
                      </a:r>
                    </a:p>
                  </a:txBody>
                  <a:tcPr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28575"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r>
                        <a:rPr kumimoji="0" lang="zh-CN" altLang="en-US" sz="2800" b="0" i="0" u="none" strike="noStrike" cap="none" normalizeH="0" baseline="0">
                          <a:ln>
                            <a:noFill/>
                          </a:ln>
                          <a:solidFill>
                            <a:schemeClr val="tx1"/>
                          </a:solidFill>
                          <a:effectLst/>
                          <a:latin typeface="Times New Roman" panose="02020603050405020304" pitchFamily="18" charset="0"/>
                          <a:ea typeface="黑体" panose="02010609060101010101" pitchFamily="49" charset="-122"/>
                        </a:rPr>
                        <a:t>输    出 </a:t>
                      </a:r>
                    </a:p>
                  </a:txBody>
                  <a:tcPr horzOverflow="overflow">
                    <a:lnL w="12700" cap="flat" cmpd="sng" algn="ctr">
                      <a:solidFill>
                        <a:schemeClr val="tx1"/>
                      </a:solidFill>
                      <a:prstDash val="solid"/>
                      <a:round/>
                      <a:headEnd type="none" w="sm" len="sm"/>
                      <a:tailEnd type="none" w="sm" len="sm"/>
                    </a:lnL>
                    <a:lnR w="28575" cap="flat" cmpd="sng" algn="ctr">
                      <a:solidFill>
                        <a:schemeClr val="tx1"/>
                      </a:solidFill>
                      <a:prstDash val="solid"/>
                      <a:round/>
                      <a:headEnd type="none" w="sm" len="sm"/>
                      <a:tailEnd type="none" w="sm" len="sm"/>
                    </a:lnR>
                    <a:lnT w="28575"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extLst>
                  <a:ext uri="{0D108BD9-81ED-4DB2-BD59-A6C34878D82A}">
                    <a16:rowId xmlns:a16="http://schemas.microsoft.com/office/drawing/2014/main" val="10000"/>
                  </a:ext>
                </a:extLst>
              </a:tr>
              <a:tr h="519113">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l"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r>
                        <a:rPr kumimoji="0" lang="en-US" altLang="zh-CN" sz="2800" b="1" i="0" u="none" strike="noStrike" cap="none" normalizeH="0" baseline="0">
                          <a:ln>
                            <a:noFill/>
                          </a:ln>
                          <a:solidFill>
                            <a:schemeClr val="tx1"/>
                          </a:solidFill>
                          <a:effectLst/>
                          <a:latin typeface="Times New Roman" panose="02020603050405020304" pitchFamily="18" charset="0"/>
                          <a:ea typeface="黑体" panose="02010609060101010101" pitchFamily="49" charset="-122"/>
                        </a:rPr>
                        <a:t>$</a:t>
                      </a:r>
                      <a:r>
                        <a:rPr kumimoji="0" lang="en-US" altLang="zh-CN" sz="2800" b="1" i="1" u="none" strike="noStrike" cap="none" normalizeH="0" baseline="0">
                          <a:ln>
                            <a:noFill/>
                          </a:ln>
                          <a:solidFill>
                            <a:schemeClr val="tx1"/>
                          </a:solidFill>
                          <a:effectLst/>
                          <a:latin typeface="Times New Roman" panose="02020603050405020304" pitchFamily="18" charset="0"/>
                          <a:ea typeface="黑体" panose="02010609060101010101" pitchFamily="49" charset="-122"/>
                        </a:rPr>
                        <a:t>E </a:t>
                      </a:r>
                      <a:r>
                        <a:rPr kumimoji="0" lang="en-US" altLang="zh-CN" sz="2800" b="1" i="0" u="none" strike="noStrike" cap="none" normalizeH="0" baseline="0">
                          <a:ln>
                            <a:noFill/>
                          </a:ln>
                          <a:solidFill>
                            <a:schemeClr val="tx1"/>
                          </a:solidFill>
                          <a:effectLst/>
                          <a:latin typeface="Times New Roman" panose="02020603050405020304" pitchFamily="18" charset="0"/>
                          <a:ea typeface="黑体" panose="02010609060101010101" pitchFamily="49" charset="-122"/>
                          <a:sym typeface="Symbol" panose="05050102010706020507" pitchFamily="18" charset="2"/>
                        </a:rPr>
                        <a:t></a:t>
                      </a:r>
                      <a:r>
                        <a:rPr kumimoji="0" lang="en-US" altLang="zh-CN" sz="2800" b="1" i="1" u="none" strike="noStrike" cap="none" normalizeH="0" baseline="0">
                          <a:ln>
                            <a:noFill/>
                          </a:ln>
                          <a:solidFill>
                            <a:schemeClr val="tx1"/>
                          </a:solidFill>
                          <a:effectLst/>
                          <a:latin typeface="Times New Roman" panose="02020603050405020304" pitchFamily="18" charset="0"/>
                          <a:ea typeface="黑体" panose="02010609060101010101" pitchFamily="49" charset="-122"/>
                        </a:rPr>
                        <a:t>T </a:t>
                      </a:r>
                      <a:r>
                        <a:rPr kumimoji="0" lang="en-US" altLang="zh-CN" sz="2800" b="1" i="0" u="none" strike="noStrike" cap="none" normalizeH="0" baseline="0">
                          <a:ln>
                            <a:noFill/>
                          </a:ln>
                          <a:solidFill>
                            <a:schemeClr val="tx1"/>
                          </a:solidFill>
                          <a:effectLst/>
                          <a:latin typeface="Times New Roman" panose="02020603050405020304" pitchFamily="18" charset="0"/>
                          <a:ea typeface="黑体" panose="02010609060101010101" pitchFamily="49" charset="-122"/>
                          <a:sym typeface="Symbol" panose="05050102010706020507" pitchFamily="18" charset="2"/>
                        </a:rPr>
                        <a:t></a:t>
                      </a:r>
                    </a:p>
                  </a:txBody>
                  <a:tcPr horzOverflow="overflow">
                    <a:lnL w="28575"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l"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r>
                        <a:rPr kumimoji="0" lang="en-US" altLang="zh-CN" sz="2800" b="1" i="0" u="none" strike="noStrike" cap="none" normalizeH="0" baseline="0">
                          <a:ln>
                            <a:noFill/>
                          </a:ln>
                          <a:solidFill>
                            <a:schemeClr val="tx1"/>
                          </a:solidFill>
                          <a:effectLst/>
                          <a:latin typeface="Times New Roman" panose="02020603050405020304" pitchFamily="18" charset="0"/>
                          <a:ea typeface="黑体" panose="02010609060101010101" pitchFamily="49" charset="-122"/>
                        </a:rPr>
                        <a:t>                 $</a:t>
                      </a:r>
                    </a:p>
                  </a:txBody>
                  <a:tcPr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l"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endParaRPr kumimoji="0" lang="zh-CN" altLang="zh-CN" sz="2800" b="1" i="0" u="none" strike="noStrike" cap="none" normalizeH="0" baseline="0">
                        <a:ln>
                          <a:noFill/>
                        </a:ln>
                        <a:solidFill>
                          <a:schemeClr val="tx1"/>
                        </a:solidFill>
                        <a:effectLst/>
                        <a:latin typeface="Times New Roman" panose="02020603050405020304" pitchFamily="18" charset="0"/>
                        <a:ea typeface="黑体" panose="02010609060101010101" pitchFamily="49" charset="-122"/>
                      </a:endParaRPr>
                    </a:p>
                  </a:txBody>
                  <a:tcPr horzOverflow="overflow">
                    <a:lnL w="12700" cap="flat" cmpd="sng" algn="ctr">
                      <a:solidFill>
                        <a:schemeClr val="tx1"/>
                      </a:solidFill>
                      <a:prstDash val="solid"/>
                      <a:round/>
                      <a:headEnd type="none" w="sm" len="sm"/>
                      <a:tailEnd type="none" w="sm" len="sm"/>
                    </a:lnL>
                    <a:lnR w="28575"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1"/>
                  </a:ext>
                </a:extLst>
              </a:tr>
              <a:tr h="518160">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l"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r>
                        <a:rPr kumimoji="0" lang="en-US" altLang="zh-CN" sz="2800" b="1" i="0" u="none" strike="noStrike" cap="none" normalizeH="0" baseline="0">
                          <a:ln>
                            <a:noFill/>
                          </a:ln>
                          <a:solidFill>
                            <a:schemeClr val="tx1"/>
                          </a:solidFill>
                          <a:effectLst/>
                          <a:latin typeface="Times New Roman" panose="02020603050405020304" pitchFamily="18" charset="0"/>
                          <a:ea typeface="黑体" panose="02010609060101010101" pitchFamily="49" charset="-122"/>
                        </a:rPr>
                        <a:t>$</a:t>
                      </a:r>
                      <a:r>
                        <a:rPr kumimoji="0" lang="en-US" altLang="zh-CN" sz="2800" b="1" i="1" u="none" strike="noStrike" cap="none" normalizeH="0" baseline="0">
                          <a:ln>
                            <a:noFill/>
                          </a:ln>
                          <a:solidFill>
                            <a:schemeClr val="tx1"/>
                          </a:solidFill>
                          <a:effectLst/>
                          <a:latin typeface="Times New Roman" panose="02020603050405020304" pitchFamily="18" charset="0"/>
                          <a:ea typeface="黑体" panose="02010609060101010101" pitchFamily="49" charset="-122"/>
                        </a:rPr>
                        <a:t>E </a:t>
                      </a:r>
                      <a:r>
                        <a:rPr kumimoji="0" lang="en-US" altLang="zh-CN" sz="2800" b="1" i="0" u="none" strike="noStrike" cap="none" normalizeH="0" baseline="0">
                          <a:ln>
                            <a:noFill/>
                          </a:ln>
                          <a:solidFill>
                            <a:schemeClr val="tx1"/>
                          </a:solidFill>
                          <a:effectLst/>
                          <a:latin typeface="Times New Roman" panose="02020603050405020304" pitchFamily="18" charset="0"/>
                          <a:ea typeface="黑体" panose="02010609060101010101" pitchFamily="49" charset="-122"/>
                          <a:sym typeface="Symbol" panose="05050102010706020507" pitchFamily="18" charset="2"/>
                        </a:rPr>
                        <a:t></a:t>
                      </a:r>
                    </a:p>
                  </a:txBody>
                  <a:tcPr horzOverflow="overflow">
                    <a:lnL w="28575"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l"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r>
                        <a:rPr kumimoji="0" lang="en-US" altLang="zh-CN" sz="2800" b="1" i="0" u="none" strike="noStrike" cap="none" normalizeH="0" baseline="0">
                          <a:ln>
                            <a:noFill/>
                          </a:ln>
                          <a:solidFill>
                            <a:schemeClr val="tx1"/>
                          </a:solidFill>
                          <a:effectLst/>
                          <a:latin typeface="Times New Roman" panose="02020603050405020304" pitchFamily="18" charset="0"/>
                          <a:ea typeface="黑体" panose="02010609060101010101" pitchFamily="49" charset="-122"/>
                        </a:rPr>
                        <a:t>                 $</a:t>
                      </a:r>
                    </a:p>
                  </a:txBody>
                  <a:tcPr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l"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r>
                        <a:rPr kumimoji="0" lang="en-US" altLang="zh-CN" sz="2800" b="1" i="1" u="none" strike="noStrike" cap="none" normalizeH="0" baseline="0">
                          <a:ln>
                            <a:noFill/>
                          </a:ln>
                          <a:solidFill>
                            <a:schemeClr val="tx1"/>
                          </a:solidFill>
                          <a:effectLst/>
                          <a:latin typeface="Times New Roman" panose="02020603050405020304" pitchFamily="18" charset="0"/>
                          <a:ea typeface="黑体" panose="02010609060101010101" pitchFamily="49" charset="-122"/>
                        </a:rPr>
                        <a:t>T </a:t>
                      </a:r>
                      <a:r>
                        <a:rPr kumimoji="0" lang="en-US" altLang="zh-CN" sz="2800" b="1" i="0" u="none" strike="noStrike" cap="none" normalizeH="0" baseline="0">
                          <a:ln>
                            <a:noFill/>
                          </a:ln>
                          <a:solidFill>
                            <a:schemeClr val="tx1"/>
                          </a:solidFill>
                          <a:effectLst/>
                          <a:latin typeface="Times New Roman" panose="02020603050405020304" pitchFamily="18" charset="0"/>
                          <a:ea typeface="黑体" panose="02010609060101010101" pitchFamily="49" charset="-122"/>
                          <a:sym typeface="Symbol" panose="05050102010706020507" pitchFamily="18" charset="2"/>
                        </a:rPr>
                        <a:t> </a:t>
                      </a:r>
                    </a:p>
                  </a:txBody>
                  <a:tcPr horzOverflow="overflow">
                    <a:lnL w="12700" cap="flat" cmpd="sng" algn="ctr">
                      <a:solidFill>
                        <a:schemeClr val="tx1"/>
                      </a:solidFill>
                      <a:prstDash val="solid"/>
                      <a:round/>
                      <a:headEnd type="none" w="sm" len="sm"/>
                      <a:tailEnd type="none" w="sm" len="sm"/>
                    </a:lnL>
                    <a:lnR w="28575" cap="flat" cmpd="sng" algn="ctr">
                      <a:solidFill>
                        <a:schemeClr val="tx1"/>
                      </a:solidFill>
                      <a:prstDash val="solid"/>
                      <a:round/>
                      <a:headEnd type="none" w="sm" len="sm"/>
                      <a:tailEnd type="none" w="sm" len="sm"/>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2"/>
                  </a:ext>
                </a:extLst>
              </a:tr>
              <a:tr h="519113">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l"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r>
                        <a:rPr kumimoji="0" lang="en-US" altLang="zh-CN" sz="2800" b="1" i="0" u="none" strike="noStrike" cap="none" normalizeH="0" baseline="0">
                          <a:ln>
                            <a:noFill/>
                          </a:ln>
                          <a:solidFill>
                            <a:schemeClr val="tx1"/>
                          </a:solidFill>
                          <a:effectLst/>
                          <a:latin typeface="Times New Roman" panose="02020603050405020304" pitchFamily="18" charset="0"/>
                          <a:ea typeface="黑体" panose="02010609060101010101" pitchFamily="49" charset="-122"/>
                          <a:sym typeface="Symbol" panose="05050102010706020507" pitchFamily="18" charset="2"/>
                        </a:rPr>
                        <a:t>$</a:t>
                      </a:r>
                    </a:p>
                  </a:txBody>
                  <a:tcPr horzOverflow="overflow">
                    <a:lnL w="28575"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l"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r>
                        <a:rPr kumimoji="0" lang="en-US" altLang="zh-CN" sz="2800" b="1" i="0" u="none" strike="noStrike" cap="none" normalizeH="0" baseline="0">
                          <a:ln>
                            <a:noFill/>
                          </a:ln>
                          <a:solidFill>
                            <a:schemeClr val="tx1"/>
                          </a:solidFill>
                          <a:effectLst/>
                          <a:latin typeface="Times New Roman" panose="02020603050405020304" pitchFamily="18" charset="0"/>
                          <a:ea typeface="黑体" panose="02010609060101010101" pitchFamily="49" charset="-122"/>
                        </a:rPr>
                        <a:t>                 $</a:t>
                      </a:r>
                    </a:p>
                  </a:txBody>
                  <a:tcPr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l"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r>
                        <a:rPr kumimoji="0" lang="en-US" altLang="zh-CN" sz="2800" b="1" i="1" u="none" strike="noStrike" cap="none" normalizeH="0" baseline="0">
                          <a:ln>
                            <a:noFill/>
                          </a:ln>
                          <a:solidFill>
                            <a:schemeClr val="tx1"/>
                          </a:solidFill>
                          <a:effectLst/>
                          <a:latin typeface="Times New Roman" panose="02020603050405020304" pitchFamily="18" charset="0"/>
                          <a:ea typeface="黑体" panose="02010609060101010101" pitchFamily="49" charset="-122"/>
                        </a:rPr>
                        <a:t>E </a:t>
                      </a:r>
                      <a:r>
                        <a:rPr kumimoji="0" lang="en-US" altLang="zh-CN" sz="2800" b="1" i="0" u="none" strike="noStrike" cap="none" normalizeH="0" baseline="0">
                          <a:ln>
                            <a:noFill/>
                          </a:ln>
                          <a:solidFill>
                            <a:schemeClr val="tx1"/>
                          </a:solidFill>
                          <a:effectLst/>
                          <a:latin typeface="Times New Roman" panose="02020603050405020304" pitchFamily="18" charset="0"/>
                          <a:ea typeface="黑体" panose="02010609060101010101" pitchFamily="49" charset="-122"/>
                          <a:sym typeface="Symbol" panose="05050102010706020507" pitchFamily="18" charset="2"/>
                        </a:rPr>
                        <a:t> </a:t>
                      </a:r>
                      <a:endParaRPr kumimoji="0" lang="en-US" altLang="zh-CN" sz="2800" b="1" i="0" u="none" strike="noStrike" cap="none" normalizeH="0" baseline="0">
                        <a:ln>
                          <a:noFill/>
                        </a:ln>
                        <a:solidFill>
                          <a:schemeClr val="tx1"/>
                        </a:solidFill>
                        <a:effectLst/>
                        <a:latin typeface="Times New Roman" panose="02020603050405020304" pitchFamily="18" charset="0"/>
                        <a:ea typeface="黑体" panose="02010609060101010101" pitchFamily="49" charset="-122"/>
                      </a:endParaRPr>
                    </a:p>
                  </a:txBody>
                  <a:tcPr horzOverflow="overflow">
                    <a:lnL w="12700" cap="flat" cmpd="sng" algn="ctr">
                      <a:solidFill>
                        <a:schemeClr val="tx1"/>
                      </a:solidFill>
                      <a:prstDash val="solid"/>
                      <a:round/>
                      <a:headEnd type="none" w="sm" len="sm"/>
                      <a:tailEnd type="none" w="sm" len="sm"/>
                    </a:lnL>
                    <a:lnR w="28575" cap="flat" cmpd="sng" algn="ctr">
                      <a:solidFill>
                        <a:schemeClr val="tx1"/>
                      </a:solidFill>
                      <a:prstDash val="solid"/>
                      <a:round/>
                      <a:headEnd type="none" w="sm" len="sm"/>
                      <a:tailEnd type="none" w="sm" len="sm"/>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3"/>
                  </a:ext>
                </a:extLst>
              </a:tr>
              <a:tr h="518160">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l"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endParaRPr kumimoji="0" lang="zh-CN" altLang="zh-CN" sz="2800" b="1" i="0" u="none" strike="noStrike" cap="none" normalizeH="0" baseline="0">
                        <a:ln>
                          <a:noFill/>
                        </a:ln>
                        <a:solidFill>
                          <a:schemeClr val="tx1"/>
                        </a:solidFill>
                        <a:effectLst/>
                        <a:latin typeface="Tahoma" panose="020B0604030504040204" pitchFamily="34" charset="0"/>
                        <a:ea typeface="黑体" panose="02010609060101010101" pitchFamily="49" charset="-122"/>
                        <a:sym typeface="Symbol" panose="05050102010706020507" pitchFamily="18" charset="2"/>
                      </a:endParaRPr>
                    </a:p>
                  </a:txBody>
                  <a:tcPr horzOverflow="overflow">
                    <a:lnL w="28575"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l"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endParaRPr kumimoji="0" lang="zh-CN" altLang="zh-CN" sz="2800" b="1" i="0" u="none" strike="noStrike" cap="none" normalizeH="0" baseline="0">
                        <a:ln>
                          <a:noFill/>
                        </a:ln>
                        <a:solidFill>
                          <a:schemeClr val="tx1"/>
                        </a:solidFill>
                        <a:effectLst/>
                        <a:latin typeface="Tahoma" panose="020B0604030504040204" pitchFamily="34" charset="0"/>
                        <a:ea typeface="黑体" panose="02010609060101010101" pitchFamily="49" charset="-122"/>
                      </a:endParaRPr>
                    </a:p>
                  </a:txBody>
                  <a:tcPr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l"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endParaRPr kumimoji="0" lang="zh-CN" altLang="zh-CN" sz="2800" b="1" i="0" u="none" strike="noStrike" cap="none" normalizeH="0" baseline="0">
                        <a:ln>
                          <a:noFill/>
                        </a:ln>
                        <a:solidFill>
                          <a:schemeClr val="tx1"/>
                        </a:solidFill>
                        <a:effectLst/>
                        <a:latin typeface="Tahoma" panose="020B0604030504040204" pitchFamily="34" charset="0"/>
                        <a:ea typeface="黑体" panose="02010609060101010101" pitchFamily="49" charset="-122"/>
                      </a:endParaRPr>
                    </a:p>
                  </a:txBody>
                  <a:tcPr horzOverflow="overflow">
                    <a:lnL w="12700" cap="flat" cmpd="sng" algn="ctr">
                      <a:solidFill>
                        <a:schemeClr val="tx1"/>
                      </a:solidFill>
                      <a:prstDash val="solid"/>
                      <a:round/>
                      <a:headEnd type="none" w="sm" len="sm"/>
                      <a:tailEnd type="none" w="sm" len="sm"/>
                    </a:lnL>
                    <a:lnR w="28575" cap="flat" cmpd="sng" algn="ctr">
                      <a:solidFill>
                        <a:schemeClr val="tx1"/>
                      </a:solidFill>
                      <a:prstDash val="solid"/>
                      <a:round/>
                      <a:headEnd type="none" w="sm" len="sm"/>
                      <a:tailEnd type="none" w="sm" len="sm"/>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4"/>
                  </a:ext>
                </a:extLst>
              </a:tr>
              <a:tr h="518160">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l"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endParaRPr kumimoji="0" lang="zh-CN" altLang="zh-CN" sz="2800" b="1" i="0" u="none" strike="noStrike" cap="none" normalizeH="0" baseline="0">
                        <a:ln>
                          <a:noFill/>
                        </a:ln>
                        <a:solidFill>
                          <a:schemeClr val="tx1"/>
                        </a:solidFill>
                        <a:effectLst/>
                        <a:latin typeface="Tahoma" panose="020B0604030504040204" pitchFamily="34" charset="0"/>
                        <a:ea typeface="黑体" panose="02010609060101010101" pitchFamily="49" charset="-122"/>
                        <a:sym typeface="Symbol" panose="05050102010706020507" pitchFamily="18" charset="2"/>
                      </a:endParaRPr>
                    </a:p>
                  </a:txBody>
                  <a:tcPr horzOverflow="overflow">
                    <a:lnL w="28575"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l"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endParaRPr kumimoji="0" lang="zh-CN" altLang="zh-CN" sz="2800" b="1" i="0" u="none" strike="noStrike" cap="none" normalizeH="0" baseline="0">
                        <a:ln>
                          <a:noFill/>
                        </a:ln>
                        <a:solidFill>
                          <a:schemeClr val="tx1"/>
                        </a:solidFill>
                        <a:effectLst/>
                        <a:latin typeface="Tahoma" panose="020B0604030504040204" pitchFamily="34" charset="0"/>
                        <a:ea typeface="黑体" panose="02010609060101010101" pitchFamily="49" charset="-122"/>
                      </a:endParaRPr>
                    </a:p>
                  </a:txBody>
                  <a:tcPr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l"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endParaRPr kumimoji="0" lang="zh-CN" altLang="zh-CN" sz="2800" b="1" i="0" u="none" strike="noStrike" cap="none" normalizeH="0" baseline="0">
                        <a:ln>
                          <a:noFill/>
                        </a:ln>
                        <a:solidFill>
                          <a:schemeClr val="tx1"/>
                        </a:solidFill>
                        <a:effectLst/>
                        <a:latin typeface="Tahoma" panose="020B0604030504040204" pitchFamily="34" charset="0"/>
                        <a:ea typeface="黑体" panose="02010609060101010101" pitchFamily="49" charset="-122"/>
                      </a:endParaRPr>
                    </a:p>
                  </a:txBody>
                  <a:tcPr horzOverflow="overflow">
                    <a:lnL w="12700" cap="flat" cmpd="sng" algn="ctr">
                      <a:solidFill>
                        <a:schemeClr val="tx1"/>
                      </a:solidFill>
                      <a:prstDash val="solid"/>
                      <a:round/>
                      <a:headEnd type="none" w="sm" len="sm"/>
                      <a:tailEnd type="none" w="sm" len="sm"/>
                    </a:lnL>
                    <a:lnR w="28575" cap="flat" cmpd="sng" algn="ctr">
                      <a:solidFill>
                        <a:schemeClr val="tx1"/>
                      </a:solidFill>
                      <a:prstDash val="solid"/>
                      <a:round/>
                      <a:headEnd type="none" w="sm" len="sm"/>
                      <a:tailEnd type="none" w="sm" len="sm"/>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5"/>
                  </a:ext>
                </a:extLst>
              </a:tr>
              <a:tr h="519113">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l"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endParaRPr kumimoji="0" lang="zh-CN" altLang="zh-CN" sz="2800" b="1" i="0" u="none" strike="noStrike" cap="none" normalizeH="0" baseline="0">
                        <a:ln>
                          <a:noFill/>
                        </a:ln>
                        <a:solidFill>
                          <a:schemeClr val="tx1"/>
                        </a:solidFill>
                        <a:effectLst/>
                        <a:latin typeface="Tahoma" panose="020B0604030504040204" pitchFamily="34" charset="0"/>
                        <a:ea typeface="黑体" panose="02010609060101010101" pitchFamily="49" charset="-122"/>
                        <a:sym typeface="Symbol" panose="05050102010706020507" pitchFamily="18" charset="2"/>
                      </a:endParaRPr>
                    </a:p>
                  </a:txBody>
                  <a:tcPr horzOverflow="overflow">
                    <a:lnL w="28575"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l"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endParaRPr kumimoji="0" lang="zh-CN" altLang="zh-CN" sz="2800" b="1" i="0" u="none" strike="noStrike" cap="none" normalizeH="0" baseline="0">
                        <a:ln>
                          <a:noFill/>
                        </a:ln>
                        <a:solidFill>
                          <a:schemeClr val="tx1"/>
                        </a:solidFill>
                        <a:effectLst/>
                        <a:latin typeface="Tahoma" panose="020B0604030504040204" pitchFamily="34" charset="0"/>
                        <a:ea typeface="黑体" panose="02010609060101010101" pitchFamily="49" charset="-122"/>
                      </a:endParaRPr>
                    </a:p>
                  </a:txBody>
                  <a:tcPr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l"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endParaRPr kumimoji="0" lang="zh-CN" altLang="zh-CN" sz="2800" b="1" i="0" u="none" strike="noStrike" cap="none" normalizeH="0" baseline="0">
                        <a:ln>
                          <a:noFill/>
                        </a:ln>
                        <a:solidFill>
                          <a:schemeClr val="tx1"/>
                        </a:solidFill>
                        <a:effectLst/>
                        <a:latin typeface="Tahoma" panose="020B0604030504040204" pitchFamily="34" charset="0"/>
                        <a:ea typeface="黑体" panose="02010609060101010101" pitchFamily="49" charset="-122"/>
                      </a:endParaRPr>
                    </a:p>
                  </a:txBody>
                  <a:tcPr horzOverflow="overflow">
                    <a:lnL w="12700" cap="flat" cmpd="sng" algn="ctr">
                      <a:solidFill>
                        <a:schemeClr val="tx1"/>
                      </a:solidFill>
                      <a:prstDash val="solid"/>
                      <a:round/>
                      <a:headEnd type="none" w="sm" len="sm"/>
                      <a:tailEnd type="none" w="sm" len="sm"/>
                    </a:lnL>
                    <a:lnR w="28575" cap="flat" cmpd="sng" algn="ctr">
                      <a:solidFill>
                        <a:schemeClr val="tx1"/>
                      </a:solidFill>
                      <a:prstDash val="solid"/>
                      <a:round/>
                      <a:headEnd type="none" w="sm" len="sm"/>
                      <a:tailEnd type="none" w="sm" len="sm"/>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6"/>
                  </a:ext>
                </a:extLst>
              </a:tr>
              <a:tr h="518160">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l"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endParaRPr kumimoji="0" lang="zh-CN" altLang="zh-CN" sz="2800" b="1" i="0" u="none" strike="noStrike" cap="none" normalizeH="0" baseline="0">
                        <a:ln>
                          <a:noFill/>
                        </a:ln>
                        <a:solidFill>
                          <a:schemeClr val="tx1"/>
                        </a:solidFill>
                        <a:effectLst/>
                        <a:latin typeface="Tahoma" panose="020B0604030504040204" pitchFamily="34" charset="0"/>
                        <a:ea typeface="黑体" panose="02010609060101010101" pitchFamily="49" charset="-122"/>
                        <a:sym typeface="Symbol" panose="05050102010706020507" pitchFamily="18" charset="2"/>
                      </a:endParaRPr>
                    </a:p>
                  </a:txBody>
                  <a:tcPr horzOverflow="overflow">
                    <a:lnL w="28575"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l"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endParaRPr kumimoji="0" lang="zh-CN" altLang="zh-CN" sz="2800" b="1" i="0" u="none" strike="noStrike" cap="none" normalizeH="0" baseline="0">
                        <a:ln>
                          <a:noFill/>
                        </a:ln>
                        <a:solidFill>
                          <a:schemeClr val="tx1"/>
                        </a:solidFill>
                        <a:effectLst/>
                        <a:latin typeface="Tahoma" panose="020B0604030504040204" pitchFamily="34" charset="0"/>
                        <a:ea typeface="黑体" panose="02010609060101010101" pitchFamily="49" charset="-122"/>
                      </a:endParaRPr>
                    </a:p>
                  </a:txBody>
                  <a:tcPr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l"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endParaRPr kumimoji="0" lang="zh-CN" altLang="zh-CN" sz="2800" b="1" i="0" u="none" strike="noStrike" cap="none" normalizeH="0" baseline="0">
                        <a:ln>
                          <a:noFill/>
                        </a:ln>
                        <a:solidFill>
                          <a:schemeClr val="tx1"/>
                        </a:solidFill>
                        <a:effectLst/>
                        <a:latin typeface="Tahoma" panose="020B0604030504040204" pitchFamily="34" charset="0"/>
                        <a:ea typeface="黑体" panose="02010609060101010101" pitchFamily="49" charset="-122"/>
                      </a:endParaRPr>
                    </a:p>
                  </a:txBody>
                  <a:tcPr horzOverflow="overflow">
                    <a:lnL w="12700" cap="flat" cmpd="sng" algn="ctr">
                      <a:solidFill>
                        <a:schemeClr val="tx1"/>
                      </a:solidFill>
                      <a:prstDash val="solid"/>
                      <a:round/>
                      <a:headEnd type="none" w="sm" len="sm"/>
                      <a:tailEnd type="none" w="sm" len="sm"/>
                    </a:lnL>
                    <a:lnR w="28575" cap="flat" cmpd="sng" algn="ctr">
                      <a:solidFill>
                        <a:schemeClr val="tx1"/>
                      </a:solidFill>
                      <a:prstDash val="solid"/>
                      <a:round/>
                      <a:headEnd type="none" w="sm" len="sm"/>
                      <a:tailEnd type="none" w="sm" len="sm"/>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7"/>
                  </a:ext>
                </a:extLst>
              </a:tr>
              <a:tr h="519113">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l"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endParaRPr kumimoji="0" lang="zh-CN" altLang="zh-CN" sz="2800" b="1" i="0" u="none" strike="noStrike" cap="none" normalizeH="0" baseline="0">
                        <a:ln>
                          <a:noFill/>
                        </a:ln>
                        <a:solidFill>
                          <a:schemeClr val="tx1"/>
                        </a:solidFill>
                        <a:effectLst/>
                        <a:latin typeface="Tahoma" panose="020B0604030504040204" pitchFamily="34" charset="0"/>
                        <a:ea typeface="黑体" panose="02010609060101010101" pitchFamily="49" charset="-122"/>
                        <a:sym typeface="Symbol" panose="05050102010706020507" pitchFamily="18" charset="2"/>
                      </a:endParaRPr>
                    </a:p>
                  </a:txBody>
                  <a:tcPr horzOverflow="overflow">
                    <a:lnL w="28575"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sm" len="sm"/>
                      <a:tailEnd type="none" w="sm" len="sm"/>
                    </a:lnB>
                    <a:lnTlToBr>
                      <a:noFill/>
                    </a:lnTlToBr>
                    <a:lnBlToTr>
                      <a:noFill/>
                    </a:lnBlToTr>
                    <a:noFill/>
                  </a:tcPr>
                </a:tc>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l"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endParaRPr kumimoji="0" lang="zh-CN" altLang="zh-CN" sz="2800" b="1" i="0" u="none" strike="noStrike" cap="none" normalizeH="0" baseline="0">
                        <a:ln>
                          <a:noFill/>
                        </a:ln>
                        <a:solidFill>
                          <a:schemeClr val="tx1"/>
                        </a:solidFill>
                        <a:effectLst/>
                        <a:latin typeface="Tahoma" panose="020B0604030504040204" pitchFamily="34" charset="0"/>
                        <a:ea typeface="黑体" panose="02010609060101010101" pitchFamily="49" charset="-122"/>
                      </a:endParaRPr>
                    </a:p>
                  </a:txBody>
                  <a:tcPr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sm" len="sm"/>
                      <a:tailEnd type="none" w="sm" len="sm"/>
                    </a:lnB>
                    <a:lnTlToBr>
                      <a:noFill/>
                    </a:lnTlToBr>
                    <a:lnBlToTr>
                      <a:noFill/>
                    </a:lnBlToTr>
                    <a:noFill/>
                  </a:tcPr>
                </a:tc>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l"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endParaRPr kumimoji="0" lang="zh-CN" altLang="zh-CN" sz="2800" b="1" i="0" u="none" strike="noStrike" cap="none" normalizeH="0" baseline="0" dirty="0">
                        <a:ln>
                          <a:noFill/>
                        </a:ln>
                        <a:solidFill>
                          <a:schemeClr val="tx1"/>
                        </a:solidFill>
                        <a:effectLst/>
                        <a:latin typeface="Tahoma" panose="020B0604030504040204" pitchFamily="34" charset="0"/>
                        <a:ea typeface="黑体" panose="02010609060101010101" pitchFamily="49" charset="-122"/>
                      </a:endParaRPr>
                    </a:p>
                  </a:txBody>
                  <a:tcPr horzOverflow="overflow">
                    <a:lnL w="12700" cap="flat" cmpd="sng" algn="ctr">
                      <a:solidFill>
                        <a:schemeClr val="tx1"/>
                      </a:solidFill>
                      <a:prstDash val="solid"/>
                      <a:round/>
                      <a:headEnd type="none" w="sm" len="sm"/>
                      <a:tailEnd type="none" w="sm" len="sm"/>
                    </a:lnL>
                    <a:lnR w="28575" cap="flat" cmpd="sng" algn="ctr">
                      <a:solidFill>
                        <a:schemeClr val="tx1"/>
                      </a:solidFill>
                      <a:prstDash val="solid"/>
                      <a:round/>
                      <a:headEnd type="none" w="sm" len="sm"/>
                      <a:tailEnd type="none" w="sm" len="sm"/>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sm" len="sm"/>
                      <a:tailEnd type="none" w="sm" len="sm"/>
                    </a:lnB>
                    <a:lnTlToBr>
                      <a:noFill/>
                    </a:lnTlToBr>
                    <a:lnBlToTr>
                      <a:noFill/>
                    </a:lnBlToTr>
                    <a:noFill/>
                  </a:tcPr>
                </a:tc>
                <a:extLst>
                  <a:ext uri="{0D108BD9-81ED-4DB2-BD59-A6C34878D82A}">
                    <a16:rowId xmlns:a16="http://schemas.microsoft.com/office/drawing/2014/main" val="10008"/>
                  </a:ext>
                </a:extLst>
              </a:tr>
            </a:tbl>
          </a:graphicData>
        </a:graphic>
      </p:graphicFrame>
      <p:sp>
        <p:nvSpPr>
          <p:cNvPr id="2" name="日期占位符 1">
            <a:extLst>
              <a:ext uri="{FF2B5EF4-FFF2-40B4-BE49-F238E27FC236}">
                <a16:creationId xmlns:a16="http://schemas.microsoft.com/office/drawing/2014/main" id="{FC452F7E-7A54-2793-5CB7-EAA339FF6A10}"/>
              </a:ext>
            </a:extLst>
          </p:cNvPr>
          <p:cNvSpPr>
            <a:spLocks noGrp="1"/>
          </p:cNvSpPr>
          <p:nvPr>
            <p:ph type="dt" sz="half" idx="10"/>
          </p:nvPr>
        </p:nvSpPr>
        <p:spPr/>
        <p:txBody>
          <a:bodyPr/>
          <a:lstStyle/>
          <a:p>
            <a:fld id="{FAF05BD4-A371-43D8-8A3F-CDDB0EE85D92}" type="datetime2">
              <a:rPr lang="zh-CN" altLang="en-US" smtClean="0"/>
              <a:pPr/>
              <a:t>2025年11月26日</a:t>
            </a:fld>
            <a:endParaRPr lang="zh-CN" altLang="en-US"/>
          </a:p>
        </p:txBody>
      </p:sp>
      <p:sp>
        <p:nvSpPr>
          <p:cNvPr id="3" name="页脚占位符 2">
            <a:extLst>
              <a:ext uri="{FF2B5EF4-FFF2-40B4-BE49-F238E27FC236}">
                <a16:creationId xmlns:a16="http://schemas.microsoft.com/office/drawing/2014/main" id="{9BF58F24-E7B9-6F83-14CA-76F8E57243C8}"/>
              </a:ext>
            </a:extLst>
          </p:cNvPr>
          <p:cNvSpPr>
            <a:spLocks noGrp="1"/>
          </p:cNvSpPr>
          <p:nvPr>
            <p:ph type="ftr" sz="quarter" idx="11"/>
          </p:nvPr>
        </p:nvSpPr>
        <p:spPr/>
        <p:txBody>
          <a:bodyPr/>
          <a:lstStyle/>
          <a:p>
            <a:r>
              <a:rPr lang="zh-CN" altLang="en-US"/>
              <a:t>编译原理</a:t>
            </a:r>
            <a:r>
              <a:rPr lang="en-US" altLang="zh-CN"/>
              <a:t>-</a:t>
            </a:r>
            <a:r>
              <a:rPr lang="zh-CN" altLang="en-US"/>
              <a:t>王欣捷</a:t>
            </a:r>
            <a:r>
              <a:rPr lang="en-US" altLang="zh-CN"/>
              <a:t>-</a:t>
            </a:r>
            <a:r>
              <a:rPr lang="zh-CN" altLang="en-US"/>
              <a:t>第三章 语法分析</a:t>
            </a:r>
            <a:r>
              <a:rPr lang="en-US" altLang="zh-CN"/>
              <a:t>(4)</a:t>
            </a:r>
            <a:endParaRPr lang="zh-CN" altLang="en-US"/>
          </a:p>
        </p:txBody>
      </p:sp>
      <p:sp>
        <p:nvSpPr>
          <p:cNvPr id="4" name="灯片编号占位符 3">
            <a:extLst>
              <a:ext uri="{FF2B5EF4-FFF2-40B4-BE49-F238E27FC236}">
                <a16:creationId xmlns:a16="http://schemas.microsoft.com/office/drawing/2014/main" id="{90BEA26A-86A5-89B0-C4FF-A8C24658B036}"/>
              </a:ext>
            </a:extLst>
          </p:cNvPr>
          <p:cNvSpPr>
            <a:spLocks noGrp="1"/>
          </p:cNvSpPr>
          <p:nvPr>
            <p:ph type="sldNum" sz="quarter" idx="12"/>
          </p:nvPr>
        </p:nvSpPr>
        <p:spPr/>
        <p:txBody>
          <a:bodyPr/>
          <a:lstStyle/>
          <a:p>
            <a:fld id="{094DEB03-EFC6-4C20-8FC8-295189A5386F}" type="slidenum">
              <a:rPr lang="zh-CN" altLang="en-US" smtClean="0"/>
              <a:pPr/>
              <a:t>31</a:t>
            </a:fld>
            <a:endParaRPr lang="zh-CN" altLang="en-US"/>
          </a:p>
        </p:txBody>
      </p:sp>
      <p:graphicFrame>
        <p:nvGraphicFramePr>
          <p:cNvPr id="8" name="Group 3">
            <a:extLst>
              <a:ext uri="{FF2B5EF4-FFF2-40B4-BE49-F238E27FC236}">
                <a16:creationId xmlns:a16="http://schemas.microsoft.com/office/drawing/2014/main" id="{0FDC422F-0C94-A784-14B5-0F65F5F8260C}"/>
              </a:ext>
            </a:extLst>
          </p:cNvPr>
          <p:cNvGraphicFramePr>
            <a:graphicFrameLocks/>
          </p:cNvGraphicFramePr>
          <p:nvPr>
            <p:extLst>
              <p:ext uri="{D42A27DB-BD31-4B8C-83A1-F6EECF244321}">
                <p14:modId xmlns:p14="http://schemas.microsoft.com/office/powerpoint/2010/main" val="4098623255"/>
              </p:ext>
            </p:extLst>
          </p:nvPr>
        </p:nvGraphicFramePr>
        <p:xfrm>
          <a:off x="1681224" y="4093400"/>
          <a:ext cx="6162551" cy="2535464"/>
        </p:xfrm>
        <a:graphic>
          <a:graphicData uri="http://schemas.openxmlformats.org/drawingml/2006/table">
            <a:tbl>
              <a:tblPr>
                <a:effectLst>
                  <a:outerShdw blurRad="63500" sx="102000" sy="102000" algn="ctr" rotWithShape="0">
                    <a:prstClr val="black">
                      <a:alpha val="40000"/>
                    </a:prstClr>
                  </a:outerShdw>
                </a:effectLst>
              </a:tblPr>
              <a:tblGrid>
                <a:gridCol w="753362">
                  <a:extLst>
                    <a:ext uri="{9D8B030D-6E8A-4147-A177-3AD203B41FA5}">
                      <a16:colId xmlns:a16="http://schemas.microsoft.com/office/drawing/2014/main" val="20000"/>
                    </a:ext>
                  </a:extLst>
                </a:gridCol>
                <a:gridCol w="914796">
                  <a:extLst>
                    <a:ext uri="{9D8B030D-6E8A-4147-A177-3AD203B41FA5}">
                      <a16:colId xmlns:a16="http://schemas.microsoft.com/office/drawing/2014/main" val="20001"/>
                    </a:ext>
                  </a:extLst>
                </a:gridCol>
                <a:gridCol w="974215">
                  <a:extLst>
                    <a:ext uri="{9D8B030D-6E8A-4147-A177-3AD203B41FA5}">
                      <a16:colId xmlns:a16="http://schemas.microsoft.com/office/drawing/2014/main" val="20002"/>
                    </a:ext>
                  </a:extLst>
                </a:gridCol>
                <a:gridCol w="1010203">
                  <a:extLst>
                    <a:ext uri="{9D8B030D-6E8A-4147-A177-3AD203B41FA5}">
                      <a16:colId xmlns:a16="http://schemas.microsoft.com/office/drawing/2014/main" val="20003"/>
                    </a:ext>
                  </a:extLst>
                </a:gridCol>
                <a:gridCol w="867599">
                  <a:extLst>
                    <a:ext uri="{9D8B030D-6E8A-4147-A177-3AD203B41FA5}">
                      <a16:colId xmlns:a16="http://schemas.microsoft.com/office/drawing/2014/main" val="20004"/>
                    </a:ext>
                  </a:extLst>
                </a:gridCol>
                <a:gridCol w="860986">
                  <a:extLst>
                    <a:ext uri="{9D8B030D-6E8A-4147-A177-3AD203B41FA5}">
                      <a16:colId xmlns:a16="http://schemas.microsoft.com/office/drawing/2014/main" val="20005"/>
                    </a:ext>
                  </a:extLst>
                </a:gridCol>
                <a:gridCol w="781390">
                  <a:extLst>
                    <a:ext uri="{9D8B030D-6E8A-4147-A177-3AD203B41FA5}">
                      <a16:colId xmlns:a16="http://schemas.microsoft.com/office/drawing/2014/main" val="20006"/>
                    </a:ext>
                  </a:extLst>
                </a:gridCol>
              </a:tblGrid>
              <a:tr h="361994">
                <a:tc rowSpan="2">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r>
                        <a:rPr kumimoji="0" lang="zh-CN" altLang="en-US" sz="1500" b="0" i="0" u="none" strike="noStrike" cap="none" normalizeH="0" baseline="0">
                          <a:ln>
                            <a:noFill/>
                          </a:ln>
                          <a:solidFill>
                            <a:schemeClr val="tx1"/>
                          </a:solidFill>
                          <a:effectLst/>
                          <a:latin typeface="Times New Roman" panose="02020603050405020304" pitchFamily="18" charset="0"/>
                          <a:ea typeface="黑体" panose="02010609060101010101" pitchFamily="49" charset="-122"/>
                        </a:rPr>
                        <a:t>非 终</a:t>
                      </a:r>
                      <a:endParaRPr kumimoji="0" lang="en-US" altLang="zh-CN" sz="1500" b="0" i="0" u="none" strike="noStrike" cap="none" normalizeH="0" baseline="0">
                        <a:ln>
                          <a:noFill/>
                        </a:ln>
                        <a:solidFill>
                          <a:schemeClr val="tx1"/>
                        </a:solidFill>
                        <a:effectLst/>
                        <a:latin typeface="Times New Roman" panose="02020603050405020304" pitchFamily="18" charset="0"/>
                        <a:ea typeface="黑体" panose="02010609060101010101" pitchFamily="49" charset="-122"/>
                      </a:endParaRPr>
                    </a:p>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r>
                        <a:rPr kumimoji="0" lang="zh-CN" altLang="en-US" sz="1500" b="0" i="0" u="none" strike="noStrike" cap="none" normalizeH="0" baseline="0">
                          <a:ln>
                            <a:noFill/>
                          </a:ln>
                          <a:solidFill>
                            <a:schemeClr val="tx1"/>
                          </a:solidFill>
                          <a:effectLst/>
                          <a:latin typeface="Times New Roman" panose="02020603050405020304" pitchFamily="18" charset="0"/>
                          <a:ea typeface="黑体" panose="02010609060101010101" pitchFamily="49" charset="-122"/>
                        </a:rPr>
                        <a:t>结 符</a:t>
                      </a:r>
                    </a:p>
                  </a:txBody>
                  <a:tcPr marL="139781" marR="139781" marT="69890" marB="69890" anchor="ct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accent4">
                        <a:lumMod val="20000"/>
                        <a:lumOff val="80000"/>
                      </a:schemeClr>
                    </a:solidFill>
                  </a:tcPr>
                </a:tc>
                <a:tc gridSpan="6">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r>
                        <a:rPr kumimoji="0" lang="zh-CN" altLang="en-US" sz="1500" b="0" i="0" u="none" strike="noStrike" cap="none" normalizeH="0" baseline="0">
                          <a:ln>
                            <a:noFill/>
                          </a:ln>
                          <a:solidFill>
                            <a:schemeClr val="tx1"/>
                          </a:solidFill>
                          <a:effectLst/>
                          <a:latin typeface="Times New Roman" panose="02020603050405020304" pitchFamily="18" charset="0"/>
                          <a:ea typeface="黑体" panose="02010609060101010101" pitchFamily="49" charset="-122"/>
                        </a:rPr>
                        <a:t>输 入 符 号</a:t>
                      </a:r>
                    </a:p>
                  </a:txBody>
                  <a:tcPr marL="139781" marR="139781" marT="69890" marB="69890" anchor="ct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accent4">
                        <a:lumMod val="20000"/>
                        <a:lumOff val="80000"/>
                      </a:schemeClr>
                    </a:solidFill>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extLst>
                  <a:ext uri="{0D108BD9-81ED-4DB2-BD59-A6C34878D82A}">
                    <a16:rowId xmlns:a16="http://schemas.microsoft.com/office/drawing/2014/main" val="10000"/>
                  </a:ext>
                </a:extLst>
              </a:tr>
              <a:tr h="360042">
                <a:tc vMerge="1">
                  <a:txBody>
                    <a:bodyPr/>
                    <a:lstStyle/>
                    <a:p>
                      <a:endParaRPr lang="zh-CN" altLang="en-US"/>
                    </a:p>
                  </a:txBody>
                  <a:tcPr/>
                </a:tc>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r>
                        <a:rPr kumimoji="0" lang="en-US" altLang="zh-CN" sz="1500" b="1" i="0" u="none" strike="noStrike" cap="none" normalizeH="0" baseline="0">
                          <a:ln>
                            <a:noFill/>
                          </a:ln>
                          <a:solidFill>
                            <a:schemeClr val="tx1"/>
                          </a:solidFill>
                          <a:effectLst/>
                          <a:latin typeface="Times New Roman" panose="02020603050405020304" pitchFamily="18" charset="0"/>
                          <a:ea typeface="黑体" panose="02010609060101010101" pitchFamily="49" charset="-122"/>
                        </a:rPr>
                        <a:t>id</a:t>
                      </a:r>
                    </a:p>
                  </a:txBody>
                  <a:tcPr marL="46132" marR="46132" marT="24604" marB="24604"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accent4">
                        <a:lumMod val="20000"/>
                        <a:lumOff val="80000"/>
                      </a:schemeClr>
                    </a:solidFill>
                  </a:tcPr>
                </a:tc>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r>
                        <a:rPr kumimoji="0" lang="en-US" altLang="zh-CN" sz="1500" b="1" i="0" u="none" strike="noStrike" cap="none" normalizeH="0" baseline="0">
                          <a:ln>
                            <a:noFill/>
                          </a:ln>
                          <a:solidFill>
                            <a:schemeClr val="tx1"/>
                          </a:solidFill>
                          <a:effectLst/>
                          <a:latin typeface="Times New Roman" panose="02020603050405020304" pitchFamily="18" charset="0"/>
                          <a:ea typeface="黑体" panose="02010609060101010101" pitchFamily="49" charset="-122"/>
                        </a:rPr>
                        <a:t>+</a:t>
                      </a:r>
                    </a:p>
                  </a:txBody>
                  <a:tcPr marL="46132" marR="46132" marT="24604" marB="24604"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accent4">
                        <a:lumMod val="20000"/>
                        <a:lumOff val="80000"/>
                      </a:schemeClr>
                    </a:solidFill>
                  </a:tcPr>
                </a:tc>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r>
                        <a:rPr kumimoji="0" lang="en-US" altLang="zh-CN" sz="1500" b="1" i="0" u="none" strike="noStrike" cap="none" normalizeH="0" baseline="0">
                          <a:ln>
                            <a:noFill/>
                          </a:ln>
                          <a:solidFill>
                            <a:schemeClr val="tx1"/>
                          </a:solidFill>
                          <a:effectLst/>
                          <a:latin typeface="Times New Roman" panose="02020603050405020304" pitchFamily="18" charset="0"/>
                          <a:ea typeface="黑体" panose="02010609060101010101" pitchFamily="49" charset="-122"/>
                        </a:rPr>
                        <a:t>*</a:t>
                      </a:r>
                    </a:p>
                  </a:txBody>
                  <a:tcPr marL="46132" marR="46132" marT="24604" marB="24604"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accent4">
                        <a:lumMod val="20000"/>
                        <a:lumOff val="80000"/>
                      </a:schemeClr>
                    </a:solidFill>
                  </a:tcPr>
                </a:tc>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r>
                        <a:rPr kumimoji="0" lang="en-US" altLang="zh-CN" sz="1500" b="1" i="0" u="none" strike="noStrike" cap="none" normalizeH="0" baseline="0">
                          <a:ln>
                            <a:noFill/>
                          </a:ln>
                          <a:solidFill>
                            <a:schemeClr val="tx1"/>
                          </a:solidFill>
                          <a:effectLst/>
                          <a:latin typeface="Times New Roman" panose="02020603050405020304" pitchFamily="18" charset="0"/>
                          <a:ea typeface="黑体" panose="02010609060101010101" pitchFamily="49" charset="-122"/>
                        </a:rPr>
                        <a:t>(</a:t>
                      </a:r>
                    </a:p>
                  </a:txBody>
                  <a:tcPr marL="46132" marR="46132" marT="24604" marB="24604"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accent4">
                        <a:lumMod val="20000"/>
                        <a:lumOff val="80000"/>
                      </a:schemeClr>
                    </a:solidFill>
                  </a:tcPr>
                </a:tc>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r>
                        <a:rPr kumimoji="0" lang="en-US" altLang="zh-CN" sz="1500" b="1" i="0" u="none" strike="noStrike" cap="none" normalizeH="0" baseline="0">
                          <a:ln>
                            <a:noFill/>
                          </a:ln>
                          <a:solidFill>
                            <a:schemeClr val="tx1"/>
                          </a:solidFill>
                          <a:effectLst/>
                          <a:latin typeface="Times New Roman" panose="02020603050405020304" pitchFamily="18" charset="0"/>
                          <a:ea typeface="黑体" panose="02010609060101010101" pitchFamily="49" charset="-122"/>
                        </a:rPr>
                        <a:t>)</a:t>
                      </a:r>
                    </a:p>
                  </a:txBody>
                  <a:tcPr marL="46132" marR="46132" marT="24604" marB="24604"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accent4">
                        <a:lumMod val="20000"/>
                        <a:lumOff val="80000"/>
                      </a:schemeClr>
                    </a:solidFill>
                  </a:tcPr>
                </a:tc>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r>
                        <a:rPr kumimoji="0" lang="en-US" altLang="zh-CN" sz="1500" b="1" i="0" u="none" strike="noStrike" cap="none" normalizeH="0" baseline="0">
                          <a:ln>
                            <a:noFill/>
                          </a:ln>
                          <a:solidFill>
                            <a:schemeClr val="tx1"/>
                          </a:solidFill>
                          <a:effectLst/>
                          <a:latin typeface="Times New Roman" panose="02020603050405020304" pitchFamily="18" charset="0"/>
                          <a:ea typeface="黑体" panose="02010609060101010101" pitchFamily="49" charset="-122"/>
                        </a:rPr>
                        <a:t>$</a:t>
                      </a:r>
                    </a:p>
                  </a:txBody>
                  <a:tcPr marL="46132" marR="46132" marT="24604" marB="24604" anchor="ct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accent4">
                        <a:lumMod val="20000"/>
                        <a:lumOff val="80000"/>
                      </a:schemeClr>
                    </a:solidFill>
                  </a:tcPr>
                </a:tc>
                <a:extLst>
                  <a:ext uri="{0D108BD9-81ED-4DB2-BD59-A6C34878D82A}">
                    <a16:rowId xmlns:a16="http://schemas.microsoft.com/office/drawing/2014/main" val="10001"/>
                  </a:ext>
                </a:extLst>
              </a:tr>
              <a:tr h="361994">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r>
                        <a:rPr kumimoji="0" lang="en-US" altLang="zh-CN" sz="1500" b="1" i="1" u="none" strike="noStrike" cap="none" normalizeH="0" baseline="0">
                          <a:ln>
                            <a:noFill/>
                          </a:ln>
                          <a:solidFill>
                            <a:schemeClr val="tx1"/>
                          </a:solidFill>
                          <a:effectLst/>
                          <a:latin typeface="Times New Roman" panose="02020603050405020304" pitchFamily="18" charset="0"/>
                          <a:ea typeface="黑体" panose="02010609060101010101" pitchFamily="49" charset="-122"/>
                        </a:rPr>
                        <a:t>E</a:t>
                      </a:r>
                    </a:p>
                  </a:txBody>
                  <a:tcPr marL="46132" marR="46132" marT="24604" marB="24604" anchor="ct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accent4">
                        <a:lumMod val="20000"/>
                        <a:lumOff val="80000"/>
                      </a:schemeClr>
                    </a:solidFill>
                  </a:tcPr>
                </a:tc>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r>
                        <a:rPr kumimoji="0" lang="en-US" altLang="zh-CN" sz="1500" b="1" i="1" u="none" strike="noStrike" cap="none" normalizeH="0" baseline="0">
                          <a:ln>
                            <a:noFill/>
                          </a:ln>
                          <a:solidFill>
                            <a:schemeClr val="tx1"/>
                          </a:solidFill>
                          <a:effectLst/>
                          <a:latin typeface="Times New Roman" panose="02020603050405020304" pitchFamily="18" charset="0"/>
                          <a:ea typeface="黑体" panose="02010609060101010101" pitchFamily="49" charset="-122"/>
                        </a:rPr>
                        <a:t>E</a:t>
                      </a:r>
                      <a:r>
                        <a:rPr kumimoji="0" lang="en-US" altLang="zh-CN" sz="1500" b="1" i="0" u="none" strike="noStrike" cap="none" normalizeH="0" baseline="0">
                          <a:ln>
                            <a:noFill/>
                          </a:ln>
                          <a:solidFill>
                            <a:schemeClr val="tx1"/>
                          </a:solidFill>
                          <a:effectLst/>
                          <a:latin typeface="Times New Roman" panose="02020603050405020304" pitchFamily="18" charset="0"/>
                          <a:ea typeface="黑体" panose="02010609060101010101" pitchFamily="49" charset="-122"/>
                          <a:sym typeface="Symbol" panose="05050102010706020507" pitchFamily="18" charset="2"/>
                        </a:rPr>
                        <a:t></a:t>
                      </a:r>
                      <a:r>
                        <a:rPr kumimoji="0" lang="en-US" altLang="zh-CN" sz="1500" b="1" i="1" u="none" strike="noStrike" cap="none" normalizeH="0" baseline="0">
                          <a:ln>
                            <a:noFill/>
                          </a:ln>
                          <a:solidFill>
                            <a:schemeClr val="tx1"/>
                          </a:solidFill>
                          <a:effectLst/>
                          <a:latin typeface="Times New Roman" panose="02020603050405020304" pitchFamily="18" charset="0"/>
                          <a:ea typeface="黑体" panose="02010609060101010101" pitchFamily="49" charset="-122"/>
                          <a:sym typeface="Symbol" panose="05050102010706020507" pitchFamily="18" charset="2"/>
                        </a:rPr>
                        <a:t>TE</a:t>
                      </a:r>
                      <a:r>
                        <a:rPr kumimoji="0" lang="en-US" altLang="zh-CN" sz="1500" b="1" i="0" u="none" strike="noStrike" cap="none" normalizeH="0" baseline="0">
                          <a:ln>
                            <a:noFill/>
                          </a:ln>
                          <a:solidFill>
                            <a:schemeClr val="tx1"/>
                          </a:solidFill>
                          <a:effectLst/>
                          <a:latin typeface="Times New Roman" panose="02020603050405020304" pitchFamily="18" charset="0"/>
                          <a:ea typeface="黑体" panose="02010609060101010101" pitchFamily="49" charset="-122"/>
                          <a:sym typeface="Symbol" panose="05050102010706020507" pitchFamily="18" charset="2"/>
                        </a:rPr>
                        <a:t></a:t>
                      </a:r>
                    </a:p>
                  </a:txBody>
                  <a:tcPr marL="46132" marR="46132" marT="24604" marB="24604"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accent4">
                        <a:lumMod val="20000"/>
                        <a:lumOff val="80000"/>
                      </a:schemeClr>
                    </a:solidFill>
                  </a:tcPr>
                </a:tc>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endParaRPr kumimoji="0" lang="zh-CN" altLang="zh-CN" sz="1500" b="0" i="0" u="none" strike="noStrike" cap="none" normalizeH="0" baseline="0">
                        <a:ln>
                          <a:noFill/>
                        </a:ln>
                        <a:solidFill>
                          <a:schemeClr val="tx1"/>
                        </a:solidFill>
                        <a:effectLst/>
                        <a:latin typeface="Times New Roman" panose="02020603050405020304" pitchFamily="18" charset="0"/>
                        <a:ea typeface="黑体" panose="02010609060101010101" pitchFamily="49" charset="-122"/>
                      </a:endParaRPr>
                    </a:p>
                  </a:txBody>
                  <a:tcPr marL="46132" marR="46132" marT="24604" marB="24604"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accent4">
                        <a:lumMod val="20000"/>
                        <a:lumOff val="80000"/>
                      </a:schemeClr>
                    </a:solidFill>
                  </a:tcPr>
                </a:tc>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endParaRPr kumimoji="0" lang="zh-CN" altLang="zh-CN" sz="1500" b="0" i="0" u="none" strike="noStrike" cap="none" normalizeH="0" baseline="0">
                        <a:ln>
                          <a:noFill/>
                        </a:ln>
                        <a:solidFill>
                          <a:schemeClr val="tx1"/>
                        </a:solidFill>
                        <a:effectLst/>
                        <a:latin typeface="Times New Roman" panose="02020603050405020304" pitchFamily="18" charset="0"/>
                        <a:ea typeface="黑体" panose="02010609060101010101" pitchFamily="49" charset="-122"/>
                      </a:endParaRPr>
                    </a:p>
                  </a:txBody>
                  <a:tcPr marL="46132" marR="46132" marT="24604" marB="24604"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accent4">
                        <a:lumMod val="20000"/>
                        <a:lumOff val="80000"/>
                      </a:schemeClr>
                    </a:solidFill>
                  </a:tcPr>
                </a:tc>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r>
                        <a:rPr kumimoji="0" lang="en-US" altLang="zh-CN" sz="1500" b="1" i="1" u="none" strike="noStrike" cap="none" normalizeH="0" baseline="0">
                          <a:ln>
                            <a:noFill/>
                          </a:ln>
                          <a:solidFill>
                            <a:schemeClr val="tx1"/>
                          </a:solidFill>
                          <a:effectLst/>
                          <a:latin typeface="Times New Roman" panose="02020603050405020304" pitchFamily="18" charset="0"/>
                          <a:ea typeface="黑体" panose="02010609060101010101" pitchFamily="49" charset="-122"/>
                        </a:rPr>
                        <a:t>E</a:t>
                      </a:r>
                      <a:r>
                        <a:rPr kumimoji="0" lang="en-US" altLang="zh-CN" sz="1500" b="1" i="1" u="none" strike="noStrike" cap="none" normalizeH="0" baseline="0">
                          <a:ln>
                            <a:noFill/>
                          </a:ln>
                          <a:solidFill>
                            <a:schemeClr val="tx1"/>
                          </a:solidFill>
                          <a:effectLst/>
                          <a:latin typeface="Times New Roman" panose="02020603050405020304" pitchFamily="18" charset="0"/>
                          <a:ea typeface="黑体" panose="02010609060101010101" pitchFamily="49" charset="-122"/>
                          <a:sym typeface="Symbol" panose="05050102010706020507" pitchFamily="18" charset="2"/>
                        </a:rPr>
                        <a:t>TE</a:t>
                      </a:r>
                      <a:r>
                        <a:rPr kumimoji="0" lang="en-US" altLang="zh-CN" sz="1500" b="1" i="0" u="none" strike="noStrike" cap="none" normalizeH="0" baseline="0">
                          <a:ln>
                            <a:noFill/>
                          </a:ln>
                          <a:solidFill>
                            <a:schemeClr val="tx1"/>
                          </a:solidFill>
                          <a:effectLst/>
                          <a:latin typeface="Times New Roman" panose="02020603050405020304" pitchFamily="18" charset="0"/>
                          <a:ea typeface="黑体" panose="02010609060101010101" pitchFamily="49" charset="-122"/>
                          <a:sym typeface="Symbol" panose="05050102010706020507" pitchFamily="18" charset="2"/>
                        </a:rPr>
                        <a:t></a:t>
                      </a:r>
                    </a:p>
                  </a:txBody>
                  <a:tcPr marL="46132" marR="46132" marT="24604" marB="24604"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accent4">
                        <a:lumMod val="20000"/>
                        <a:lumOff val="80000"/>
                      </a:schemeClr>
                    </a:solidFill>
                  </a:tcPr>
                </a:tc>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endParaRPr kumimoji="0" lang="zh-CN" altLang="zh-CN" sz="1500" b="0" i="0" u="none" strike="noStrike" cap="none" normalizeH="0" baseline="0">
                        <a:ln>
                          <a:noFill/>
                        </a:ln>
                        <a:solidFill>
                          <a:schemeClr val="tx1"/>
                        </a:solidFill>
                        <a:effectLst/>
                        <a:latin typeface="Times New Roman" panose="02020603050405020304" pitchFamily="18" charset="0"/>
                        <a:ea typeface="黑体" panose="02010609060101010101" pitchFamily="49" charset="-122"/>
                      </a:endParaRPr>
                    </a:p>
                  </a:txBody>
                  <a:tcPr marL="46132" marR="46132" marT="24604" marB="24604"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accent4">
                        <a:lumMod val="20000"/>
                        <a:lumOff val="80000"/>
                      </a:schemeClr>
                    </a:solidFill>
                  </a:tcPr>
                </a:tc>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endParaRPr kumimoji="0" lang="zh-CN" altLang="zh-CN" sz="1500" b="0" i="0" u="none" strike="noStrike" cap="none" normalizeH="0" baseline="0">
                        <a:ln>
                          <a:noFill/>
                        </a:ln>
                        <a:solidFill>
                          <a:schemeClr val="tx1"/>
                        </a:solidFill>
                        <a:effectLst/>
                        <a:latin typeface="Times New Roman" panose="02020603050405020304" pitchFamily="18" charset="0"/>
                        <a:ea typeface="黑体" panose="02010609060101010101" pitchFamily="49" charset="-122"/>
                      </a:endParaRPr>
                    </a:p>
                  </a:txBody>
                  <a:tcPr marL="46132" marR="46132" marT="24604" marB="24604" anchor="ct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accent4">
                        <a:lumMod val="20000"/>
                        <a:lumOff val="80000"/>
                      </a:schemeClr>
                    </a:solidFill>
                  </a:tcPr>
                </a:tc>
                <a:extLst>
                  <a:ext uri="{0D108BD9-81ED-4DB2-BD59-A6C34878D82A}">
                    <a16:rowId xmlns:a16="http://schemas.microsoft.com/office/drawing/2014/main" val="10002"/>
                  </a:ext>
                </a:extLst>
              </a:tr>
              <a:tr h="361018">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r>
                        <a:rPr kumimoji="0" lang="en-US" altLang="zh-CN" sz="1500" b="1" i="1" u="none" strike="noStrike" cap="none" normalizeH="0" baseline="0">
                          <a:ln>
                            <a:noFill/>
                          </a:ln>
                          <a:solidFill>
                            <a:schemeClr val="tx1"/>
                          </a:solidFill>
                          <a:effectLst/>
                          <a:latin typeface="Times New Roman" panose="02020603050405020304" pitchFamily="18" charset="0"/>
                          <a:ea typeface="黑体" panose="02010609060101010101" pitchFamily="49" charset="-122"/>
                        </a:rPr>
                        <a:t>E </a:t>
                      </a:r>
                      <a:r>
                        <a:rPr kumimoji="0" lang="en-US" altLang="zh-CN" sz="1500" b="1" i="0" u="none" strike="noStrike" cap="none" normalizeH="0" baseline="0">
                          <a:ln>
                            <a:noFill/>
                          </a:ln>
                          <a:solidFill>
                            <a:schemeClr val="tx1"/>
                          </a:solidFill>
                          <a:effectLst/>
                          <a:latin typeface="Times New Roman" panose="02020603050405020304" pitchFamily="18" charset="0"/>
                          <a:ea typeface="黑体" panose="02010609060101010101" pitchFamily="49" charset="-122"/>
                          <a:sym typeface="Symbol" panose="05050102010706020507" pitchFamily="18" charset="2"/>
                        </a:rPr>
                        <a:t></a:t>
                      </a:r>
                    </a:p>
                  </a:txBody>
                  <a:tcPr marL="46132" marR="46132" marT="24604" marB="24604" anchor="ct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accent4">
                        <a:lumMod val="20000"/>
                        <a:lumOff val="80000"/>
                      </a:schemeClr>
                    </a:solidFill>
                  </a:tcPr>
                </a:tc>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endParaRPr kumimoji="0" lang="zh-CN" altLang="zh-CN" sz="1500" b="0" i="0" u="none" strike="noStrike" cap="none" normalizeH="0" baseline="0">
                        <a:ln>
                          <a:noFill/>
                        </a:ln>
                        <a:solidFill>
                          <a:schemeClr val="tx1"/>
                        </a:solidFill>
                        <a:effectLst/>
                        <a:latin typeface="Times New Roman" panose="02020603050405020304" pitchFamily="18" charset="0"/>
                        <a:ea typeface="黑体" panose="02010609060101010101" pitchFamily="49" charset="-122"/>
                      </a:endParaRPr>
                    </a:p>
                  </a:txBody>
                  <a:tcPr marL="46132" marR="46132" marT="24604" marB="24604"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accent4">
                        <a:lumMod val="20000"/>
                        <a:lumOff val="80000"/>
                      </a:schemeClr>
                    </a:solidFill>
                  </a:tcPr>
                </a:tc>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r>
                        <a:rPr kumimoji="0" lang="en-US" altLang="zh-CN" sz="1500" b="1" i="1" u="none" strike="noStrike" cap="none" normalizeH="0" baseline="0">
                          <a:ln>
                            <a:noFill/>
                          </a:ln>
                          <a:solidFill>
                            <a:schemeClr val="tx1"/>
                          </a:solidFill>
                          <a:effectLst/>
                          <a:latin typeface="Times New Roman" panose="02020603050405020304" pitchFamily="18" charset="0"/>
                          <a:ea typeface="黑体" panose="02010609060101010101" pitchFamily="49" charset="-122"/>
                        </a:rPr>
                        <a:t>E</a:t>
                      </a:r>
                      <a:r>
                        <a:rPr kumimoji="0" lang="en-US" altLang="zh-CN" sz="1500" b="1" i="0" u="none" strike="noStrike" cap="none" normalizeH="0" baseline="0">
                          <a:ln>
                            <a:noFill/>
                          </a:ln>
                          <a:solidFill>
                            <a:schemeClr val="tx1"/>
                          </a:solidFill>
                          <a:effectLst/>
                          <a:latin typeface="Times New Roman" panose="02020603050405020304" pitchFamily="18" charset="0"/>
                          <a:ea typeface="黑体" panose="02010609060101010101" pitchFamily="49" charset="-122"/>
                          <a:sym typeface="Symbol" panose="05050102010706020507" pitchFamily="18" charset="2"/>
                        </a:rPr>
                        <a:t>+</a:t>
                      </a:r>
                      <a:r>
                        <a:rPr kumimoji="0" lang="en-US" altLang="zh-CN" sz="1500" b="1" i="1" u="none" strike="noStrike" cap="none" normalizeH="0" baseline="0">
                          <a:ln>
                            <a:noFill/>
                          </a:ln>
                          <a:solidFill>
                            <a:schemeClr val="tx1"/>
                          </a:solidFill>
                          <a:effectLst/>
                          <a:latin typeface="Times New Roman" panose="02020603050405020304" pitchFamily="18" charset="0"/>
                          <a:ea typeface="黑体" panose="02010609060101010101" pitchFamily="49" charset="-122"/>
                          <a:sym typeface="Symbol" panose="05050102010706020507" pitchFamily="18" charset="2"/>
                        </a:rPr>
                        <a:t>TE</a:t>
                      </a:r>
                      <a:r>
                        <a:rPr kumimoji="0" lang="en-US" altLang="zh-CN" sz="1500" b="1" i="0" u="none" strike="noStrike" cap="none" normalizeH="0" baseline="0">
                          <a:ln>
                            <a:noFill/>
                          </a:ln>
                          <a:solidFill>
                            <a:schemeClr val="tx1"/>
                          </a:solidFill>
                          <a:effectLst/>
                          <a:latin typeface="Times New Roman" panose="02020603050405020304" pitchFamily="18" charset="0"/>
                          <a:ea typeface="黑体" panose="02010609060101010101" pitchFamily="49" charset="-122"/>
                          <a:sym typeface="Symbol" panose="05050102010706020507" pitchFamily="18" charset="2"/>
                        </a:rPr>
                        <a:t></a:t>
                      </a:r>
                    </a:p>
                  </a:txBody>
                  <a:tcPr marL="46132" marR="46132" marT="24604" marB="24604"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accent4">
                        <a:lumMod val="20000"/>
                        <a:lumOff val="80000"/>
                      </a:schemeClr>
                    </a:solidFill>
                  </a:tcPr>
                </a:tc>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endParaRPr kumimoji="0" lang="zh-CN" altLang="zh-CN" sz="1500" b="0" i="0" u="none" strike="noStrike" cap="none" normalizeH="0" baseline="0">
                        <a:ln>
                          <a:noFill/>
                        </a:ln>
                        <a:solidFill>
                          <a:schemeClr val="tx1"/>
                        </a:solidFill>
                        <a:effectLst/>
                        <a:latin typeface="Times New Roman" panose="02020603050405020304" pitchFamily="18" charset="0"/>
                        <a:ea typeface="黑体" panose="02010609060101010101" pitchFamily="49" charset="-122"/>
                      </a:endParaRPr>
                    </a:p>
                  </a:txBody>
                  <a:tcPr marL="46132" marR="46132" marT="24604" marB="24604"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accent4">
                        <a:lumMod val="20000"/>
                        <a:lumOff val="80000"/>
                      </a:schemeClr>
                    </a:solidFill>
                  </a:tcPr>
                </a:tc>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endParaRPr kumimoji="0" lang="zh-CN" altLang="zh-CN" sz="1500" b="0" i="0" u="none" strike="noStrike" cap="none" normalizeH="0" baseline="0">
                        <a:ln>
                          <a:noFill/>
                        </a:ln>
                        <a:solidFill>
                          <a:schemeClr val="tx1"/>
                        </a:solidFill>
                        <a:effectLst/>
                        <a:latin typeface="Times New Roman" panose="02020603050405020304" pitchFamily="18" charset="0"/>
                        <a:ea typeface="黑体" panose="02010609060101010101" pitchFamily="49" charset="-122"/>
                      </a:endParaRPr>
                    </a:p>
                  </a:txBody>
                  <a:tcPr marL="46132" marR="46132" marT="24604" marB="24604"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accent4">
                        <a:lumMod val="20000"/>
                        <a:lumOff val="80000"/>
                      </a:schemeClr>
                    </a:solidFill>
                  </a:tcPr>
                </a:tc>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r>
                        <a:rPr kumimoji="0" lang="en-US" altLang="zh-CN" sz="1500" b="1" i="1" u="none" strike="noStrike" cap="none" normalizeH="0" baseline="0">
                          <a:ln>
                            <a:noFill/>
                          </a:ln>
                          <a:solidFill>
                            <a:schemeClr val="tx1"/>
                          </a:solidFill>
                          <a:effectLst/>
                          <a:latin typeface="Times New Roman" panose="02020603050405020304" pitchFamily="18" charset="0"/>
                          <a:ea typeface="黑体" panose="02010609060101010101" pitchFamily="49" charset="-122"/>
                        </a:rPr>
                        <a:t>E</a:t>
                      </a:r>
                      <a:r>
                        <a:rPr kumimoji="0" lang="en-US" altLang="zh-CN" sz="1700" b="1" i="0" u="none" strike="noStrike" cap="none" normalizeH="0" baseline="0">
                          <a:ln>
                            <a:noFill/>
                          </a:ln>
                          <a:solidFill>
                            <a:schemeClr val="tx1"/>
                          </a:solidFill>
                          <a:effectLst/>
                          <a:latin typeface="Times New Roman" panose="02020603050405020304" pitchFamily="18" charset="0"/>
                          <a:ea typeface="黑体" panose="02010609060101010101" pitchFamily="49" charset="-122"/>
                          <a:sym typeface="Symbol" panose="05050102010706020507" pitchFamily="18" charset="2"/>
                        </a:rPr>
                        <a:t></a:t>
                      </a:r>
                    </a:p>
                  </a:txBody>
                  <a:tcPr marL="46132" marR="46132" marT="24604" marB="24604"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accent4">
                        <a:lumMod val="20000"/>
                        <a:lumOff val="80000"/>
                      </a:schemeClr>
                    </a:solidFill>
                  </a:tcPr>
                </a:tc>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r>
                        <a:rPr kumimoji="0" lang="en-US" altLang="zh-CN" sz="1500" b="1" i="1" u="none" strike="noStrike" cap="none" normalizeH="0" baseline="0">
                          <a:ln>
                            <a:noFill/>
                          </a:ln>
                          <a:solidFill>
                            <a:schemeClr val="tx1"/>
                          </a:solidFill>
                          <a:effectLst/>
                          <a:latin typeface="Times New Roman" panose="02020603050405020304" pitchFamily="18" charset="0"/>
                          <a:ea typeface="黑体" panose="02010609060101010101" pitchFamily="49" charset="-122"/>
                        </a:rPr>
                        <a:t>E</a:t>
                      </a:r>
                      <a:r>
                        <a:rPr kumimoji="0" lang="en-US" altLang="zh-CN" sz="1700" b="1" i="0" u="none" strike="noStrike" cap="none" normalizeH="0" baseline="0">
                          <a:ln>
                            <a:noFill/>
                          </a:ln>
                          <a:solidFill>
                            <a:schemeClr val="tx1"/>
                          </a:solidFill>
                          <a:effectLst/>
                          <a:latin typeface="Times New Roman" panose="02020603050405020304" pitchFamily="18" charset="0"/>
                          <a:ea typeface="黑体" panose="02010609060101010101" pitchFamily="49" charset="-122"/>
                          <a:sym typeface="Symbol" panose="05050102010706020507" pitchFamily="18" charset="2"/>
                        </a:rPr>
                        <a:t></a:t>
                      </a:r>
                    </a:p>
                  </a:txBody>
                  <a:tcPr marL="46132" marR="46132" marT="24604" marB="24604" anchor="ct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accent4">
                        <a:lumMod val="20000"/>
                        <a:lumOff val="80000"/>
                      </a:schemeClr>
                    </a:solidFill>
                  </a:tcPr>
                </a:tc>
                <a:extLst>
                  <a:ext uri="{0D108BD9-81ED-4DB2-BD59-A6C34878D82A}">
                    <a16:rowId xmlns:a16="http://schemas.microsoft.com/office/drawing/2014/main" val="10003"/>
                  </a:ext>
                </a:extLst>
              </a:tr>
              <a:tr h="361994">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r>
                        <a:rPr kumimoji="0" lang="en-US" altLang="zh-CN" sz="1500" b="1" i="1" u="none" strike="noStrike" cap="none" normalizeH="0" baseline="0">
                          <a:ln>
                            <a:noFill/>
                          </a:ln>
                          <a:solidFill>
                            <a:schemeClr val="tx1"/>
                          </a:solidFill>
                          <a:effectLst/>
                          <a:latin typeface="Times New Roman" panose="02020603050405020304" pitchFamily="18" charset="0"/>
                          <a:ea typeface="黑体" panose="02010609060101010101" pitchFamily="49" charset="-122"/>
                        </a:rPr>
                        <a:t>T</a:t>
                      </a:r>
                    </a:p>
                  </a:txBody>
                  <a:tcPr marL="46132" marR="46132" marT="24604" marB="24604" anchor="ct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accent4">
                        <a:lumMod val="20000"/>
                        <a:lumOff val="80000"/>
                      </a:schemeClr>
                    </a:solidFill>
                  </a:tcPr>
                </a:tc>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r>
                        <a:rPr kumimoji="0" lang="en-US" altLang="zh-CN" sz="1500" b="1" i="1" u="none" strike="noStrike" cap="none" normalizeH="0" baseline="0">
                          <a:ln>
                            <a:noFill/>
                          </a:ln>
                          <a:solidFill>
                            <a:schemeClr val="tx1"/>
                          </a:solidFill>
                          <a:effectLst/>
                          <a:latin typeface="Times New Roman" panose="02020603050405020304" pitchFamily="18" charset="0"/>
                          <a:ea typeface="黑体" panose="02010609060101010101" pitchFamily="49" charset="-122"/>
                        </a:rPr>
                        <a:t>T</a:t>
                      </a:r>
                      <a:r>
                        <a:rPr kumimoji="0" lang="en-US" altLang="zh-CN" sz="1500" b="1" i="0" u="none" strike="noStrike" cap="none" normalizeH="0" baseline="0">
                          <a:ln>
                            <a:noFill/>
                          </a:ln>
                          <a:solidFill>
                            <a:schemeClr val="tx1"/>
                          </a:solidFill>
                          <a:effectLst/>
                          <a:latin typeface="Times New Roman" panose="02020603050405020304" pitchFamily="18" charset="0"/>
                          <a:ea typeface="黑体" panose="02010609060101010101" pitchFamily="49" charset="-122"/>
                          <a:sym typeface="Symbol" panose="05050102010706020507" pitchFamily="18" charset="2"/>
                        </a:rPr>
                        <a:t></a:t>
                      </a:r>
                      <a:r>
                        <a:rPr kumimoji="0" lang="en-US" altLang="zh-CN" sz="1500" b="1" i="1" u="none" strike="noStrike" cap="none" normalizeH="0" baseline="0">
                          <a:ln>
                            <a:noFill/>
                          </a:ln>
                          <a:solidFill>
                            <a:schemeClr val="tx1"/>
                          </a:solidFill>
                          <a:effectLst/>
                          <a:latin typeface="Times New Roman" panose="02020603050405020304" pitchFamily="18" charset="0"/>
                          <a:ea typeface="黑体" panose="02010609060101010101" pitchFamily="49" charset="-122"/>
                          <a:sym typeface="Symbol" panose="05050102010706020507" pitchFamily="18" charset="2"/>
                        </a:rPr>
                        <a:t>FT </a:t>
                      </a:r>
                      <a:r>
                        <a:rPr kumimoji="0" lang="en-US" altLang="zh-CN" sz="1700" b="1" i="0" u="none" strike="noStrike" cap="none" normalizeH="0" baseline="0">
                          <a:ln>
                            <a:noFill/>
                          </a:ln>
                          <a:solidFill>
                            <a:schemeClr val="tx1"/>
                          </a:solidFill>
                          <a:effectLst/>
                          <a:latin typeface="Times New Roman" panose="02020603050405020304" pitchFamily="18" charset="0"/>
                          <a:ea typeface="黑体" panose="02010609060101010101" pitchFamily="49" charset="-122"/>
                          <a:sym typeface="Symbol" panose="05050102010706020507" pitchFamily="18" charset="2"/>
                        </a:rPr>
                        <a:t></a:t>
                      </a:r>
                    </a:p>
                  </a:txBody>
                  <a:tcPr marL="46132" marR="46132" marT="24604" marB="24604"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accent4">
                        <a:lumMod val="20000"/>
                        <a:lumOff val="80000"/>
                      </a:schemeClr>
                    </a:solidFill>
                  </a:tcPr>
                </a:tc>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endParaRPr kumimoji="0" lang="zh-CN" altLang="zh-CN" sz="1500" b="0" i="0" u="none" strike="noStrike" cap="none" normalizeH="0" baseline="0">
                        <a:ln>
                          <a:noFill/>
                        </a:ln>
                        <a:solidFill>
                          <a:schemeClr val="tx1"/>
                        </a:solidFill>
                        <a:effectLst/>
                        <a:latin typeface="Times New Roman" panose="02020603050405020304" pitchFamily="18" charset="0"/>
                        <a:ea typeface="黑体" panose="02010609060101010101" pitchFamily="49" charset="-122"/>
                      </a:endParaRPr>
                    </a:p>
                  </a:txBody>
                  <a:tcPr marL="46132" marR="46132" marT="24604" marB="24604"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accent4">
                        <a:lumMod val="20000"/>
                        <a:lumOff val="80000"/>
                      </a:schemeClr>
                    </a:solidFill>
                  </a:tcPr>
                </a:tc>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endParaRPr kumimoji="0" lang="zh-CN" altLang="zh-CN" sz="1500" b="0" i="0" u="none" strike="noStrike" cap="none" normalizeH="0" baseline="0">
                        <a:ln>
                          <a:noFill/>
                        </a:ln>
                        <a:solidFill>
                          <a:schemeClr val="tx1"/>
                        </a:solidFill>
                        <a:effectLst/>
                        <a:latin typeface="Times New Roman" panose="02020603050405020304" pitchFamily="18" charset="0"/>
                        <a:ea typeface="黑体" panose="02010609060101010101" pitchFamily="49" charset="-122"/>
                      </a:endParaRPr>
                    </a:p>
                  </a:txBody>
                  <a:tcPr marL="46132" marR="46132" marT="24604" marB="24604"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accent4">
                        <a:lumMod val="20000"/>
                        <a:lumOff val="80000"/>
                      </a:schemeClr>
                    </a:solidFill>
                  </a:tcPr>
                </a:tc>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r>
                        <a:rPr kumimoji="0" lang="en-US" altLang="zh-CN" sz="1500" b="1" i="1" u="none" strike="noStrike" cap="none" normalizeH="0" baseline="0">
                          <a:ln>
                            <a:noFill/>
                          </a:ln>
                          <a:solidFill>
                            <a:schemeClr val="tx1"/>
                          </a:solidFill>
                          <a:effectLst/>
                          <a:latin typeface="Times New Roman" panose="02020603050405020304" pitchFamily="18" charset="0"/>
                          <a:ea typeface="黑体" panose="02010609060101010101" pitchFamily="49" charset="-122"/>
                        </a:rPr>
                        <a:t>T</a:t>
                      </a:r>
                      <a:r>
                        <a:rPr kumimoji="0" lang="en-US" altLang="zh-CN" sz="1500" b="1" i="0" u="none" strike="noStrike" cap="none" normalizeH="0" baseline="0">
                          <a:ln>
                            <a:noFill/>
                          </a:ln>
                          <a:solidFill>
                            <a:schemeClr val="tx1"/>
                          </a:solidFill>
                          <a:effectLst/>
                          <a:latin typeface="Times New Roman" panose="02020603050405020304" pitchFamily="18" charset="0"/>
                          <a:ea typeface="黑体" panose="02010609060101010101" pitchFamily="49" charset="-122"/>
                          <a:sym typeface="Symbol" panose="05050102010706020507" pitchFamily="18" charset="2"/>
                        </a:rPr>
                        <a:t></a:t>
                      </a:r>
                      <a:r>
                        <a:rPr kumimoji="0" lang="en-US" altLang="zh-CN" sz="1500" b="1" i="1" u="none" strike="noStrike" cap="none" normalizeH="0" baseline="0">
                          <a:ln>
                            <a:noFill/>
                          </a:ln>
                          <a:solidFill>
                            <a:schemeClr val="tx1"/>
                          </a:solidFill>
                          <a:effectLst/>
                          <a:latin typeface="Times New Roman" panose="02020603050405020304" pitchFamily="18" charset="0"/>
                          <a:ea typeface="黑体" panose="02010609060101010101" pitchFamily="49" charset="-122"/>
                          <a:sym typeface="Symbol" panose="05050102010706020507" pitchFamily="18" charset="2"/>
                        </a:rPr>
                        <a:t>FT </a:t>
                      </a:r>
                      <a:r>
                        <a:rPr kumimoji="0" lang="en-US" altLang="zh-CN" sz="1700" b="1" i="0" u="none" strike="noStrike" cap="none" normalizeH="0" baseline="0">
                          <a:ln>
                            <a:noFill/>
                          </a:ln>
                          <a:solidFill>
                            <a:schemeClr val="tx1"/>
                          </a:solidFill>
                          <a:effectLst/>
                          <a:latin typeface="Times New Roman" panose="02020603050405020304" pitchFamily="18" charset="0"/>
                          <a:ea typeface="黑体" panose="02010609060101010101" pitchFamily="49" charset="-122"/>
                          <a:sym typeface="Symbol" panose="05050102010706020507" pitchFamily="18" charset="2"/>
                        </a:rPr>
                        <a:t></a:t>
                      </a:r>
                    </a:p>
                  </a:txBody>
                  <a:tcPr marL="46132" marR="46132" marT="24604" marB="24604"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accent4">
                        <a:lumMod val="20000"/>
                        <a:lumOff val="80000"/>
                      </a:schemeClr>
                    </a:solidFill>
                  </a:tcPr>
                </a:tc>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endParaRPr kumimoji="0" lang="zh-CN" altLang="zh-CN" sz="1500" b="0" i="0" u="none" strike="noStrike" cap="none" normalizeH="0" baseline="0">
                        <a:ln>
                          <a:noFill/>
                        </a:ln>
                        <a:solidFill>
                          <a:schemeClr val="tx1"/>
                        </a:solidFill>
                        <a:effectLst/>
                        <a:latin typeface="Times New Roman" panose="02020603050405020304" pitchFamily="18" charset="0"/>
                        <a:ea typeface="黑体" panose="02010609060101010101" pitchFamily="49" charset="-122"/>
                      </a:endParaRPr>
                    </a:p>
                  </a:txBody>
                  <a:tcPr marL="46132" marR="46132" marT="24604" marB="24604"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accent4">
                        <a:lumMod val="20000"/>
                        <a:lumOff val="80000"/>
                      </a:schemeClr>
                    </a:solidFill>
                  </a:tcPr>
                </a:tc>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endParaRPr kumimoji="0" lang="zh-CN" altLang="zh-CN" sz="1500" b="0" i="0" u="none" strike="noStrike" cap="none" normalizeH="0" baseline="0">
                        <a:ln>
                          <a:noFill/>
                        </a:ln>
                        <a:solidFill>
                          <a:schemeClr val="tx1"/>
                        </a:solidFill>
                        <a:effectLst/>
                        <a:latin typeface="Times New Roman" panose="02020603050405020304" pitchFamily="18" charset="0"/>
                        <a:ea typeface="黑体" panose="02010609060101010101" pitchFamily="49" charset="-122"/>
                      </a:endParaRPr>
                    </a:p>
                  </a:txBody>
                  <a:tcPr marL="46132" marR="46132" marT="24604" marB="24604" anchor="ct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accent4">
                        <a:lumMod val="20000"/>
                        <a:lumOff val="80000"/>
                      </a:schemeClr>
                    </a:solidFill>
                  </a:tcPr>
                </a:tc>
                <a:extLst>
                  <a:ext uri="{0D108BD9-81ED-4DB2-BD59-A6C34878D82A}">
                    <a16:rowId xmlns:a16="http://schemas.microsoft.com/office/drawing/2014/main" val="10004"/>
                  </a:ext>
                </a:extLst>
              </a:tr>
              <a:tr h="360042">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r>
                        <a:rPr kumimoji="0" lang="en-US" altLang="zh-CN" sz="1500" b="1" i="1" u="none" strike="noStrike" cap="none" normalizeH="0" baseline="0">
                          <a:ln>
                            <a:noFill/>
                          </a:ln>
                          <a:solidFill>
                            <a:schemeClr val="tx1"/>
                          </a:solidFill>
                          <a:effectLst/>
                          <a:latin typeface="Times New Roman" panose="02020603050405020304" pitchFamily="18" charset="0"/>
                          <a:ea typeface="黑体" panose="02010609060101010101" pitchFamily="49" charset="-122"/>
                        </a:rPr>
                        <a:t>T </a:t>
                      </a:r>
                      <a:r>
                        <a:rPr kumimoji="0" lang="en-US" altLang="zh-CN" sz="1500" b="1" i="0" u="none" strike="noStrike" cap="none" normalizeH="0" baseline="0">
                          <a:ln>
                            <a:noFill/>
                          </a:ln>
                          <a:solidFill>
                            <a:schemeClr val="tx1"/>
                          </a:solidFill>
                          <a:effectLst/>
                          <a:latin typeface="Times New Roman" panose="02020603050405020304" pitchFamily="18" charset="0"/>
                          <a:ea typeface="黑体" panose="02010609060101010101" pitchFamily="49" charset="-122"/>
                          <a:sym typeface="Symbol" panose="05050102010706020507" pitchFamily="18" charset="2"/>
                        </a:rPr>
                        <a:t></a:t>
                      </a:r>
                    </a:p>
                  </a:txBody>
                  <a:tcPr marL="46132" marR="46132" marT="24604" marB="24604" anchor="ct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accent4">
                        <a:lumMod val="20000"/>
                        <a:lumOff val="80000"/>
                      </a:schemeClr>
                    </a:solidFill>
                  </a:tcPr>
                </a:tc>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endParaRPr kumimoji="0" lang="zh-CN" altLang="zh-CN" sz="1500" b="0" i="0" u="none" strike="noStrike" cap="none" normalizeH="0" baseline="0">
                        <a:ln>
                          <a:noFill/>
                        </a:ln>
                        <a:solidFill>
                          <a:schemeClr val="tx1"/>
                        </a:solidFill>
                        <a:effectLst/>
                        <a:latin typeface="Times New Roman" panose="02020603050405020304" pitchFamily="18" charset="0"/>
                        <a:ea typeface="黑体" panose="02010609060101010101" pitchFamily="49" charset="-122"/>
                      </a:endParaRPr>
                    </a:p>
                  </a:txBody>
                  <a:tcPr marL="46132" marR="46132" marT="24604" marB="24604"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accent4">
                        <a:lumMod val="20000"/>
                        <a:lumOff val="80000"/>
                      </a:schemeClr>
                    </a:solidFill>
                  </a:tcPr>
                </a:tc>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r>
                        <a:rPr kumimoji="0" lang="en-US" altLang="zh-CN" sz="1500" b="1" i="1" u="none" strike="noStrike" cap="none" normalizeH="0" baseline="0">
                          <a:ln>
                            <a:noFill/>
                          </a:ln>
                          <a:solidFill>
                            <a:schemeClr val="tx1"/>
                          </a:solidFill>
                          <a:effectLst/>
                          <a:latin typeface="Times New Roman" panose="02020603050405020304" pitchFamily="18" charset="0"/>
                          <a:ea typeface="黑体" panose="02010609060101010101" pitchFamily="49" charset="-122"/>
                        </a:rPr>
                        <a:t>T </a:t>
                      </a:r>
                      <a:r>
                        <a:rPr kumimoji="0" lang="en-US" altLang="zh-CN" sz="1500" b="1" i="0" u="none" strike="noStrike" cap="none" normalizeH="0" baseline="0">
                          <a:ln>
                            <a:noFill/>
                          </a:ln>
                          <a:solidFill>
                            <a:schemeClr val="tx1"/>
                          </a:solidFill>
                          <a:effectLst/>
                          <a:latin typeface="Times New Roman" panose="02020603050405020304" pitchFamily="18" charset="0"/>
                          <a:ea typeface="黑体" panose="02010609060101010101" pitchFamily="49" charset="-122"/>
                          <a:sym typeface="Symbol" panose="05050102010706020507" pitchFamily="18" charset="2"/>
                        </a:rPr>
                        <a:t></a:t>
                      </a:r>
                    </a:p>
                  </a:txBody>
                  <a:tcPr marL="46132" marR="46132" marT="24604" marB="24604"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accent4">
                        <a:lumMod val="20000"/>
                        <a:lumOff val="80000"/>
                      </a:schemeClr>
                    </a:solidFill>
                  </a:tcPr>
                </a:tc>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r>
                        <a:rPr kumimoji="0" lang="en-US" altLang="zh-CN" sz="1500" b="1" i="1" u="none" strike="noStrike" cap="none" normalizeH="0" baseline="0">
                          <a:ln>
                            <a:noFill/>
                          </a:ln>
                          <a:solidFill>
                            <a:schemeClr val="tx1"/>
                          </a:solidFill>
                          <a:effectLst/>
                          <a:latin typeface="Times New Roman" panose="02020603050405020304" pitchFamily="18" charset="0"/>
                          <a:ea typeface="黑体" panose="02010609060101010101" pitchFamily="49" charset="-122"/>
                        </a:rPr>
                        <a:t>T</a:t>
                      </a:r>
                      <a:r>
                        <a:rPr kumimoji="0" lang="en-US" altLang="zh-CN" sz="1500" b="1" i="0" u="none" strike="noStrike" cap="none" normalizeH="0" baseline="0">
                          <a:ln>
                            <a:noFill/>
                          </a:ln>
                          <a:solidFill>
                            <a:schemeClr val="tx1"/>
                          </a:solidFill>
                          <a:effectLst/>
                          <a:latin typeface="Times New Roman" panose="02020603050405020304" pitchFamily="18" charset="0"/>
                          <a:ea typeface="黑体" panose="02010609060101010101" pitchFamily="49" charset="-122"/>
                          <a:sym typeface="Symbol" panose="05050102010706020507" pitchFamily="18" charset="2"/>
                        </a:rPr>
                        <a:t>*</a:t>
                      </a:r>
                      <a:r>
                        <a:rPr kumimoji="0" lang="en-US" altLang="zh-CN" sz="1500" b="1" i="1" u="none" strike="noStrike" cap="none" normalizeH="0" baseline="0">
                          <a:ln>
                            <a:noFill/>
                          </a:ln>
                          <a:solidFill>
                            <a:schemeClr val="tx1"/>
                          </a:solidFill>
                          <a:effectLst/>
                          <a:latin typeface="Times New Roman" panose="02020603050405020304" pitchFamily="18" charset="0"/>
                          <a:ea typeface="黑体" panose="02010609060101010101" pitchFamily="49" charset="-122"/>
                          <a:sym typeface="Symbol" panose="05050102010706020507" pitchFamily="18" charset="2"/>
                        </a:rPr>
                        <a:t>FT </a:t>
                      </a:r>
                      <a:r>
                        <a:rPr kumimoji="0" lang="en-US" altLang="zh-CN" sz="1500" b="1" i="0" u="none" strike="noStrike" cap="none" normalizeH="0" baseline="0">
                          <a:ln>
                            <a:noFill/>
                          </a:ln>
                          <a:solidFill>
                            <a:schemeClr val="tx1"/>
                          </a:solidFill>
                          <a:effectLst/>
                          <a:latin typeface="Times New Roman" panose="02020603050405020304" pitchFamily="18" charset="0"/>
                          <a:ea typeface="黑体" panose="02010609060101010101" pitchFamily="49" charset="-122"/>
                          <a:sym typeface="Symbol" panose="05050102010706020507" pitchFamily="18" charset="2"/>
                        </a:rPr>
                        <a:t></a:t>
                      </a:r>
                    </a:p>
                  </a:txBody>
                  <a:tcPr marL="46132" marR="46132" marT="24604" marB="24604"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accent4">
                        <a:lumMod val="20000"/>
                        <a:lumOff val="80000"/>
                      </a:schemeClr>
                    </a:solidFill>
                  </a:tcPr>
                </a:tc>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endParaRPr kumimoji="0" lang="zh-CN" altLang="zh-CN" sz="1500" b="0" i="0" u="none" strike="noStrike" cap="none" normalizeH="0" baseline="0">
                        <a:ln>
                          <a:noFill/>
                        </a:ln>
                        <a:solidFill>
                          <a:schemeClr val="tx1"/>
                        </a:solidFill>
                        <a:effectLst/>
                        <a:latin typeface="Times New Roman" panose="02020603050405020304" pitchFamily="18" charset="0"/>
                        <a:ea typeface="黑体" panose="02010609060101010101" pitchFamily="49" charset="-122"/>
                      </a:endParaRPr>
                    </a:p>
                  </a:txBody>
                  <a:tcPr marL="46132" marR="46132" marT="24604" marB="24604"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accent4">
                        <a:lumMod val="20000"/>
                        <a:lumOff val="80000"/>
                      </a:schemeClr>
                    </a:solidFill>
                  </a:tcPr>
                </a:tc>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r>
                        <a:rPr kumimoji="0" lang="en-US" altLang="zh-CN" sz="1500" b="1" i="1" u="none" strike="noStrike" cap="none" normalizeH="0" baseline="0">
                          <a:ln>
                            <a:noFill/>
                          </a:ln>
                          <a:solidFill>
                            <a:schemeClr val="tx1"/>
                          </a:solidFill>
                          <a:effectLst/>
                          <a:latin typeface="Times New Roman" panose="02020603050405020304" pitchFamily="18" charset="0"/>
                          <a:ea typeface="黑体" panose="02010609060101010101" pitchFamily="49" charset="-122"/>
                        </a:rPr>
                        <a:t>T </a:t>
                      </a:r>
                      <a:r>
                        <a:rPr kumimoji="0" lang="en-US" altLang="zh-CN" sz="1500" b="1" i="0" u="none" strike="noStrike" cap="none" normalizeH="0" baseline="0">
                          <a:ln>
                            <a:noFill/>
                          </a:ln>
                          <a:solidFill>
                            <a:schemeClr val="tx1"/>
                          </a:solidFill>
                          <a:effectLst/>
                          <a:latin typeface="Times New Roman" panose="02020603050405020304" pitchFamily="18" charset="0"/>
                          <a:ea typeface="黑体" panose="02010609060101010101" pitchFamily="49" charset="-122"/>
                          <a:sym typeface="Symbol" panose="05050102010706020507" pitchFamily="18" charset="2"/>
                        </a:rPr>
                        <a:t></a:t>
                      </a:r>
                    </a:p>
                  </a:txBody>
                  <a:tcPr marL="46132" marR="46132" marT="24604" marB="24604"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accent4">
                        <a:lumMod val="20000"/>
                        <a:lumOff val="80000"/>
                      </a:schemeClr>
                    </a:solidFill>
                  </a:tcPr>
                </a:tc>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r>
                        <a:rPr kumimoji="0" lang="en-US" altLang="zh-CN" sz="1500" b="1" i="1" u="none" strike="noStrike" cap="none" normalizeH="0" baseline="0">
                          <a:ln>
                            <a:noFill/>
                          </a:ln>
                          <a:solidFill>
                            <a:schemeClr val="tx1"/>
                          </a:solidFill>
                          <a:effectLst/>
                          <a:latin typeface="Times New Roman" panose="02020603050405020304" pitchFamily="18" charset="0"/>
                          <a:ea typeface="黑体" panose="02010609060101010101" pitchFamily="49" charset="-122"/>
                        </a:rPr>
                        <a:t>T </a:t>
                      </a:r>
                      <a:r>
                        <a:rPr kumimoji="0" lang="en-US" altLang="zh-CN" sz="1500" b="1" i="0" u="none" strike="noStrike" cap="none" normalizeH="0" baseline="0">
                          <a:ln>
                            <a:noFill/>
                          </a:ln>
                          <a:solidFill>
                            <a:schemeClr val="tx1"/>
                          </a:solidFill>
                          <a:effectLst/>
                          <a:latin typeface="Times New Roman" panose="02020603050405020304" pitchFamily="18" charset="0"/>
                          <a:ea typeface="黑体" panose="02010609060101010101" pitchFamily="49" charset="-122"/>
                          <a:sym typeface="Symbol" panose="05050102010706020507" pitchFamily="18" charset="2"/>
                        </a:rPr>
                        <a:t></a:t>
                      </a:r>
                    </a:p>
                  </a:txBody>
                  <a:tcPr marL="46132" marR="46132" marT="24604" marB="24604" anchor="ct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accent4">
                        <a:lumMod val="20000"/>
                        <a:lumOff val="80000"/>
                      </a:schemeClr>
                    </a:solidFill>
                  </a:tcPr>
                </a:tc>
                <a:extLst>
                  <a:ext uri="{0D108BD9-81ED-4DB2-BD59-A6C34878D82A}">
                    <a16:rowId xmlns:a16="http://schemas.microsoft.com/office/drawing/2014/main" val="10005"/>
                  </a:ext>
                </a:extLst>
              </a:tr>
              <a:tr h="361994">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r>
                        <a:rPr kumimoji="0" lang="en-US" altLang="zh-CN" sz="1500" b="1" i="1" u="none" strike="noStrike" cap="none" normalizeH="0" baseline="0">
                          <a:ln>
                            <a:noFill/>
                          </a:ln>
                          <a:solidFill>
                            <a:schemeClr val="tx1"/>
                          </a:solidFill>
                          <a:effectLst/>
                          <a:latin typeface="Times New Roman" panose="02020603050405020304" pitchFamily="18" charset="0"/>
                          <a:ea typeface="黑体" panose="02010609060101010101" pitchFamily="49" charset="-122"/>
                        </a:rPr>
                        <a:t>F</a:t>
                      </a:r>
                    </a:p>
                  </a:txBody>
                  <a:tcPr marL="46132" marR="46132" marT="24604" marB="24604" anchor="ct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chemeClr val="accent4">
                        <a:lumMod val="20000"/>
                        <a:lumOff val="80000"/>
                      </a:schemeClr>
                    </a:solidFill>
                  </a:tcPr>
                </a:tc>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r>
                        <a:rPr kumimoji="0" lang="en-US" altLang="zh-CN" sz="1500" b="1" i="1" u="none" strike="noStrike" cap="none" normalizeH="0" baseline="0" err="1">
                          <a:ln>
                            <a:noFill/>
                          </a:ln>
                          <a:solidFill>
                            <a:schemeClr val="tx1"/>
                          </a:solidFill>
                          <a:effectLst/>
                          <a:latin typeface="Times New Roman" panose="02020603050405020304" pitchFamily="18" charset="0"/>
                          <a:ea typeface="黑体" panose="02010609060101010101" pitchFamily="49" charset="-122"/>
                        </a:rPr>
                        <a:t>F</a:t>
                      </a:r>
                      <a:r>
                        <a:rPr kumimoji="0" lang="en-US" altLang="zh-CN" sz="1500" b="1" i="0" u="none" strike="noStrike" cap="none" normalizeH="0" baseline="0" err="1">
                          <a:ln>
                            <a:noFill/>
                          </a:ln>
                          <a:solidFill>
                            <a:schemeClr val="tx1"/>
                          </a:solidFill>
                          <a:effectLst/>
                          <a:latin typeface="Times New Roman" panose="02020603050405020304" pitchFamily="18" charset="0"/>
                          <a:ea typeface="黑体" panose="02010609060101010101" pitchFamily="49" charset="-122"/>
                          <a:sym typeface="Symbol" panose="05050102010706020507" pitchFamily="18" charset="2"/>
                        </a:rPr>
                        <a:t>id</a:t>
                      </a:r>
                      <a:endParaRPr kumimoji="0" lang="en-US" altLang="zh-CN" sz="1500" b="1" i="0" u="none" strike="noStrike" cap="none" normalizeH="0" baseline="0">
                        <a:ln>
                          <a:noFill/>
                        </a:ln>
                        <a:solidFill>
                          <a:schemeClr val="tx1"/>
                        </a:solidFill>
                        <a:effectLst/>
                        <a:latin typeface="Times New Roman" panose="02020603050405020304" pitchFamily="18" charset="0"/>
                        <a:ea typeface="黑体" panose="02010609060101010101" pitchFamily="49" charset="-122"/>
                        <a:sym typeface="Symbol" panose="05050102010706020507" pitchFamily="18" charset="2"/>
                      </a:endParaRPr>
                    </a:p>
                  </a:txBody>
                  <a:tcPr marL="46132" marR="46132" marT="24604" marB="24604"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chemeClr val="accent4">
                        <a:lumMod val="20000"/>
                        <a:lumOff val="80000"/>
                      </a:schemeClr>
                    </a:solidFill>
                  </a:tcPr>
                </a:tc>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endParaRPr kumimoji="0" lang="zh-CN" altLang="zh-CN" sz="1500" b="0" i="0" u="none" strike="noStrike" cap="none" normalizeH="0" baseline="0">
                        <a:ln>
                          <a:noFill/>
                        </a:ln>
                        <a:solidFill>
                          <a:schemeClr val="tx1"/>
                        </a:solidFill>
                        <a:effectLst/>
                        <a:latin typeface="Times New Roman" panose="02020603050405020304" pitchFamily="18" charset="0"/>
                        <a:ea typeface="黑体" panose="02010609060101010101" pitchFamily="49" charset="-122"/>
                      </a:endParaRPr>
                    </a:p>
                  </a:txBody>
                  <a:tcPr marL="46132" marR="46132" marT="24604" marB="24604"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chemeClr val="accent4">
                        <a:lumMod val="20000"/>
                        <a:lumOff val="80000"/>
                      </a:schemeClr>
                    </a:solidFill>
                  </a:tcPr>
                </a:tc>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endParaRPr kumimoji="0" lang="zh-CN" altLang="zh-CN" sz="1500" b="0" i="0" u="none" strike="noStrike" cap="none" normalizeH="0" baseline="0">
                        <a:ln>
                          <a:noFill/>
                        </a:ln>
                        <a:solidFill>
                          <a:schemeClr val="tx1"/>
                        </a:solidFill>
                        <a:effectLst/>
                        <a:latin typeface="Times New Roman" panose="02020603050405020304" pitchFamily="18" charset="0"/>
                        <a:ea typeface="黑体" panose="02010609060101010101" pitchFamily="49" charset="-122"/>
                      </a:endParaRPr>
                    </a:p>
                  </a:txBody>
                  <a:tcPr marL="46132" marR="46132" marT="24604" marB="24604"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chemeClr val="accent4">
                        <a:lumMod val="20000"/>
                        <a:lumOff val="80000"/>
                      </a:schemeClr>
                    </a:solidFill>
                  </a:tcPr>
                </a:tc>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r>
                        <a:rPr kumimoji="0" lang="en-US" altLang="zh-CN" sz="1500" b="1" i="1" u="none" strike="noStrike" cap="none" normalizeH="0" baseline="0">
                          <a:ln>
                            <a:noFill/>
                          </a:ln>
                          <a:solidFill>
                            <a:schemeClr val="tx1"/>
                          </a:solidFill>
                          <a:effectLst/>
                          <a:latin typeface="Times New Roman" panose="02020603050405020304" pitchFamily="18" charset="0"/>
                          <a:ea typeface="黑体" panose="02010609060101010101" pitchFamily="49" charset="-122"/>
                        </a:rPr>
                        <a:t>F</a:t>
                      </a:r>
                      <a:r>
                        <a:rPr kumimoji="0" lang="en-US" altLang="zh-CN" sz="1500" b="1" i="0" u="none" strike="noStrike" cap="none" normalizeH="0" baseline="0">
                          <a:ln>
                            <a:noFill/>
                          </a:ln>
                          <a:solidFill>
                            <a:schemeClr val="tx1"/>
                          </a:solidFill>
                          <a:effectLst/>
                          <a:latin typeface="Times New Roman" panose="02020603050405020304" pitchFamily="18" charset="0"/>
                          <a:ea typeface="黑体" panose="02010609060101010101" pitchFamily="49" charset="-122"/>
                          <a:sym typeface="Symbol" panose="05050102010706020507" pitchFamily="18" charset="2"/>
                        </a:rPr>
                        <a:t>(</a:t>
                      </a:r>
                      <a:r>
                        <a:rPr kumimoji="0" lang="en-US" altLang="zh-CN" sz="1500" b="1" i="1" u="none" strike="noStrike" cap="none" normalizeH="0" baseline="0">
                          <a:ln>
                            <a:noFill/>
                          </a:ln>
                          <a:solidFill>
                            <a:schemeClr val="tx1"/>
                          </a:solidFill>
                          <a:effectLst/>
                          <a:latin typeface="Times New Roman" panose="02020603050405020304" pitchFamily="18" charset="0"/>
                          <a:ea typeface="黑体" panose="02010609060101010101" pitchFamily="49" charset="-122"/>
                          <a:sym typeface="Symbol" panose="05050102010706020507" pitchFamily="18" charset="2"/>
                        </a:rPr>
                        <a:t>E</a:t>
                      </a:r>
                      <a:r>
                        <a:rPr kumimoji="0" lang="en-US" altLang="zh-CN" sz="1500" b="1" i="0" u="none" strike="noStrike" cap="none" normalizeH="0" baseline="0">
                          <a:ln>
                            <a:noFill/>
                          </a:ln>
                          <a:solidFill>
                            <a:schemeClr val="tx1"/>
                          </a:solidFill>
                          <a:effectLst/>
                          <a:latin typeface="Times New Roman" panose="02020603050405020304" pitchFamily="18" charset="0"/>
                          <a:ea typeface="黑体" panose="02010609060101010101" pitchFamily="49" charset="-122"/>
                          <a:sym typeface="Symbol" panose="05050102010706020507" pitchFamily="18" charset="2"/>
                        </a:rPr>
                        <a:t>)</a:t>
                      </a:r>
                      <a:endParaRPr kumimoji="0" lang="en-US" altLang="zh-CN" sz="1500" b="0" i="0" u="none" strike="noStrike" cap="none" normalizeH="0" baseline="0">
                        <a:ln>
                          <a:noFill/>
                        </a:ln>
                        <a:solidFill>
                          <a:schemeClr val="tx1"/>
                        </a:solidFill>
                        <a:effectLst/>
                        <a:latin typeface="Times New Roman" panose="02020603050405020304" pitchFamily="18" charset="0"/>
                        <a:ea typeface="黑体" panose="02010609060101010101" pitchFamily="49" charset="-122"/>
                      </a:endParaRPr>
                    </a:p>
                  </a:txBody>
                  <a:tcPr marL="46132" marR="46132" marT="24604" marB="24604"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chemeClr val="accent4">
                        <a:lumMod val="20000"/>
                        <a:lumOff val="80000"/>
                      </a:schemeClr>
                    </a:solidFill>
                  </a:tcPr>
                </a:tc>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endParaRPr kumimoji="0" lang="zh-CN" altLang="zh-CN" sz="1500" b="0" i="0" u="none" strike="noStrike" cap="none" normalizeH="0" baseline="0">
                        <a:ln>
                          <a:noFill/>
                        </a:ln>
                        <a:solidFill>
                          <a:schemeClr val="tx1"/>
                        </a:solidFill>
                        <a:effectLst/>
                        <a:latin typeface="Times New Roman" panose="02020603050405020304" pitchFamily="18" charset="0"/>
                        <a:ea typeface="黑体" panose="02010609060101010101" pitchFamily="49" charset="-122"/>
                      </a:endParaRPr>
                    </a:p>
                  </a:txBody>
                  <a:tcPr marL="46132" marR="46132" marT="24604" marB="24604"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chemeClr val="accent4">
                        <a:lumMod val="20000"/>
                        <a:lumOff val="80000"/>
                      </a:schemeClr>
                    </a:solidFill>
                  </a:tcPr>
                </a:tc>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endParaRPr kumimoji="0" lang="zh-CN" altLang="zh-CN" sz="1500" b="0" i="0" u="none" strike="noStrike" cap="none" normalizeH="0" baseline="0" dirty="0">
                        <a:ln>
                          <a:noFill/>
                        </a:ln>
                        <a:solidFill>
                          <a:schemeClr val="tx1"/>
                        </a:solidFill>
                        <a:effectLst/>
                        <a:latin typeface="Times New Roman" panose="02020603050405020304" pitchFamily="18" charset="0"/>
                        <a:ea typeface="黑体" panose="02010609060101010101" pitchFamily="49" charset="-122"/>
                      </a:endParaRPr>
                    </a:p>
                  </a:txBody>
                  <a:tcPr marL="46132" marR="46132" marT="24604" marB="24604" anchor="ct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chemeClr val="accent4">
                        <a:lumMod val="20000"/>
                        <a:lumOff val="80000"/>
                      </a:schemeClr>
                    </a:solidFill>
                  </a:tcPr>
                </a:tc>
                <a:extLst>
                  <a:ext uri="{0D108BD9-81ED-4DB2-BD59-A6C34878D82A}">
                    <a16:rowId xmlns:a16="http://schemas.microsoft.com/office/drawing/2014/main" val="10006"/>
                  </a:ext>
                </a:extLst>
              </a:tr>
            </a:tbl>
          </a:graphicData>
        </a:graphic>
      </p:graphicFrame>
      <p:sp>
        <p:nvSpPr>
          <p:cNvPr id="6" name="箭头: 下 5">
            <a:extLst>
              <a:ext uri="{FF2B5EF4-FFF2-40B4-BE49-F238E27FC236}">
                <a16:creationId xmlns:a16="http://schemas.microsoft.com/office/drawing/2014/main" id="{37602421-0CD8-56CD-AC4B-39ACA2EA19E0}"/>
              </a:ext>
            </a:extLst>
          </p:cNvPr>
          <p:cNvSpPr/>
          <p:nvPr/>
        </p:nvSpPr>
        <p:spPr>
          <a:xfrm>
            <a:off x="678048" y="3294264"/>
            <a:ext cx="275207" cy="319596"/>
          </a:xfrm>
          <a:prstGeom prst="downArrow">
            <a:avLst/>
          </a:prstGeom>
          <a:solidFill>
            <a:srgbClr val="FF0000"/>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7" name="箭头: 下 6">
            <a:extLst>
              <a:ext uri="{FF2B5EF4-FFF2-40B4-BE49-F238E27FC236}">
                <a16:creationId xmlns:a16="http://schemas.microsoft.com/office/drawing/2014/main" id="{BE96DFD8-7CDC-A50E-0ACD-23C6FE7572C4}"/>
              </a:ext>
            </a:extLst>
          </p:cNvPr>
          <p:cNvSpPr/>
          <p:nvPr/>
        </p:nvSpPr>
        <p:spPr>
          <a:xfrm>
            <a:off x="4833984" y="3288612"/>
            <a:ext cx="275207" cy="319596"/>
          </a:xfrm>
          <a:prstGeom prst="downArrow">
            <a:avLst/>
          </a:prstGeom>
          <a:solidFill>
            <a:srgbClr val="FF0000"/>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zh-CN" altLang="en-US"/>
          </a:p>
        </p:txBody>
      </p:sp>
    </p:spTree>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6"/>
                                        </p:tgtEl>
                                        <p:attrNameLst>
                                          <p:attrName>style.visibility</p:attrName>
                                        </p:attrNameLst>
                                      </p:cBhvr>
                                      <p:to>
                                        <p:strVal val="visible"/>
                                      </p:to>
                                    </p:set>
                                    <p:animEffect transition="in" filter="fade">
                                      <p:cBhvr>
                                        <p:cTn id="7" dur="500"/>
                                        <p:tgtEl>
                                          <p:spTgt spid="6"/>
                                        </p:tgtEl>
                                      </p:cBhvr>
                                    </p:animEffect>
                                  </p:childTnLst>
                                </p:cTn>
                              </p:par>
                              <p:par>
                                <p:cTn id="8" presetID="10" presetClass="entr" presetSubtype="0" fill="hold" grpId="0" nodeType="withEffect">
                                  <p:stCondLst>
                                    <p:cond delay="0"/>
                                  </p:stCondLst>
                                  <p:childTnLst>
                                    <p:set>
                                      <p:cBhvr>
                                        <p:cTn id="9" dur="1" fill="hold">
                                          <p:stCondLst>
                                            <p:cond delay="0"/>
                                          </p:stCondLst>
                                        </p:cTn>
                                        <p:tgtEl>
                                          <p:spTgt spid="7"/>
                                        </p:tgtEl>
                                        <p:attrNameLst>
                                          <p:attrName>style.visibility</p:attrName>
                                        </p:attrNameLst>
                                      </p:cBhvr>
                                      <p:to>
                                        <p:strVal val="visible"/>
                                      </p:to>
                                    </p:set>
                                    <p:animEffect transition="in" filter="fade">
                                      <p:cBhvr>
                                        <p:cTn id="10" dur="500"/>
                                        <p:tgtEl>
                                          <p:spTgt spid="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animBg="1"/>
      <p:bldP spid="7" grpId="0" animBg="1"/>
    </p:bldLst>
  </p:timing>
</p:sld>
</file>

<file path=ppt/slides/slide3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0962" name="Rectangle 2">
            <a:extLst>
              <a:ext uri="{FF2B5EF4-FFF2-40B4-BE49-F238E27FC236}">
                <a16:creationId xmlns:a16="http://schemas.microsoft.com/office/drawing/2014/main" id="{C7A4019D-1CA6-4797-B757-F33FD857E2C8}"/>
              </a:ext>
            </a:extLst>
          </p:cNvPr>
          <p:cNvSpPr>
            <a:spLocks noGrp="1" noChangeArrowheads="1"/>
          </p:cNvSpPr>
          <p:nvPr>
            <p:ph type="title"/>
          </p:nvPr>
        </p:nvSpPr>
        <p:spPr>
          <a:xfrm>
            <a:off x="628650" y="229136"/>
            <a:ext cx="7886700" cy="953133"/>
          </a:xfrm>
        </p:spPr>
        <p:txBody>
          <a:bodyPr anchor="ctr">
            <a:normAutofit/>
          </a:bodyPr>
          <a:lstStyle/>
          <a:p>
            <a:pPr eaLnBrk="1" hangingPunct="1"/>
            <a:r>
              <a:rPr lang="en-US" altLang="zh-CN"/>
              <a:t>3.3.4 </a:t>
            </a:r>
            <a:r>
              <a:rPr lang="zh-CN" altLang="en-US"/>
              <a:t>非递归的预测分析</a:t>
            </a:r>
          </a:p>
        </p:txBody>
      </p:sp>
      <p:sp>
        <p:nvSpPr>
          <p:cNvPr id="40963" name="Rectangle 3">
            <a:extLst>
              <a:ext uri="{FF2B5EF4-FFF2-40B4-BE49-F238E27FC236}">
                <a16:creationId xmlns:a16="http://schemas.microsoft.com/office/drawing/2014/main" id="{B79E685D-68CC-4678-A05F-4C91C4BB6FB6}"/>
              </a:ext>
            </a:extLst>
          </p:cNvPr>
          <p:cNvSpPr>
            <a:spLocks noGrp="1" noChangeArrowheads="1"/>
          </p:cNvSpPr>
          <p:nvPr>
            <p:ph sz="half" idx="1"/>
          </p:nvPr>
        </p:nvSpPr>
        <p:spPr>
          <a:xfrm>
            <a:off x="4033607" y="1192919"/>
            <a:ext cx="4630707" cy="4899492"/>
          </a:xfrm>
        </p:spPr>
        <p:txBody>
          <a:bodyPr>
            <a:normAutofit/>
          </a:bodyPr>
          <a:lstStyle/>
          <a:p>
            <a:pPr eaLnBrk="1" hangingPunct="1">
              <a:buFont typeface="Wingdings" panose="05000000000000000000" pitchFamily="2" charset="2"/>
              <a:buNone/>
            </a:pPr>
            <a:r>
              <a:rPr lang="en-US" altLang="zh-CN" sz="4000"/>
              <a:t>LL(1)</a:t>
            </a:r>
            <a:r>
              <a:rPr lang="zh-CN" altLang="en-US" sz="4000"/>
              <a:t>分析法只能用于编译器设计吗？</a:t>
            </a:r>
          </a:p>
        </p:txBody>
      </p:sp>
      <p:pic>
        <p:nvPicPr>
          <p:cNvPr id="1026" name="Picture 2">
            <a:extLst>
              <a:ext uri="{FF2B5EF4-FFF2-40B4-BE49-F238E27FC236}">
                <a16:creationId xmlns:a16="http://schemas.microsoft.com/office/drawing/2014/main" id="{7C74CA9B-AB70-47E7-08D6-D874C86889E8}"/>
              </a:ext>
            </a:extLst>
          </p:cNvPr>
          <p:cNvPicPr>
            <a:picLocks noChangeAspect="1" noChangeArrowheads="1"/>
          </p:cNvPicPr>
          <p:nvPr/>
        </p:nvPicPr>
        <p:blipFill>
          <a:blip r:embed="rId3">
            <a:extLst>
              <a:ext uri="{28A0092B-C50C-407E-A947-70E740481C1C}">
                <a14:useLocalDpi xmlns:a14="http://schemas.microsoft.com/office/drawing/2010/main" val="0"/>
              </a:ext>
            </a:extLst>
          </a:blip>
          <a:stretch>
            <a:fillRect/>
          </a:stretch>
        </p:blipFill>
        <p:spPr bwMode="auto">
          <a:xfrm>
            <a:off x="608080" y="1192919"/>
            <a:ext cx="3404957" cy="3404957"/>
          </a:xfrm>
          <a:prstGeom prst="rect">
            <a:avLst/>
          </a:prstGeom>
          <a:solidFill>
            <a:srgbClr val="FFFFFF"/>
          </a:solidFill>
        </p:spPr>
      </p:pic>
      <p:sp>
        <p:nvSpPr>
          <p:cNvPr id="2" name="日期占位符 1">
            <a:extLst>
              <a:ext uri="{FF2B5EF4-FFF2-40B4-BE49-F238E27FC236}">
                <a16:creationId xmlns:a16="http://schemas.microsoft.com/office/drawing/2014/main" id="{FC452F7E-7A54-2793-5CB7-EAA339FF6A10}"/>
              </a:ext>
            </a:extLst>
          </p:cNvPr>
          <p:cNvSpPr>
            <a:spLocks noGrp="1"/>
          </p:cNvSpPr>
          <p:nvPr>
            <p:ph type="dt" sz="half" idx="10"/>
          </p:nvPr>
        </p:nvSpPr>
        <p:spPr>
          <a:xfrm>
            <a:off x="32400" y="10800"/>
            <a:ext cx="2059200" cy="180000"/>
          </a:xfrm>
        </p:spPr>
        <p:txBody>
          <a:bodyPr anchor="ctr">
            <a:normAutofit/>
          </a:bodyPr>
          <a:lstStyle/>
          <a:p>
            <a:pPr>
              <a:lnSpc>
                <a:spcPct val="90000"/>
              </a:lnSpc>
              <a:spcAft>
                <a:spcPts val="600"/>
              </a:spcAft>
            </a:pPr>
            <a:fld id="{FAF05BD4-A371-43D8-8A3F-CDDB0EE85D92}" type="datetime2">
              <a:rPr lang="zh-CN" altLang="en-US" sz="600" smtClean="0"/>
              <a:pPr>
                <a:lnSpc>
                  <a:spcPct val="90000"/>
                </a:lnSpc>
                <a:spcAft>
                  <a:spcPts val="600"/>
                </a:spcAft>
              </a:pPr>
              <a:t>2025年11月26日</a:t>
            </a:fld>
            <a:endParaRPr lang="zh-CN" altLang="en-US" sz="600"/>
          </a:p>
        </p:txBody>
      </p:sp>
      <p:sp>
        <p:nvSpPr>
          <p:cNvPr id="3" name="页脚占位符 2">
            <a:extLst>
              <a:ext uri="{FF2B5EF4-FFF2-40B4-BE49-F238E27FC236}">
                <a16:creationId xmlns:a16="http://schemas.microsoft.com/office/drawing/2014/main" id="{9BF58F24-E7B9-6F83-14CA-76F8E57243C8}"/>
              </a:ext>
            </a:extLst>
          </p:cNvPr>
          <p:cNvSpPr>
            <a:spLocks noGrp="1"/>
          </p:cNvSpPr>
          <p:nvPr>
            <p:ph type="ftr" sz="quarter" idx="11"/>
          </p:nvPr>
        </p:nvSpPr>
        <p:spPr>
          <a:xfrm>
            <a:off x="3028950" y="10800"/>
            <a:ext cx="3086100" cy="180000"/>
          </a:xfrm>
        </p:spPr>
        <p:txBody>
          <a:bodyPr anchor="ctr">
            <a:normAutofit/>
          </a:bodyPr>
          <a:lstStyle/>
          <a:p>
            <a:pPr>
              <a:lnSpc>
                <a:spcPct val="90000"/>
              </a:lnSpc>
              <a:spcAft>
                <a:spcPts val="600"/>
              </a:spcAft>
            </a:pPr>
            <a:r>
              <a:rPr lang="zh-CN" altLang="en-US" sz="600"/>
              <a:t>编译原理</a:t>
            </a:r>
            <a:r>
              <a:rPr lang="en-US" altLang="zh-CN" sz="600"/>
              <a:t>-</a:t>
            </a:r>
            <a:r>
              <a:rPr lang="zh-CN" altLang="en-US" sz="600"/>
              <a:t>王欣捷</a:t>
            </a:r>
            <a:r>
              <a:rPr lang="en-US" altLang="zh-CN" sz="600"/>
              <a:t>-</a:t>
            </a:r>
            <a:r>
              <a:rPr lang="zh-CN" altLang="en-US" sz="600"/>
              <a:t>第三章 语法分析</a:t>
            </a:r>
            <a:r>
              <a:rPr lang="en-US" altLang="zh-CN" sz="600"/>
              <a:t>(4)</a:t>
            </a:r>
            <a:endParaRPr lang="zh-CN" altLang="en-US" sz="600"/>
          </a:p>
        </p:txBody>
      </p:sp>
      <p:sp>
        <p:nvSpPr>
          <p:cNvPr id="4" name="灯片编号占位符 3">
            <a:extLst>
              <a:ext uri="{FF2B5EF4-FFF2-40B4-BE49-F238E27FC236}">
                <a16:creationId xmlns:a16="http://schemas.microsoft.com/office/drawing/2014/main" id="{90BEA26A-86A5-89B0-C4FF-A8C24658B036}"/>
              </a:ext>
            </a:extLst>
          </p:cNvPr>
          <p:cNvSpPr>
            <a:spLocks noGrp="1"/>
          </p:cNvSpPr>
          <p:nvPr>
            <p:ph type="sldNum" sz="quarter" idx="12"/>
          </p:nvPr>
        </p:nvSpPr>
        <p:spPr>
          <a:xfrm>
            <a:off x="7056000" y="10800"/>
            <a:ext cx="2057400" cy="180000"/>
          </a:xfrm>
        </p:spPr>
        <p:txBody>
          <a:bodyPr anchor="ctr">
            <a:normAutofit/>
          </a:bodyPr>
          <a:lstStyle/>
          <a:p>
            <a:pPr>
              <a:lnSpc>
                <a:spcPct val="90000"/>
              </a:lnSpc>
              <a:spcAft>
                <a:spcPts val="600"/>
              </a:spcAft>
            </a:pPr>
            <a:fld id="{094DEB03-EFC6-4C20-8FC8-295189A5386F}" type="slidenum">
              <a:rPr lang="zh-CN" altLang="en-US" sz="600" smtClean="0"/>
              <a:pPr>
                <a:lnSpc>
                  <a:spcPct val="90000"/>
                </a:lnSpc>
                <a:spcAft>
                  <a:spcPts val="600"/>
                </a:spcAft>
              </a:pPr>
              <a:t>32</a:t>
            </a:fld>
            <a:endParaRPr lang="zh-CN" altLang="en-US" sz="600"/>
          </a:p>
        </p:txBody>
      </p:sp>
      <p:sp>
        <p:nvSpPr>
          <p:cNvPr id="6" name="椭圆 5">
            <a:extLst>
              <a:ext uri="{FF2B5EF4-FFF2-40B4-BE49-F238E27FC236}">
                <a16:creationId xmlns:a16="http://schemas.microsoft.com/office/drawing/2014/main" id="{49605B67-9902-4EC9-9640-FD212BB19739}"/>
              </a:ext>
            </a:extLst>
          </p:cNvPr>
          <p:cNvSpPr/>
          <p:nvPr/>
        </p:nvSpPr>
        <p:spPr>
          <a:xfrm>
            <a:off x="1373902" y="5047926"/>
            <a:ext cx="2874447" cy="1269072"/>
          </a:xfrm>
          <a:prstGeom prst="ellipse">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lvl="0" algn="ctr"/>
            <a:r>
              <a:rPr lang="zh-CN" altLang="en-US" sz="3200">
                <a:solidFill>
                  <a:prstClr val="white"/>
                </a:solidFill>
              </a:rPr>
              <a:t>自然语言处理</a:t>
            </a:r>
          </a:p>
        </p:txBody>
      </p:sp>
      <p:sp>
        <p:nvSpPr>
          <p:cNvPr id="11" name="矩形: 圆角 10">
            <a:extLst>
              <a:ext uri="{FF2B5EF4-FFF2-40B4-BE49-F238E27FC236}">
                <a16:creationId xmlns:a16="http://schemas.microsoft.com/office/drawing/2014/main" id="{D0BCBC96-2D29-FCCE-FE1A-DAC6337B2A10}"/>
              </a:ext>
            </a:extLst>
          </p:cNvPr>
          <p:cNvSpPr/>
          <p:nvPr/>
        </p:nvSpPr>
        <p:spPr>
          <a:xfrm>
            <a:off x="5326702" y="4662614"/>
            <a:ext cx="2413416" cy="663150"/>
          </a:xfrm>
          <a:prstGeom prst="roundRect">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lvl="0" algn="ctr"/>
            <a:r>
              <a:rPr lang="zh-CN" altLang="en-US" sz="2800">
                <a:solidFill>
                  <a:prstClr val="white"/>
                </a:solidFill>
              </a:rPr>
              <a:t>信息抽取</a:t>
            </a:r>
          </a:p>
        </p:txBody>
      </p:sp>
      <p:sp>
        <p:nvSpPr>
          <p:cNvPr id="12" name="矩形: 圆角 11">
            <a:extLst>
              <a:ext uri="{FF2B5EF4-FFF2-40B4-BE49-F238E27FC236}">
                <a16:creationId xmlns:a16="http://schemas.microsoft.com/office/drawing/2014/main" id="{22B42712-0983-9FA2-D15D-C314D48E5088}"/>
              </a:ext>
            </a:extLst>
          </p:cNvPr>
          <p:cNvSpPr/>
          <p:nvPr/>
        </p:nvSpPr>
        <p:spPr>
          <a:xfrm>
            <a:off x="5326702" y="5965714"/>
            <a:ext cx="2413416" cy="663150"/>
          </a:xfrm>
          <a:prstGeom prst="roundRect">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lvl="0" algn="ctr"/>
            <a:r>
              <a:rPr lang="zh-CN" altLang="en-US" sz="2800">
                <a:solidFill>
                  <a:prstClr val="white"/>
                </a:solidFill>
              </a:rPr>
              <a:t>情感分析</a:t>
            </a:r>
          </a:p>
        </p:txBody>
      </p:sp>
      <p:cxnSp>
        <p:nvCxnSpPr>
          <p:cNvPr id="14" name="直接箭头连接符 13">
            <a:extLst>
              <a:ext uri="{FF2B5EF4-FFF2-40B4-BE49-F238E27FC236}">
                <a16:creationId xmlns:a16="http://schemas.microsoft.com/office/drawing/2014/main" id="{D4A348BF-6682-C21F-30F8-F57BBB98766C}"/>
              </a:ext>
            </a:extLst>
          </p:cNvPr>
          <p:cNvCxnSpPr>
            <a:cxnSpLocks/>
            <a:stCxn id="6" idx="6"/>
            <a:endCxn id="11" idx="1"/>
          </p:cNvCxnSpPr>
          <p:nvPr/>
        </p:nvCxnSpPr>
        <p:spPr>
          <a:xfrm flipV="1">
            <a:off x="4248349" y="4994189"/>
            <a:ext cx="1078353" cy="688273"/>
          </a:xfrm>
          <a:prstGeom prst="straightConnector1">
            <a:avLst/>
          </a:prstGeom>
          <a:ln w="57150">
            <a:solidFill>
              <a:srgbClr val="FF0000"/>
            </a:solidFill>
            <a:tailEnd type="triangle"/>
          </a:ln>
        </p:spPr>
        <p:style>
          <a:lnRef idx="1">
            <a:schemeClr val="accent1"/>
          </a:lnRef>
          <a:fillRef idx="0">
            <a:schemeClr val="accent1"/>
          </a:fillRef>
          <a:effectRef idx="0">
            <a:schemeClr val="accent1"/>
          </a:effectRef>
          <a:fontRef idx="minor">
            <a:schemeClr val="tx1"/>
          </a:fontRef>
        </p:style>
      </p:cxnSp>
      <p:cxnSp>
        <p:nvCxnSpPr>
          <p:cNvPr id="15" name="直接箭头连接符 14">
            <a:extLst>
              <a:ext uri="{FF2B5EF4-FFF2-40B4-BE49-F238E27FC236}">
                <a16:creationId xmlns:a16="http://schemas.microsoft.com/office/drawing/2014/main" id="{41A953F2-6A4C-F187-6488-B9E5058FB10D}"/>
              </a:ext>
            </a:extLst>
          </p:cNvPr>
          <p:cNvCxnSpPr>
            <a:cxnSpLocks/>
            <a:stCxn id="6" idx="6"/>
            <a:endCxn id="12" idx="1"/>
          </p:cNvCxnSpPr>
          <p:nvPr/>
        </p:nvCxnSpPr>
        <p:spPr>
          <a:xfrm>
            <a:off x="4248349" y="5682462"/>
            <a:ext cx="1078353" cy="614827"/>
          </a:xfrm>
          <a:prstGeom prst="straightConnector1">
            <a:avLst/>
          </a:prstGeom>
          <a:ln w="57150">
            <a:solidFill>
              <a:srgbClr val="FF0000"/>
            </a:solidFill>
            <a:tailEnd type="triangle"/>
          </a:ln>
        </p:spPr>
        <p:style>
          <a:lnRef idx="1">
            <a:schemeClr val="accent1"/>
          </a:lnRef>
          <a:fillRef idx="0">
            <a:schemeClr val="accent1"/>
          </a:fillRef>
          <a:effectRef idx="0">
            <a:schemeClr val="accent1"/>
          </a:effectRef>
          <a:fontRef idx="minor">
            <a:schemeClr val="tx1"/>
          </a:fontRef>
        </p:style>
      </p:cxnSp>
      <p:sp>
        <p:nvSpPr>
          <p:cNvPr id="18" name="文本框 17">
            <a:extLst>
              <a:ext uri="{FF2B5EF4-FFF2-40B4-BE49-F238E27FC236}">
                <a16:creationId xmlns:a16="http://schemas.microsoft.com/office/drawing/2014/main" id="{E6A89B99-1BC3-436C-B7D1-34DF28A9F200}"/>
              </a:ext>
            </a:extLst>
          </p:cNvPr>
          <p:cNvSpPr txBox="1"/>
          <p:nvPr/>
        </p:nvSpPr>
        <p:spPr>
          <a:xfrm>
            <a:off x="5986800" y="4859921"/>
            <a:ext cx="1469036" cy="1107996"/>
          </a:xfrm>
          <a:prstGeom prst="rect">
            <a:avLst/>
          </a:prstGeom>
          <a:noFill/>
        </p:spPr>
        <p:txBody>
          <a:bodyPr wrap="square" rtlCol="0">
            <a:spAutoFit/>
          </a:bodyPr>
          <a:lstStyle/>
          <a:p>
            <a:r>
              <a:rPr lang="en-US" altLang="zh-CN" sz="6600"/>
              <a:t>…</a:t>
            </a:r>
            <a:endParaRPr lang="zh-CN" altLang="en-US" sz="6600"/>
          </a:p>
        </p:txBody>
      </p:sp>
      <p:sp>
        <p:nvSpPr>
          <p:cNvPr id="19" name="爆炸形: 8 pt  18">
            <a:extLst>
              <a:ext uri="{FF2B5EF4-FFF2-40B4-BE49-F238E27FC236}">
                <a16:creationId xmlns:a16="http://schemas.microsoft.com/office/drawing/2014/main" id="{579E6F36-FB35-D319-3079-1FE2AA29DFD4}"/>
              </a:ext>
            </a:extLst>
          </p:cNvPr>
          <p:cNvSpPr/>
          <p:nvPr/>
        </p:nvSpPr>
        <p:spPr>
          <a:xfrm>
            <a:off x="4185147" y="2446343"/>
            <a:ext cx="4330203" cy="1859573"/>
          </a:xfrm>
          <a:prstGeom prst="irregularSeal1">
            <a:avLst/>
          </a:prstGeom>
          <a:solidFill>
            <a:schemeClr val="accent2">
              <a:lumMod val="7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lvl="0" algn="ctr"/>
            <a:r>
              <a:rPr lang="zh-CN" altLang="en-US" sz="4000">
                <a:solidFill>
                  <a:prstClr val="white"/>
                </a:solidFill>
              </a:rPr>
              <a:t>触类旁通</a:t>
            </a:r>
          </a:p>
        </p:txBody>
      </p:sp>
    </p:spTree>
    <p:extLst>
      <p:ext uri="{BB962C8B-B14F-4D97-AF65-F5344CB8AC3E}">
        <p14:creationId xmlns:p14="http://schemas.microsoft.com/office/powerpoint/2010/main" val="286018048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6" presetClass="entr" presetSubtype="21" fill="hold" grpId="0" nodeType="clickEffect">
                                  <p:stCondLst>
                                    <p:cond delay="0"/>
                                  </p:stCondLst>
                                  <p:childTnLst>
                                    <p:set>
                                      <p:cBhvr>
                                        <p:cTn id="6" dur="1" fill="hold">
                                          <p:stCondLst>
                                            <p:cond delay="0"/>
                                          </p:stCondLst>
                                        </p:cTn>
                                        <p:tgtEl>
                                          <p:spTgt spid="40963">
                                            <p:txEl>
                                              <p:pRg st="0" end="0"/>
                                            </p:txEl>
                                          </p:spTgt>
                                        </p:tgtEl>
                                        <p:attrNameLst>
                                          <p:attrName>style.visibility</p:attrName>
                                        </p:attrNameLst>
                                      </p:cBhvr>
                                      <p:to>
                                        <p:strVal val="visible"/>
                                      </p:to>
                                    </p:set>
                                    <p:animEffect transition="in" filter="barn(inVertical)">
                                      <p:cBhvr>
                                        <p:cTn id="7" dur="500"/>
                                        <p:tgtEl>
                                          <p:spTgt spid="40963">
                                            <p:txEl>
                                              <p:pRg st="0" end="0"/>
                                            </p:txEl>
                                          </p:spTgt>
                                        </p:tgtEl>
                                      </p:cBhvr>
                                    </p:animEffect>
                                  </p:childTnLst>
                                </p:cTn>
                              </p:par>
                            </p:childTnLst>
                          </p:cTn>
                        </p:par>
                      </p:childTnLst>
                    </p:cTn>
                  </p:par>
                  <p:par>
                    <p:cTn id="8" fill="hold">
                      <p:stCondLst>
                        <p:cond delay="indefinite"/>
                      </p:stCondLst>
                      <p:childTnLst>
                        <p:par>
                          <p:cTn id="9" fill="hold">
                            <p:stCondLst>
                              <p:cond delay="0"/>
                            </p:stCondLst>
                            <p:childTnLst>
                              <p:par>
                                <p:cTn id="10" presetID="53" presetClass="entr" presetSubtype="16" fill="hold" grpId="0" nodeType="clickEffect">
                                  <p:stCondLst>
                                    <p:cond delay="0"/>
                                  </p:stCondLst>
                                  <p:childTnLst>
                                    <p:set>
                                      <p:cBhvr>
                                        <p:cTn id="11" dur="1" fill="hold">
                                          <p:stCondLst>
                                            <p:cond delay="0"/>
                                          </p:stCondLst>
                                        </p:cTn>
                                        <p:tgtEl>
                                          <p:spTgt spid="6"/>
                                        </p:tgtEl>
                                        <p:attrNameLst>
                                          <p:attrName>style.visibility</p:attrName>
                                        </p:attrNameLst>
                                      </p:cBhvr>
                                      <p:to>
                                        <p:strVal val="visible"/>
                                      </p:to>
                                    </p:set>
                                    <p:anim calcmode="lin" valueType="num">
                                      <p:cBhvr>
                                        <p:cTn id="12" dur="500" fill="hold"/>
                                        <p:tgtEl>
                                          <p:spTgt spid="6"/>
                                        </p:tgtEl>
                                        <p:attrNameLst>
                                          <p:attrName>ppt_w</p:attrName>
                                        </p:attrNameLst>
                                      </p:cBhvr>
                                      <p:tavLst>
                                        <p:tav tm="0">
                                          <p:val>
                                            <p:fltVal val="0"/>
                                          </p:val>
                                        </p:tav>
                                        <p:tav tm="100000">
                                          <p:val>
                                            <p:strVal val="#ppt_w"/>
                                          </p:val>
                                        </p:tav>
                                      </p:tavLst>
                                    </p:anim>
                                    <p:anim calcmode="lin" valueType="num">
                                      <p:cBhvr>
                                        <p:cTn id="13" dur="500" fill="hold"/>
                                        <p:tgtEl>
                                          <p:spTgt spid="6"/>
                                        </p:tgtEl>
                                        <p:attrNameLst>
                                          <p:attrName>ppt_h</p:attrName>
                                        </p:attrNameLst>
                                      </p:cBhvr>
                                      <p:tavLst>
                                        <p:tav tm="0">
                                          <p:val>
                                            <p:fltVal val="0"/>
                                          </p:val>
                                        </p:tav>
                                        <p:tav tm="100000">
                                          <p:val>
                                            <p:strVal val="#ppt_h"/>
                                          </p:val>
                                        </p:tav>
                                      </p:tavLst>
                                    </p:anim>
                                    <p:animEffect transition="in" filter="fade">
                                      <p:cBhvr>
                                        <p:cTn id="14" dur="500"/>
                                        <p:tgtEl>
                                          <p:spTgt spid="6"/>
                                        </p:tgtEl>
                                      </p:cBhvr>
                                    </p:animEffect>
                                  </p:childTnLst>
                                </p:cTn>
                              </p:par>
                            </p:childTnLst>
                          </p:cTn>
                        </p:par>
                      </p:childTnLst>
                    </p:cTn>
                  </p:par>
                  <p:par>
                    <p:cTn id="15" fill="hold">
                      <p:stCondLst>
                        <p:cond delay="indefinite"/>
                      </p:stCondLst>
                      <p:childTnLst>
                        <p:par>
                          <p:cTn id="16" fill="hold">
                            <p:stCondLst>
                              <p:cond delay="0"/>
                            </p:stCondLst>
                            <p:childTnLst>
                              <p:par>
                                <p:cTn id="17" presetID="22" presetClass="entr" presetSubtype="8" fill="hold" nodeType="clickEffect">
                                  <p:stCondLst>
                                    <p:cond delay="0"/>
                                  </p:stCondLst>
                                  <p:childTnLst>
                                    <p:set>
                                      <p:cBhvr>
                                        <p:cTn id="18" dur="1" fill="hold">
                                          <p:stCondLst>
                                            <p:cond delay="0"/>
                                          </p:stCondLst>
                                        </p:cTn>
                                        <p:tgtEl>
                                          <p:spTgt spid="14"/>
                                        </p:tgtEl>
                                        <p:attrNameLst>
                                          <p:attrName>style.visibility</p:attrName>
                                        </p:attrNameLst>
                                      </p:cBhvr>
                                      <p:to>
                                        <p:strVal val="visible"/>
                                      </p:to>
                                    </p:set>
                                    <p:animEffect transition="in" filter="wipe(left)">
                                      <p:cBhvr>
                                        <p:cTn id="19" dur="500"/>
                                        <p:tgtEl>
                                          <p:spTgt spid="14"/>
                                        </p:tgtEl>
                                      </p:cBhvr>
                                    </p:animEffect>
                                  </p:childTnLst>
                                </p:cTn>
                              </p:par>
                            </p:childTnLst>
                          </p:cTn>
                        </p:par>
                        <p:par>
                          <p:cTn id="20" fill="hold">
                            <p:stCondLst>
                              <p:cond delay="500"/>
                            </p:stCondLst>
                            <p:childTnLst>
                              <p:par>
                                <p:cTn id="21" presetID="22" presetClass="entr" presetSubtype="8" fill="hold" grpId="0" nodeType="afterEffect">
                                  <p:stCondLst>
                                    <p:cond delay="0"/>
                                  </p:stCondLst>
                                  <p:childTnLst>
                                    <p:set>
                                      <p:cBhvr>
                                        <p:cTn id="22" dur="1" fill="hold">
                                          <p:stCondLst>
                                            <p:cond delay="0"/>
                                          </p:stCondLst>
                                        </p:cTn>
                                        <p:tgtEl>
                                          <p:spTgt spid="11"/>
                                        </p:tgtEl>
                                        <p:attrNameLst>
                                          <p:attrName>style.visibility</p:attrName>
                                        </p:attrNameLst>
                                      </p:cBhvr>
                                      <p:to>
                                        <p:strVal val="visible"/>
                                      </p:to>
                                    </p:set>
                                    <p:animEffect transition="in" filter="wipe(left)">
                                      <p:cBhvr>
                                        <p:cTn id="23" dur="500"/>
                                        <p:tgtEl>
                                          <p:spTgt spid="11"/>
                                        </p:tgtEl>
                                      </p:cBhvr>
                                    </p:animEffect>
                                  </p:childTnLst>
                                </p:cTn>
                              </p:par>
                            </p:childTnLst>
                          </p:cTn>
                        </p:par>
                        <p:par>
                          <p:cTn id="24" fill="hold">
                            <p:stCondLst>
                              <p:cond delay="1000"/>
                            </p:stCondLst>
                            <p:childTnLst>
                              <p:par>
                                <p:cTn id="25" presetID="22" presetClass="entr" presetSubtype="8" fill="hold" nodeType="afterEffect">
                                  <p:stCondLst>
                                    <p:cond delay="0"/>
                                  </p:stCondLst>
                                  <p:childTnLst>
                                    <p:set>
                                      <p:cBhvr>
                                        <p:cTn id="26" dur="1" fill="hold">
                                          <p:stCondLst>
                                            <p:cond delay="0"/>
                                          </p:stCondLst>
                                        </p:cTn>
                                        <p:tgtEl>
                                          <p:spTgt spid="15"/>
                                        </p:tgtEl>
                                        <p:attrNameLst>
                                          <p:attrName>style.visibility</p:attrName>
                                        </p:attrNameLst>
                                      </p:cBhvr>
                                      <p:to>
                                        <p:strVal val="visible"/>
                                      </p:to>
                                    </p:set>
                                    <p:animEffect transition="in" filter="wipe(left)">
                                      <p:cBhvr>
                                        <p:cTn id="27" dur="500"/>
                                        <p:tgtEl>
                                          <p:spTgt spid="15"/>
                                        </p:tgtEl>
                                      </p:cBhvr>
                                    </p:animEffect>
                                  </p:childTnLst>
                                </p:cTn>
                              </p:par>
                            </p:childTnLst>
                          </p:cTn>
                        </p:par>
                        <p:par>
                          <p:cTn id="28" fill="hold">
                            <p:stCondLst>
                              <p:cond delay="1500"/>
                            </p:stCondLst>
                            <p:childTnLst>
                              <p:par>
                                <p:cTn id="29" presetID="22" presetClass="entr" presetSubtype="8" fill="hold" grpId="0" nodeType="afterEffect">
                                  <p:stCondLst>
                                    <p:cond delay="0"/>
                                  </p:stCondLst>
                                  <p:childTnLst>
                                    <p:set>
                                      <p:cBhvr>
                                        <p:cTn id="30" dur="1" fill="hold">
                                          <p:stCondLst>
                                            <p:cond delay="0"/>
                                          </p:stCondLst>
                                        </p:cTn>
                                        <p:tgtEl>
                                          <p:spTgt spid="12"/>
                                        </p:tgtEl>
                                        <p:attrNameLst>
                                          <p:attrName>style.visibility</p:attrName>
                                        </p:attrNameLst>
                                      </p:cBhvr>
                                      <p:to>
                                        <p:strVal val="visible"/>
                                      </p:to>
                                    </p:set>
                                    <p:animEffect transition="in" filter="wipe(left)">
                                      <p:cBhvr>
                                        <p:cTn id="31" dur="500"/>
                                        <p:tgtEl>
                                          <p:spTgt spid="12"/>
                                        </p:tgtEl>
                                      </p:cBhvr>
                                    </p:animEffect>
                                  </p:childTnLst>
                                </p:cTn>
                              </p:par>
                            </p:childTnLst>
                          </p:cTn>
                        </p:par>
                        <p:par>
                          <p:cTn id="32" fill="hold">
                            <p:stCondLst>
                              <p:cond delay="2000"/>
                            </p:stCondLst>
                            <p:childTnLst>
                              <p:par>
                                <p:cTn id="33" presetID="22" presetClass="entr" presetSubtype="4" fill="hold" grpId="0" nodeType="afterEffect">
                                  <p:stCondLst>
                                    <p:cond delay="0"/>
                                  </p:stCondLst>
                                  <p:childTnLst>
                                    <p:set>
                                      <p:cBhvr>
                                        <p:cTn id="34" dur="1" fill="hold">
                                          <p:stCondLst>
                                            <p:cond delay="0"/>
                                          </p:stCondLst>
                                        </p:cTn>
                                        <p:tgtEl>
                                          <p:spTgt spid="18"/>
                                        </p:tgtEl>
                                        <p:attrNameLst>
                                          <p:attrName>style.visibility</p:attrName>
                                        </p:attrNameLst>
                                      </p:cBhvr>
                                      <p:to>
                                        <p:strVal val="visible"/>
                                      </p:to>
                                    </p:set>
                                    <p:animEffect transition="in" filter="wipe(down)">
                                      <p:cBhvr>
                                        <p:cTn id="35" dur="500"/>
                                        <p:tgtEl>
                                          <p:spTgt spid="18"/>
                                        </p:tgtEl>
                                      </p:cBhvr>
                                    </p:animEffect>
                                  </p:childTnLst>
                                </p:cTn>
                              </p:par>
                            </p:childTnLst>
                          </p:cTn>
                        </p:par>
                      </p:childTnLst>
                    </p:cTn>
                  </p:par>
                  <p:par>
                    <p:cTn id="36" fill="hold">
                      <p:stCondLst>
                        <p:cond delay="indefinite"/>
                      </p:stCondLst>
                      <p:childTnLst>
                        <p:par>
                          <p:cTn id="37" fill="hold">
                            <p:stCondLst>
                              <p:cond delay="0"/>
                            </p:stCondLst>
                            <p:childTnLst>
                              <p:par>
                                <p:cTn id="38" presetID="31" presetClass="entr" presetSubtype="0" fill="hold" grpId="0" nodeType="clickEffect">
                                  <p:stCondLst>
                                    <p:cond delay="0"/>
                                  </p:stCondLst>
                                  <p:childTnLst>
                                    <p:set>
                                      <p:cBhvr>
                                        <p:cTn id="39" dur="1" fill="hold">
                                          <p:stCondLst>
                                            <p:cond delay="0"/>
                                          </p:stCondLst>
                                        </p:cTn>
                                        <p:tgtEl>
                                          <p:spTgt spid="19"/>
                                        </p:tgtEl>
                                        <p:attrNameLst>
                                          <p:attrName>style.visibility</p:attrName>
                                        </p:attrNameLst>
                                      </p:cBhvr>
                                      <p:to>
                                        <p:strVal val="visible"/>
                                      </p:to>
                                    </p:set>
                                    <p:anim calcmode="lin" valueType="num">
                                      <p:cBhvr>
                                        <p:cTn id="40" dur="1000" fill="hold"/>
                                        <p:tgtEl>
                                          <p:spTgt spid="19"/>
                                        </p:tgtEl>
                                        <p:attrNameLst>
                                          <p:attrName>ppt_w</p:attrName>
                                        </p:attrNameLst>
                                      </p:cBhvr>
                                      <p:tavLst>
                                        <p:tav tm="0">
                                          <p:val>
                                            <p:fltVal val="0"/>
                                          </p:val>
                                        </p:tav>
                                        <p:tav tm="100000">
                                          <p:val>
                                            <p:strVal val="#ppt_w"/>
                                          </p:val>
                                        </p:tav>
                                      </p:tavLst>
                                    </p:anim>
                                    <p:anim calcmode="lin" valueType="num">
                                      <p:cBhvr>
                                        <p:cTn id="41" dur="1000" fill="hold"/>
                                        <p:tgtEl>
                                          <p:spTgt spid="19"/>
                                        </p:tgtEl>
                                        <p:attrNameLst>
                                          <p:attrName>ppt_h</p:attrName>
                                        </p:attrNameLst>
                                      </p:cBhvr>
                                      <p:tavLst>
                                        <p:tav tm="0">
                                          <p:val>
                                            <p:fltVal val="0"/>
                                          </p:val>
                                        </p:tav>
                                        <p:tav tm="100000">
                                          <p:val>
                                            <p:strVal val="#ppt_h"/>
                                          </p:val>
                                        </p:tav>
                                      </p:tavLst>
                                    </p:anim>
                                    <p:anim calcmode="lin" valueType="num">
                                      <p:cBhvr>
                                        <p:cTn id="42" dur="1000" fill="hold"/>
                                        <p:tgtEl>
                                          <p:spTgt spid="19"/>
                                        </p:tgtEl>
                                        <p:attrNameLst>
                                          <p:attrName>style.rotation</p:attrName>
                                        </p:attrNameLst>
                                      </p:cBhvr>
                                      <p:tavLst>
                                        <p:tav tm="0">
                                          <p:val>
                                            <p:fltVal val="90"/>
                                          </p:val>
                                        </p:tav>
                                        <p:tav tm="100000">
                                          <p:val>
                                            <p:fltVal val="0"/>
                                          </p:val>
                                        </p:tav>
                                      </p:tavLst>
                                    </p:anim>
                                    <p:animEffect transition="in" filter="fade">
                                      <p:cBhvr>
                                        <p:cTn id="43" dur="1000"/>
                                        <p:tgtEl>
                                          <p:spTgt spid="1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0963" grpId="0" build="p"/>
      <p:bldP spid="6" grpId="0" animBg="1"/>
      <p:bldP spid="11" grpId="0" animBg="1"/>
      <p:bldP spid="12" grpId="0" animBg="1"/>
      <p:bldP spid="18" grpId="0"/>
      <p:bldP spid="19" grpId="0" animBg="1"/>
    </p:bldLst>
  </p:timing>
</p:sld>
</file>

<file path=ppt/slides/slide3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0962" name="Rectangle 2">
            <a:extLst>
              <a:ext uri="{FF2B5EF4-FFF2-40B4-BE49-F238E27FC236}">
                <a16:creationId xmlns:a16="http://schemas.microsoft.com/office/drawing/2014/main" id="{C7A4019D-1CA6-4797-B757-F33FD857E2C8}"/>
              </a:ext>
            </a:extLst>
          </p:cNvPr>
          <p:cNvSpPr>
            <a:spLocks noGrp="1" noChangeArrowheads="1"/>
          </p:cNvSpPr>
          <p:nvPr>
            <p:ph type="title"/>
          </p:nvPr>
        </p:nvSpPr>
        <p:spPr>
          <a:xfrm>
            <a:off x="628650" y="229136"/>
            <a:ext cx="7886700" cy="953133"/>
          </a:xfrm>
        </p:spPr>
        <p:txBody>
          <a:bodyPr anchor="ctr">
            <a:normAutofit/>
          </a:bodyPr>
          <a:lstStyle/>
          <a:p>
            <a:pPr eaLnBrk="1" hangingPunct="1"/>
            <a:r>
              <a:rPr lang="en-US" altLang="zh-CN"/>
              <a:t>3.3.4 </a:t>
            </a:r>
            <a:r>
              <a:rPr lang="zh-CN" altLang="en-US"/>
              <a:t>非递归的预测分析</a:t>
            </a:r>
          </a:p>
        </p:txBody>
      </p:sp>
      <p:sp>
        <p:nvSpPr>
          <p:cNvPr id="2" name="日期占位符 1">
            <a:extLst>
              <a:ext uri="{FF2B5EF4-FFF2-40B4-BE49-F238E27FC236}">
                <a16:creationId xmlns:a16="http://schemas.microsoft.com/office/drawing/2014/main" id="{FC452F7E-7A54-2793-5CB7-EAA339FF6A10}"/>
              </a:ext>
            </a:extLst>
          </p:cNvPr>
          <p:cNvSpPr>
            <a:spLocks noGrp="1"/>
          </p:cNvSpPr>
          <p:nvPr>
            <p:ph type="dt" sz="half" idx="10"/>
          </p:nvPr>
        </p:nvSpPr>
        <p:spPr>
          <a:xfrm>
            <a:off x="32400" y="10800"/>
            <a:ext cx="2059200" cy="180000"/>
          </a:xfrm>
        </p:spPr>
        <p:txBody>
          <a:bodyPr anchor="ctr">
            <a:normAutofit/>
          </a:bodyPr>
          <a:lstStyle/>
          <a:p>
            <a:pPr>
              <a:lnSpc>
                <a:spcPct val="90000"/>
              </a:lnSpc>
              <a:spcAft>
                <a:spcPts val="600"/>
              </a:spcAft>
            </a:pPr>
            <a:fld id="{FAF05BD4-A371-43D8-8A3F-CDDB0EE85D92}" type="datetime2">
              <a:rPr lang="zh-CN" altLang="en-US" sz="600" smtClean="0"/>
              <a:pPr>
                <a:lnSpc>
                  <a:spcPct val="90000"/>
                </a:lnSpc>
                <a:spcAft>
                  <a:spcPts val="600"/>
                </a:spcAft>
              </a:pPr>
              <a:t>2025年11月26日</a:t>
            </a:fld>
            <a:endParaRPr lang="zh-CN" altLang="en-US" sz="600"/>
          </a:p>
        </p:txBody>
      </p:sp>
      <p:sp>
        <p:nvSpPr>
          <p:cNvPr id="3" name="页脚占位符 2">
            <a:extLst>
              <a:ext uri="{FF2B5EF4-FFF2-40B4-BE49-F238E27FC236}">
                <a16:creationId xmlns:a16="http://schemas.microsoft.com/office/drawing/2014/main" id="{9BF58F24-E7B9-6F83-14CA-76F8E57243C8}"/>
              </a:ext>
            </a:extLst>
          </p:cNvPr>
          <p:cNvSpPr>
            <a:spLocks noGrp="1"/>
          </p:cNvSpPr>
          <p:nvPr>
            <p:ph type="ftr" sz="quarter" idx="11"/>
          </p:nvPr>
        </p:nvSpPr>
        <p:spPr>
          <a:xfrm>
            <a:off x="3028950" y="10800"/>
            <a:ext cx="3086100" cy="180000"/>
          </a:xfrm>
        </p:spPr>
        <p:txBody>
          <a:bodyPr anchor="ctr">
            <a:normAutofit/>
          </a:bodyPr>
          <a:lstStyle/>
          <a:p>
            <a:pPr>
              <a:lnSpc>
                <a:spcPct val="90000"/>
              </a:lnSpc>
              <a:spcAft>
                <a:spcPts val="600"/>
              </a:spcAft>
            </a:pPr>
            <a:r>
              <a:rPr lang="zh-CN" altLang="en-US" sz="600"/>
              <a:t>编译原理</a:t>
            </a:r>
            <a:r>
              <a:rPr lang="en-US" altLang="zh-CN" sz="600"/>
              <a:t>-</a:t>
            </a:r>
            <a:r>
              <a:rPr lang="zh-CN" altLang="en-US" sz="600"/>
              <a:t>王欣捷</a:t>
            </a:r>
            <a:r>
              <a:rPr lang="en-US" altLang="zh-CN" sz="600"/>
              <a:t>-</a:t>
            </a:r>
            <a:r>
              <a:rPr lang="zh-CN" altLang="en-US" sz="600"/>
              <a:t>第三章 语法分析</a:t>
            </a:r>
            <a:r>
              <a:rPr lang="en-US" altLang="zh-CN" sz="600"/>
              <a:t>(4)</a:t>
            </a:r>
            <a:endParaRPr lang="zh-CN" altLang="en-US" sz="600"/>
          </a:p>
        </p:txBody>
      </p:sp>
      <p:sp>
        <p:nvSpPr>
          <p:cNvPr id="4" name="灯片编号占位符 3">
            <a:extLst>
              <a:ext uri="{FF2B5EF4-FFF2-40B4-BE49-F238E27FC236}">
                <a16:creationId xmlns:a16="http://schemas.microsoft.com/office/drawing/2014/main" id="{90BEA26A-86A5-89B0-C4FF-A8C24658B036}"/>
              </a:ext>
            </a:extLst>
          </p:cNvPr>
          <p:cNvSpPr>
            <a:spLocks noGrp="1"/>
          </p:cNvSpPr>
          <p:nvPr>
            <p:ph type="sldNum" sz="quarter" idx="12"/>
          </p:nvPr>
        </p:nvSpPr>
        <p:spPr>
          <a:xfrm>
            <a:off x="7056000" y="10800"/>
            <a:ext cx="2057400" cy="180000"/>
          </a:xfrm>
        </p:spPr>
        <p:txBody>
          <a:bodyPr anchor="ctr">
            <a:normAutofit/>
          </a:bodyPr>
          <a:lstStyle/>
          <a:p>
            <a:pPr>
              <a:lnSpc>
                <a:spcPct val="90000"/>
              </a:lnSpc>
              <a:spcAft>
                <a:spcPts val="600"/>
              </a:spcAft>
            </a:pPr>
            <a:fld id="{094DEB03-EFC6-4C20-8FC8-295189A5386F}" type="slidenum">
              <a:rPr lang="zh-CN" altLang="en-US" sz="600" smtClean="0"/>
              <a:pPr>
                <a:lnSpc>
                  <a:spcPct val="90000"/>
                </a:lnSpc>
                <a:spcAft>
                  <a:spcPts val="600"/>
                </a:spcAft>
              </a:pPr>
              <a:t>33</a:t>
            </a:fld>
            <a:endParaRPr lang="zh-CN" altLang="en-US" sz="600"/>
          </a:p>
        </p:txBody>
      </p:sp>
      <p:pic>
        <p:nvPicPr>
          <p:cNvPr id="10" name="图片 9">
            <a:extLst>
              <a:ext uri="{FF2B5EF4-FFF2-40B4-BE49-F238E27FC236}">
                <a16:creationId xmlns:a16="http://schemas.microsoft.com/office/drawing/2014/main" id="{03339462-2974-A7E9-6074-4CFD98C99DE4}"/>
              </a:ext>
            </a:extLst>
          </p:cNvPr>
          <p:cNvPicPr>
            <a:picLocks noChangeAspect="1"/>
          </p:cNvPicPr>
          <p:nvPr/>
        </p:nvPicPr>
        <p:blipFill>
          <a:blip r:embed="rId3"/>
          <a:stretch>
            <a:fillRect/>
          </a:stretch>
        </p:blipFill>
        <p:spPr>
          <a:xfrm>
            <a:off x="327480" y="1637955"/>
            <a:ext cx="3103393" cy="3872293"/>
          </a:xfrm>
          <a:prstGeom prst="rect">
            <a:avLst/>
          </a:prstGeom>
        </p:spPr>
      </p:pic>
      <p:sp>
        <p:nvSpPr>
          <p:cNvPr id="16" name="文本框 15">
            <a:extLst>
              <a:ext uri="{FF2B5EF4-FFF2-40B4-BE49-F238E27FC236}">
                <a16:creationId xmlns:a16="http://schemas.microsoft.com/office/drawing/2014/main" id="{3D1F10F1-BABE-B9E9-37CA-0945411A995C}"/>
              </a:ext>
            </a:extLst>
          </p:cNvPr>
          <p:cNvSpPr txBox="1"/>
          <p:nvPr/>
        </p:nvSpPr>
        <p:spPr>
          <a:xfrm>
            <a:off x="631714" y="5665435"/>
            <a:ext cx="2494923" cy="1077218"/>
          </a:xfrm>
          <a:prstGeom prst="rect">
            <a:avLst/>
          </a:prstGeom>
          <a:noFill/>
        </p:spPr>
        <p:txBody>
          <a:bodyPr wrap="square">
            <a:spAutoFit/>
          </a:bodyPr>
          <a:lstStyle/>
          <a:p>
            <a:pPr algn="ctr"/>
            <a:r>
              <a:rPr lang="zh-CN" altLang="en-US" sz="3200"/>
              <a:t>亚里士多德</a:t>
            </a:r>
            <a:endParaRPr lang="en-US" altLang="zh-CN" sz="3200"/>
          </a:p>
          <a:p>
            <a:pPr algn="ctr"/>
            <a:r>
              <a:rPr lang="en-US" altLang="zh-CN" sz="3200"/>
              <a:t>《</a:t>
            </a:r>
            <a:r>
              <a:rPr lang="zh-CN" altLang="en-US" sz="3200"/>
              <a:t>第一哲学</a:t>
            </a:r>
            <a:r>
              <a:rPr lang="en-US" altLang="zh-CN" sz="3200"/>
              <a:t>》</a:t>
            </a:r>
            <a:endParaRPr lang="zh-CN" altLang="en-US" sz="3200"/>
          </a:p>
        </p:txBody>
      </p:sp>
      <p:pic>
        <p:nvPicPr>
          <p:cNvPr id="22" name="图片 21">
            <a:extLst>
              <a:ext uri="{FF2B5EF4-FFF2-40B4-BE49-F238E27FC236}">
                <a16:creationId xmlns:a16="http://schemas.microsoft.com/office/drawing/2014/main" id="{C9F880CB-D69E-7933-66FF-D0306BA99CA2}"/>
              </a:ext>
            </a:extLst>
          </p:cNvPr>
          <p:cNvPicPr>
            <a:picLocks noChangeAspect="1"/>
          </p:cNvPicPr>
          <p:nvPr/>
        </p:nvPicPr>
        <p:blipFill>
          <a:blip r:embed="rId4"/>
          <a:stretch>
            <a:fillRect/>
          </a:stretch>
        </p:blipFill>
        <p:spPr>
          <a:xfrm>
            <a:off x="4021031" y="3272706"/>
            <a:ext cx="4491255" cy="3321806"/>
          </a:xfrm>
          <a:prstGeom prst="rect">
            <a:avLst/>
          </a:prstGeom>
        </p:spPr>
      </p:pic>
      <p:sp>
        <p:nvSpPr>
          <p:cNvPr id="24" name="椭圆 23">
            <a:extLst>
              <a:ext uri="{FF2B5EF4-FFF2-40B4-BE49-F238E27FC236}">
                <a16:creationId xmlns:a16="http://schemas.microsoft.com/office/drawing/2014/main" id="{7A202DD6-B9F3-6954-1AA4-240B70BF3150}"/>
              </a:ext>
            </a:extLst>
          </p:cNvPr>
          <p:cNvSpPr/>
          <p:nvPr/>
        </p:nvSpPr>
        <p:spPr>
          <a:xfrm>
            <a:off x="4396864" y="1220605"/>
            <a:ext cx="3687836" cy="1635772"/>
          </a:xfrm>
          <a:prstGeom prst="ellipse">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lvl="0" algn="ctr"/>
            <a:r>
              <a:rPr lang="zh-CN" altLang="en-US" sz="3200">
                <a:solidFill>
                  <a:prstClr val="white"/>
                </a:solidFill>
              </a:rPr>
              <a:t>重点学习</a:t>
            </a:r>
            <a:endParaRPr lang="en-US" altLang="zh-CN" sz="3200">
              <a:solidFill>
                <a:prstClr val="white"/>
              </a:solidFill>
            </a:endParaRPr>
          </a:p>
          <a:p>
            <a:pPr lvl="0" algn="ctr"/>
            <a:r>
              <a:rPr lang="zh-CN" altLang="en-US" sz="3200">
                <a:solidFill>
                  <a:prstClr val="white"/>
                </a:solidFill>
              </a:rPr>
              <a:t>方法和思想</a:t>
            </a:r>
            <a:endParaRPr lang="zh-CN" altLang="en-US" sz="3200" dirty="0">
              <a:solidFill>
                <a:prstClr val="white"/>
              </a:solidFill>
            </a:endParaRPr>
          </a:p>
        </p:txBody>
      </p:sp>
    </p:spTree>
    <p:extLst>
      <p:ext uri="{BB962C8B-B14F-4D97-AF65-F5344CB8AC3E}">
        <p14:creationId xmlns:p14="http://schemas.microsoft.com/office/powerpoint/2010/main" val="355387657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42" presetClass="entr" presetSubtype="0" fill="hold" nodeType="clickEffect">
                                  <p:stCondLst>
                                    <p:cond delay="0"/>
                                  </p:stCondLst>
                                  <p:childTnLst>
                                    <p:set>
                                      <p:cBhvr>
                                        <p:cTn id="6" dur="1" fill="hold">
                                          <p:stCondLst>
                                            <p:cond delay="0"/>
                                          </p:stCondLst>
                                        </p:cTn>
                                        <p:tgtEl>
                                          <p:spTgt spid="10"/>
                                        </p:tgtEl>
                                        <p:attrNameLst>
                                          <p:attrName>style.visibility</p:attrName>
                                        </p:attrNameLst>
                                      </p:cBhvr>
                                      <p:to>
                                        <p:strVal val="visible"/>
                                      </p:to>
                                    </p:set>
                                    <p:animEffect transition="in" filter="fade">
                                      <p:cBhvr>
                                        <p:cTn id="7" dur="1000"/>
                                        <p:tgtEl>
                                          <p:spTgt spid="10"/>
                                        </p:tgtEl>
                                      </p:cBhvr>
                                    </p:animEffect>
                                    <p:anim calcmode="lin" valueType="num">
                                      <p:cBhvr>
                                        <p:cTn id="8" dur="1000" fill="hold"/>
                                        <p:tgtEl>
                                          <p:spTgt spid="10"/>
                                        </p:tgtEl>
                                        <p:attrNameLst>
                                          <p:attrName>ppt_x</p:attrName>
                                        </p:attrNameLst>
                                      </p:cBhvr>
                                      <p:tavLst>
                                        <p:tav tm="0">
                                          <p:val>
                                            <p:strVal val="#ppt_x"/>
                                          </p:val>
                                        </p:tav>
                                        <p:tav tm="100000">
                                          <p:val>
                                            <p:strVal val="#ppt_x"/>
                                          </p:val>
                                        </p:tav>
                                      </p:tavLst>
                                    </p:anim>
                                    <p:anim calcmode="lin" valueType="num">
                                      <p:cBhvr>
                                        <p:cTn id="9" dur="1000" fill="hold"/>
                                        <p:tgtEl>
                                          <p:spTgt spid="10"/>
                                        </p:tgtEl>
                                        <p:attrNameLst>
                                          <p:attrName>ppt_y</p:attrName>
                                        </p:attrNameLst>
                                      </p:cBhvr>
                                      <p:tavLst>
                                        <p:tav tm="0">
                                          <p:val>
                                            <p:strVal val="#ppt_y+.1"/>
                                          </p:val>
                                        </p:tav>
                                        <p:tav tm="100000">
                                          <p:val>
                                            <p:strVal val="#ppt_y"/>
                                          </p:val>
                                        </p:tav>
                                      </p:tavLst>
                                    </p:anim>
                                  </p:childTnLst>
                                </p:cTn>
                              </p:par>
                              <p:par>
                                <p:cTn id="10" presetID="42" presetClass="entr" presetSubtype="0" fill="hold" grpId="0" nodeType="withEffect">
                                  <p:stCondLst>
                                    <p:cond delay="0"/>
                                  </p:stCondLst>
                                  <p:childTnLst>
                                    <p:set>
                                      <p:cBhvr>
                                        <p:cTn id="11" dur="1" fill="hold">
                                          <p:stCondLst>
                                            <p:cond delay="0"/>
                                          </p:stCondLst>
                                        </p:cTn>
                                        <p:tgtEl>
                                          <p:spTgt spid="16"/>
                                        </p:tgtEl>
                                        <p:attrNameLst>
                                          <p:attrName>style.visibility</p:attrName>
                                        </p:attrNameLst>
                                      </p:cBhvr>
                                      <p:to>
                                        <p:strVal val="visible"/>
                                      </p:to>
                                    </p:set>
                                    <p:animEffect transition="in" filter="fade">
                                      <p:cBhvr>
                                        <p:cTn id="12" dur="1000"/>
                                        <p:tgtEl>
                                          <p:spTgt spid="16"/>
                                        </p:tgtEl>
                                      </p:cBhvr>
                                    </p:animEffect>
                                    <p:anim calcmode="lin" valueType="num">
                                      <p:cBhvr>
                                        <p:cTn id="13" dur="1000" fill="hold"/>
                                        <p:tgtEl>
                                          <p:spTgt spid="16"/>
                                        </p:tgtEl>
                                        <p:attrNameLst>
                                          <p:attrName>ppt_x</p:attrName>
                                        </p:attrNameLst>
                                      </p:cBhvr>
                                      <p:tavLst>
                                        <p:tav tm="0">
                                          <p:val>
                                            <p:strVal val="#ppt_x"/>
                                          </p:val>
                                        </p:tav>
                                        <p:tav tm="100000">
                                          <p:val>
                                            <p:strVal val="#ppt_x"/>
                                          </p:val>
                                        </p:tav>
                                      </p:tavLst>
                                    </p:anim>
                                    <p:anim calcmode="lin" valueType="num">
                                      <p:cBhvr>
                                        <p:cTn id="14" dur="1000" fill="hold"/>
                                        <p:tgtEl>
                                          <p:spTgt spid="16"/>
                                        </p:tgtEl>
                                        <p:attrNameLst>
                                          <p:attrName>ppt_y</p:attrName>
                                        </p:attrNameLst>
                                      </p:cBhvr>
                                      <p:tavLst>
                                        <p:tav tm="0">
                                          <p:val>
                                            <p:strVal val="#ppt_y+.1"/>
                                          </p:val>
                                        </p:tav>
                                        <p:tav tm="100000">
                                          <p:val>
                                            <p:strVal val="#ppt_y"/>
                                          </p:val>
                                        </p:tav>
                                      </p:tavLst>
                                    </p:anim>
                                  </p:childTnLst>
                                </p:cTn>
                              </p:par>
                            </p:childTnLst>
                          </p:cTn>
                        </p:par>
                      </p:childTnLst>
                    </p:cTn>
                  </p:par>
                  <p:par>
                    <p:cTn id="15" fill="hold">
                      <p:stCondLst>
                        <p:cond delay="indefinite"/>
                      </p:stCondLst>
                      <p:childTnLst>
                        <p:par>
                          <p:cTn id="16" fill="hold">
                            <p:stCondLst>
                              <p:cond delay="0"/>
                            </p:stCondLst>
                            <p:childTnLst>
                              <p:par>
                                <p:cTn id="17" presetID="42" presetClass="entr" presetSubtype="0" fill="hold" nodeType="clickEffect">
                                  <p:stCondLst>
                                    <p:cond delay="0"/>
                                  </p:stCondLst>
                                  <p:childTnLst>
                                    <p:set>
                                      <p:cBhvr>
                                        <p:cTn id="18" dur="1" fill="hold">
                                          <p:stCondLst>
                                            <p:cond delay="0"/>
                                          </p:stCondLst>
                                        </p:cTn>
                                        <p:tgtEl>
                                          <p:spTgt spid="22"/>
                                        </p:tgtEl>
                                        <p:attrNameLst>
                                          <p:attrName>style.visibility</p:attrName>
                                        </p:attrNameLst>
                                      </p:cBhvr>
                                      <p:to>
                                        <p:strVal val="visible"/>
                                      </p:to>
                                    </p:set>
                                    <p:animEffect transition="in" filter="fade">
                                      <p:cBhvr>
                                        <p:cTn id="19" dur="1000"/>
                                        <p:tgtEl>
                                          <p:spTgt spid="22"/>
                                        </p:tgtEl>
                                      </p:cBhvr>
                                    </p:animEffect>
                                    <p:anim calcmode="lin" valueType="num">
                                      <p:cBhvr>
                                        <p:cTn id="20" dur="1000" fill="hold"/>
                                        <p:tgtEl>
                                          <p:spTgt spid="22"/>
                                        </p:tgtEl>
                                        <p:attrNameLst>
                                          <p:attrName>ppt_x</p:attrName>
                                        </p:attrNameLst>
                                      </p:cBhvr>
                                      <p:tavLst>
                                        <p:tav tm="0">
                                          <p:val>
                                            <p:strVal val="#ppt_x"/>
                                          </p:val>
                                        </p:tav>
                                        <p:tav tm="100000">
                                          <p:val>
                                            <p:strVal val="#ppt_x"/>
                                          </p:val>
                                        </p:tav>
                                      </p:tavLst>
                                    </p:anim>
                                    <p:anim calcmode="lin" valueType="num">
                                      <p:cBhvr>
                                        <p:cTn id="21" dur="1000" fill="hold"/>
                                        <p:tgtEl>
                                          <p:spTgt spid="22"/>
                                        </p:tgtEl>
                                        <p:attrNameLst>
                                          <p:attrName>ppt_y</p:attrName>
                                        </p:attrNameLst>
                                      </p:cBhvr>
                                      <p:tavLst>
                                        <p:tav tm="0">
                                          <p:val>
                                            <p:strVal val="#ppt_y+.1"/>
                                          </p:val>
                                        </p:tav>
                                        <p:tav tm="100000">
                                          <p:val>
                                            <p:strVal val="#ppt_y"/>
                                          </p:val>
                                        </p:tav>
                                      </p:tavLst>
                                    </p:anim>
                                  </p:childTnLst>
                                </p:cTn>
                              </p:par>
                            </p:childTnLst>
                          </p:cTn>
                        </p:par>
                      </p:childTnLst>
                    </p:cTn>
                  </p:par>
                  <p:par>
                    <p:cTn id="22" fill="hold">
                      <p:stCondLst>
                        <p:cond delay="indefinite"/>
                      </p:stCondLst>
                      <p:childTnLst>
                        <p:par>
                          <p:cTn id="23" fill="hold">
                            <p:stCondLst>
                              <p:cond delay="0"/>
                            </p:stCondLst>
                            <p:childTnLst>
                              <p:par>
                                <p:cTn id="24" presetID="53" presetClass="entr" presetSubtype="16" fill="hold" grpId="0" nodeType="clickEffect">
                                  <p:stCondLst>
                                    <p:cond delay="0"/>
                                  </p:stCondLst>
                                  <p:childTnLst>
                                    <p:set>
                                      <p:cBhvr>
                                        <p:cTn id="25" dur="1" fill="hold">
                                          <p:stCondLst>
                                            <p:cond delay="0"/>
                                          </p:stCondLst>
                                        </p:cTn>
                                        <p:tgtEl>
                                          <p:spTgt spid="24"/>
                                        </p:tgtEl>
                                        <p:attrNameLst>
                                          <p:attrName>style.visibility</p:attrName>
                                        </p:attrNameLst>
                                      </p:cBhvr>
                                      <p:to>
                                        <p:strVal val="visible"/>
                                      </p:to>
                                    </p:set>
                                    <p:anim calcmode="lin" valueType="num">
                                      <p:cBhvr>
                                        <p:cTn id="26" dur="500" fill="hold"/>
                                        <p:tgtEl>
                                          <p:spTgt spid="24"/>
                                        </p:tgtEl>
                                        <p:attrNameLst>
                                          <p:attrName>ppt_w</p:attrName>
                                        </p:attrNameLst>
                                      </p:cBhvr>
                                      <p:tavLst>
                                        <p:tav tm="0">
                                          <p:val>
                                            <p:fltVal val="0"/>
                                          </p:val>
                                        </p:tav>
                                        <p:tav tm="100000">
                                          <p:val>
                                            <p:strVal val="#ppt_w"/>
                                          </p:val>
                                        </p:tav>
                                      </p:tavLst>
                                    </p:anim>
                                    <p:anim calcmode="lin" valueType="num">
                                      <p:cBhvr>
                                        <p:cTn id="27" dur="500" fill="hold"/>
                                        <p:tgtEl>
                                          <p:spTgt spid="24"/>
                                        </p:tgtEl>
                                        <p:attrNameLst>
                                          <p:attrName>ppt_h</p:attrName>
                                        </p:attrNameLst>
                                      </p:cBhvr>
                                      <p:tavLst>
                                        <p:tav tm="0">
                                          <p:val>
                                            <p:fltVal val="0"/>
                                          </p:val>
                                        </p:tav>
                                        <p:tav tm="100000">
                                          <p:val>
                                            <p:strVal val="#ppt_h"/>
                                          </p:val>
                                        </p:tav>
                                      </p:tavLst>
                                    </p:anim>
                                    <p:animEffect transition="in" filter="fade">
                                      <p:cBhvr>
                                        <p:cTn id="28" dur="500"/>
                                        <p:tgtEl>
                                          <p:spTgt spid="2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6" grpId="0"/>
      <p:bldP spid="24" grpId="0" animBg="1"/>
    </p:bldLst>
  </p:timing>
</p:sld>
</file>

<file path=ppt/slides/slide3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标题 1">
            <a:extLst>
              <a:ext uri="{FF2B5EF4-FFF2-40B4-BE49-F238E27FC236}">
                <a16:creationId xmlns:a16="http://schemas.microsoft.com/office/drawing/2014/main" id="{9BE38E0F-36DA-47F5-A752-8217381F47F6}"/>
              </a:ext>
            </a:extLst>
          </p:cNvPr>
          <p:cNvSpPr>
            <a:spLocks noGrp="1"/>
          </p:cNvSpPr>
          <p:nvPr>
            <p:ph type="title"/>
          </p:nvPr>
        </p:nvSpPr>
        <p:spPr/>
        <p:txBody>
          <a:bodyPr/>
          <a:lstStyle/>
          <a:p>
            <a:r>
              <a:rPr lang="en-US" altLang="zh-CN"/>
              <a:t>3.3.4 </a:t>
            </a:r>
            <a:r>
              <a:rPr lang="zh-CN" altLang="en-US"/>
              <a:t>非递归的预测分析</a:t>
            </a:r>
          </a:p>
        </p:txBody>
      </p:sp>
      <p:sp>
        <p:nvSpPr>
          <p:cNvPr id="3" name="内容占位符 2">
            <a:extLst>
              <a:ext uri="{FF2B5EF4-FFF2-40B4-BE49-F238E27FC236}">
                <a16:creationId xmlns:a16="http://schemas.microsoft.com/office/drawing/2014/main" id="{DB1E30D6-6D94-4102-80FC-B5656619CB42}"/>
              </a:ext>
            </a:extLst>
          </p:cNvPr>
          <p:cNvSpPr>
            <a:spLocks noGrp="1"/>
          </p:cNvSpPr>
          <p:nvPr>
            <p:ph idx="1"/>
          </p:nvPr>
        </p:nvSpPr>
        <p:spPr>
          <a:xfrm>
            <a:off x="628650" y="1257300"/>
            <a:ext cx="8053578" cy="4919663"/>
          </a:xfrm>
        </p:spPr>
        <p:txBody>
          <a:bodyPr>
            <a:normAutofit/>
          </a:bodyPr>
          <a:lstStyle/>
          <a:p>
            <a:r>
              <a:rPr lang="zh-CN" altLang="en-US" sz="2000"/>
              <a:t>算法</a:t>
            </a:r>
            <a:r>
              <a:rPr lang="en-US" altLang="zh-CN" sz="2000"/>
              <a:t>3.1</a:t>
            </a:r>
            <a:r>
              <a:rPr lang="zh-CN" altLang="en-US" sz="2000"/>
              <a:t>：输入：串</a:t>
            </a:r>
            <a:r>
              <a:rPr lang="en-US" altLang="zh-CN" sz="2000"/>
              <a:t>w</a:t>
            </a:r>
            <a:r>
              <a:rPr lang="zh-CN" altLang="en-US" sz="2000"/>
              <a:t>和文法</a:t>
            </a:r>
            <a:r>
              <a:rPr lang="en-US" altLang="zh-CN" sz="2000"/>
              <a:t>G</a:t>
            </a:r>
            <a:r>
              <a:rPr lang="zh-CN" altLang="en-US" sz="2000"/>
              <a:t>的预测分析表</a:t>
            </a:r>
            <a:r>
              <a:rPr lang="en-US" altLang="zh-CN" sz="2000"/>
              <a:t>M</a:t>
            </a:r>
            <a:r>
              <a:rPr lang="zh-CN" altLang="en-US" sz="2000"/>
              <a:t>。</a:t>
            </a:r>
            <a:endParaRPr lang="en-US" altLang="zh-CN" sz="2000"/>
          </a:p>
          <a:p>
            <a:r>
              <a:rPr lang="zh-CN" altLang="en-US" sz="2000"/>
              <a:t>输出：如果</a:t>
            </a:r>
            <a:r>
              <a:rPr lang="en-US" altLang="zh-CN" sz="2000"/>
              <a:t>w</a:t>
            </a:r>
            <a:r>
              <a:rPr lang="zh-CN" altLang="en-US" sz="2000"/>
              <a:t>在</a:t>
            </a:r>
            <a:r>
              <a:rPr lang="en-US" altLang="zh-CN" sz="2000"/>
              <a:t>L(G)</a:t>
            </a:r>
            <a:r>
              <a:rPr lang="zh-CN" altLang="en-US" sz="2000"/>
              <a:t>中，输出</a:t>
            </a:r>
            <a:r>
              <a:rPr lang="en-US" altLang="zh-CN" sz="2000"/>
              <a:t>w</a:t>
            </a:r>
            <a:r>
              <a:rPr lang="zh-CN" altLang="en-US" sz="2000"/>
              <a:t>的最左推导；否则给出错误指示</a:t>
            </a:r>
            <a:endParaRPr lang="en-US" altLang="zh-CN" sz="2000"/>
          </a:p>
          <a:p>
            <a:r>
              <a:rPr lang="zh-CN" altLang="en-US" sz="2000"/>
              <a:t>方法：最初，语法分析器的格局如下：输入缓冲区中是</a:t>
            </a:r>
            <a:r>
              <a:rPr lang="en-US" altLang="zh-CN" sz="2000"/>
              <a:t>w$</a:t>
            </a:r>
            <a:r>
              <a:rPr lang="zh-CN" altLang="en-US" sz="2000"/>
              <a:t>，</a:t>
            </a:r>
            <a:r>
              <a:rPr lang="en-US" altLang="zh-CN" sz="2000"/>
              <a:t>G</a:t>
            </a:r>
            <a:r>
              <a:rPr lang="zh-CN" altLang="en-US" sz="2000"/>
              <a:t>的开始符号位于栈顶，其下面是</a:t>
            </a:r>
            <a:r>
              <a:rPr lang="en-US" altLang="zh-CN" sz="2000"/>
              <a:t>$</a:t>
            </a:r>
            <a:r>
              <a:rPr lang="zh-CN" altLang="en-US" sz="2000"/>
              <a:t>。下面的程序使用预测分析表</a:t>
            </a:r>
            <a:r>
              <a:rPr lang="en-US" altLang="zh-CN" sz="2000"/>
              <a:t>M</a:t>
            </a:r>
            <a:r>
              <a:rPr lang="zh-CN" altLang="en-US" sz="2000"/>
              <a:t>生成了处理这个输入的预测分析过程</a:t>
            </a:r>
          </a:p>
        </p:txBody>
      </p:sp>
      <p:sp>
        <p:nvSpPr>
          <p:cNvPr id="5" name="文本框 4">
            <a:extLst>
              <a:ext uri="{FF2B5EF4-FFF2-40B4-BE49-F238E27FC236}">
                <a16:creationId xmlns:a16="http://schemas.microsoft.com/office/drawing/2014/main" id="{15EEBFE5-3D73-43ED-99EA-0CA212A95179}"/>
              </a:ext>
            </a:extLst>
          </p:cNvPr>
          <p:cNvSpPr txBox="1"/>
          <p:nvPr/>
        </p:nvSpPr>
        <p:spPr>
          <a:xfrm>
            <a:off x="628650" y="3087385"/>
            <a:ext cx="8053578" cy="3693319"/>
          </a:xfrm>
          <a:prstGeom prst="rect">
            <a:avLst/>
          </a:prstGeom>
          <a:solidFill>
            <a:schemeClr val="accent4">
              <a:lumMod val="20000"/>
              <a:lumOff val="80000"/>
            </a:schemeClr>
          </a:solidFill>
        </p:spPr>
        <p:style>
          <a:lnRef idx="2">
            <a:schemeClr val="accent2"/>
          </a:lnRef>
          <a:fillRef idx="1">
            <a:schemeClr val="lt1"/>
          </a:fillRef>
          <a:effectRef idx="0">
            <a:schemeClr val="accent2"/>
          </a:effectRef>
          <a:fontRef idx="minor">
            <a:schemeClr val="dk1"/>
          </a:fontRef>
        </p:style>
        <p:txBody>
          <a:bodyPr wrap="square">
            <a:spAutoFit/>
          </a:bodyPr>
          <a:lstStyle/>
          <a:p>
            <a:pPr algn="l"/>
            <a:r>
              <a:rPr lang="zh-CN" altLang="en-US" b="0" i="0" u="none" strike="noStrike" baseline="0">
                <a:latin typeface="Times New Roman" panose="02020603050405020304" pitchFamily="18" charset="0"/>
                <a:cs typeface="Times New Roman" panose="02020603050405020304" pitchFamily="18" charset="0"/>
              </a:rPr>
              <a:t>设置</a:t>
            </a:r>
            <a:r>
              <a:rPr lang="en-US" altLang="zh-CN" b="1" i="1" u="none" strike="noStrike" baseline="0" err="1">
                <a:latin typeface="Times New Roman" panose="02020603050405020304" pitchFamily="18" charset="0"/>
                <a:cs typeface="Times New Roman" panose="02020603050405020304" pitchFamily="18" charset="0"/>
              </a:rPr>
              <a:t>ip</a:t>
            </a:r>
            <a:r>
              <a:rPr lang="zh-CN" altLang="en-US" b="0" i="0" u="none" strike="noStrike" baseline="0">
                <a:latin typeface="Times New Roman" panose="02020603050405020304" pitchFamily="18" charset="0"/>
                <a:cs typeface="Times New Roman" panose="02020603050405020304" pitchFamily="18" charset="0"/>
              </a:rPr>
              <a:t>使它指向</a:t>
            </a:r>
            <a:r>
              <a:rPr lang="en-US" altLang="zh-CN" b="1" i="1" u="none" strike="noStrike" baseline="0">
                <a:latin typeface="Times New Roman" panose="02020603050405020304" pitchFamily="18" charset="0"/>
                <a:cs typeface="Times New Roman" panose="02020603050405020304" pitchFamily="18" charset="0"/>
              </a:rPr>
              <a:t>w</a:t>
            </a:r>
            <a:r>
              <a:rPr lang="zh-CN" altLang="en-US" b="0" i="0" u="none" strike="noStrike" baseline="0">
                <a:latin typeface="Times New Roman" panose="02020603050405020304" pitchFamily="18" charset="0"/>
                <a:cs typeface="Times New Roman" panose="02020603050405020304" pitchFamily="18" charset="0"/>
              </a:rPr>
              <a:t>的第一个符号，其中</a:t>
            </a:r>
            <a:r>
              <a:rPr lang="en-US" altLang="zh-CN" b="1" i="1" u="none" strike="noStrike" baseline="0" err="1">
                <a:latin typeface="Times New Roman" panose="02020603050405020304" pitchFamily="18" charset="0"/>
                <a:cs typeface="Times New Roman" panose="02020603050405020304" pitchFamily="18" charset="0"/>
              </a:rPr>
              <a:t>ip</a:t>
            </a:r>
            <a:r>
              <a:rPr lang="en-US" altLang="zh-CN" b="1" i="1" u="none" strike="noStrike" baseline="0">
                <a:latin typeface="Times New Roman" panose="02020603050405020304" pitchFamily="18" charset="0"/>
                <a:cs typeface="Times New Roman" panose="02020603050405020304" pitchFamily="18" charset="0"/>
              </a:rPr>
              <a:t> </a:t>
            </a:r>
            <a:r>
              <a:rPr lang="zh-CN" altLang="en-US" b="0" i="0" u="none" strike="noStrike" baseline="0">
                <a:latin typeface="Times New Roman" panose="02020603050405020304" pitchFamily="18" charset="0"/>
                <a:cs typeface="Times New Roman" panose="02020603050405020304" pitchFamily="18" charset="0"/>
              </a:rPr>
              <a:t>是输入指针；</a:t>
            </a:r>
          </a:p>
          <a:p>
            <a:pPr algn="l"/>
            <a:r>
              <a:rPr lang="zh-CN" altLang="en-US" b="0" i="0" u="none" strike="noStrike" baseline="0">
                <a:latin typeface="Times New Roman" panose="02020603050405020304" pitchFamily="18" charset="0"/>
                <a:cs typeface="Times New Roman" panose="02020603050405020304" pitchFamily="18" charset="0"/>
              </a:rPr>
              <a:t>令</a:t>
            </a:r>
            <a:r>
              <a:rPr lang="en-US" altLang="zh-CN" b="1" i="1" u="none" strike="noStrike" baseline="0">
                <a:latin typeface="Times New Roman" panose="02020603050405020304" pitchFamily="18" charset="0"/>
                <a:cs typeface="Times New Roman" panose="02020603050405020304" pitchFamily="18" charset="0"/>
              </a:rPr>
              <a:t>X</a:t>
            </a:r>
            <a:r>
              <a:rPr lang="en-US" altLang="zh-CN" b="1" i="0" u="none" strike="noStrike" baseline="0">
                <a:latin typeface="Times New Roman" panose="02020603050405020304" pitchFamily="18" charset="0"/>
                <a:cs typeface="Times New Roman" panose="02020603050405020304" pitchFamily="18" charset="0"/>
              </a:rPr>
              <a:t>=</a:t>
            </a:r>
            <a:r>
              <a:rPr lang="zh-CN" altLang="en-US" b="0" i="0" u="none" strike="noStrike" baseline="0">
                <a:latin typeface="Times New Roman" panose="02020603050405020304" pitchFamily="18" charset="0"/>
                <a:cs typeface="Times New Roman" panose="02020603050405020304" pitchFamily="18" charset="0"/>
              </a:rPr>
              <a:t>栈顶符号；</a:t>
            </a:r>
          </a:p>
          <a:p>
            <a:pPr algn="l"/>
            <a:r>
              <a:rPr lang="en-US" altLang="zh-CN" b="1" i="0" u="none" strike="noStrike" baseline="0">
                <a:latin typeface="Times New Roman" panose="02020603050405020304" pitchFamily="18" charset="0"/>
                <a:cs typeface="Times New Roman" panose="02020603050405020304" pitchFamily="18" charset="0"/>
              </a:rPr>
              <a:t>while ( </a:t>
            </a:r>
            <a:r>
              <a:rPr lang="en-US" altLang="zh-CN" b="1" i="1" u="none" strike="noStrike" baseline="0">
                <a:latin typeface="Times New Roman" panose="02020603050405020304" pitchFamily="18" charset="0"/>
                <a:cs typeface="Times New Roman" panose="02020603050405020304" pitchFamily="18" charset="0"/>
              </a:rPr>
              <a:t>X </a:t>
            </a:r>
            <a:r>
              <a:rPr lang="en-US" altLang="zh-CN" b="1" i="0" u="none" strike="noStrike" baseline="0">
                <a:latin typeface="Times New Roman" panose="02020603050405020304" pitchFamily="18" charset="0"/>
                <a:cs typeface="Times New Roman" panose="02020603050405020304" pitchFamily="18" charset="0"/>
              </a:rPr>
              <a:t>≠ </a:t>
            </a:r>
            <a:r>
              <a:rPr lang="zh-CN" altLang="en-US" b="0" i="0" u="none" strike="noStrike" baseline="0">
                <a:latin typeface="Times New Roman" panose="02020603050405020304" pitchFamily="18" charset="0"/>
                <a:cs typeface="Times New Roman" panose="02020603050405020304" pitchFamily="18" charset="0"/>
              </a:rPr>
              <a:t>＄ </a:t>
            </a:r>
            <a:r>
              <a:rPr lang="en-US" altLang="zh-CN" b="1" i="0" u="none" strike="noStrike" baseline="0">
                <a:latin typeface="Times New Roman" panose="02020603050405020304" pitchFamily="18" charset="0"/>
                <a:cs typeface="Times New Roman" panose="02020603050405020304" pitchFamily="18" charset="0"/>
              </a:rPr>
              <a:t>)</a:t>
            </a:r>
            <a:r>
              <a:rPr lang="zh-CN" altLang="en-US" b="0" i="0" u="none" strike="noStrike" baseline="0">
                <a:latin typeface="Times New Roman" panose="02020603050405020304" pitchFamily="18" charset="0"/>
                <a:cs typeface="Times New Roman" panose="02020603050405020304" pitchFamily="18" charset="0"/>
              </a:rPr>
              <a:t>｛ </a:t>
            </a:r>
            <a:r>
              <a:rPr lang="en-US" altLang="zh-CN" b="1" i="0" u="none" strike="noStrike" baseline="0">
                <a:latin typeface="Times New Roman" panose="02020603050405020304" pitchFamily="18" charset="0"/>
                <a:cs typeface="Times New Roman" panose="02020603050405020304" pitchFamily="18" charset="0"/>
              </a:rPr>
              <a:t>/* </a:t>
            </a:r>
            <a:r>
              <a:rPr lang="zh-CN" altLang="en-US" b="0" i="0" u="none" strike="noStrike" baseline="0">
                <a:latin typeface="Times New Roman" panose="02020603050405020304" pitchFamily="18" charset="0"/>
                <a:cs typeface="Times New Roman" panose="02020603050405020304" pitchFamily="18" charset="0"/>
              </a:rPr>
              <a:t>栈非空</a:t>
            </a:r>
            <a:r>
              <a:rPr lang="zh-CN" altLang="en-US" b="1" i="0" u="none" strike="noStrike" baseline="0">
                <a:latin typeface="Times New Roman" panose="02020603050405020304" pitchFamily="18" charset="0"/>
                <a:cs typeface="Times New Roman" panose="02020603050405020304" pitchFamily="18" charset="0"/>
              </a:rPr>
              <a:t>*</a:t>
            </a:r>
            <a:r>
              <a:rPr lang="en-US" altLang="zh-CN" b="1" i="0" u="none" strike="noStrike" baseline="0">
                <a:latin typeface="Times New Roman" panose="02020603050405020304" pitchFamily="18" charset="0"/>
                <a:cs typeface="Times New Roman" panose="02020603050405020304" pitchFamily="18" charset="0"/>
              </a:rPr>
              <a:t>/</a:t>
            </a:r>
          </a:p>
          <a:p>
            <a:pPr algn="l"/>
            <a:r>
              <a:rPr lang="en-US" altLang="zh-CN" b="1" i="0" u="none" strike="noStrike" baseline="0">
                <a:latin typeface="Times New Roman" panose="02020603050405020304" pitchFamily="18" charset="0"/>
                <a:cs typeface="Times New Roman" panose="02020603050405020304" pitchFamily="18" charset="0"/>
              </a:rPr>
              <a:t>	if ( </a:t>
            </a:r>
            <a:r>
              <a:rPr lang="en-US" altLang="zh-CN" b="1" i="1" u="none" strike="noStrike" baseline="0">
                <a:latin typeface="Times New Roman" panose="02020603050405020304" pitchFamily="18" charset="0"/>
                <a:cs typeface="Times New Roman" panose="02020603050405020304" pitchFamily="18" charset="0"/>
              </a:rPr>
              <a:t>X </a:t>
            </a:r>
            <a:r>
              <a:rPr lang="zh-CN" altLang="en-US" b="0" i="0" u="none" strike="noStrike" baseline="0">
                <a:latin typeface="Times New Roman" panose="02020603050405020304" pitchFamily="18" charset="0"/>
                <a:cs typeface="Times New Roman" panose="02020603050405020304" pitchFamily="18" charset="0"/>
              </a:rPr>
              <a:t>等于</a:t>
            </a:r>
            <a:r>
              <a:rPr lang="en-US" altLang="zh-CN" b="1" i="1" u="none" strike="noStrike" baseline="0" err="1">
                <a:latin typeface="Times New Roman" panose="02020603050405020304" pitchFamily="18" charset="0"/>
                <a:cs typeface="Times New Roman" panose="02020603050405020304" pitchFamily="18" charset="0"/>
              </a:rPr>
              <a:t>ip</a:t>
            </a:r>
            <a:r>
              <a:rPr lang="zh-CN" altLang="en-US" b="0" i="0" u="none" strike="noStrike" baseline="0">
                <a:latin typeface="Times New Roman" panose="02020603050405020304" pitchFamily="18" charset="0"/>
                <a:cs typeface="Times New Roman" panose="02020603050405020304" pitchFamily="18" charset="0"/>
              </a:rPr>
              <a:t>所指向的符号</a:t>
            </a:r>
            <a:r>
              <a:rPr lang="en-US" altLang="zh-CN" b="1" i="1" u="none" strike="noStrike" baseline="0">
                <a:latin typeface="Times New Roman" panose="02020603050405020304" pitchFamily="18" charset="0"/>
                <a:cs typeface="Times New Roman" panose="02020603050405020304" pitchFamily="18" charset="0"/>
              </a:rPr>
              <a:t>a</a:t>
            </a:r>
            <a:r>
              <a:rPr lang="en-US" altLang="zh-CN" b="1" i="0" u="none" strike="noStrike" baseline="0">
                <a:latin typeface="Times New Roman" panose="02020603050405020304" pitchFamily="18" charset="0"/>
                <a:cs typeface="Times New Roman" panose="02020603050405020304" pitchFamily="18" charset="0"/>
              </a:rPr>
              <a:t>) </a:t>
            </a:r>
            <a:r>
              <a:rPr lang="zh-CN" altLang="en-US" b="0" i="0" u="none" strike="noStrike" baseline="0">
                <a:latin typeface="Times New Roman" panose="02020603050405020304" pitchFamily="18" charset="0"/>
                <a:cs typeface="Times New Roman" panose="02020603050405020304" pitchFamily="18" charset="0"/>
              </a:rPr>
              <a:t>执行栈的弹出操作，将</a:t>
            </a:r>
            <a:r>
              <a:rPr lang="en-US" altLang="zh-CN" b="1" i="1" u="none" strike="noStrike" baseline="0" err="1">
                <a:latin typeface="Times New Roman" panose="02020603050405020304" pitchFamily="18" charset="0"/>
                <a:cs typeface="Times New Roman" panose="02020603050405020304" pitchFamily="18" charset="0"/>
              </a:rPr>
              <a:t>ip</a:t>
            </a:r>
            <a:r>
              <a:rPr lang="zh-CN" altLang="en-US" b="0" i="0" u="none" strike="noStrike" baseline="0">
                <a:latin typeface="Times New Roman" panose="02020603050405020304" pitchFamily="18" charset="0"/>
                <a:cs typeface="Times New Roman" panose="02020603050405020304" pitchFamily="18" charset="0"/>
              </a:rPr>
              <a:t>向前移动一个位置；</a:t>
            </a:r>
          </a:p>
          <a:p>
            <a:pPr algn="l"/>
            <a:r>
              <a:rPr lang="en-US" altLang="zh-CN" b="1" i="0" u="none" strike="noStrike" baseline="0">
                <a:latin typeface="Times New Roman" panose="02020603050405020304" pitchFamily="18" charset="0"/>
                <a:cs typeface="Times New Roman" panose="02020603050405020304" pitchFamily="18" charset="0"/>
              </a:rPr>
              <a:t>	else if ( </a:t>
            </a:r>
            <a:r>
              <a:rPr lang="en-US" altLang="zh-CN" b="1" i="1" u="none" strike="noStrike" baseline="0">
                <a:latin typeface="Times New Roman" panose="02020603050405020304" pitchFamily="18" charset="0"/>
                <a:cs typeface="Times New Roman" panose="02020603050405020304" pitchFamily="18" charset="0"/>
              </a:rPr>
              <a:t>X</a:t>
            </a:r>
            <a:r>
              <a:rPr lang="zh-CN" altLang="en-US" b="0" i="0" u="none" strike="noStrike" baseline="0">
                <a:latin typeface="Times New Roman" panose="02020603050405020304" pitchFamily="18" charset="0"/>
                <a:cs typeface="Times New Roman" panose="02020603050405020304" pitchFamily="18" charset="0"/>
              </a:rPr>
              <a:t>是一个终结符号</a:t>
            </a:r>
            <a:r>
              <a:rPr lang="en-US" altLang="zh-CN" b="1" i="0" u="none" strike="noStrike" baseline="0">
                <a:latin typeface="Times New Roman" panose="02020603050405020304" pitchFamily="18" charset="0"/>
                <a:cs typeface="Times New Roman" panose="02020603050405020304" pitchFamily="18" charset="0"/>
              </a:rPr>
              <a:t>) </a:t>
            </a:r>
            <a:r>
              <a:rPr lang="en-US" altLang="zh-CN" b="1" i="1" u="none" strike="noStrike" baseline="0">
                <a:latin typeface="Times New Roman" panose="02020603050405020304" pitchFamily="18" charset="0"/>
                <a:cs typeface="Times New Roman" panose="02020603050405020304" pitchFamily="18" charset="0"/>
              </a:rPr>
              <a:t>error </a:t>
            </a:r>
            <a:r>
              <a:rPr lang="en-US" altLang="zh-CN" b="1" i="0" u="none" strike="noStrike" baseline="0">
                <a:latin typeface="Times New Roman" panose="02020603050405020304" pitchFamily="18" charset="0"/>
                <a:cs typeface="Times New Roman" panose="02020603050405020304" pitchFamily="18" charset="0"/>
              </a:rPr>
              <a:t>( ) ;</a:t>
            </a:r>
          </a:p>
          <a:p>
            <a:pPr algn="l"/>
            <a:r>
              <a:rPr lang="en-US" altLang="zh-CN" b="1" i="0" u="none" strike="noStrike" baseline="0">
                <a:latin typeface="Times New Roman" panose="02020603050405020304" pitchFamily="18" charset="0"/>
                <a:cs typeface="Times New Roman" panose="02020603050405020304" pitchFamily="18" charset="0"/>
              </a:rPr>
              <a:t>	else if ( </a:t>
            </a:r>
            <a:r>
              <a:rPr lang="en-US" altLang="zh-CN" b="1" i="1" u="none" strike="noStrike" baseline="0">
                <a:latin typeface="Times New Roman" panose="02020603050405020304" pitchFamily="18" charset="0"/>
                <a:cs typeface="Times New Roman" panose="02020603050405020304" pitchFamily="18" charset="0"/>
              </a:rPr>
              <a:t>M</a:t>
            </a:r>
            <a:r>
              <a:rPr lang="en-US" altLang="zh-CN" b="1" i="0" u="none" strike="noStrike" baseline="0">
                <a:latin typeface="Times New Roman" panose="02020603050405020304" pitchFamily="18" charset="0"/>
                <a:cs typeface="Times New Roman" panose="02020603050405020304" pitchFamily="18" charset="0"/>
              </a:rPr>
              <a:t>[</a:t>
            </a:r>
            <a:r>
              <a:rPr lang="en-US" altLang="zh-CN" b="1" i="1" u="none" strike="noStrike" baseline="0">
                <a:latin typeface="Times New Roman" panose="02020603050405020304" pitchFamily="18" charset="0"/>
                <a:cs typeface="Times New Roman" panose="02020603050405020304" pitchFamily="18" charset="0"/>
              </a:rPr>
              <a:t>X</a:t>
            </a:r>
            <a:r>
              <a:rPr lang="zh-CN" altLang="en-US" b="0" i="0" u="none" strike="noStrike" baseline="0">
                <a:latin typeface="Times New Roman" panose="02020603050405020304" pitchFamily="18" charset="0"/>
                <a:cs typeface="Times New Roman" panose="02020603050405020304" pitchFamily="18" charset="0"/>
              </a:rPr>
              <a:t>，</a:t>
            </a:r>
            <a:r>
              <a:rPr lang="en-US" altLang="zh-CN" b="1" i="1" u="none" strike="noStrike" baseline="0">
                <a:latin typeface="Times New Roman" panose="02020603050405020304" pitchFamily="18" charset="0"/>
                <a:cs typeface="Times New Roman" panose="02020603050405020304" pitchFamily="18" charset="0"/>
              </a:rPr>
              <a:t>a</a:t>
            </a:r>
            <a:r>
              <a:rPr lang="en-US" altLang="zh-CN" b="1" i="0" u="none" strike="noStrike" baseline="0">
                <a:latin typeface="Times New Roman" panose="02020603050405020304" pitchFamily="18" charset="0"/>
                <a:cs typeface="Times New Roman" panose="02020603050405020304" pitchFamily="18" charset="0"/>
              </a:rPr>
              <a:t>]</a:t>
            </a:r>
            <a:r>
              <a:rPr lang="zh-CN" altLang="en-US" b="0" i="0" u="none" strike="noStrike" baseline="0">
                <a:latin typeface="Times New Roman" panose="02020603050405020304" pitchFamily="18" charset="0"/>
                <a:cs typeface="Times New Roman" panose="02020603050405020304" pitchFamily="18" charset="0"/>
              </a:rPr>
              <a:t>是一个报错条目</a:t>
            </a:r>
            <a:r>
              <a:rPr lang="en-US" altLang="zh-CN" b="1" i="0" u="none" strike="noStrike" baseline="0">
                <a:latin typeface="Times New Roman" panose="02020603050405020304" pitchFamily="18" charset="0"/>
                <a:cs typeface="Times New Roman" panose="02020603050405020304" pitchFamily="18" charset="0"/>
              </a:rPr>
              <a:t>) </a:t>
            </a:r>
            <a:r>
              <a:rPr lang="en-US" altLang="zh-CN" b="1" i="1" u="none" strike="noStrike" baseline="0">
                <a:latin typeface="Times New Roman" panose="02020603050405020304" pitchFamily="18" charset="0"/>
                <a:cs typeface="Times New Roman" panose="02020603050405020304" pitchFamily="18" charset="0"/>
              </a:rPr>
              <a:t>error </a:t>
            </a:r>
            <a:r>
              <a:rPr lang="en-US" altLang="zh-CN" b="1" i="0" u="none" strike="noStrike" baseline="0">
                <a:latin typeface="Times New Roman" panose="02020603050405020304" pitchFamily="18" charset="0"/>
                <a:cs typeface="Times New Roman" panose="02020603050405020304" pitchFamily="18" charset="0"/>
              </a:rPr>
              <a:t>( ) ;</a:t>
            </a:r>
          </a:p>
          <a:p>
            <a:pPr algn="l"/>
            <a:r>
              <a:rPr lang="en-US" altLang="zh-CN" b="1" i="0" u="none" strike="noStrike" baseline="0">
                <a:latin typeface="Times New Roman" panose="02020603050405020304" pitchFamily="18" charset="0"/>
                <a:cs typeface="Times New Roman" panose="02020603050405020304" pitchFamily="18" charset="0"/>
              </a:rPr>
              <a:t>	else if ( </a:t>
            </a:r>
            <a:r>
              <a:rPr lang="en-US" altLang="zh-CN" b="1" i="1" u="none" strike="noStrike" baseline="0">
                <a:latin typeface="Times New Roman" panose="02020603050405020304" pitchFamily="18" charset="0"/>
                <a:cs typeface="Times New Roman" panose="02020603050405020304" pitchFamily="18" charset="0"/>
              </a:rPr>
              <a:t>M</a:t>
            </a:r>
            <a:r>
              <a:rPr lang="en-US" altLang="zh-CN" b="1" i="0" u="none" strike="noStrike" baseline="0">
                <a:latin typeface="Times New Roman" panose="02020603050405020304" pitchFamily="18" charset="0"/>
                <a:cs typeface="Times New Roman" panose="02020603050405020304" pitchFamily="18" charset="0"/>
              </a:rPr>
              <a:t>[</a:t>
            </a:r>
            <a:r>
              <a:rPr lang="en-US" altLang="zh-CN" b="1" i="1" u="none" strike="noStrike" baseline="0">
                <a:latin typeface="Times New Roman" panose="02020603050405020304" pitchFamily="18" charset="0"/>
                <a:cs typeface="Times New Roman" panose="02020603050405020304" pitchFamily="18" charset="0"/>
              </a:rPr>
              <a:t>X</a:t>
            </a:r>
            <a:r>
              <a:rPr lang="zh-CN" altLang="en-US" b="0" i="0" u="none" strike="noStrike" baseline="0">
                <a:latin typeface="Times New Roman" panose="02020603050405020304" pitchFamily="18" charset="0"/>
                <a:cs typeface="Times New Roman" panose="02020603050405020304" pitchFamily="18" charset="0"/>
              </a:rPr>
              <a:t>，</a:t>
            </a:r>
            <a:r>
              <a:rPr lang="en-US" altLang="zh-CN" b="1" i="1" u="none" strike="noStrike" baseline="0">
                <a:latin typeface="Times New Roman" panose="02020603050405020304" pitchFamily="18" charset="0"/>
                <a:cs typeface="Times New Roman" panose="02020603050405020304" pitchFamily="18" charset="0"/>
              </a:rPr>
              <a:t>a</a:t>
            </a:r>
            <a:r>
              <a:rPr lang="en-US" altLang="zh-CN" b="1" i="0" u="none" strike="noStrike" baseline="0">
                <a:latin typeface="Times New Roman" panose="02020603050405020304" pitchFamily="18" charset="0"/>
                <a:cs typeface="Times New Roman" panose="02020603050405020304" pitchFamily="18" charset="0"/>
              </a:rPr>
              <a:t>] = </a:t>
            </a:r>
            <a:r>
              <a:rPr lang="en-US" altLang="zh-CN" b="1" i="1" u="none" strike="noStrike" baseline="0">
                <a:latin typeface="Times New Roman" panose="02020603050405020304" pitchFamily="18" charset="0"/>
                <a:cs typeface="Times New Roman" panose="02020603050405020304" pitchFamily="18" charset="0"/>
              </a:rPr>
              <a:t>X </a:t>
            </a:r>
            <a:r>
              <a:rPr lang="en-US" altLang="zh-CN" b="1" i="0" u="none" strike="noStrike" baseline="0">
                <a:latin typeface="Times New Roman" panose="02020603050405020304" pitchFamily="18" charset="0"/>
                <a:cs typeface="Times New Roman" panose="02020603050405020304" pitchFamily="18" charset="0"/>
              </a:rPr>
              <a:t>→</a:t>
            </a:r>
            <a:r>
              <a:rPr lang="en-US" altLang="zh-CN" b="1" i="1" u="none" strike="noStrike" baseline="0">
                <a:latin typeface="Times New Roman" panose="02020603050405020304" pitchFamily="18" charset="0"/>
                <a:cs typeface="Times New Roman" panose="02020603050405020304" pitchFamily="18" charset="0"/>
              </a:rPr>
              <a:t>Y</a:t>
            </a:r>
            <a:r>
              <a:rPr lang="en-US" altLang="zh-CN" sz="1050" b="1" i="0" u="none" strike="noStrike" baseline="0">
                <a:latin typeface="Times New Roman" panose="02020603050405020304" pitchFamily="18" charset="0"/>
                <a:cs typeface="Times New Roman" panose="02020603050405020304" pitchFamily="18" charset="0"/>
              </a:rPr>
              <a:t>1</a:t>
            </a:r>
            <a:r>
              <a:rPr lang="en-US" altLang="zh-CN" b="1" i="1" u="none" strike="noStrike" baseline="0">
                <a:latin typeface="Times New Roman" panose="02020603050405020304" pitchFamily="18" charset="0"/>
                <a:cs typeface="Times New Roman" panose="02020603050405020304" pitchFamily="18" charset="0"/>
              </a:rPr>
              <a:t>Y</a:t>
            </a:r>
            <a:r>
              <a:rPr lang="en-US" altLang="zh-CN" sz="1050" b="1" i="0" u="none" strike="noStrike" baseline="0">
                <a:latin typeface="Times New Roman" panose="02020603050405020304" pitchFamily="18" charset="0"/>
                <a:cs typeface="Times New Roman" panose="02020603050405020304" pitchFamily="18" charset="0"/>
              </a:rPr>
              <a:t>2 </a:t>
            </a:r>
            <a:r>
              <a:rPr lang="en-US" altLang="zh-CN" b="1" i="1" u="none" strike="noStrike" baseline="0">
                <a:latin typeface="Times New Roman" panose="02020603050405020304" pitchFamily="18" charset="0"/>
                <a:cs typeface="Times New Roman" panose="02020603050405020304" pitchFamily="18" charset="0"/>
              </a:rPr>
              <a:t>… </a:t>
            </a:r>
            <a:r>
              <a:rPr lang="en-US" altLang="zh-CN" b="1" i="1" u="none" strike="noStrike" baseline="0" err="1">
                <a:latin typeface="Times New Roman" panose="02020603050405020304" pitchFamily="18" charset="0"/>
                <a:cs typeface="Times New Roman" panose="02020603050405020304" pitchFamily="18" charset="0"/>
              </a:rPr>
              <a:t>Y</a:t>
            </a:r>
            <a:r>
              <a:rPr lang="en-US" altLang="zh-CN" sz="1050" b="1" i="1" u="none" strike="noStrike" baseline="0" err="1">
                <a:latin typeface="Times New Roman" panose="02020603050405020304" pitchFamily="18" charset="0"/>
                <a:cs typeface="Times New Roman" panose="02020603050405020304" pitchFamily="18" charset="0"/>
              </a:rPr>
              <a:t>k</a:t>
            </a:r>
            <a:r>
              <a:rPr lang="en-US" altLang="zh-CN" sz="1050" b="1" i="1" u="none" strike="noStrike" baseline="0">
                <a:latin typeface="Times New Roman" panose="02020603050405020304" pitchFamily="18" charset="0"/>
                <a:cs typeface="Times New Roman" panose="02020603050405020304" pitchFamily="18" charset="0"/>
              </a:rPr>
              <a:t> </a:t>
            </a:r>
            <a:r>
              <a:rPr lang="en-US" altLang="zh-CN" b="1" i="0" u="none" strike="noStrike" baseline="0">
                <a:latin typeface="Times New Roman" panose="02020603050405020304" pitchFamily="18" charset="0"/>
                <a:cs typeface="Times New Roman" panose="02020603050405020304" pitchFamily="18" charset="0"/>
              </a:rPr>
              <a:t>)</a:t>
            </a:r>
            <a:r>
              <a:rPr lang="zh-CN" altLang="en-US" b="0" i="0" u="none" strike="noStrike" baseline="0">
                <a:latin typeface="Times New Roman" panose="02020603050405020304" pitchFamily="18" charset="0"/>
                <a:cs typeface="Times New Roman" panose="02020603050405020304" pitchFamily="18" charset="0"/>
              </a:rPr>
              <a:t>｛</a:t>
            </a:r>
          </a:p>
          <a:p>
            <a:pPr algn="l"/>
            <a:r>
              <a:rPr lang="en-US" altLang="zh-CN" b="0" i="0" u="none" strike="noStrike" baseline="0">
                <a:latin typeface="Times New Roman" panose="02020603050405020304" pitchFamily="18" charset="0"/>
                <a:cs typeface="Times New Roman" panose="02020603050405020304" pitchFamily="18" charset="0"/>
              </a:rPr>
              <a:t>		</a:t>
            </a:r>
            <a:r>
              <a:rPr lang="zh-CN" altLang="en-US" b="0" i="0" u="none" strike="noStrike" baseline="0">
                <a:latin typeface="Times New Roman" panose="02020603050405020304" pitchFamily="18" charset="0"/>
                <a:cs typeface="Times New Roman" panose="02020603050405020304" pitchFamily="18" charset="0"/>
              </a:rPr>
              <a:t>输出产生式</a:t>
            </a:r>
            <a:r>
              <a:rPr lang="en-US" altLang="zh-CN" b="1" i="1" u="none" strike="noStrike" baseline="0">
                <a:latin typeface="Times New Roman" panose="02020603050405020304" pitchFamily="18" charset="0"/>
                <a:cs typeface="Times New Roman" panose="02020603050405020304" pitchFamily="18" charset="0"/>
              </a:rPr>
              <a:t>X </a:t>
            </a:r>
            <a:r>
              <a:rPr lang="en-US" altLang="zh-CN" b="1" i="0" u="none" strike="noStrike" baseline="0">
                <a:latin typeface="Times New Roman" panose="02020603050405020304" pitchFamily="18" charset="0"/>
                <a:cs typeface="Times New Roman" panose="02020603050405020304" pitchFamily="18" charset="0"/>
              </a:rPr>
              <a:t>→</a:t>
            </a:r>
            <a:r>
              <a:rPr lang="en-US" altLang="zh-CN" b="1" i="1" u="none" strike="noStrike" baseline="0">
                <a:latin typeface="Times New Roman" panose="02020603050405020304" pitchFamily="18" charset="0"/>
                <a:cs typeface="Times New Roman" panose="02020603050405020304" pitchFamily="18" charset="0"/>
              </a:rPr>
              <a:t>Y</a:t>
            </a:r>
            <a:r>
              <a:rPr lang="en-US" altLang="zh-CN" sz="1050" b="1" i="0" u="none" strike="noStrike" baseline="0">
                <a:latin typeface="Times New Roman" panose="02020603050405020304" pitchFamily="18" charset="0"/>
                <a:cs typeface="Times New Roman" panose="02020603050405020304" pitchFamily="18" charset="0"/>
              </a:rPr>
              <a:t>1</a:t>
            </a:r>
            <a:r>
              <a:rPr lang="en-US" altLang="zh-CN" b="1" i="1" u="none" strike="noStrike" baseline="0">
                <a:latin typeface="Times New Roman" panose="02020603050405020304" pitchFamily="18" charset="0"/>
                <a:cs typeface="Times New Roman" panose="02020603050405020304" pitchFamily="18" charset="0"/>
              </a:rPr>
              <a:t>Y</a:t>
            </a:r>
            <a:r>
              <a:rPr lang="en-US" altLang="zh-CN" sz="1050" b="1" i="0" u="none" strike="noStrike" baseline="0">
                <a:latin typeface="Times New Roman" panose="02020603050405020304" pitchFamily="18" charset="0"/>
                <a:cs typeface="Times New Roman" panose="02020603050405020304" pitchFamily="18" charset="0"/>
              </a:rPr>
              <a:t>2 </a:t>
            </a:r>
            <a:r>
              <a:rPr lang="en-US" altLang="zh-CN" b="1" i="1" u="none" strike="noStrike" baseline="0">
                <a:latin typeface="Times New Roman" panose="02020603050405020304" pitchFamily="18" charset="0"/>
                <a:cs typeface="Times New Roman" panose="02020603050405020304" pitchFamily="18" charset="0"/>
              </a:rPr>
              <a:t>… </a:t>
            </a:r>
            <a:r>
              <a:rPr lang="en-US" altLang="zh-CN" b="1" i="1" u="none" strike="noStrike" baseline="0" err="1">
                <a:latin typeface="Times New Roman" panose="02020603050405020304" pitchFamily="18" charset="0"/>
                <a:cs typeface="Times New Roman" panose="02020603050405020304" pitchFamily="18" charset="0"/>
              </a:rPr>
              <a:t>Y</a:t>
            </a:r>
            <a:r>
              <a:rPr lang="en-US" altLang="zh-CN" sz="1050" b="1" i="1" u="none" strike="noStrike" baseline="0" err="1">
                <a:latin typeface="Times New Roman" panose="02020603050405020304" pitchFamily="18" charset="0"/>
                <a:cs typeface="Times New Roman" panose="02020603050405020304" pitchFamily="18" charset="0"/>
              </a:rPr>
              <a:t>k</a:t>
            </a:r>
            <a:r>
              <a:rPr lang="en-US" altLang="zh-CN" sz="1050" b="1" i="1" u="none" strike="noStrike" baseline="0">
                <a:latin typeface="Times New Roman" panose="02020603050405020304" pitchFamily="18" charset="0"/>
                <a:cs typeface="Times New Roman" panose="02020603050405020304" pitchFamily="18" charset="0"/>
              </a:rPr>
              <a:t> </a:t>
            </a:r>
            <a:r>
              <a:rPr lang="en-US" altLang="zh-CN" b="1" i="0" u="none" strike="noStrike" baseline="0">
                <a:latin typeface="Times New Roman" panose="02020603050405020304" pitchFamily="18" charset="0"/>
                <a:cs typeface="Times New Roman" panose="02020603050405020304" pitchFamily="18" charset="0"/>
              </a:rPr>
              <a:t>;</a:t>
            </a:r>
          </a:p>
          <a:p>
            <a:pPr algn="l"/>
            <a:r>
              <a:rPr lang="en-US" altLang="zh-CN" b="0" i="0" u="none" strike="noStrike" baseline="0">
                <a:latin typeface="Times New Roman" panose="02020603050405020304" pitchFamily="18" charset="0"/>
                <a:cs typeface="Times New Roman" panose="02020603050405020304" pitchFamily="18" charset="0"/>
              </a:rPr>
              <a:t>		</a:t>
            </a:r>
            <a:r>
              <a:rPr lang="zh-CN" altLang="en-US" b="0" i="0" u="none" strike="noStrike" baseline="0">
                <a:latin typeface="Times New Roman" panose="02020603050405020304" pitchFamily="18" charset="0"/>
                <a:cs typeface="Times New Roman" panose="02020603050405020304" pitchFamily="18" charset="0"/>
              </a:rPr>
              <a:t>弹出栈顶符号</a:t>
            </a:r>
            <a:r>
              <a:rPr lang="en-US" altLang="zh-CN" b="1" i="0" u="none" strike="noStrike" baseline="0">
                <a:latin typeface="Times New Roman" panose="02020603050405020304" pitchFamily="18" charset="0"/>
                <a:cs typeface="Times New Roman" panose="02020603050405020304" pitchFamily="18" charset="0"/>
              </a:rPr>
              <a:t>;</a:t>
            </a:r>
          </a:p>
          <a:p>
            <a:pPr algn="l"/>
            <a:r>
              <a:rPr lang="en-US" altLang="zh-CN" b="0" i="0" u="none" strike="noStrike" baseline="0">
                <a:latin typeface="Times New Roman" panose="02020603050405020304" pitchFamily="18" charset="0"/>
                <a:cs typeface="Times New Roman" panose="02020603050405020304" pitchFamily="18" charset="0"/>
              </a:rPr>
              <a:t>		</a:t>
            </a:r>
            <a:r>
              <a:rPr lang="zh-CN" altLang="en-US" b="0" i="0" u="none" strike="noStrike" baseline="0">
                <a:latin typeface="Times New Roman" panose="02020603050405020304" pitchFamily="18" charset="0"/>
                <a:cs typeface="Times New Roman" panose="02020603050405020304" pitchFamily="18" charset="0"/>
              </a:rPr>
              <a:t>将</a:t>
            </a:r>
            <a:r>
              <a:rPr lang="en-US" altLang="zh-CN" b="1" i="1" u="none" strike="noStrike" baseline="0" err="1">
                <a:latin typeface="Times New Roman" panose="02020603050405020304" pitchFamily="18" charset="0"/>
                <a:cs typeface="Times New Roman" panose="02020603050405020304" pitchFamily="18" charset="0"/>
              </a:rPr>
              <a:t>Y</a:t>
            </a:r>
            <a:r>
              <a:rPr lang="en-US" altLang="zh-CN" sz="1050" b="1" i="1" u="none" strike="noStrike" baseline="0" err="1">
                <a:latin typeface="Times New Roman" panose="02020603050405020304" pitchFamily="18" charset="0"/>
                <a:cs typeface="Times New Roman" panose="02020603050405020304" pitchFamily="18" charset="0"/>
              </a:rPr>
              <a:t>k</a:t>
            </a:r>
            <a:r>
              <a:rPr lang="zh-CN" altLang="en-US" b="0" i="0" u="none" strike="noStrike" baseline="0">
                <a:latin typeface="Times New Roman" panose="02020603050405020304" pitchFamily="18" charset="0"/>
                <a:cs typeface="Times New Roman" panose="02020603050405020304" pitchFamily="18" charset="0"/>
              </a:rPr>
              <a:t>，</a:t>
            </a:r>
            <a:r>
              <a:rPr lang="en-US" altLang="zh-CN" b="1" i="1" u="none" strike="noStrike" baseline="0">
                <a:latin typeface="Times New Roman" panose="02020603050405020304" pitchFamily="18" charset="0"/>
                <a:cs typeface="Times New Roman" panose="02020603050405020304" pitchFamily="18" charset="0"/>
              </a:rPr>
              <a:t>Y</a:t>
            </a:r>
            <a:r>
              <a:rPr lang="en-US" altLang="zh-CN" sz="1050" b="1" i="1" u="none" strike="noStrike" baseline="0">
                <a:latin typeface="Times New Roman" panose="02020603050405020304" pitchFamily="18" charset="0"/>
                <a:cs typeface="Times New Roman" panose="02020603050405020304" pitchFamily="18" charset="0"/>
              </a:rPr>
              <a:t>k</a:t>
            </a:r>
            <a:r>
              <a:rPr lang="en-US" altLang="zh-CN" sz="1050" b="1" i="0" u="none" strike="noStrike" baseline="0">
                <a:latin typeface="Times New Roman" panose="02020603050405020304" pitchFamily="18" charset="0"/>
                <a:cs typeface="Times New Roman" panose="02020603050405020304" pitchFamily="18" charset="0"/>
              </a:rPr>
              <a:t>-1</a:t>
            </a:r>
            <a:r>
              <a:rPr lang="en-US" altLang="zh-CN" b="1" i="1" u="none" strike="noStrike" baseline="0">
                <a:latin typeface="Times New Roman" panose="02020603050405020304" pitchFamily="18" charset="0"/>
                <a:cs typeface="Times New Roman" panose="02020603050405020304" pitchFamily="18" charset="0"/>
              </a:rPr>
              <a:t>…</a:t>
            </a:r>
            <a:r>
              <a:rPr lang="zh-CN" altLang="en-US" b="0" i="0" u="none" strike="noStrike" baseline="0">
                <a:latin typeface="Times New Roman" panose="02020603050405020304" pitchFamily="18" charset="0"/>
                <a:cs typeface="Times New Roman" panose="02020603050405020304" pitchFamily="18" charset="0"/>
              </a:rPr>
              <a:t>，</a:t>
            </a:r>
            <a:r>
              <a:rPr lang="en-US" altLang="zh-CN" b="1" i="1" u="none" strike="noStrike" baseline="0">
                <a:latin typeface="Times New Roman" panose="02020603050405020304" pitchFamily="18" charset="0"/>
                <a:cs typeface="Times New Roman" panose="02020603050405020304" pitchFamily="18" charset="0"/>
              </a:rPr>
              <a:t>Y</a:t>
            </a:r>
            <a:r>
              <a:rPr lang="en-US" altLang="zh-CN" sz="1050" b="1" i="1" u="none" strike="noStrike" baseline="0">
                <a:latin typeface="Times New Roman" panose="02020603050405020304" pitchFamily="18" charset="0"/>
                <a:cs typeface="Times New Roman" panose="02020603050405020304" pitchFamily="18" charset="0"/>
              </a:rPr>
              <a:t>1 </a:t>
            </a:r>
            <a:r>
              <a:rPr lang="zh-CN" altLang="en-US" b="0" i="0" u="none" strike="noStrike" baseline="0">
                <a:latin typeface="Times New Roman" panose="02020603050405020304" pitchFamily="18" charset="0"/>
                <a:cs typeface="Times New Roman" panose="02020603050405020304" pitchFamily="18" charset="0"/>
              </a:rPr>
              <a:t>压入栈中，其中</a:t>
            </a:r>
            <a:r>
              <a:rPr lang="en-US" altLang="zh-CN" b="1" i="1" u="none" strike="noStrike" baseline="0">
                <a:latin typeface="Times New Roman" panose="02020603050405020304" pitchFamily="18" charset="0"/>
                <a:cs typeface="Times New Roman" panose="02020603050405020304" pitchFamily="18" charset="0"/>
              </a:rPr>
              <a:t>Y</a:t>
            </a:r>
            <a:r>
              <a:rPr lang="en-US" altLang="zh-CN" sz="1050" b="1" i="1" u="none" strike="noStrike" baseline="0">
                <a:latin typeface="Times New Roman" panose="02020603050405020304" pitchFamily="18" charset="0"/>
                <a:cs typeface="Times New Roman" panose="02020603050405020304" pitchFamily="18" charset="0"/>
              </a:rPr>
              <a:t>1</a:t>
            </a:r>
            <a:r>
              <a:rPr lang="zh-CN" altLang="en-US" b="0" i="0" u="none" strike="noStrike" baseline="0">
                <a:latin typeface="Times New Roman" panose="02020603050405020304" pitchFamily="18" charset="0"/>
                <a:cs typeface="Times New Roman" panose="02020603050405020304" pitchFamily="18" charset="0"/>
              </a:rPr>
              <a:t>位于栈顶</a:t>
            </a:r>
            <a:r>
              <a:rPr lang="en-US" altLang="zh-CN" b="1" i="0" u="none" strike="noStrike" baseline="0">
                <a:latin typeface="Times New Roman" panose="02020603050405020304" pitchFamily="18" charset="0"/>
                <a:cs typeface="Times New Roman" panose="02020603050405020304" pitchFamily="18" charset="0"/>
              </a:rPr>
              <a:t>;</a:t>
            </a:r>
          </a:p>
          <a:p>
            <a:pPr algn="l"/>
            <a:r>
              <a:rPr lang="en-US" altLang="zh-CN" b="1" i="0" u="none" strike="noStrike" baseline="0">
                <a:latin typeface="Times New Roman" panose="02020603050405020304" pitchFamily="18" charset="0"/>
                <a:cs typeface="Times New Roman" panose="02020603050405020304" pitchFamily="18" charset="0"/>
              </a:rPr>
              <a:t>	}</a:t>
            </a:r>
          </a:p>
          <a:p>
            <a:r>
              <a:rPr lang="en-US" altLang="zh-CN" b="0" i="0" u="none" strike="noStrike" baseline="0">
                <a:latin typeface="Times New Roman" panose="02020603050405020304" pitchFamily="18" charset="0"/>
                <a:cs typeface="Times New Roman" panose="02020603050405020304" pitchFamily="18" charset="0"/>
              </a:rPr>
              <a:t>	</a:t>
            </a:r>
            <a:r>
              <a:rPr lang="zh-CN" altLang="en-US" b="0" i="0" u="none" strike="noStrike" baseline="0">
                <a:latin typeface="Times New Roman" panose="02020603050405020304" pitchFamily="18" charset="0"/>
                <a:cs typeface="Times New Roman" panose="02020603050405020304" pitchFamily="18" charset="0"/>
              </a:rPr>
              <a:t>令</a:t>
            </a:r>
            <a:r>
              <a:rPr lang="en-US" altLang="zh-CN" b="1" i="1" u="none" strike="noStrike" baseline="0">
                <a:latin typeface="Times New Roman" panose="02020603050405020304" pitchFamily="18" charset="0"/>
                <a:cs typeface="Times New Roman" panose="02020603050405020304" pitchFamily="18" charset="0"/>
              </a:rPr>
              <a:t>X</a:t>
            </a:r>
            <a:r>
              <a:rPr lang="en-US" altLang="zh-CN" b="1" i="0" u="none" strike="noStrike" baseline="0">
                <a:latin typeface="Times New Roman" panose="02020603050405020304" pitchFamily="18" charset="0"/>
                <a:cs typeface="Times New Roman" panose="02020603050405020304" pitchFamily="18" charset="0"/>
              </a:rPr>
              <a:t>=</a:t>
            </a:r>
            <a:r>
              <a:rPr lang="zh-CN" altLang="en-US" b="0" i="0" u="none" strike="noStrike" baseline="0">
                <a:latin typeface="Times New Roman" panose="02020603050405020304" pitchFamily="18" charset="0"/>
                <a:cs typeface="Times New Roman" panose="02020603050405020304" pitchFamily="18" charset="0"/>
              </a:rPr>
              <a:t>栈顶符号</a:t>
            </a:r>
            <a:r>
              <a:rPr lang="en-US" altLang="zh-CN" b="1" i="0" u="none" strike="noStrike" baseline="0">
                <a:latin typeface="Times New Roman" panose="02020603050405020304" pitchFamily="18" charset="0"/>
                <a:cs typeface="Times New Roman" panose="02020603050405020304" pitchFamily="18" charset="0"/>
              </a:rPr>
              <a:t>;</a:t>
            </a:r>
            <a:endParaRPr lang="zh-CN" altLang="en-US" b="0" i="0" u="none" strike="noStrike" baseline="0">
              <a:latin typeface="Times New Roman" panose="02020603050405020304" pitchFamily="18" charset="0"/>
              <a:cs typeface="Times New Roman" panose="02020603050405020304" pitchFamily="18" charset="0"/>
            </a:endParaRPr>
          </a:p>
          <a:p>
            <a:pPr algn="l"/>
            <a:r>
              <a:rPr lang="en-US" altLang="zh-CN" b="1" i="0" u="none" strike="noStrike" baseline="0">
                <a:latin typeface="Times New Roman" panose="02020603050405020304" pitchFamily="18" charset="0"/>
                <a:cs typeface="Times New Roman" panose="02020603050405020304" pitchFamily="18" charset="0"/>
              </a:rPr>
              <a:t>}</a:t>
            </a:r>
            <a:endParaRPr lang="zh-CN" altLang="en-US">
              <a:latin typeface="Times New Roman" panose="02020603050405020304" pitchFamily="18" charset="0"/>
              <a:cs typeface="Times New Roman" panose="02020603050405020304" pitchFamily="18" charset="0"/>
            </a:endParaRPr>
          </a:p>
        </p:txBody>
      </p:sp>
      <p:sp>
        <p:nvSpPr>
          <p:cNvPr id="4" name="日期占位符 3">
            <a:extLst>
              <a:ext uri="{FF2B5EF4-FFF2-40B4-BE49-F238E27FC236}">
                <a16:creationId xmlns:a16="http://schemas.microsoft.com/office/drawing/2014/main" id="{B6667A46-A0EF-2AFE-3DA1-E2F837F80841}"/>
              </a:ext>
            </a:extLst>
          </p:cNvPr>
          <p:cNvSpPr>
            <a:spLocks noGrp="1"/>
          </p:cNvSpPr>
          <p:nvPr>
            <p:ph type="dt" sz="half" idx="10"/>
          </p:nvPr>
        </p:nvSpPr>
        <p:spPr/>
        <p:txBody>
          <a:bodyPr/>
          <a:lstStyle/>
          <a:p>
            <a:fld id="{021620AD-6E81-42B5-837D-F5BF4B98DAD6}" type="datetime2">
              <a:rPr lang="zh-CN" altLang="en-US" smtClean="0"/>
              <a:pPr/>
              <a:t>2025年11月26日</a:t>
            </a:fld>
            <a:endParaRPr lang="zh-CN" altLang="en-US"/>
          </a:p>
        </p:txBody>
      </p:sp>
      <p:sp>
        <p:nvSpPr>
          <p:cNvPr id="6" name="页脚占位符 5">
            <a:extLst>
              <a:ext uri="{FF2B5EF4-FFF2-40B4-BE49-F238E27FC236}">
                <a16:creationId xmlns:a16="http://schemas.microsoft.com/office/drawing/2014/main" id="{51A1FE19-FE80-B84E-9184-AC582A82B28E}"/>
              </a:ext>
            </a:extLst>
          </p:cNvPr>
          <p:cNvSpPr>
            <a:spLocks noGrp="1"/>
          </p:cNvSpPr>
          <p:nvPr>
            <p:ph type="ftr" sz="quarter" idx="11"/>
          </p:nvPr>
        </p:nvSpPr>
        <p:spPr/>
        <p:txBody>
          <a:bodyPr/>
          <a:lstStyle/>
          <a:p>
            <a:r>
              <a:rPr lang="zh-CN" altLang="en-US"/>
              <a:t>编译原理</a:t>
            </a:r>
            <a:r>
              <a:rPr lang="en-US" altLang="zh-CN"/>
              <a:t>-</a:t>
            </a:r>
            <a:r>
              <a:rPr lang="zh-CN" altLang="en-US"/>
              <a:t>王欣捷</a:t>
            </a:r>
            <a:r>
              <a:rPr lang="en-US" altLang="zh-CN"/>
              <a:t>-</a:t>
            </a:r>
            <a:r>
              <a:rPr lang="zh-CN" altLang="en-US"/>
              <a:t>第三章 语法分析</a:t>
            </a:r>
            <a:r>
              <a:rPr lang="en-US" altLang="zh-CN"/>
              <a:t>(4)</a:t>
            </a:r>
            <a:endParaRPr lang="zh-CN" altLang="en-US"/>
          </a:p>
        </p:txBody>
      </p:sp>
      <p:sp>
        <p:nvSpPr>
          <p:cNvPr id="7" name="灯片编号占位符 6">
            <a:extLst>
              <a:ext uri="{FF2B5EF4-FFF2-40B4-BE49-F238E27FC236}">
                <a16:creationId xmlns:a16="http://schemas.microsoft.com/office/drawing/2014/main" id="{F272CFDF-4501-9F7C-E8CD-B4F46E42F06E}"/>
              </a:ext>
            </a:extLst>
          </p:cNvPr>
          <p:cNvSpPr>
            <a:spLocks noGrp="1"/>
          </p:cNvSpPr>
          <p:nvPr>
            <p:ph type="sldNum" sz="quarter" idx="12"/>
          </p:nvPr>
        </p:nvSpPr>
        <p:spPr/>
        <p:txBody>
          <a:bodyPr/>
          <a:lstStyle/>
          <a:p>
            <a:fld id="{094DEB03-EFC6-4C20-8FC8-295189A5386F}" type="slidenum">
              <a:rPr lang="zh-CN" altLang="en-US" smtClean="0"/>
              <a:pPr/>
              <a:t>34</a:t>
            </a:fld>
            <a:endParaRPr lang="zh-CN" altLang="en-US"/>
          </a:p>
        </p:txBody>
      </p:sp>
    </p:spTree>
    <p:extLst>
      <p:ext uri="{BB962C8B-B14F-4D97-AF65-F5344CB8AC3E}">
        <p14:creationId xmlns:p14="http://schemas.microsoft.com/office/powerpoint/2010/main" val="2265201523"/>
      </p:ext>
    </p:extLst>
  </p:cSld>
  <p:clrMapOvr>
    <a:masterClrMapping/>
  </p:clrMapOvr>
</p:sld>
</file>

<file path=ppt/slides/slide3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1986" name="Rectangle 2">
            <a:extLst>
              <a:ext uri="{FF2B5EF4-FFF2-40B4-BE49-F238E27FC236}">
                <a16:creationId xmlns:a16="http://schemas.microsoft.com/office/drawing/2014/main" id="{124BB244-5917-4964-9FAD-2FBF86565052}"/>
              </a:ext>
            </a:extLst>
          </p:cNvPr>
          <p:cNvSpPr>
            <a:spLocks noGrp="1" noChangeArrowheads="1"/>
          </p:cNvSpPr>
          <p:nvPr>
            <p:ph type="title"/>
          </p:nvPr>
        </p:nvSpPr>
        <p:spPr/>
        <p:txBody>
          <a:bodyPr/>
          <a:lstStyle/>
          <a:p>
            <a:pPr eaLnBrk="1" hangingPunct="1"/>
            <a:r>
              <a:rPr lang="en-US" altLang="zh-CN"/>
              <a:t>3.3.4 </a:t>
            </a:r>
            <a:r>
              <a:rPr lang="zh-CN" altLang="en-US"/>
              <a:t>非递归的预测分析</a:t>
            </a:r>
          </a:p>
        </p:txBody>
      </p:sp>
      <p:sp>
        <p:nvSpPr>
          <p:cNvPr id="41987" name="Rectangle 3">
            <a:extLst>
              <a:ext uri="{FF2B5EF4-FFF2-40B4-BE49-F238E27FC236}">
                <a16:creationId xmlns:a16="http://schemas.microsoft.com/office/drawing/2014/main" id="{CB6DF95B-D387-4B81-A8B9-9FDBA7C06BC9}"/>
              </a:ext>
            </a:extLst>
          </p:cNvPr>
          <p:cNvSpPr>
            <a:spLocks noGrp="1" noChangeArrowheads="1"/>
          </p:cNvSpPr>
          <p:nvPr>
            <p:ph idx="1"/>
          </p:nvPr>
        </p:nvSpPr>
        <p:spPr/>
        <p:txBody>
          <a:bodyPr/>
          <a:lstStyle/>
          <a:p>
            <a:pPr eaLnBrk="1" hangingPunct="1"/>
            <a:r>
              <a:rPr lang="zh-CN" altLang="en-US"/>
              <a:t>在非递归的预测分析中，</a:t>
            </a:r>
            <a:r>
              <a:rPr lang="zh-CN" altLang="en-US">
                <a:solidFill>
                  <a:schemeClr val="accent1"/>
                </a:solidFill>
              </a:rPr>
              <a:t>已经扫描过的符号</a:t>
            </a:r>
            <a:r>
              <a:rPr lang="zh-CN" altLang="en-US"/>
              <a:t>加上</a:t>
            </a:r>
            <a:r>
              <a:rPr lang="zh-CN" altLang="en-US">
                <a:solidFill>
                  <a:schemeClr val="accent1"/>
                </a:solidFill>
              </a:rPr>
              <a:t>栈中的文法符号</a:t>
            </a:r>
            <a:r>
              <a:rPr lang="zh-CN" altLang="en-US"/>
              <a:t>（从栈顶到栈底），构成</a:t>
            </a:r>
            <a:r>
              <a:rPr lang="zh-CN" altLang="en-US">
                <a:solidFill>
                  <a:schemeClr val="accent2"/>
                </a:solidFill>
              </a:rPr>
              <a:t>最左推导的句型</a:t>
            </a:r>
            <a:r>
              <a:rPr lang="zh-CN" altLang="en-US"/>
              <a:t>。</a:t>
            </a:r>
          </a:p>
        </p:txBody>
      </p:sp>
      <p:sp>
        <p:nvSpPr>
          <p:cNvPr id="4" name="Rectangle 3">
            <a:extLst>
              <a:ext uri="{FF2B5EF4-FFF2-40B4-BE49-F238E27FC236}">
                <a16:creationId xmlns:a16="http://schemas.microsoft.com/office/drawing/2014/main" id="{8C240F94-D017-45E4-AFC3-48178CD4C0E5}"/>
              </a:ext>
            </a:extLst>
          </p:cNvPr>
          <p:cNvSpPr txBox="1">
            <a:spLocks noChangeArrowheads="1"/>
          </p:cNvSpPr>
          <p:nvPr/>
        </p:nvSpPr>
        <p:spPr>
          <a:xfrm>
            <a:off x="628650" y="3272028"/>
            <a:ext cx="7886700" cy="927439"/>
          </a:xfrm>
          <a:prstGeom prst="rect">
            <a:avLst/>
          </a:prstGeom>
        </p:spPr>
        <p:txBody>
          <a:bodyPr vert="horz" lIns="91440" tIns="45720" rIns="91440" bIns="45720" rtlCol="0">
            <a:normAutofit/>
          </a:bodyPr>
          <a:lstStyle>
            <a:lvl1pPr marL="228600" indent="-228600" algn="l" defTabSz="914400" rtl="0" eaLnBrk="1" latinLnBrk="0" hangingPunct="1">
              <a:lnSpc>
                <a:spcPct val="100000"/>
              </a:lnSpc>
              <a:spcBef>
                <a:spcPts val="1000"/>
              </a:spcBef>
              <a:buFont typeface="Arial" panose="020B0604020202020204" pitchFamily="34" charset="0"/>
              <a:buChar char="•"/>
              <a:defRPr sz="3200" kern="1200">
                <a:solidFill>
                  <a:schemeClr val="tx1"/>
                </a:solidFill>
                <a:latin typeface="+mn-lt"/>
                <a:ea typeface="+mn-ea"/>
                <a:cs typeface="+mn-cs"/>
              </a:defRPr>
            </a:lvl1pPr>
            <a:lvl2pPr marL="685800" indent="-228600" algn="l" defTabSz="914400" rtl="0" eaLnBrk="1" latinLnBrk="0" hangingPunct="1">
              <a:lnSpc>
                <a:spcPct val="100000"/>
              </a:lnSpc>
              <a:spcBef>
                <a:spcPts val="500"/>
              </a:spcBef>
              <a:buFont typeface="Arial" panose="020B0604020202020204" pitchFamily="34" charset="0"/>
              <a:buChar char="•"/>
              <a:defRPr sz="2800" kern="1200">
                <a:solidFill>
                  <a:schemeClr val="tx1"/>
                </a:solidFill>
                <a:latin typeface="+mn-lt"/>
                <a:ea typeface="+mn-ea"/>
                <a:cs typeface="+mn-cs"/>
              </a:defRPr>
            </a:lvl2pPr>
            <a:lvl3pPr marL="1143000" indent="-228600" algn="l" defTabSz="914400" rtl="0" eaLnBrk="1" latinLnBrk="0" hangingPunct="1">
              <a:lnSpc>
                <a:spcPct val="100000"/>
              </a:lnSpc>
              <a:spcBef>
                <a:spcPts val="500"/>
              </a:spcBef>
              <a:buFont typeface="Arial" panose="020B0604020202020204" pitchFamily="34" charset="0"/>
              <a:buChar char="•"/>
              <a:defRPr sz="2400" kern="1200">
                <a:solidFill>
                  <a:schemeClr val="tx1"/>
                </a:solidFill>
                <a:latin typeface="+mn-lt"/>
                <a:ea typeface="+mn-ea"/>
                <a:cs typeface="+mn-cs"/>
              </a:defRPr>
            </a:lvl3pPr>
            <a:lvl4pPr marL="1600200" indent="-228600" algn="l" defTabSz="914400" rtl="0" eaLnBrk="1" latinLnBrk="0" hangingPunct="1">
              <a:lnSpc>
                <a:spcPct val="100000"/>
              </a:lnSpc>
              <a:spcBef>
                <a:spcPts val="500"/>
              </a:spcBef>
              <a:buFont typeface="Arial" panose="020B0604020202020204" pitchFamily="34" charset="0"/>
              <a:buChar char="•"/>
              <a:defRPr sz="2000" kern="1200">
                <a:solidFill>
                  <a:schemeClr val="tx1"/>
                </a:solidFill>
                <a:latin typeface="+mn-lt"/>
                <a:ea typeface="+mn-ea"/>
                <a:cs typeface="+mn-cs"/>
              </a:defRPr>
            </a:lvl4pPr>
            <a:lvl5pPr marL="2057400" indent="-228600" algn="l" defTabSz="914400" rtl="0" eaLnBrk="1" latinLnBrk="0" hangingPunct="1">
              <a:lnSpc>
                <a:spcPct val="100000"/>
              </a:lnSpc>
              <a:spcBef>
                <a:spcPts val="500"/>
              </a:spcBef>
              <a:buFont typeface="Arial" panose="020B0604020202020204" pitchFamily="34" charset="0"/>
              <a:buChar char="•"/>
              <a:defRPr sz="20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a:lnSpc>
                <a:spcPct val="90000"/>
              </a:lnSpc>
            </a:pPr>
            <a:r>
              <a:rPr lang="zh-CN" altLang="en-US" sz="2800"/>
              <a:t>串</a:t>
            </a:r>
            <a:r>
              <a:rPr lang="en-US" altLang="zh-CN" sz="2800" b="1">
                <a:latin typeface="Times New Roman" panose="02020603050405020304" pitchFamily="18" charset="0"/>
              </a:rPr>
              <a:t>id</a:t>
            </a:r>
            <a:r>
              <a:rPr lang="en-US" altLang="zh-CN" sz="2800">
                <a:latin typeface="Times New Roman" panose="02020603050405020304" pitchFamily="18" charset="0"/>
              </a:rPr>
              <a:t> * </a:t>
            </a:r>
            <a:r>
              <a:rPr lang="en-US" altLang="zh-CN" sz="2800" b="1">
                <a:latin typeface="Times New Roman" panose="02020603050405020304" pitchFamily="18" charset="0"/>
              </a:rPr>
              <a:t>id</a:t>
            </a:r>
            <a:r>
              <a:rPr lang="en-US" altLang="zh-CN" sz="2800">
                <a:latin typeface="Times New Roman" panose="02020603050405020304" pitchFamily="18" charset="0"/>
              </a:rPr>
              <a:t> + </a:t>
            </a:r>
            <a:r>
              <a:rPr lang="en-US" altLang="zh-CN" sz="2800" b="1">
                <a:latin typeface="Times New Roman" panose="02020603050405020304" pitchFamily="18" charset="0"/>
              </a:rPr>
              <a:t>id</a:t>
            </a:r>
            <a:r>
              <a:rPr lang="zh-CN" altLang="en-US" sz="2800"/>
              <a:t>的某一步分析，已扫描</a:t>
            </a:r>
            <a:r>
              <a:rPr lang="en-US" altLang="zh-CN" sz="2800" b="1">
                <a:latin typeface="Times New Roman" panose="02020603050405020304" pitchFamily="18" charset="0"/>
              </a:rPr>
              <a:t>id</a:t>
            </a:r>
            <a:r>
              <a:rPr lang="en-US" altLang="zh-CN" sz="2800">
                <a:latin typeface="Times New Roman" panose="02020603050405020304" pitchFamily="18" charset="0"/>
              </a:rPr>
              <a:t> * </a:t>
            </a:r>
            <a:r>
              <a:rPr lang="en-US" altLang="zh-CN" sz="2800" b="1">
                <a:latin typeface="Times New Roman" panose="02020603050405020304" pitchFamily="18" charset="0"/>
              </a:rPr>
              <a:t>id</a:t>
            </a:r>
            <a:r>
              <a:rPr lang="zh-CN" altLang="en-US" sz="2800">
                <a:latin typeface="Times New Roman" panose="02020603050405020304" pitchFamily="18" charset="0"/>
              </a:rPr>
              <a:t>，栈内剩余</a:t>
            </a:r>
            <a:r>
              <a:rPr lang="en-US" altLang="zh-CN" sz="2800" b="1">
                <a:latin typeface="Times New Roman" panose="02020603050405020304" pitchFamily="18" charset="0"/>
              </a:rPr>
              <a:t>+</a:t>
            </a:r>
            <a:r>
              <a:rPr kumimoji="0" lang="en-US" altLang="zh-CN" sz="2800" b="1" i="1" u="none" strike="noStrike" cap="none" normalizeH="0" baseline="0">
                <a:ln>
                  <a:noFill/>
                </a:ln>
                <a:solidFill>
                  <a:schemeClr val="tx1"/>
                </a:solidFill>
                <a:effectLst/>
                <a:latin typeface="Times New Roman" pitchFamily="18" charset="0"/>
                <a:ea typeface="黑体" pitchFamily="2" charset="-122"/>
              </a:rPr>
              <a:t>TE</a:t>
            </a:r>
            <a:r>
              <a:rPr kumimoji="0" lang="en-US" altLang="zh-CN" sz="2800" b="1" i="0" u="none" strike="noStrike" cap="none" normalizeH="0" baseline="0">
                <a:ln>
                  <a:noFill/>
                </a:ln>
                <a:solidFill>
                  <a:schemeClr val="tx1"/>
                </a:solidFill>
                <a:effectLst/>
                <a:latin typeface="Times New Roman" pitchFamily="18" charset="0"/>
                <a:ea typeface="黑体" pitchFamily="2" charset="-122"/>
                <a:sym typeface="Symbol" pitchFamily="18" charset="2"/>
              </a:rPr>
              <a:t></a:t>
            </a:r>
            <a:r>
              <a:rPr kumimoji="0" lang="zh-CN" altLang="en-US" sz="2800" i="0" u="none" strike="noStrike" cap="none" normalizeH="0" baseline="0">
                <a:ln>
                  <a:noFill/>
                </a:ln>
                <a:solidFill>
                  <a:schemeClr val="tx1"/>
                </a:solidFill>
                <a:effectLst/>
                <a:latin typeface="Times New Roman" pitchFamily="18" charset="0"/>
                <a:ea typeface="黑体" pitchFamily="2" charset="-122"/>
                <a:sym typeface="Symbol" pitchFamily="18" charset="2"/>
              </a:rPr>
              <a:t>，</a:t>
            </a:r>
            <a:r>
              <a:rPr lang="zh-CN" altLang="en-US" sz="2800">
                <a:latin typeface="Times New Roman" pitchFamily="18" charset="0"/>
                <a:ea typeface="黑体" pitchFamily="2" charset="-122"/>
                <a:sym typeface="Symbol" pitchFamily="18" charset="2"/>
              </a:rPr>
              <a:t>构成句型</a:t>
            </a:r>
            <a:r>
              <a:rPr lang="en-US" altLang="zh-CN" sz="2800" b="1">
                <a:latin typeface="Times New Roman" panose="02020603050405020304" pitchFamily="18" charset="0"/>
              </a:rPr>
              <a:t>id</a:t>
            </a:r>
            <a:r>
              <a:rPr lang="en-US" altLang="zh-CN" sz="2800">
                <a:latin typeface="Times New Roman" panose="02020603050405020304" pitchFamily="18" charset="0"/>
              </a:rPr>
              <a:t> * </a:t>
            </a:r>
            <a:r>
              <a:rPr lang="en-US" altLang="zh-CN" sz="2800" b="1">
                <a:latin typeface="Times New Roman" panose="02020603050405020304" pitchFamily="18" charset="0"/>
              </a:rPr>
              <a:t>id +</a:t>
            </a:r>
            <a:r>
              <a:rPr kumimoji="0" lang="en-US" altLang="zh-CN" sz="2800" b="1" i="1" u="none" strike="noStrike" cap="none" normalizeH="0" baseline="0">
                <a:ln>
                  <a:noFill/>
                </a:ln>
                <a:solidFill>
                  <a:schemeClr val="tx1"/>
                </a:solidFill>
                <a:effectLst/>
                <a:latin typeface="Times New Roman" pitchFamily="18" charset="0"/>
                <a:ea typeface="黑体" pitchFamily="2" charset="-122"/>
              </a:rPr>
              <a:t>TE</a:t>
            </a:r>
            <a:r>
              <a:rPr kumimoji="0" lang="en-US" altLang="zh-CN" sz="2800" b="1" i="0" u="none" strike="noStrike" cap="none" normalizeH="0" baseline="0">
                <a:ln>
                  <a:noFill/>
                </a:ln>
                <a:solidFill>
                  <a:schemeClr val="tx1"/>
                </a:solidFill>
                <a:effectLst/>
                <a:latin typeface="Times New Roman" pitchFamily="18" charset="0"/>
                <a:ea typeface="黑体" pitchFamily="2" charset="-122"/>
                <a:sym typeface="Symbol" pitchFamily="18" charset="2"/>
              </a:rPr>
              <a:t></a:t>
            </a:r>
            <a:endParaRPr lang="zh-CN" altLang="en-US" sz="2800"/>
          </a:p>
        </p:txBody>
      </p:sp>
      <p:graphicFrame>
        <p:nvGraphicFramePr>
          <p:cNvPr id="5" name="Group 4">
            <a:extLst>
              <a:ext uri="{FF2B5EF4-FFF2-40B4-BE49-F238E27FC236}">
                <a16:creationId xmlns:a16="http://schemas.microsoft.com/office/drawing/2014/main" id="{6D7DA677-8588-4C51-B06C-E7364BB5F323}"/>
              </a:ext>
            </a:extLst>
          </p:cNvPr>
          <p:cNvGraphicFramePr>
            <a:graphicFrameLocks/>
          </p:cNvGraphicFramePr>
          <p:nvPr>
            <p:extLst>
              <p:ext uri="{D42A27DB-BD31-4B8C-83A1-F6EECF244321}">
                <p14:modId xmlns:p14="http://schemas.microsoft.com/office/powerpoint/2010/main" val="3683265235"/>
              </p:ext>
            </p:extLst>
          </p:nvPr>
        </p:nvGraphicFramePr>
        <p:xfrm>
          <a:off x="419100" y="4274500"/>
          <a:ext cx="8305800" cy="2074546"/>
        </p:xfrm>
        <a:graphic>
          <a:graphicData uri="http://schemas.openxmlformats.org/drawingml/2006/table">
            <a:tbl>
              <a:tblPr/>
              <a:tblGrid>
                <a:gridCol w="2667000">
                  <a:extLst>
                    <a:ext uri="{9D8B030D-6E8A-4147-A177-3AD203B41FA5}">
                      <a16:colId xmlns:a16="http://schemas.microsoft.com/office/drawing/2014/main" val="20000"/>
                    </a:ext>
                  </a:extLst>
                </a:gridCol>
                <a:gridCol w="2832100">
                  <a:extLst>
                    <a:ext uri="{9D8B030D-6E8A-4147-A177-3AD203B41FA5}">
                      <a16:colId xmlns:a16="http://schemas.microsoft.com/office/drawing/2014/main" val="20001"/>
                    </a:ext>
                  </a:extLst>
                </a:gridCol>
                <a:gridCol w="2806700">
                  <a:extLst>
                    <a:ext uri="{9D8B030D-6E8A-4147-A177-3AD203B41FA5}">
                      <a16:colId xmlns:a16="http://schemas.microsoft.com/office/drawing/2014/main" val="20002"/>
                    </a:ext>
                  </a:extLst>
                </a:gridCol>
              </a:tblGrid>
              <a:tr h="518160">
                <a:tc>
                  <a:txBody>
                    <a:body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itchFamily="2" charset="2"/>
                        <a:buNone/>
                        <a:tabLst/>
                      </a:pPr>
                      <a:r>
                        <a:rPr kumimoji="0" lang="zh-CN" altLang="en-US" sz="2800" b="0" i="0" u="none" strike="noStrike" cap="none" normalizeH="0" baseline="0">
                          <a:ln>
                            <a:noFill/>
                          </a:ln>
                          <a:solidFill>
                            <a:schemeClr val="tx1"/>
                          </a:solidFill>
                          <a:effectLst/>
                          <a:latin typeface="Times New Roman" pitchFamily="18" charset="0"/>
                          <a:ea typeface="黑体" pitchFamily="2" charset="-122"/>
                        </a:rPr>
                        <a:t>栈 </a:t>
                      </a:r>
                    </a:p>
                  </a:txBody>
                  <a:tcPr horzOverflow="overflow">
                    <a:lnL w="28575"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28575"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a:txBody>
                    <a:body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itchFamily="2" charset="2"/>
                        <a:buNone/>
                        <a:tabLst/>
                      </a:pPr>
                      <a:r>
                        <a:rPr kumimoji="0" lang="zh-CN" altLang="en-US" sz="2800" b="0" i="0" u="none" strike="noStrike" cap="none" normalizeH="0" baseline="0">
                          <a:ln>
                            <a:noFill/>
                          </a:ln>
                          <a:solidFill>
                            <a:schemeClr val="tx1"/>
                          </a:solidFill>
                          <a:effectLst/>
                          <a:latin typeface="Times New Roman" pitchFamily="18" charset="0"/>
                          <a:ea typeface="黑体" pitchFamily="2" charset="-122"/>
                        </a:rPr>
                        <a:t>输    入 </a:t>
                      </a:r>
                    </a:p>
                  </a:txBody>
                  <a:tcPr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28575"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a:txBody>
                    <a:body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itchFamily="2" charset="2"/>
                        <a:buNone/>
                        <a:tabLst/>
                      </a:pPr>
                      <a:r>
                        <a:rPr kumimoji="0" lang="zh-CN" altLang="en-US" sz="2800" b="0" i="0" u="none" strike="noStrike" cap="none" normalizeH="0" baseline="0">
                          <a:ln>
                            <a:noFill/>
                          </a:ln>
                          <a:solidFill>
                            <a:schemeClr val="tx1"/>
                          </a:solidFill>
                          <a:effectLst/>
                          <a:latin typeface="Times New Roman" pitchFamily="18" charset="0"/>
                          <a:ea typeface="黑体" pitchFamily="2" charset="-122"/>
                        </a:rPr>
                        <a:t>输    出 </a:t>
                      </a:r>
                    </a:p>
                  </a:txBody>
                  <a:tcPr horzOverflow="overflow">
                    <a:lnL w="12700" cap="flat" cmpd="sng" algn="ctr">
                      <a:solidFill>
                        <a:schemeClr val="tx1"/>
                      </a:solidFill>
                      <a:prstDash val="solid"/>
                      <a:round/>
                      <a:headEnd type="none" w="sm" len="sm"/>
                      <a:tailEnd type="none" w="sm" len="sm"/>
                    </a:lnL>
                    <a:lnR w="28575" cap="flat" cmpd="sng" algn="ctr">
                      <a:solidFill>
                        <a:schemeClr val="tx1"/>
                      </a:solidFill>
                      <a:prstDash val="solid"/>
                      <a:round/>
                      <a:headEnd type="none" w="sm" len="sm"/>
                      <a:tailEnd type="none" w="sm" len="sm"/>
                    </a:lnR>
                    <a:lnT w="28575"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extLst>
                  <a:ext uri="{0D108BD9-81ED-4DB2-BD59-A6C34878D82A}">
                    <a16:rowId xmlns:a16="http://schemas.microsoft.com/office/drawing/2014/main" val="10000"/>
                  </a:ext>
                </a:extLst>
              </a:tr>
              <a:tr h="519113">
                <a:tc>
                  <a:txBody>
                    <a:bodyPr/>
                    <a:lstStyle/>
                    <a:p>
                      <a:pPr marL="0" marR="0" lvl="0" indent="0" algn="l" defTabSz="914400" rtl="0" eaLnBrk="1" fontAlgn="base" latinLnBrk="0" hangingPunct="1">
                        <a:lnSpc>
                          <a:spcPct val="100000"/>
                        </a:lnSpc>
                        <a:spcBef>
                          <a:spcPct val="20000"/>
                        </a:spcBef>
                        <a:spcAft>
                          <a:spcPct val="0"/>
                        </a:spcAft>
                        <a:buClr>
                          <a:schemeClr val="folHlink"/>
                        </a:buClr>
                        <a:buSzPct val="60000"/>
                        <a:buFont typeface="Wingdings" pitchFamily="2" charset="2"/>
                        <a:buNone/>
                        <a:tabLst/>
                      </a:pPr>
                      <a:r>
                        <a:rPr kumimoji="0" lang="en-US" altLang="zh-CN" sz="2800" b="0" i="0" u="none" strike="noStrike" cap="none" normalizeH="0" baseline="0">
                          <a:ln>
                            <a:noFill/>
                          </a:ln>
                          <a:solidFill>
                            <a:schemeClr val="tx1"/>
                          </a:solidFill>
                          <a:effectLst/>
                          <a:latin typeface="Times New Roman" pitchFamily="18" charset="0"/>
                          <a:ea typeface="黑体" pitchFamily="2" charset="-122"/>
                        </a:rPr>
                        <a:t>……</a:t>
                      </a:r>
                    </a:p>
                  </a:txBody>
                  <a:tcPr horzOverflow="overflow">
                    <a:lnL w="28575"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
                          <a:schemeClr val="folHlink"/>
                        </a:buClr>
                        <a:buSzPct val="60000"/>
                        <a:buFont typeface="Wingdings" pitchFamily="2" charset="2"/>
                        <a:buNone/>
                        <a:tabLst/>
                      </a:pPr>
                      <a:endParaRPr kumimoji="0" lang="en-US" altLang="zh-CN" sz="2800" b="0" i="0" u="none" strike="noStrike" cap="none" normalizeH="0" baseline="0">
                        <a:ln>
                          <a:noFill/>
                        </a:ln>
                        <a:solidFill>
                          <a:schemeClr val="tx1"/>
                        </a:solidFill>
                        <a:effectLst/>
                        <a:latin typeface="Times New Roman" pitchFamily="18" charset="0"/>
                        <a:ea typeface="黑体" pitchFamily="2" charset="-122"/>
                      </a:endParaRPr>
                    </a:p>
                  </a:txBody>
                  <a:tcPr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
                          <a:schemeClr val="folHlink"/>
                        </a:buClr>
                        <a:buSzPct val="60000"/>
                        <a:buFont typeface="Wingdings" pitchFamily="2" charset="2"/>
                        <a:buNone/>
                        <a:tabLst/>
                      </a:pPr>
                      <a:endParaRPr kumimoji="0" lang="en-US" altLang="zh-CN" sz="2800" b="0" i="0" u="none" strike="noStrike" cap="none" normalizeH="0" baseline="0">
                        <a:ln>
                          <a:noFill/>
                        </a:ln>
                        <a:solidFill>
                          <a:schemeClr val="tx1"/>
                        </a:solidFill>
                        <a:effectLst/>
                        <a:latin typeface="Times New Roman" pitchFamily="18" charset="0"/>
                        <a:ea typeface="黑体" pitchFamily="2" charset="-122"/>
                      </a:endParaRPr>
                    </a:p>
                  </a:txBody>
                  <a:tcPr horzOverflow="overflow">
                    <a:lnL w="12700" cap="flat" cmpd="sng" algn="ctr">
                      <a:solidFill>
                        <a:schemeClr val="tx1"/>
                      </a:solidFill>
                      <a:prstDash val="solid"/>
                      <a:round/>
                      <a:headEnd type="none" w="sm" len="sm"/>
                      <a:tailEnd type="none" w="sm" len="sm"/>
                    </a:lnL>
                    <a:lnR w="28575"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1"/>
                  </a:ext>
                </a:extLst>
              </a:tr>
              <a:tr h="518160">
                <a:tc>
                  <a:txBody>
                    <a:bodyPr/>
                    <a:lstStyle/>
                    <a:p>
                      <a:pPr marL="0" marR="0" lvl="0" indent="0" algn="l" defTabSz="914400" rtl="0" eaLnBrk="1" fontAlgn="base" latinLnBrk="0" hangingPunct="1">
                        <a:lnSpc>
                          <a:spcPct val="100000"/>
                        </a:lnSpc>
                        <a:spcBef>
                          <a:spcPct val="20000"/>
                        </a:spcBef>
                        <a:spcAft>
                          <a:spcPct val="0"/>
                        </a:spcAft>
                        <a:buClr>
                          <a:schemeClr val="folHlink"/>
                        </a:buClr>
                        <a:buSzPct val="60000"/>
                        <a:buFont typeface="Wingdings" pitchFamily="2" charset="2"/>
                        <a:buNone/>
                        <a:tabLst/>
                      </a:pPr>
                      <a:r>
                        <a:rPr kumimoji="0" lang="en-US" altLang="zh-CN" sz="2800" b="1" i="0" u="none" strike="noStrike" cap="none" normalizeH="0" baseline="0">
                          <a:ln>
                            <a:noFill/>
                          </a:ln>
                          <a:solidFill>
                            <a:schemeClr val="tx1"/>
                          </a:solidFill>
                          <a:effectLst/>
                          <a:latin typeface="Times New Roman" pitchFamily="18" charset="0"/>
                          <a:ea typeface="黑体" pitchFamily="2" charset="-122"/>
                        </a:rPr>
                        <a:t>$</a:t>
                      </a:r>
                      <a:r>
                        <a:rPr kumimoji="0" lang="en-US" altLang="zh-CN" sz="2800" b="1" i="1" u="none" strike="noStrike" cap="none" normalizeH="0" baseline="0">
                          <a:ln>
                            <a:noFill/>
                          </a:ln>
                          <a:solidFill>
                            <a:schemeClr val="tx1"/>
                          </a:solidFill>
                          <a:effectLst/>
                          <a:latin typeface="Times New Roman" pitchFamily="18" charset="0"/>
                          <a:ea typeface="黑体" pitchFamily="2" charset="-122"/>
                        </a:rPr>
                        <a:t>E </a:t>
                      </a:r>
                      <a:r>
                        <a:rPr kumimoji="0" lang="en-US" altLang="zh-CN" sz="2800" b="1" i="0" u="none" strike="noStrike" cap="none" normalizeH="0" baseline="0">
                          <a:ln>
                            <a:noFill/>
                          </a:ln>
                          <a:solidFill>
                            <a:schemeClr val="tx1"/>
                          </a:solidFill>
                          <a:effectLst/>
                          <a:latin typeface="Times New Roman" pitchFamily="18" charset="0"/>
                          <a:ea typeface="黑体" pitchFamily="2" charset="-122"/>
                          <a:sym typeface="Symbol" pitchFamily="18" charset="2"/>
                        </a:rPr>
                        <a:t></a:t>
                      </a:r>
                      <a:r>
                        <a:rPr kumimoji="0" lang="en-US" altLang="zh-CN" sz="2800" b="1" i="1" u="none" strike="noStrike" cap="none" normalizeH="0" baseline="0">
                          <a:ln>
                            <a:noFill/>
                          </a:ln>
                          <a:solidFill>
                            <a:schemeClr val="tx1"/>
                          </a:solidFill>
                          <a:effectLst/>
                          <a:latin typeface="Times New Roman" pitchFamily="18" charset="0"/>
                          <a:ea typeface="黑体" pitchFamily="2" charset="-122"/>
                        </a:rPr>
                        <a:t>T</a:t>
                      </a:r>
                      <a:r>
                        <a:rPr kumimoji="0" lang="en-US" altLang="zh-CN" sz="2800" b="1" i="0" u="none" strike="noStrike" cap="none" normalizeH="0" baseline="0">
                          <a:ln>
                            <a:noFill/>
                          </a:ln>
                          <a:solidFill>
                            <a:schemeClr val="tx1"/>
                          </a:solidFill>
                          <a:effectLst/>
                          <a:latin typeface="Times New Roman" pitchFamily="18" charset="0"/>
                          <a:ea typeface="黑体" pitchFamily="2" charset="-122"/>
                        </a:rPr>
                        <a:t>+</a:t>
                      </a:r>
                    </a:p>
                  </a:txBody>
                  <a:tcPr horzOverflow="overflow">
                    <a:lnL w="28575"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
                          <a:schemeClr val="folHlink"/>
                        </a:buClr>
                        <a:buSzPct val="60000"/>
                        <a:buFont typeface="Wingdings" pitchFamily="2" charset="2"/>
                        <a:buNone/>
                        <a:tabLst/>
                      </a:pPr>
                      <a:r>
                        <a:rPr kumimoji="0" lang="en-US" altLang="zh-CN" sz="2800" b="1" i="0" u="none" strike="noStrike" cap="none" normalizeH="0" baseline="0">
                          <a:ln>
                            <a:noFill/>
                          </a:ln>
                          <a:solidFill>
                            <a:schemeClr val="tx1"/>
                          </a:solidFill>
                          <a:effectLst/>
                          <a:latin typeface="Times New Roman" pitchFamily="18" charset="0"/>
                          <a:ea typeface="黑体" pitchFamily="2" charset="-122"/>
                        </a:rPr>
                        <a:t>           + id$</a:t>
                      </a:r>
                    </a:p>
                  </a:txBody>
                  <a:tcPr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
                          <a:schemeClr val="folHlink"/>
                        </a:buClr>
                        <a:buSzPct val="60000"/>
                        <a:buFont typeface="Wingdings" pitchFamily="2" charset="2"/>
                        <a:buNone/>
                        <a:tabLst/>
                      </a:pPr>
                      <a:r>
                        <a:rPr kumimoji="0" lang="en-US" altLang="zh-CN" sz="2800" b="1" i="1" u="none" strike="noStrike" cap="none" normalizeH="0" baseline="0">
                          <a:ln>
                            <a:noFill/>
                          </a:ln>
                          <a:solidFill>
                            <a:schemeClr val="tx1"/>
                          </a:solidFill>
                          <a:effectLst/>
                          <a:latin typeface="Times New Roman" pitchFamily="18" charset="0"/>
                          <a:ea typeface="黑体" pitchFamily="2" charset="-122"/>
                          <a:sym typeface="Symbol" pitchFamily="18" charset="2"/>
                        </a:rPr>
                        <a:t>E</a:t>
                      </a:r>
                      <a:r>
                        <a:rPr kumimoji="0" lang="en-US" altLang="zh-CN" sz="2800" b="1" i="1" u="none" strike="noStrike" cap="none" normalizeH="0" baseline="0">
                          <a:ln>
                            <a:noFill/>
                          </a:ln>
                          <a:solidFill>
                            <a:schemeClr val="tx1"/>
                          </a:solidFill>
                          <a:effectLst/>
                          <a:latin typeface="Times New Roman" pitchFamily="18" charset="0"/>
                          <a:ea typeface="黑体" pitchFamily="2" charset="-122"/>
                        </a:rPr>
                        <a:t> </a:t>
                      </a:r>
                      <a:r>
                        <a:rPr kumimoji="0" lang="en-US" altLang="zh-CN" sz="2800" b="1" i="0" u="none" strike="noStrike" cap="none" normalizeH="0" baseline="0">
                          <a:ln>
                            <a:noFill/>
                          </a:ln>
                          <a:solidFill>
                            <a:schemeClr val="tx1"/>
                          </a:solidFill>
                          <a:effectLst/>
                          <a:latin typeface="Times New Roman" pitchFamily="18" charset="0"/>
                          <a:ea typeface="黑体" pitchFamily="2" charset="-122"/>
                          <a:sym typeface="Symbol" pitchFamily="18" charset="2"/>
                        </a:rPr>
                        <a:t> +</a:t>
                      </a:r>
                      <a:r>
                        <a:rPr kumimoji="0" lang="en-US" altLang="zh-CN" sz="2800" b="1" i="1" u="none" strike="noStrike" cap="none" normalizeH="0" baseline="0">
                          <a:ln>
                            <a:noFill/>
                          </a:ln>
                          <a:solidFill>
                            <a:schemeClr val="tx1"/>
                          </a:solidFill>
                          <a:effectLst/>
                          <a:latin typeface="Times New Roman" pitchFamily="18" charset="0"/>
                          <a:ea typeface="黑体" pitchFamily="2" charset="-122"/>
                          <a:sym typeface="Symbol" pitchFamily="18" charset="2"/>
                        </a:rPr>
                        <a:t>TE</a:t>
                      </a:r>
                      <a:r>
                        <a:rPr kumimoji="0" lang="en-US" altLang="zh-CN" sz="2800" b="1" i="1" u="none" strike="noStrike" cap="none" normalizeH="0" baseline="0">
                          <a:ln>
                            <a:noFill/>
                          </a:ln>
                          <a:solidFill>
                            <a:schemeClr val="tx1"/>
                          </a:solidFill>
                          <a:effectLst/>
                          <a:latin typeface="Times New Roman" pitchFamily="18" charset="0"/>
                          <a:ea typeface="黑体" pitchFamily="2" charset="-122"/>
                        </a:rPr>
                        <a:t> </a:t>
                      </a:r>
                      <a:r>
                        <a:rPr kumimoji="0" lang="en-US" altLang="zh-CN" sz="2800" b="1" i="0" u="none" strike="noStrike" cap="none" normalizeH="0" baseline="0">
                          <a:ln>
                            <a:noFill/>
                          </a:ln>
                          <a:solidFill>
                            <a:schemeClr val="tx1"/>
                          </a:solidFill>
                          <a:effectLst/>
                          <a:latin typeface="Times New Roman" pitchFamily="18" charset="0"/>
                          <a:ea typeface="黑体" pitchFamily="2" charset="-122"/>
                          <a:sym typeface="Symbol" pitchFamily="18" charset="2"/>
                        </a:rPr>
                        <a:t></a:t>
                      </a:r>
                    </a:p>
                  </a:txBody>
                  <a:tcPr horzOverflow="overflow">
                    <a:lnL w="12700" cap="flat" cmpd="sng" algn="ctr">
                      <a:solidFill>
                        <a:schemeClr val="tx1"/>
                      </a:solidFill>
                      <a:prstDash val="solid"/>
                      <a:round/>
                      <a:headEnd type="none" w="sm" len="sm"/>
                      <a:tailEnd type="none" w="sm" len="sm"/>
                    </a:lnL>
                    <a:lnR w="28575" cap="flat" cmpd="sng" algn="ctr">
                      <a:solidFill>
                        <a:schemeClr val="tx1"/>
                      </a:solidFill>
                      <a:prstDash val="solid"/>
                      <a:round/>
                      <a:headEnd type="none" w="sm" len="sm"/>
                      <a:tailEnd type="none" w="sm" len="sm"/>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4"/>
                  </a:ext>
                </a:extLst>
              </a:tr>
              <a:tr h="519113">
                <a:tc>
                  <a:txBody>
                    <a:bodyPr/>
                    <a:lstStyle/>
                    <a:p>
                      <a:pPr marL="0" marR="0" lvl="0" indent="0" algn="l" defTabSz="914400" rtl="0" eaLnBrk="1" fontAlgn="base" latinLnBrk="0" hangingPunct="1">
                        <a:lnSpc>
                          <a:spcPct val="100000"/>
                        </a:lnSpc>
                        <a:spcBef>
                          <a:spcPct val="20000"/>
                        </a:spcBef>
                        <a:spcAft>
                          <a:spcPct val="0"/>
                        </a:spcAft>
                        <a:buClr>
                          <a:schemeClr val="folHlink"/>
                        </a:buClr>
                        <a:buSzPct val="60000"/>
                        <a:buFont typeface="Wingdings" pitchFamily="2" charset="2"/>
                        <a:buNone/>
                        <a:tabLst/>
                      </a:pPr>
                      <a:r>
                        <a:rPr kumimoji="0" lang="en-US" altLang="zh-CN" sz="2800" b="1" i="0" u="none" strike="noStrike" cap="none" normalizeH="0" baseline="0">
                          <a:ln>
                            <a:noFill/>
                          </a:ln>
                          <a:solidFill>
                            <a:schemeClr val="tx1"/>
                          </a:solidFill>
                          <a:effectLst/>
                          <a:latin typeface="Times New Roman" pitchFamily="18" charset="0"/>
                          <a:ea typeface="黑体" pitchFamily="2" charset="-122"/>
                          <a:sym typeface="Symbol" pitchFamily="18" charset="2"/>
                        </a:rPr>
                        <a:t>……</a:t>
                      </a:r>
                    </a:p>
                  </a:txBody>
                  <a:tcPr horzOverflow="overflow">
                    <a:lnL w="28575"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sm" len="sm"/>
                      <a:tailEnd type="none" w="sm" len="sm"/>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
                          <a:schemeClr val="folHlink"/>
                        </a:buClr>
                        <a:buSzPct val="60000"/>
                        <a:buFont typeface="Wingdings" pitchFamily="2" charset="2"/>
                        <a:buNone/>
                        <a:tabLst/>
                      </a:pPr>
                      <a:endParaRPr kumimoji="0" lang="en-US" altLang="zh-CN" sz="2800" b="1" i="0" u="none" strike="noStrike" cap="none" normalizeH="0" baseline="0">
                        <a:ln>
                          <a:noFill/>
                        </a:ln>
                        <a:solidFill>
                          <a:schemeClr val="tx1"/>
                        </a:solidFill>
                        <a:effectLst/>
                        <a:latin typeface="Times New Roman" pitchFamily="18" charset="0"/>
                        <a:ea typeface="黑体" pitchFamily="2" charset="-122"/>
                      </a:endParaRPr>
                    </a:p>
                  </a:txBody>
                  <a:tcPr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sm" len="sm"/>
                      <a:tailEnd type="none" w="sm" len="sm"/>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
                          <a:schemeClr val="folHlink"/>
                        </a:buClr>
                        <a:buSzPct val="60000"/>
                        <a:buFont typeface="Wingdings" pitchFamily="2" charset="2"/>
                        <a:buNone/>
                        <a:tabLst/>
                      </a:pPr>
                      <a:endParaRPr kumimoji="0" lang="zh-CN" altLang="zh-CN" sz="2800" b="1" i="0" u="none" strike="noStrike" cap="none" normalizeH="0" baseline="0" dirty="0">
                        <a:ln>
                          <a:noFill/>
                        </a:ln>
                        <a:solidFill>
                          <a:schemeClr val="tx1"/>
                        </a:solidFill>
                        <a:effectLst/>
                        <a:latin typeface="Times New Roman" pitchFamily="18" charset="0"/>
                        <a:ea typeface="黑体" pitchFamily="2" charset="-122"/>
                      </a:endParaRPr>
                    </a:p>
                  </a:txBody>
                  <a:tcPr horzOverflow="overflow">
                    <a:lnL w="12700" cap="flat" cmpd="sng" algn="ctr">
                      <a:solidFill>
                        <a:schemeClr val="tx1"/>
                      </a:solidFill>
                      <a:prstDash val="solid"/>
                      <a:round/>
                      <a:headEnd type="none" w="sm" len="sm"/>
                      <a:tailEnd type="none" w="sm" len="sm"/>
                    </a:lnL>
                    <a:lnR w="28575" cap="flat" cmpd="sng" algn="ctr">
                      <a:solidFill>
                        <a:schemeClr val="tx1"/>
                      </a:solidFill>
                      <a:prstDash val="solid"/>
                      <a:round/>
                      <a:headEnd type="none" w="sm" len="sm"/>
                      <a:tailEnd type="none" w="sm" len="sm"/>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sm" len="sm"/>
                      <a:tailEnd type="none" w="sm" len="sm"/>
                    </a:lnB>
                    <a:lnTlToBr>
                      <a:noFill/>
                    </a:lnTlToBr>
                    <a:lnBlToTr>
                      <a:noFill/>
                    </a:lnBlToTr>
                    <a:noFill/>
                  </a:tcPr>
                </a:tc>
                <a:extLst>
                  <a:ext uri="{0D108BD9-81ED-4DB2-BD59-A6C34878D82A}">
                    <a16:rowId xmlns:a16="http://schemas.microsoft.com/office/drawing/2014/main" val="10008"/>
                  </a:ext>
                </a:extLst>
              </a:tr>
            </a:tbl>
          </a:graphicData>
        </a:graphic>
      </p:graphicFrame>
      <p:sp>
        <p:nvSpPr>
          <p:cNvPr id="2" name="日期占位符 1">
            <a:extLst>
              <a:ext uri="{FF2B5EF4-FFF2-40B4-BE49-F238E27FC236}">
                <a16:creationId xmlns:a16="http://schemas.microsoft.com/office/drawing/2014/main" id="{609BB417-55C5-A18E-8F70-84D5AEA18665}"/>
              </a:ext>
            </a:extLst>
          </p:cNvPr>
          <p:cNvSpPr>
            <a:spLocks noGrp="1"/>
          </p:cNvSpPr>
          <p:nvPr>
            <p:ph type="dt" sz="half" idx="10"/>
          </p:nvPr>
        </p:nvSpPr>
        <p:spPr/>
        <p:txBody>
          <a:bodyPr/>
          <a:lstStyle/>
          <a:p>
            <a:fld id="{861AA153-AC3F-411A-BC98-ED1393EC9FE2}" type="datetime2">
              <a:rPr lang="zh-CN" altLang="en-US" smtClean="0"/>
              <a:pPr/>
              <a:t>2025年11月26日</a:t>
            </a:fld>
            <a:endParaRPr lang="zh-CN" altLang="en-US"/>
          </a:p>
        </p:txBody>
      </p:sp>
      <p:sp>
        <p:nvSpPr>
          <p:cNvPr id="3" name="页脚占位符 2">
            <a:extLst>
              <a:ext uri="{FF2B5EF4-FFF2-40B4-BE49-F238E27FC236}">
                <a16:creationId xmlns:a16="http://schemas.microsoft.com/office/drawing/2014/main" id="{580EE2BA-38F2-F29B-CF12-7220CAEB5265}"/>
              </a:ext>
            </a:extLst>
          </p:cNvPr>
          <p:cNvSpPr>
            <a:spLocks noGrp="1"/>
          </p:cNvSpPr>
          <p:nvPr>
            <p:ph type="ftr" sz="quarter" idx="11"/>
          </p:nvPr>
        </p:nvSpPr>
        <p:spPr/>
        <p:txBody>
          <a:bodyPr/>
          <a:lstStyle/>
          <a:p>
            <a:r>
              <a:rPr lang="zh-CN" altLang="en-US"/>
              <a:t>编译原理</a:t>
            </a:r>
            <a:r>
              <a:rPr lang="en-US" altLang="zh-CN"/>
              <a:t>-</a:t>
            </a:r>
            <a:r>
              <a:rPr lang="zh-CN" altLang="en-US"/>
              <a:t>王欣捷</a:t>
            </a:r>
            <a:r>
              <a:rPr lang="en-US" altLang="zh-CN"/>
              <a:t>-</a:t>
            </a:r>
            <a:r>
              <a:rPr lang="zh-CN" altLang="en-US"/>
              <a:t>第三章 语法分析</a:t>
            </a:r>
            <a:r>
              <a:rPr lang="en-US" altLang="zh-CN"/>
              <a:t>(4)</a:t>
            </a:r>
            <a:endParaRPr lang="zh-CN" altLang="en-US"/>
          </a:p>
        </p:txBody>
      </p:sp>
      <p:sp>
        <p:nvSpPr>
          <p:cNvPr id="6" name="灯片编号占位符 5">
            <a:extLst>
              <a:ext uri="{FF2B5EF4-FFF2-40B4-BE49-F238E27FC236}">
                <a16:creationId xmlns:a16="http://schemas.microsoft.com/office/drawing/2014/main" id="{7244E5EC-3811-D514-A666-ED584E595682}"/>
              </a:ext>
            </a:extLst>
          </p:cNvPr>
          <p:cNvSpPr>
            <a:spLocks noGrp="1"/>
          </p:cNvSpPr>
          <p:nvPr>
            <p:ph type="sldNum" sz="quarter" idx="12"/>
          </p:nvPr>
        </p:nvSpPr>
        <p:spPr/>
        <p:txBody>
          <a:bodyPr/>
          <a:lstStyle/>
          <a:p>
            <a:fld id="{094DEB03-EFC6-4C20-8FC8-295189A5386F}" type="slidenum">
              <a:rPr lang="zh-CN" altLang="en-US" smtClean="0"/>
              <a:pPr/>
              <a:t>35</a:t>
            </a:fld>
            <a:endParaRPr lang="zh-CN" altLang="en-US"/>
          </a:p>
        </p:txBody>
      </p:sp>
    </p:spTree>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4"/>
                                        </p:tgtEl>
                                        <p:attrNameLst>
                                          <p:attrName>style.visibility</p:attrName>
                                        </p:attrNameLst>
                                      </p:cBhvr>
                                      <p:to>
                                        <p:strVal val="visible"/>
                                      </p:to>
                                    </p:set>
                                  </p:childTnLst>
                                </p:cTn>
                              </p:par>
                              <p:par>
                                <p:cTn id="7" presetID="1" presetClass="entr" presetSubtype="0" fill="hold" nodeType="withEffect">
                                  <p:stCondLst>
                                    <p:cond delay="0"/>
                                  </p:stCondLst>
                                  <p:childTnLst>
                                    <p:set>
                                      <p:cBhvr>
                                        <p:cTn id="8" dur="1" fill="hold">
                                          <p:stCondLst>
                                            <p:cond delay="0"/>
                                          </p:stCondLst>
                                        </p:cTn>
                                        <p:tgtEl>
                                          <p:spTgt spid="5"/>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p:bldLst>
  </p:timing>
</p:sld>
</file>

<file path=ppt/slides/slide3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3010" name="Rectangle 2">
            <a:extLst>
              <a:ext uri="{FF2B5EF4-FFF2-40B4-BE49-F238E27FC236}">
                <a16:creationId xmlns:a16="http://schemas.microsoft.com/office/drawing/2014/main" id="{20DC262F-9C56-42C0-B05F-ABD128615402}"/>
              </a:ext>
            </a:extLst>
          </p:cNvPr>
          <p:cNvSpPr>
            <a:spLocks noGrp="1" noChangeArrowheads="1"/>
          </p:cNvSpPr>
          <p:nvPr>
            <p:ph type="title"/>
          </p:nvPr>
        </p:nvSpPr>
        <p:spPr/>
        <p:txBody>
          <a:bodyPr/>
          <a:lstStyle/>
          <a:p>
            <a:pPr eaLnBrk="1" hangingPunct="1"/>
            <a:r>
              <a:rPr lang="en-US" altLang="zh-CN"/>
              <a:t>3.3.5 </a:t>
            </a:r>
            <a:r>
              <a:rPr lang="zh-CN" altLang="en-US"/>
              <a:t>构造预测分析表</a:t>
            </a:r>
          </a:p>
        </p:txBody>
      </p:sp>
      <p:sp>
        <p:nvSpPr>
          <p:cNvPr id="43011" name="Rectangle 3">
            <a:extLst>
              <a:ext uri="{FF2B5EF4-FFF2-40B4-BE49-F238E27FC236}">
                <a16:creationId xmlns:a16="http://schemas.microsoft.com/office/drawing/2014/main" id="{5BAAE33C-6041-4DDB-8146-ECBCE7C446DD}"/>
              </a:ext>
            </a:extLst>
          </p:cNvPr>
          <p:cNvSpPr>
            <a:spLocks noGrp="1" noChangeArrowheads="1"/>
          </p:cNvSpPr>
          <p:nvPr>
            <p:ph idx="1"/>
          </p:nvPr>
        </p:nvSpPr>
        <p:spPr/>
        <p:txBody>
          <a:bodyPr>
            <a:normAutofit/>
          </a:bodyPr>
          <a:lstStyle/>
          <a:p>
            <a:pPr eaLnBrk="1" hangingPunct="1"/>
            <a:r>
              <a:rPr lang="zh-CN" altLang="en-US"/>
              <a:t>对于非递归的预测分析来说，构造预测分析表是最重要的一步。</a:t>
            </a:r>
            <a:endParaRPr lang="en-US" altLang="zh-CN"/>
          </a:p>
          <a:p>
            <a:pPr eaLnBrk="1" hangingPunct="1"/>
            <a:r>
              <a:rPr lang="zh-CN" altLang="en-US"/>
              <a:t>构造预测分析表的算法的思想为：</a:t>
            </a:r>
          </a:p>
          <a:p>
            <a:pPr lvl="1" eaLnBrk="1" hangingPunct="1"/>
            <a:r>
              <a:rPr lang="zh-CN" altLang="en-US"/>
              <a:t>如果当前需要展开的非终结符为</a:t>
            </a:r>
            <a:r>
              <a:rPr lang="en-US" altLang="zh-CN" b="1" i="1">
                <a:latin typeface="Times New Roman" panose="02020603050405020304" pitchFamily="18" charset="0"/>
              </a:rPr>
              <a:t>A</a:t>
            </a:r>
            <a:r>
              <a:rPr lang="zh-CN" altLang="en-US"/>
              <a:t>，而</a:t>
            </a:r>
            <a:r>
              <a:rPr lang="en-US" altLang="zh-CN" b="1" i="1">
                <a:latin typeface="Times New Roman" panose="02020603050405020304" pitchFamily="18" charset="0"/>
              </a:rPr>
              <a:t>A</a:t>
            </a:r>
            <a:r>
              <a:rPr lang="zh-CN" altLang="en-US"/>
              <a:t>有产生式</a:t>
            </a:r>
            <a:r>
              <a:rPr lang="en-US" altLang="zh-CN" b="1" i="1">
                <a:latin typeface="Times New Roman" panose="02020603050405020304" pitchFamily="18" charset="0"/>
              </a:rPr>
              <a:t>A</a:t>
            </a:r>
            <a:r>
              <a:rPr lang="en-US" altLang="zh-CN" b="1">
                <a:latin typeface="Times New Roman" panose="02020603050405020304" pitchFamily="18" charset="0"/>
                <a:sym typeface="Symbol" panose="05050102010706020507" pitchFamily="18" charset="2"/>
              </a:rPr>
              <a:t></a:t>
            </a:r>
            <a:r>
              <a:rPr lang="en-US" altLang="zh-CN" b="1" i="1">
                <a:latin typeface="Times New Roman" panose="02020603050405020304" pitchFamily="18" charset="0"/>
                <a:sym typeface="Symbol" panose="05050102010706020507" pitchFamily="18" charset="2"/>
              </a:rPr>
              <a:t></a:t>
            </a:r>
            <a:r>
              <a:rPr lang="zh-CN" altLang="en-US">
                <a:sym typeface="Symbol" panose="05050102010706020507" pitchFamily="18" charset="2"/>
              </a:rPr>
              <a:t>，且</a:t>
            </a:r>
            <a:r>
              <a:rPr lang="en-US" altLang="zh-CN" b="1" i="1">
                <a:latin typeface="Times New Roman" panose="02020603050405020304" pitchFamily="18" charset="0"/>
                <a:sym typeface="Symbol" panose="05050102010706020507" pitchFamily="18" charset="2"/>
              </a:rPr>
              <a:t>a</a:t>
            </a:r>
            <a:r>
              <a:rPr lang="zh-CN" altLang="en-US">
                <a:sym typeface="Symbol" panose="05050102010706020507" pitchFamily="18" charset="2"/>
              </a:rPr>
              <a:t>在</a:t>
            </a:r>
            <a:r>
              <a:rPr lang="en-US" altLang="zh-CN" b="1">
                <a:latin typeface="Times New Roman" panose="02020603050405020304" pitchFamily="18" charset="0"/>
                <a:sym typeface="Symbol" panose="05050102010706020507" pitchFamily="18" charset="2"/>
              </a:rPr>
              <a:t>FIRST(</a:t>
            </a:r>
            <a:r>
              <a:rPr lang="en-US" altLang="zh-CN" b="1" i="1">
                <a:latin typeface="Times New Roman" panose="02020603050405020304" pitchFamily="18" charset="0"/>
                <a:sym typeface="Symbol" panose="05050102010706020507" pitchFamily="18" charset="2"/>
              </a:rPr>
              <a:t></a:t>
            </a:r>
            <a:r>
              <a:rPr lang="en-US" altLang="zh-CN" b="1">
                <a:latin typeface="Times New Roman" panose="02020603050405020304" pitchFamily="18" charset="0"/>
                <a:sym typeface="Symbol" panose="05050102010706020507" pitchFamily="18" charset="2"/>
              </a:rPr>
              <a:t>)</a:t>
            </a:r>
            <a:r>
              <a:rPr lang="zh-CN" altLang="en-US">
                <a:sym typeface="Symbol" panose="05050102010706020507" pitchFamily="18" charset="2"/>
              </a:rPr>
              <a:t>中时，则</a:t>
            </a:r>
            <a:r>
              <a:rPr lang="zh-CN" altLang="en-US"/>
              <a:t>当前输入符号为</a:t>
            </a:r>
            <a:r>
              <a:rPr lang="en-US" altLang="zh-CN" b="1" i="1">
                <a:latin typeface="Times New Roman" panose="02020603050405020304" pitchFamily="18" charset="0"/>
              </a:rPr>
              <a:t>a</a:t>
            </a:r>
            <a:r>
              <a:rPr lang="zh-CN" altLang="en-US">
                <a:latin typeface="Times New Roman" panose="02020603050405020304" pitchFamily="18" charset="0"/>
              </a:rPr>
              <a:t>时</a:t>
            </a:r>
            <a:r>
              <a:rPr lang="zh-CN" altLang="en-US"/>
              <a:t>，</a:t>
            </a:r>
            <a:r>
              <a:rPr lang="zh-CN" altLang="en-US">
                <a:sym typeface="Symbol" panose="05050102010706020507" pitchFamily="18" charset="2"/>
              </a:rPr>
              <a:t>分析器用</a:t>
            </a:r>
            <a:r>
              <a:rPr lang="zh-CN" altLang="en-US" b="1" i="1">
                <a:latin typeface="Times New Roman" panose="02020603050405020304" pitchFamily="18" charset="0"/>
                <a:sym typeface="Symbol" panose="05050102010706020507" pitchFamily="18" charset="2"/>
              </a:rPr>
              <a:t></a:t>
            </a:r>
            <a:r>
              <a:rPr lang="zh-CN" altLang="en-US">
                <a:sym typeface="Symbol" panose="05050102010706020507" pitchFamily="18" charset="2"/>
              </a:rPr>
              <a:t>展开</a:t>
            </a:r>
            <a:r>
              <a:rPr lang="en-US" altLang="zh-CN" b="1" i="1">
                <a:latin typeface="Times New Roman" panose="02020603050405020304" pitchFamily="18" charset="0"/>
                <a:sym typeface="Symbol" panose="05050102010706020507" pitchFamily="18" charset="2"/>
              </a:rPr>
              <a:t>A</a:t>
            </a:r>
            <a:r>
              <a:rPr lang="zh-CN" altLang="en-US">
                <a:sym typeface="Symbol" panose="05050102010706020507" pitchFamily="18" charset="2"/>
              </a:rPr>
              <a:t>。</a:t>
            </a:r>
          </a:p>
          <a:p>
            <a:pPr lvl="1" eaLnBrk="1" hangingPunct="1"/>
            <a:r>
              <a:rPr lang="zh-CN" altLang="en-US">
                <a:sym typeface="Symbol" panose="05050102010706020507" pitchFamily="18" charset="2"/>
              </a:rPr>
              <a:t>如果</a:t>
            </a:r>
            <a:r>
              <a:rPr lang="zh-CN" altLang="en-US" b="1" i="1">
                <a:latin typeface="Times New Roman" panose="02020603050405020304" pitchFamily="18" charset="0"/>
                <a:sym typeface="Symbol" panose="05050102010706020507" pitchFamily="18" charset="2"/>
              </a:rPr>
              <a:t> </a:t>
            </a:r>
            <a:r>
              <a:rPr lang="zh-CN" altLang="en-US" b="1">
                <a:latin typeface="Times New Roman" panose="02020603050405020304" pitchFamily="18" charset="0"/>
                <a:sym typeface="Symbol" panose="05050102010706020507" pitchFamily="18" charset="2"/>
              </a:rPr>
              <a:t>*</a:t>
            </a:r>
            <a:r>
              <a:rPr lang="zh-CN" altLang="en-US">
                <a:sym typeface="Symbol" panose="05050102010706020507" pitchFamily="18" charset="2"/>
              </a:rPr>
              <a:t>，且当前输入符号（包括</a:t>
            </a:r>
            <a:r>
              <a:rPr lang="en-US" altLang="zh-CN" b="1">
                <a:latin typeface="Times New Roman" panose="02020603050405020304" pitchFamily="18" charset="0"/>
                <a:sym typeface="Symbol" panose="05050102010706020507" pitchFamily="18" charset="2"/>
              </a:rPr>
              <a:t>$</a:t>
            </a:r>
            <a:r>
              <a:rPr lang="zh-CN" altLang="en-US">
                <a:sym typeface="Symbol" panose="05050102010706020507" pitchFamily="18" charset="2"/>
              </a:rPr>
              <a:t>）在</a:t>
            </a:r>
            <a:r>
              <a:rPr lang="en-US" altLang="zh-CN" b="1">
                <a:latin typeface="Times New Roman" panose="02020603050405020304" pitchFamily="18" charset="0"/>
                <a:sym typeface="Symbol" panose="05050102010706020507" pitchFamily="18" charset="2"/>
              </a:rPr>
              <a:t>FOLLOW(</a:t>
            </a:r>
            <a:r>
              <a:rPr lang="en-US" altLang="zh-CN" b="1" i="1">
                <a:latin typeface="Times New Roman" panose="02020603050405020304" pitchFamily="18" charset="0"/>
                <a:sym typeface="Symbol" panose="05050102010706020507" pitchFamily="18" charset="2"/>
              </a:rPr>
              <a:t>A</a:t>
            </a:r>
            <a:r>
              <a:rPr lang="en-US" altLang="zh-CN" b="1">
                <a:latin typeface="Times New Roman" panose="02020603050405020304" pitchFamily="18" charset="0"/>
                <a:sym typeface="Symbol" panose="05050102010706020507" pitchFamily="18" charset="2"/>
              </a:rPr>
              <a:t>)</a:t>
            </a:r>
            <a:r>
              <a:rPr lang="zh-CN" altLang="en-US">
                <a:sym typeface="Symbol" panose="05050102010706020507" pitchFamily="18" charset="2"/>
              </a:rPr>
              <a:t>中，仍应用</a:t>
            </a:r>
            <a:r>
              <a:rPr lang="zh-CN" altLang="en-US" b="1" i="1">
                <a:latin typeface="Times New Roman" panose="02020603050405020304" pitchFamily="18" charset="0"/>
                <a:sym typeface="Symbol" panose="05050102010706020507" pitchFamily="18" charset="2"/>
              </a:rPr>
              <a:t></a:t>
            </a:r>
            <a:r>
              <a:rPr lang="zh-CN" altLang="en-US">
                <a:sym typeface="Symbol" panose="05050102010706020507" pitchFamily="18" charset="2"/>
              </a:rPr>
              <a:t>展开</a:t>
            </a:r>
            <a:r>
              <a:rPr lang="en-US" altLang="zh-CN" b="1" i="1">
                <a:latin typeface="Times New Roman" panose="02020603050405020304" pitchFamily="18" charset="0"/>
                <a:sym typeface="Symbol" panose="05050102010706020507" pitchFamily="18" charset="2"/>
              </a:rPr>
              <a:t>A</a:t>
            </a:r>
            <a:r>
              <a:rPr lang="zh-CN" altLang="en-US">
                <a:sym typeface="Symbol" panose="05050102010706020507" pitchFamily="18" charset="2"/>
              </a:rPr>
              <a:t>。</a:t>
            </a:r>
          </a:p>
          <a:p>
            <a:pPr eaLnBrk="1" hangingPunct="1"/>
            <a:r>
              <a:rPr lang="zh-CN" altLang="en-US">
                <a:sym typeface="Symbol" panose="05050102010706020507" pitchFamily="18" charset="2"/>
              </a:rPr>
              <a:t>下面是该算法： （算法</a:t>
            </a:r>
            <a:r>
              <a:rPr lang="en-US" altLang="zh-CN">
                <a:sym typeface="Symbol" panose="05050102010706020507" pitchFamily="18" charset="2"/>
              </a:rPr>
              <a:t>3.2</a:t>
            </a:r>
            <a:r>
              <a:rPr lang="zh-CN" altLang="en-US">
                <a:sym typeface="Symbol" panose="05050102010706020507" pitchFamily="18" charset="2"/>
              </a:rPr>
              <a:t>）</a:t>
            </a:r>
            <a:endParaRPr lang="en-US" altLang="zh-CN">
              <a:sym typeface="Symbol" panose="05050102010706020507" pitchFamily="18" charset="2"/>
            </a:endParaRPr>
          </a:p>
        </p:txBody>
      </p:sp>
      <p:sp>
        <p:nvSpPr>
          <p:cNvPr id="2" name="日期占位符 1">
            <a:extLst>
              <a:ext uri="{FF2B5EF4-FFF2-40B4-BE49-F238E27FC236}">
                <a16:creationId xmlns:a16="http://schemas.microsoft.com/office/drawing/2014/main" id="{1175B77F-A508-A06C-9AE6-9B8FD7B6612B}"/>
              </a:ext>
            </a:extLst>
          </p:cNvPr>
          <p:cNvSpPr>
            <a:spLocks noGrp="1"/>
          </p:cNvSpPr>
          <p:nvPr>
            <p:ph type="dt" sz="half" idx="10"/>
          </p:nvPr>
        </p:nvSpPr>
        <p:spPr/>
        <p:txBody>
          <a:bodyPr/>
          <a:lstStyle/>
          <a:p>
            <a:fld id="{0CF2E95A-7AFD-43A7-BDC2-F5B093E5851C}" type="datetime2">
              <a:rPr lang="zh-CN" altLang="en-US" smtClean="0"/>
              <a:pPr/>
              <a:t>2025年11月26日</a:t>
            </a:fld>
            <a:endParaRPr lang="zh-CN" altLang="en-US"/>
          </a:p>
        </p:txBody>
      </p:sp>
      <p:sp>
        <p:nvSpPr>
          <p:cNvPr id="3" name="页脚占位符 2">
            <a:extLst>
              <a:ext uri="{FF2B5EF4-FFF2-40B4-BE49-F238E27FC236}">
                <a16:creationId xmlns:a16="http://schemas.microsoft.com/office/drawing/2014/main" id="{1AEB8308-AE7D-0291-A2A7-7A14D8279116}"/>
              </a:ext>
            </a:extLst>
          </p:cNvPr>
          <p:cNvSpPr>
            <a:spLocks noGrp="1"/>
          </p:cNvSpPr>
          <p:nvPr>
            <p:ph type="ftr" sz="quarter" idx="11"/>
          </p:nvPr>
        </p:nvSpPr>
        <p:spPr/>
        <p:txBody>
          <a:bodyPr/>
          <a:lstStyle/>
          <a:p>
            <a:r>
              <a:rPr lang="zh-CN" altLang="en-US"/>
              <a:t>编译原理</a:t>
            </a:r>
            <a:r>
              <a:rPr lang="en-US" altLang="zh-CN"/>
              <a:t>-</a:t>
            </a:r>
            <a:r>
              <a:rPr lang="zh-CN" altLang="en-US"/>
              <a:t>王欣捷</a:t>
            </a:r>
            <a:r>
              <a:rPr lang="en-US" altLang="zh-CN"/>
              <a:t>-</a:t>
            </a:r>
            <a:r>
              <a:rPr lang="zh-CN" altLang="en-US"/>
              <a:t>第三章 语法分析</a:t>
            </a:r>
            <a:r>
              <a:rPr lang="en-US" altLang="zh-CN"/>
              <a:t>(4)</a:t>
            </a:r>
            <a:endParaRPr lang="zh-CN" altLang="en-US"/>
          </a:p>
        </p:txBody>
      </p:sp>
      <p:sp>
        <p:nvSpPr>
          <p:cNvPr id="4" name="灯片编号占位符 3">
            <a:extLst>
              <a:ext uri="{FF2B5EF4-FFF2-40B4-BE49-F238E27FC236}">
                <a16:creationId xmlns:a16="http://schemas.microsoft.com/office/drawing/2014/main" id="{1F42405D-DEE5-92F8-B670-C289876DCF48}"/>
              </a:ext>
            </a:extLst>
          </p:cNvPr>
          <p:cNvSpPr>
            <a:spLocks noGrp="1"/>
          </p:cNvSpPr>
          <p:nvPr>
            <p:ph type="sldNum" sz="quarter" idx="12"/>
          </p:nvPr>
        </p:nvSpPr>
        <p:spPr/>
        <p:txBody>
          <a:bodyPr/>
          <a:lstStyle/>
          <a:p>
            <a:fld id="{094DEB03-EFC6-4C20-8FC8-295189A5386F}" type="slidenum">
              <a:rPr lang="zh-CN" altLang="en-US" smtClean="0"/>
              <a:pPr/>
              <a:t>36</a:t>
            </a:fld>
            <a:endParaRPr lang="zh-CN" altLang="en-US"/>
          </a:p>
        </p:txBody>
      </p:sp>
    </p:spTree>
  </p:cSld>
  <p:clrMapOvr>
    <a:masterClrMapping/>
  </p:clrMapOvr>
</p:sld>
</file>

<file path=ppt/slides/slide3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4034" name="Rectangle 2">
            <a:extLst>
              <a:ext uri="{FF2B5EF4-FFF2-40B4-BE49-F238E27FC236}">
                <a16:creationId xmlns:a16="http://schemas.microsoft.com/office/drawing/2014/main" id="{29D9DC5A-3F84-4EEC-882E-0DB7E01CDE6B}"/>
              </a:ext>
            </a:extLst>
          </p:cNvPr>
          <p:cNvSpPr>
            <a:spLocks noGrp="1" noChangeArrowheads="1"/>
          </p:cNvSpPr>
          <p:nvPr>
            <p:ph type="title"/>
          </p:nvPr>
        </p:nvSpPr>
        <p:spPr/>
        <p:txBody>
          <a:bodyPr/>
          <a:lstStyle/>
          <a:p>
            <a:pPr eaLnBrk="1" hangingPunct="1"/>
            <a:r>
              <a:rPr lang="en-US" altLang="zh-CN"/>
              <a:t>3.3.5 </a:t>
            </a:r>
            <a:r>
              <a:rPr lang="zh-CN" altLang="en-US"/>
              <a:t>构造预测分析表</a:t>
            </a:r>
          </a:p>
        </p:txBody>
      </p:sp>
      <p:sp>
        <p:nvSpPr>
          <p:cNvPr id="44035" name="Rectangle 3">
            <a:extLst>
              <a:ext uri="{FF2B5EF4-FFF2-40B4-BE49-F238E27FC236}">
                <a16:creationId xmlns:a16="http://schemas.microsoft.com/office/drawing/2014/main" id="{E6F7DDCB-E7A8-46C0-8CBC-58217E86983F}"/>
              </a:ext>
            </a:extLst>
          </p:cNvPr>
          <p:cNvSpPr>
            <a:spLocks noGrp="1" noChangeArrowheads="1"/>
          </p:cNvSpPr>
          <p:nvPr>
            <p:ph idx="1"/>
          </p:nvPr>
        </p:nvSpPr>
        <p:spPr/>
        <p:txBody>
          <a:bodyPr>
            <a:normAutofit/>
          </a:bodyPr>
          <a:lstStyle/>
          <a:p>
            <a:pPr marL="609600" indent="-609600" algn="just" eaLnBrk="1" hangingPunct="1">
              <a:buFont typeface="Wingdings" panose="05000000000000000000" pitchFamily="2" charset="2"/>
              <a:buNone/>
            </a:pPr>
            <a:r>
              <a:rPr lang="en-US" altLang="zh-CN" b="1">
                <a:latin typeface="Times New Roman" panose="02020603050405020304" pitchFamily="18" charset="0"/>
              </a:rPr>
              <a:t>(1)</a:t>
            </a:r>
            <a:r>
              <a:rPr lang="zh-CN" altLang="en-US">
                <a:latin typeface="Times New Roman" panose="02020603050405020304" pitchFamily="18" charset="0"/>
              </a:rPr>
              <a:t>对文法的每个产生式</a:t>
            </a:r>
            <a:r>
              <a:rPr lang="en-US" altLang="zh-CN" b="1" i="1">
                <a:latin typeface="Times New Roman" panose="02020603050405020304" pitchFamily="18" charset="0"/>
              </a:rPr>
              <a:t>A</a:t>
            </a:r>
            <a:r>
              <a:rPr lang="en-US" altLang="zh-CN" b="1">
                <a:latin typeface="Times New Roman" panose="02020603050405020304" pitchFamily="18" charset="0"/>
                <a:sym typeface="Symbol" panose="05050102010706020507" pitchFamily="18" charset="2"/>
              </a:rPr>
              <a:t></a:t>
            </a:r>
            <a:r>
              <a:rPr lang="en-US" altLang="zh-CN" b="1" i="1">
                <a:latin typeface="Times New Roman" panose="02020603050405020304" pitchFamily="18" charset="0"/>
                <a:sym typeface="Symbol" panose="05050102010706020507" pitchFamily="18" charset="2"/>
              </a:rPr>
              <a:t></a:t>
            </a:r>
            <a:r>
              <a:rPr lang="zh-CN" altLang="en-US" b="1">
                <a:latin typeface="Times New Roman" panose="02020603050405020304" pitchFamily="18" charset="0"/>
              </a:rPr>
              <a:t>，</a:t>
            </a:r>
            <a:r>
              <a:rPr lang="zh-CN" altLang="en-US">
                <a:latin typeface="Times New Roman" panose="02020603050405020304" pitchFamily="18" charset="0"/>
              </a:rPr>
              <a:t>执行</a:t>
            </a:r>
            <a:r>
              <a:rPr lang="en-US" altLang="zh-CN" b="1">
                <a:latin typeface="Times New Roman" panose="02020603050405020304" pitchFamily="18" charset="0"/>
              </a:rPr>
              <a:t>(2)</a:t>
            </a:r>
            <a:r>
              <a:rPr lang="zh-CN" altLang="en-US">
                <a:latin typeface="Times New Roman" panose="02020603050405020304" pitchFamily="18" charset="0"/>
              </a:rPr>
              <a:t>和</a:t>
            </a:r>
            <a:r>
              <a:rPr lang="en-US" altLang="zh-CN" b="1">
                <a:latin typeface="Times New Roman" panose="02020603050405020304" pitchFamily="18" charset="0"/>
              </a:rPr>
              <a:t>(3)</a:t>
            </a:r>
          </a:p>
          <a:p>
            <a:pPr marL="609600" indent="-609600" algn="just" eaLnBrk="1" hangingPunct="1">
              <a:buFont typeface="Wingdings" panose="05000000000000000000" pitchFamily="2" charset="2"/>
              <a:buNone/>
            </a:pPr>
            <a:r>
              <a:rPr lang="en-US" altLang="zh-CN" b="1">
                <a:latin typeface="Times New Roman" panose="02020603050405020304" pitchFamily="18" charset="0"/>
              </a:rPr>
              <a:t>(2)</a:t>
            </a:r>
            <a:r>
              <a:rPr lang="zh-CN" altLang="en-US">
                <a:latin typeface="Times New Roman" panose="02020603050405020304" pitchFamily="18" charset="0"/>
              </a:rPr>
              <a:t>对</a:t>
            </a:r>
            <a:r>
              <a:rPr lang="en-US" altLang="zh-CN" b="1">
                <a:latin typeface="Times New Roman" panose="02020603050405020304" pitchFamily="18" charset="0"/>
              </a:rPr>
              <a:t>FIRST(</a:t>
            </a:r>
            <a:r>
              <a:rPr lang="en-US" altLang="zh-CN" b="1" i="1">
                <a:latin typeface="Times New Roman" panose="02020603050405020304" pitchFamily="18" charset="0"/>
                <a:sym typeface="Symbol" panose="05050102010706020507" pitchFamily="18" charset="2"/>
              </a:rPr>
              <a:t></a:t>
            </a:r>
            <a:r>
              <a:rPr lang="en-US" altLang="zh-CN" b="1">
                <a:latin typeface="Times New Roman" panose="02020603050405020304" pitchFamily="18" charset="0"/>
              </a:rPr>
              <a:t>)</a:t>
            </a:r>
            <a:r>
              <a:rPr lang="zh-CN" altLang="en-US">
                <a:latin typeface="Times New Roman" panose="02020603050405020304" pitchFamily="18" charset="0"/>
              </a:rPr>
              <a:t>的每个终结符</a:t>
            </a:r>
            <a:r>
              <a:rPr lang="en-US" altLang="zh-CN" b="1" i="1">
                <a:latin typeface="Times New Roman" panose="02020603050405020304" pitchFamily="18" charset="0"/>
              </a:rPr>
              <a:t>a</a:t>
            </a:r>
            <a:r>
              <a:rPr lang="zh-CN" altLang="en-US" b="1">
                <a:latin typeface="Times New Roman" panose="02020603050405020304" pitchFamily="18" charset="0"/>
              </a:rPr>
              <a:t>，</a:t>
            </a:r>
            <a:r>
              <a:rPr lang="zh-CN" altLang="en-US">
                <a:latin typeface="Times New Roman" panose="02020603050405020304" pitchFamily="18" charset="0"/>
              </a:rPr>
              <a:t>把</a:t>
            </a:r>
            <a:r>
              <a:rPr lang="en-US" altLang="zh-CN" b="1" i="1">
                <a:latin typeface="Times New Roman" panose="02020603050405020304" pitchFamily="18" charset="0"/>
              </a:rPr>
              <a:t>A </a:t>
            </a:r>
            <a:r>
              <a:rPr lang="en-US" altLang="zh-CN" b="1">
                <a:latin typeface="Times New Roman" panose="02020603050405020304" pitchFamily="18" charset="0"/>
                <a:sym typeface="Symbol" panose="05050102010706020507" pitchFamily="18" charset="2"/>
              </a:rPr>
              <a:t></a:t>
            </a:r>
            <a:r>
              <a:rPr lang="en-US" altLang="zh-CN" b="1">
                <a:latin typeface="Times New Roman" panose="02020603050405020304" pitchFamily="18" charset="0"/>
              </a:rPr>
              <a:t> </a:t>
            </a:r>
            <a:r>
              <a:rPr lang="en-US" altLang="zh-CN" b="1" i="1">
                <a:latin typeface="Times New Roman" panose="02020603050405020304" pitchFamily="18" charset="0"/>
                <a:sym typeface="Symbol" panose="05050102010706020507" pitchFamily="18" charset="2"/>
              </a:rPr>
              <a:t></a:t>
            </a:r>
            <a:r>
              <a:rPr lang="en-US" altLang="zh-CN" b="1">
                <a:latin typeface="Times New Roman" panose="02020603050405020304" pitchFamily="18" charset="0"/>
              </a:rPr>
              <a:t> </a:t>
            </a:r>
            <a:r>
              <a:rPr lang="zh-CN" altLang="en-US">
                <a:latin typeface="Times New Roman" panose="02020603050405020304" pitchFamily="18" charset="0"/>
              </a:rPr>
              <a:t>加入</a:t>
            </a:r>
            <a:r>
              <a:rPr lang="en-US" altLang="zh-CN" b="1" i="1">
                <a:latin typeface="Times New Roman" panose="02020603050405020304" pitchFamily="18" charset="0"/>
              </a:rPr>
              <a:t>M</a:t>
            </a:r>
            <a:r>
              <a:rPr lang="en-US" altLang="zh-CN" b="1">
                <a:latin typeface="Times New Roman" panose="02020603050405020304" pitchFamily="18" charset="0"/>
              </a:rPr>
              <a:t>[</a:t>
            </a:r>
            <a:r>
              <a:rPr lang="en-US" altLang="zh-CN" b="1" i="1">
                <a:latin typeface="Times New Roman" panose="02020603050405020304" pitchFamily="18" charset="0"/>
              </a:rPr>
              <a:t>A</a:t>
            </a:r>
            <a:r>
              <a:rPr lang="en-US" altLang="zh-CN" b="1">
                <a:latin typeface="Times New Roman" panose="02020603050405020304" pitchFamily="18" charset="0"/>
              </a:rPr>
              <a:t>, </a:t>
            </a:r>
            <a:r>
              <a:rPr lang="en-US" altLang="zh-CN" b="1" i="1">
                <a:latin typeface="Times New Roman" panose="02020603050405020304" pitchFamily="18" charset="0"/>
              </a:rPr>
              <a:t>a</a:t>
            </a:r>
            <a:r>
              <a:rPr lang="en-US" altLang="zh-CN" b="1">
                <a:latin typeface="Times New Roman" panose="02020603050405020304" pitchFamily="18" charset="0"/>
              </a:rPr>
              <a:t>]</a:t>
            </a:r>
          </a:p>
          <a:p>
            <a:pPr marL="609600" indent="-609600" algn="just" eaLnBrk="1" hangingPunct="1">
              <a:buFont typeface="Wingdings" panose="05000000000000000000" pitchFamily="2" charset="2"/>
              <a:buNone/>
            </a:pPr>
            <a:r>
              <a:rPr lang="en-US" altLang="zh-CN" b="1">
                <a:latin typeface="Times New Roman" panose="02020603050405020304" pitchFamily="18" charset="0"/>
              </a:rPr>
              <a:t>(3)</a:t>
            </a:r>
            <a:r>
              <a:rPr lang="zh-CN" altLang="en-US">
                <a:latin typeface="Times New Roman" panose="02020603050405020304" pitchFamily="18" charset="0"/>
              </a:rPr>
              <a:t>如果</a:t>
            </a:r>
            <a:r>
              <a:rPr lang="zh-CN" altLang="en-US" b="1">
                <a:latin typeface="Times New Roman" panose="02020603050405020304" pitchFamily="18" charset="0"/>
                <a:sym typeface="Symbol" panose="05050102010706020507" pitchFamily="18" charset="2"/>
              </a:rPr>
              <a:t></a:t>
            </a:r>
            <a:r>
              <a:rPr lang="zh-CN" altLang="en-US">
                <a:latin typeface="Times New Roman" panose="02020603050405020304" pitchFamily="18" charset="0"/>
              </a:rPr>
              <a:t>在</a:t>
            </a:r>
            <a:r>
              <a:rPr lang="en-US" altLang="zh-CN" b="1">
                <a:latin typeface="Times New Roman" panose="02020603050405020304" pitchFamily="18" charset="0"/>
              </a:rPr>
              <a:t>FIRST(</a:t>
            </a:r>
            <a:r>
              <a:rPr lang="en-US" altLang="zh-CN" b="1" i="1">
                <a:latin typeface="Times New Roman" panose="02020603050405020304" pitchFamily="18" charset="0"/>
                <a:sym typeface="Symbol" panose="05050102010706020507" pitchFamily="18" charset="2"/>
              </a:rPr>
              <a:t></a:t>
            </a:r>
            <a:r>
              <a:rPr lang="en-US" altLang="zh-CN" b="1">
                <a:latin typeface="Times New Roman" panose="02020603050405020304" pitchFamily="18" charset="0"/>
              </a:rPr>
              <a:t>)</a:t>
            </a:r>
            <a:r>
              <a:rPr lang="zh-CN" altLang="en-US">
                <a:latin typeface="Times New Roman" panose="02020603050405020304" pitchFamily="18" charset="0"/>
              </a:rPr>
              <a:t>中，对</a:t>
            </a:r>
            <a:r>
              <a:rPr lang="en-US" altLang="zh-CN" b="1">
                <a:latin typeface="Times New Roman" panose="02020603050405020304" pitchFamily="18" charset="0"/>
              </a:rPr>
              <a:t>FOLLOW(</a:t>
            </a:r>
            <a:r>
              <a:rPr lang="en-US" altLang="zh-CN" b="1" i="1">
                <a:latin typeface="Times New Roman" panose="02020603050405020304" pitchFamily="18" charset="0"/>
              </a:rPr>
              <a:t>A</a:t>
            </a:r>
            <a:r>
              <a:rPr lang="en-US" altLang="zh-CN" b="1">
                <a:latin typeface="Times New Roman" panose="02020603050405020304" pitchFamily="18" charset="0"/>
              </a:rPr>
              <a:t>)</a:t>
            </a:r>
            <a:r>
              <a:rPr lang="zh-CN" altLang="en-US">
                <a:latin typeface="Times New Roman" panose="02020603050405020304" pitchFamily="18" charset="0"/>
              </a:rPr>
              <a:t>的每个终结符</a:t>
            </a:r>
            <a:r>
              <a:rPr lang="en-US" altLang="zh-CN" b="1" i="1">
                <a:latin typeface="Times New Roman" panose="02020603050405020304" pitchFamily="18" charset="0"/>
              </a:rPr>
              <a:t>b</a:t>
            </a:r>
            <a:r>
              <a:rPr lang="zh-CN" altLang="en-US" b="1">
                <a:latin typeface="Times New Roman" panose="02020603050405020304" pitchFamily="18" charset="0"/>
              </a:rPr>
              <a:t>（</a:t>
            </a:r>
            <a:r>
              <a:rPr lang="zh-CN" altLang="en-US">
                <a:latin typeface="Times New Roman" panose="02020603050405020304" pitchFamily="18" charset="0"/>
              </a:rPr>
              <a:t>包括</a:t>
            </a:r>
            <a:r>
              <a:rPr lang="en-US" altLang="zh-CN" b="1">
                <a:latin typeface="Times New Roman" panose="02020603050405020304" pitchFamily="18" charset="0"/>
              </a:rPr>
              <a:t>$</a:t>
            </a:r>
            <a:r>
              <a:rPr lang="zh-CN" altLang="en-US" b="1">
                <a:latin typeface="Times New Roman" panose="02020603050405020304" pitchFamily="18" charset="0"/>
              </a:rPr>
              <a:t>）</a:t>
            </a:r>
            <a:r>
              <a:rPr lang="en-US" altLang="zh-CN" b="1">
                <a:latin typeface="Times New Roman" panose="02020603050405020304" pitchFamily="18" charset="0"/>
              </a:rPr>
              <a:t>, </a:t>
            </a:r>
            <a:r>
              <a:rPr lang="zh-CN" altLang="en-US">
                <a:latin typeface="Times New Roman" panose="02020603050405020304" pitchFamily="18" charset="0"/>
              </a:rPr>
              <a:t>把</a:t>
            </a:r>
            <a:r>
              <a:rPr lang="en-US" altLang="zh-CN" b="1" i="1">
                <a:latin typeface="Times New Roman" panose="02020603050405020304" pitchFamily="18" charset="0"/>
              </a:rPr>
              <a:t>A</a:t>
            </a:r>
            <a:r>
              <a:rPr lang="en-US" altLang="zh-CN" b="1">
                <a:latin typeface="Times New Roman" panose="02020603050405020304" pitchFamily="18" charset="0"/>
                <a:sym typeface="Symbol" panose="05050102010706020507" pitchFamily="18" charset="2"/>
              </a:rPr>
              <a:t></a:t>
            </a:r>
            <a:r>
              <a:rPr lang="en-US" altLang="zh-CN" b="1" i="1">
                <a:latin typeface="Times New Roman" panose="02020603050405020304" pitchFamily="18" charset="0"/>
                <a:sym typeface="Symbol" panose="05050102010706020507" pitchFamily="18" charset="2"/>
              </a:rPr>
              <a:t></a:t>
            </a:r>
            <a:r>
              <a:rPr lang="zh-CN" altLang="en-US">
                <a:latin typeface="Times New Roman" panose="02020603050405020304" pitchFamily="18" charset="0"/>
              </a:rPr>
              <a:t>加入</a:t>
            </a:r>
            <a:r>
              <a:rPr lang="en-US" altLang="zh-CN" b="1" i="1">
                <a:latin typeface="Times New Roman" panose="02020603050405020304" pitchFamily="18" charset="0"/>
              </a:rPr>
              <a:t>M</a:t>
            </a:r>
            <a:r>
              <a:rPr lang="en-US" altLang="zh-CN" b="1">
                <a:latin typeface="Times New Roman" panose="02020603050405020304" pitchFamily="18" charset="0"/>
              </a:rPr>
              <a:t>[</a:t>
            </a:r>
            <a:r>
              <a:rPr lang="en-US" altLang="zh-CN" b="1" i="1">
                <a:latin typeface="Times New Roman" panose="02020603050405020304" pitchFamily="18" charset="0"/>
              </a:rPr>
              <a:t>A</a:t>
            </a:r>
            <a:r>
              <a:rPr lang="en-US" altLang="zh-CN" b="1">
                <a:latin typeface="Times New Roman" panose="02020603050405020304" pitchFamily="18" charset="0"/>
              </a:rPr>
              <a:t>, </a:t>
            </a:r>
            <a:r>
              <a:rPr lang="en-US" altLang="zh-CN" b="1" i="1">
                <a:latin typeface="Times New Roman" panose="02020603050405020304" pitchFamily="18" charset="0"/>
              </a:rPr>
              <a:t>b</a:t>
            </a:r>
            <a:r>
              <a:rPr lang="en-US" altLang="zh-CN" b="1">
                <a:latin typeface="Times New Roman" panose="02020603050405020304" pitchFamily="18" charset="0"/>
              </a:rPr>
              <a:t>]</a:t>
            </a:r>
          </a:p>
          <a:p>
            <a:pPr marL="609600" indent="-609600" algn="just" eaLnBrk="1" hangingPunct="1">
              <a:buFont typeface="Wingdings" panose="05000000000000000000" pitchFamily="2" charset="2"/>
              <a:buNone/>
            </a:pPr>
            <a:r>
              <a:rPr lang="en-US" altLang="zh-CN" b="1">
                <a:latin typeface="Times New Roman" panose="02020603050405020304" pitchFamily="18" charset="0"/>
              </a:rPr>
              <a:t>(4)</a:t>
            </a:r>
            <a:r>
              <a:rPr lang="en-US" altLang="zh-CN" b="1" i="1">
                <a:latin typeface="Times New Roman" panose="02020603050405020304" pitchFamily="18" charset="0"/>
              </a:rPr>
              <a:t>M</a:t>
            </a:r>
            <a:r>
              <a:rPr lang="zh-CN" altLang="en-US">
                <a:latin typeface="Times New Roman" panose="02020603050405020304" pitchFamily="18" charset="0"/>
              </a:rPr>
              <a:t>的其它没有定义的条目都是</a:t>
            </a:r>
            <a:r>
              <a:rPr lang="en-US" altLang="zh-CN" b="1">
                <a:latin typeface="Times New Roman" panose="02020603050405020304" pitchFamily="18" charset="0"/>
              </a:rPr>
              <a:t>error</a:t>
            </a:r>
          </a:p>
        </p:txBody>
      </p:sp>
      <p:sp>
        <p:nvSpPr>
          <p:cNvPr id="2" name="日期占位符 1">
            <a:extLst>
              <a:ext uri="{FF2B5EF4-FFF2-40B4-BE49-F238E27FC236}">
                <a16:creationId xmlns:a16="http://schemas.microsoft.com/office/drawing/2014/main" id="{AF9CC551-53C2-5A43-6CCA-739E82223788}"/>
              </a:ext>
            </a:extLst>
          </p:cNvPr>
          <p:cNvSpPr>
            <a:spLocks noGrp="1"/>
          </p:cNvSpPr>
          <p:nvPr>
            <p:ph type="dt" sz="half" idx="10"/>
          </p:nvPr>
        </p:nvSpPr>
        <p:spPr/>
        <p:txBody>
          <a:bodyPr/>
          <a:lstStyle/>
          <a:p>
            <a:fld id="{F38C02E3-59C8-44D3-B418-166F36CBBAE1}" type="datetime2">
              <a:rPr lang="zh-CN" altLang="en-US" smtClean="0"/>
              <a:pPr/>
              <a:t>2025年11月26日</a:t>
            </a:fld>
            <a:endParaRPr lang="zh-CN" altLang="en-US"/>
          </a:p>
        </p:txBody>
      </p:sp>
      <p:sp>
        <p:nvSpPr>
          <p:cNvPr id="3" name="页脚占位符 2">
            <a:extLst>
              <a:ext uri="{FF2B5EF4-FFF2-40B4-BE49-F238E27FC236}">
                <a16:creationId xmlns:a16="http://schemas.microsoft.com/office/drawing/2014/main" id="{14168E07-B923-1E25-65D4-B53D2C262B99}"/>
              </a:ext>
            </a:extLst>
          </p:cNvPr>
          <p:cNvSpPr>
            <a:spLocks noGrp="1"/>
          </p:cNvSpPr>
          <p:nvPr>
            <p:ph type="ftr" sz="quarter" idx="11"/>
          </p:nvPr>
        </p:nvSpPr>
        <p:spPr/>
        <p:txBody>
          <a:bodyPr/>
          <a:lstStyle/>
          <a:p>
            <a:r>
              <a:rPr lang="zh-CN" altLang="en-US"/>
              <a:t>编译原理</a:t>
            </a:r>
            <a:r>
              <a:rPr lang="en-US" altLang="zh-CN"/>
              <a:t>-</a:t>
            </a:r>
            <a:r>
              <a:rPr lang="zh-CN" altLang="en-US"/>
              <a:t>王欣捷</a:t>
            </a:r>
            <a:r>
              <a:rPr lang="en-US" altLang="zh-CN"/>
              <a:t>-</a:t>
            </a:r>
            <a:r>
              <a:rPr lang="zh-CN" altLang="en-US"/>
              <a:t>第三章 语法分析</a:t>
            </a:r>
            <a:r>
              <a:rPr lang="en-US" altLang="zh-CN"/>
              <a:t>(4)</a:t>
            </a:r>
            <a:endParaRPr lang="zh-CN" altLang="en-US"/>
          </a:p>
        </p:txBody>
      </p:sp>
      <p:sp>
        <p:nvSpPr>
          <p:cNvPr id="4" name="灯片编号占位符 3">
            <a:extLst>
              <a:ext uri="{FF2B5EF4-FFF2-40B4-BE49-F238E27FC236}">
                <a16:creationId xmlns:a16="http://schemas.microsoft.com/office/drawing/2014/main" id="{F51429AC-55DF-A7F6-445B-C05CA913F28C}"/>
              </a:ext>
            </a:extLst>
          </p:cNvPr>
          <p:cNvSpPr>
            <a:spLocks noGrp="1"/>
          </p:cNvSpPr>
          <p:nvPr>
            <p:ph type="sldNum" sz="quarter" idx="12"/>
          </p:nvPr>
        </p:nvSpPr>
        <p:spPr/>
        <p:txBody>
          <a:bodyPr/>
          <a:lstStyle/>
          <a:p>
            <a:fld id="{094DEB03-EFC6-4C20-8FC8-295189A5386F}" type="slidenum">
              <a:rPr lang="zh-CN" altLang="en-US" smtClean="0"/>
              <a:pPr/>
              <a:t>37</a:t>
            </a:fld>
            <a:endParaRPr lang="zh-CN" altLang="en-US"/>
          </a:p>
        </p:txBody>
      </p:sp>
    </p:spTree>
  </p:cSld>
  <p:clrMapOvr>
    <a:masterClrMapping/>
  </p:clrMapOvr>
</p:sld>
</file>

<file path=ppt/slides/slide3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5058" name="Rectangle 2">
            <a:extLst>
              <a:ext uri="{FF2B5EF4-FFF2-40B4-BE49-F238E27FC236}">
                <a16:creationId xmlns:a16="http://schemas.microsoft.com/office/drawing/2014/main" id="{D7F2EC30-692B-4D7E-85F1-7CF08B849EF9}"/>
              </a:ext>
            </a:extLst>
          </p:cNvPr>
          <p:cNvSpPr>
            <a:spLocks noGrp="1" noChangeArrowheads="1"/>
          </p:cNvSpPr>
          <p:nvPr>
            <p:ph type="title"/>
          </p:nvPr>
        </p:nvSpPr>
        <p:spPr/>
        <p:txBody>
          <a:bodyPr/>
          <a:lstStyle/>
          <a:p>
            <a:pPr eaLnBrk="1" hangingPunct="1"/>
            <a:r>
              <a:rPr lang="en-US" altLang="zh-CN"/>
              <a:t>3.3.5 </a:t>
            </a:r>
            <a:r>
              <a:rPr lang="zh-CN" altLang="en-US"/>
              <a:t>构造预测分析表</a:t>
            </a:r>
          </a:p>
        </p:txBody>
      </p:sp>
      <p:sp>
        <p:nvSpPr>
          <p:cNvPr id="45059" name="Rectangle 3">
            <a:extLst>
              <a:ext uri="{FF2B5EF4-FFF2-40B4-BE49-F238E27FC236}">
                <a16:creationId xmlns:a16="http://schemas.microsoft.com/office/drawing/2014/main" id="{E48CE50F-874F-4738-93D2-527FC2180065}"/>
              </a:ext>
            </a:extLst>
          </p:cNvPr>
          <p:cNvSpPr>
            <a:spLocks noGrp="1" noChangeArrowheads="1"/>
          </p:cNvSpPr>
          <p:nvPr>
            <p:ph idx="1"/>
          </p:nvPr>
        </p:nvSpPr>
        <p:spPr/>
        <p:txBody>
          <a:bodyPr/>
          <a:lstStyle/>
          <a:p>
            <a:pPr eaLnBrk="1" hangingPunct="1"/>
            <a:r>
              <a:rPr lang="zh-CN" altLang="en-US" sz="2400">
                <a:latin typeface="Times New Roman" panose="02020603050405020304" pitchFamily="18" charset="0"/>
              </a:rPr>
              <a:t>例</a:t>
            </a:r>
            <a:r>
              <a:rPr lang="en-US" altLang="zh-CN" sz="2400" b="1">
                <a:latin typeface="Times New Roman" panose="02020603050405020304" pitchFamily="18" charset="0"/>
              </a:rPr>
              <a:t>3.14 	</a:t>
            </a:r>
            <a:r>
              <a:rPr lang="en-US" altLang="zh-CN" sz="2400" b="1" i="1">
                <a:latin typeface="Times New Roman" panose="02020603050405020304" pitchFamily="18" charset="0"/>
              </a:rPr>
              <a:t>E</a:t>
            </a:r>
            <a:r>
              <a:rPr lang="en-US" altLang="zh-CN" sz="2400" b="1">
                <a:latin typeface="Times New Roman" panose="02020603050405020304" pitchFamily="18" charset="0"/>
              </a:rPr>
              <a:t> </a:t>
            </a:r>
            <a:r>
              <a:rPr lang="en-US" altLang="zh-CN" sz="2400" b="1">
                <a:latin typeface="Times New Roman" panose="02020603050405020304" pitchFamily="18" charset="0"/>
                <a:sym typeface="Symbol" panose="05050102010706020507" pitchFamily="18" charset="2"/>
              </a:rPr>
              <a:t></a:t>
            </a:r>
            <a:r>
              <a:rPr lang="en-US" altLang="zh-CN" sz="2400" b="1">
                <a:latin typeface="Times New Roman" panose="02020603050405020304" pitchFamily="18" charset="0"/>
              </a:rPr>
              <a:t> </a:t>
            </a:r>
            <a:r>
              <a:rPr lang="en-US" altLang="zh-CN" sz="2400" b="1" i="1">
                <a:latin typeface="Times New Roman" panose="02020603050405020304" pitchFamily="18" charset="0"/>
              </a:rPr>
              <a:t>TE </a:t>
            </a:r>
            <a:r>
              <a:rPr lang="en-US" altLang="zh-CN" sz="2400" b="1">
                <a:latin typeface="Times New Roman" panose="02020603050405020304" pitchFamily="18" charset="0"/>
                <a:sym typeface="Symbol" panose="05050102010706020507" pitchFamily="18" charset="2"/>
              </a:rPr>
              <a:t></a:t>
            </a:r>
            <a:endParaRPr lang="en-US" altLang="zh-CN" sz="2400" b="1">
              <a:latin typeface="Times New Roman" panose="02020603050405020304" pitchFamily="18" charset="0"/>
            </a:endParaRPr>
          </a:p>
          <a:p>
            <a:pPr algn="just" eaLnBrk="1" hangingPunct="1">
              <a:spcBef>
                <a:spcPct val="10000"/>
              </a:spcBef>
              <a:buFont typeface="Wingdings" panose="05000000000000000000" pitchFamily="2" charset="2"/>
              <a:buNone/>
            </a:pPr>
            <a:r>
              <a:rPr lang="en-US" altLang="zh-CN" sz="2400" b="1" i="1">
                <a:latin typeface="Times New Roman" panose="02020603050405020304" pitchFamily="18" charset="0"/>
              </a:rPr>
              <a:t>	  		E </a:t>
            </a:r>
            <a:r>
              <a:rPr lang="en-US" altLang="zh-CN" sz="2400" b="1">
                <a:latin typeface="Times New Roman" panose="02020603050405020304" pitchFamily="18" charset="0"/>
                <a:sym typeface="Symbol" panose="05050102010706020507" pitchFamily="18" charset="2"/>
              </a:rPr>
              <a:t></a:t>
            </a:r>
            <a:r>
              <a:rPr lang="en-US" altLang="zh-CN" sz="2400" b="1">
                <a:latin typeface="Times New Roman" panose="02020603050405020304" pitchFamily="18" charset="0"/>
              </a:rPr>
              <a:t> </a:t>
            </a:r>
            <a:r>
              <a:rPr lang="en-US" altLang="zh-CN" sz="2400" b="1">
                <a:latin typeface="Times New Roman" panose="02020603050405020304" pitchFamily="18" charset="0"/>
                <a:sym typeface="Symbol" panose="05050102010706020507" pitchFamily="18" charset="2"/>
              </a:rPr>
              <a:t></a:t>
            </a:r>
            <a:r>
              <a:rPr lang="en-US" altLang="zh-CN" sz="2400" b="1">
                <a:latin typeface="Times New Roman" panose="02020603050405020304" pitchFamily="18" charset="0"/>
              </a:rPr>
              <a:t> + </a:t>
            </a:r>
            <a:r>
              <a:rPr lang="en-US" altLang="zh-CN" sz="2400" b="1" i="1">
                <a:latin typeface="Times New Roman" panose="02020603050405020304" pitchFamily="18" charset="0"/>
              </a:rPr>
              <a:t>TE </a:t>
            </a:r>
            <a:r>
              <a:rPr lang="en-US" altLang="zh-CN" sz="2400" b="1">
                <a:latin typeface="Times New Roman" panose="02020603050405020304" pitchFamily="18" charset="0"/>
                <a:sym typeface="Symbol" panose="05050102010706020507" pitchFamily="18" charset="2"/>
              </a:rPr>
              <a:t></a:t>
            </a:r>
            <a:r>
              <a:rPr lang="en-US" altLang="zh-CN" sz="2400" b="1" baseline="30000">
                <a:latin typeface="Times New Roman" panose="02020603050405020304" pitchFamily="18" charset="0"/>
              </a:rPr>
              <a:t> </a:t>
            </a:r>
            <a:r>
              <a:rPr lang="en-US" altLang="zh-CN" sz="2400" b="1">
                <a:latin typeface="Times New Roman" panose="02020603050405020304" pitchFamily="18" charset="0"/>
              </a:rPr>
              <a:t>| </a:t>
            </a:r>
            <a:r>
              <a:rPr lang="en-US" altLang="zh-CN" sz="2400" b="1">
                <a:latin typeface="Times New Roman" panose="02020603050405020304" pitchFamily="18" charset="0"/>
                <a:sym typeface="Symbol" panose="05050102010706020507" pitchFamily="18" charset="2"/>
              </a:rPr>
              <a:t></a:t>
            </a:r>
            <a:endParaRPr lang="en-US" altLang="zh-CN" sz="2400" b="1">
              <a:latin typeface="Times New Roman" panose="02020603050405020304" pitchFamily="18" charset="0"/>
            </a:endParaRPr>
          </a:p>
          <a:p>
            <a:pPr algn="just" eaLnBrk="1" hangingPunct="1">
              <a:spcBef>
                <a:spcPct val="10000"/>
              </a:spcBef>
              <a:buFont typeface="Wingdings" panose="05000000000000000000" pitchFamily="2" charset="2"/>
              <a:buNone/>
            </a:pPr>
            <a:r>
              <a:rPr lang="en-US" altLang="zh-CN" sz="2400" b="1" i="1">
                <a:latin typeface="Times New Roman" panose="02020603050405020304" pitchFamily="18" charset="0"/>
              </a:rPr>
              <a:t>     		T</a:t>
            </a:r>
            <a:r>
              <a:rPr lang="en-US" altLang="zh-CN" sz="2400" b="1">
                <a:latin typeface="Times New Roman" panose="02020603050405020304" pitchFamily="18" charset="0"/>
              </a:rPr>
              <a:t> </a:t>
            </a:r>
            <a:r>
              <a:rPr lang="en-US" altLang="zh-CN" sz="2400" b="1">
                <a:latin typeface="Times New Roman" panose="02020603050405020304" pitchFamily="18" charset="0"/>
                <a:sym typeface="Symbol" panose="05050102010706020507" pitchFamily="18" charset="2"/>
              </a:rPr>
              <a:t></a:t>
            </a:r>
            <a:r>
              <a:rPr lang="en-US" altLang="zh-CN" sz="2400" b="1">
                <a:latin typeface="Times New Roman" panose="02020603050405020304" pitchFamily="18" charset="0"/>
              </a:rPr>
              <a:t> </a:t>
            </a:r>
            <a:r>
              <a:rPr lang="en-US" altLang="zh-CN" sz="2400" b="1" i="1">
                <a:latin typeface="Times New Roman" panose="02020603050405020304" pitchFamily="18" charset="0"/>
              </a:rPr>
              <a:t>FT </a:t>
            </a:r>
            <a:r>
              <a:rPr lang="en-US" altLang="zh-CN" sz="2400" b="1">
                <a:latin typeface="Times New Roman" panose="02020603050405020304" pitchFamily="18" charset="0"/>
                <a:sym typeface="Symbol" panose="05050102010706020507" pitchFamily="18" charset="2"/>
              </a:rPr>
              <a:t></a:t>
            </a:r>
            <a:endParaRPr lang="en-US" altLang="zh-CN" sz="2400" b="1">
              <a:latin typeface="Times New Roman" panose="02020603050405020304" pitchFamily="18" charset="0"/>
            </a:endParaRPr>
          </a:p>
          <a:p>
            <a:pPr algn="just" eaLnBrk="1" hangingPunct="1">
              <a:spcBef>
                <a:spcPct val="10000"/>
              </a:spcBef>
              <a:buFont typeface="Wingdings" panose="05000000000000000000" pitchFamily="2" charset="2"/>
              <a:buNone/>
            </a:pPr>
            <a:r>
              <a:rPr lang="en-US" altLang="zh-CN" sz="2400" b="1" i="1">
                <a:latin typeface="Times New Roman" panose="02020603050405020304" pitchFamily="18" charset="0"/>
              </a:rPr>
              <a:t>     		T </a:t>
            </a:r>
            <a:r>
              <a:rPr lang="en-US" altLang="zh-CN" sz="2400" b="1">
                <a:latin typeface="Times New Roman" panose="02020603050405020304" pitchFamily="18" charset="0"/>
                <a:sym typeface="Symbol" panose="05050102010706020507" pitchFamily="18" charset="2"/>
              </a:rPr>
              <a:t></a:t>
            </a:r>
            <a:r>
              <a:rPr lang="en-US" altLang="zh-CN" sz="2400" b="1">
                <a:latin typeface="Times New Roman" panose="02020603050405020304" pitchFamily="18" charset="0"/>
              </a:rPr>
              <a:t> </a:t>
            </a:r>
            <a:r>
              <a:rPr lang="en-US" altLang="zh-CN" sz="2400" b="1">
                <a:latin typeface="Times New Roman" panose="02020603050405020304" pitchFamily="18" charset="0"/>
                <a:sym typeface="Symbol" panose="05050102010706020507" pitchFamily="18" charset="2"/>
              </a:rPr>
              <a:t></a:t>
            </a:r>
            <a:r>
              <a:rPr lang="en-US" altLang="zh-CN" sz="2400" b="1">
                <a:latin typeface="Times New Roman" panose="02020603050405020304" pitchFamily="18" charset="0"/>
              </a:rPr>
              <a:t> </a:t>
            </a:r>
            <a:r>
              <a:rPr lang="en-US" altLang="zh-CN" sz="2400" b="1">
                <a:latin typeface="Times New Roman" panose="02020603050405020304" pitchFamily="18" charset="0"/>
                <a:cs typeface="Times New Roman" panose="02020603050405020304" pitchFamily="18" charset="0"/>
                <a:sym typeface="Symbol" panose="05050102010706020507" pitchFamily="18" charset="2"/>
              </a:rPr>
              <a:t></a:t>
            </a:r>
            <a:r>
              <a:rPr lang="en-US" altLang="zh-CN" sz="2400" b="1">
                <a:latin typeface="Times New Roman" panose="02020603050405020304" pitchFamily="18" charset="0"/>
              </a:rPr>
              <a:t> </a:t>
            </a:r>
            <a:r>
              <a:rPr lang="en-US" altLang="zh-CN" sz="2400" b="1" i="1">
                <a:latin typeface="Times New Roman" panose="02020603050405020304" pitchFamily="18" charset="0"/>
              </a:rPr>
              <a:t>FT </a:t>
            </a:r>
            <a:r>
              <a:rPr lang="en-US" altLang="zh-CN" sz="2400" b="1">
                <a:latin typeface="Times New Roman" panose="02020603050405020304" pitchFamily="18" charset="0"/>
                <a:sym typeface="Symbol" panose="05050102010706020507" pitchFamily="18" charset="2"/>
              </a:rPr>
              <a:t></a:t>
            </a:r>
            <a:r>
              <a:rPr lang="en-US" altLang="zh-CN" sz="2400" b="1" i="1">
                <a:latin typeface="Times New Roman" panose="02020603050405020304" pitchFamily="18" charset="0"/>
              </a:rPr>
              <a:t> </a:t>
            </a:r>
            <a:r>
              <a:rPr lang="en-US" altLang="zh-CN" sz="2400" b="1">
                <a:latin typeface="Times New Roman" panose="02020603050405020304" pitchFamily="18" charset="0"/>
              </a:rPr>
              <a:t>| </a:t>
            </a:r>
            <a:r>
              <a:rPr lang="en-US" altLang="zh-CN" sz="2400" b="1">
                <a:latin typeface="Times New Roman" panose="02020603050405020304" pitchFamily="18" charset="0"/>
                <a:sym typeface="Symbol" panose="05050102010706020507" pitchFamily="18" charset="2"/>
              </a:rPr>
              <a:t></a:t>
            </a:r>
            <a:endParaRPr lang="en-US" altLang="zh-CN" sz="2400" b="1">
              <a:latin typeface="Times New Roman" panose="02020603050405020304" pitchFamily="18" charset="0"/>
            </a:endParaRPr>
          </a:p>
          <a:p>
            <a:pPr algn="just" eaLnBrk="1" hangingPunct="1">
              <a:spcBef>
                <a:spcPct val="10000"/>
              </a:spcBef>
              <a:buFont typeface="Wingdings" panose="05000000000000000000" pitchFamily="2" charset="2"/>
              <a:buNone/>
            </a:pPr>
            <a:r>
              <a:rPr lang="en-US" altLang="zh-CN" sz="2400" b="1" i="1">
                <a:latin typeface="Times New Roman" panose="02020603050405020304" pitchFamily="18" charset="0"/>
              </a:rPr>
              <a:t>     		F</a:t>
            </a:r>
            <a:r>
              <a:rPr lang="en-US" altLang="zh-CN" sz="2400" b="1">
                <a:latin typeface="Times New Roman" panose="02020603050405020304" pitchFamily="18" charset="0"/>
              </a:rPr>
              <a:t> </a:t>
            </a:r>
            <a:r>
              <a:rPr lang="en-US" altLang="zh-CN" sz="2400" b="1">
                <a:latin typeface="Times New Roman" panose="02020603050405020304" pitchFamily="18" charset="0"/>
                <a:sym typeface="Symbol" panose="05050102010706020507" pitchFamily="18" charset="2"/>
              </a:rPr>
              <a:t></a:t>
            </a:r>
            <a:r>
              <a:rPr lang="en-US" altLang="zh-CN" sz="2400" b="1">
                <a:latin typeface="Times New Roman" panose="02020603050405020304" pitchFamily="18" charset="0"/>
              </a:rPr>
              <a:t> (</a:t>
            </a:r>
            <a:r>
              <a:rPr lang="en-US" altLang="zh-CN" sz="2400" b="1" i="1">
                <a:latin typeface="Times New Roman" panose="02020603050405020304" pitchFamily="18" charset="0"/>
              </a:rPr>
              <a:t>E</a:t>
            </a:r>
            <a:r>
              <a:rPr lang="en-US" altLang="zh-CN" sz="2400" b="1">
                <a:latin typeface="Times New Roman" panose="02020603050405020304" pitchFamily="18" charset="0"/>
              </a:rPr>
              <a:t>) | id</a:t>
            </a:r>
          </a:p>
          <a:p>
            <a:pPr algn="just" eaLnBrk="1" hangingPunct="1">
              <a:spcBef>
                <a:spcPct val="10000"/>
              </a:spcBef>
              <a:buFont typeface="Wingdings" panose="05000000000000000000" pitchFamily="2" charset="2"/>
              <a:buNone/>
            </a:pPr>
            <a:endParaRPr lang="en-US" altLang="zh-CN" sz="2400" b="1">
              <a:latin typeface="Times New Roman" panose="02020603050405020304" pitchFamily="18" charset="0"/>
            </a:endParaRPr>
          </a:p>
          <a:p>
            <a:pPr algn="just" eaLnBrk="1" hangingPunct="1">
              <a:spcBef>
                <a:spcPct val="10000"/>
              </a:spcBef>
              <a:buFont typeface="Wingdings" panose="05000000000000000000" pitchFamily="2" charset="2"/>
              <a:buNone/>
            </a:pPr>
            <a:r>
              <a:rPr lang="en-US" altLang="zh-CN" sz="2400" b="1">
                <a:latin typeface="Times New Roman" panose="02020603050405020304" pitchFamily="18" charset="0"/>
              </a:rPr>
              <a:t>FIRST(</a:t>
            </a:r>
            <a:r>
              <a:rPr lang="en-US" altLang="zh-CN" sz="2400" b="1" i="1">
                <a:latin typeface="Times New Roman" panose="02020603050405020304" pitchFamily="18" charset="0"/>
              </a:rPr>
              <a:t>E</a:t>
            </a:r>
            <a:r>
              <a:rPr lang="en-US" altLang="zh-CN" sz="2400" b="1">
                <a:latin typeface="Times New Roman" panose="02020603050405020304" pitchFamily="18" charset="0"/>
              </a:rPr>
              <a:t>) = FIRST(</a:t>
            </a:r>
            <a:r>
              <a:rPr lang="en-US" altLang="zh-CN" sz="2400" b="1" i="1">
                <a:latin typeface="Times New Roman" panose="02020603050405020304" pitchFamily="18" charset="0"/>
              </a:rPr>
              <a:t>T</a:t>
            </a:r>
            <a:r>
              <a:rPr lang="en-US" altLang="zh-CN" sz="2400" b="1">
                <a:latin typeface="Times New Roman" panose="02020603050405020304" pitchFamily="18" charset="0"/>
              </a:rPr>
              <a:t>) = FIRST(</a:t>
            </a:r>
            <a:r>
              <a:rPr lang="en-US" altLang="zh-CN" sz="2400" b="1" i="1">
                <a:latin typeface="Times New Roman" panose="02020603050405020304" pitchFamily="18" charset="0"/>
              </a:rPr>
              <a:t>F</a:t>
            </a:r>
            <a:r>
              <a:rPr lang="en-US" altLang="zh-CN" sz="2400" b="1">
                <a:latin typeface="Times New Roman" panose="02020603050405020304" pitchFamily="18" charset="0"/>
              </a:rPr>
              <a:t>) = { ( , id }</a:t>
            </a:r>
          </a:p>
          <a:p>
            <a:pPr algn="just" eaLnBrk="1" hangingPunct="1">
              <a:spcBef>
                <a:spcPct val="10000"/>
              </a:spcBef>
              <a:buFont typeface="Wingdings" panose="05000000000000000000" pitchFamily="2" charset="2"/>
              <a:buNone/>
            </a:pPr>
            <a:r>
              <a:rPr lang="en-US" altLang="zh-CN" sz="2400" b="1">
                <a:latin typeface="Times New Roman" panose="02020603050405020304" pitchFamily="18" charset="0"/>
              </a:rPr>
              <a:t>FIRST(</a:t>
            </a:r>
            <a:r>
              <a:rPr lang="en-US" altLang="zh-CN" sz="2400" b="1" i="1">
                <a:latin typeface="Times New Roman" panose="02020603050405020304" pitchFamily="18" charset="0"/>
              </a:rPr>
              <a:t>E </a:t>
            </a:r>
            <a:r>
              <a:rPr lang="en-US" altLang="zh-CN" sz="2400" b="1">
                <a:latin typeface="Times New Roman" panose="02020603050405020304" pitchFamily="18" charset="0"/>
                <a:sym typeface="Symbol" panose="05050102010706020507" pitchFamily="18" charset="2"/>
              </a:rPr>
              <a:t></a:t>
            </a:r>
            <a:r>
              <a:rPr lang="en-US" altLang="zh-CN" sz="2400" b="1">
                <a:latin typeface="Times New Roman" panose="02020603050405020304" pitchFamily="18" charset="0"/>
              </a:rPr>
              <a:t>) = {+, </a:t>
            </a:r>
            <a:r>
              <a:rPr lang="en-US" altLang="zh-CN" sz="2400" b="1">
                <a:latin typeface="Times New Roman" panose="02020603050405020304" pitchFamily="18" charset="0"/>
                <a:sym typeface="Symbol" panose="05050102010706020507" pitchFamily="18" charset="2"/>
              </a:rPr>
              <a:t></a:t>
            </a:r>
            <a:r>
              <a:rPr lang="en-US" altLang="zh-CN" sz="2400" b="1">
                <a:latin typeface="Times New Roman" panose="02020603050405020304" pitchFamily="18" charset="0"/>
              </a:rPr>
              <a:t>}</a:t>
            </a:r>
          </a:p>
          <a:p>
            <a:pPr algn="just" eaLnBrk="1" hangingPunct="1">
              <a:spcBef>
                <a:spcPct val="10000"/>
              </a:spcBef>
              <a:buFont typeface="Wingdings" panose="05000000000000000000" pitchFamily="2" charset="2"/>
              <a:buNone/>
            </a:pPr>
            <a:r>
              <a:rPr lang="en-US" altLang="zh-CN" sz="2400" b="1">
                <a:latin typeface="Times New Roman" panose="02020603050405020304" pitchFamily="18" charset="0"/>
              </a:rPr>
              <a:t>FIRST(</a:t>
            </a:r>
            <a:r>
              <a:rPr lang="en-US" altLang="zh-CN" sz="2400" b="1" i="1">
                <a:latin typeface="Times New Roman" panose="02020603050405020304" pitchFamily="18" charset="0"/>
              </a:rPr>
              <a:t>T </a:t>
            </a:r>
            <a:r>
              <a:rPr lang="en-US" altLang="zh-CN" sz="2400" b="1">
                <a:latin typeface="Times New Roman" panose="02020603050405020304" pitchFamily="18" charset="0"/>
                <a:sym typeface="Symbol" panose="05050102010706020507" pitchFamily="18" charset="2"/>
              </a:rPr>
              <a:t></a:t>
            </a:r>
            <a:r>
              <a:rPr lang="en-US" altLang="zh-CN" sz="2400" b="1">
                <a:latin typeface="Times New Roman" panose="02020603050405020304" pitchFamily="18" charset="0"/>
              </a:rPr>
              <a:t>) = {</a:t>
            </a:r>
            <a:r>
              <a:rPr lang="en-US" altLang="zh-CN" sz="2400" b="1">
                <a:latin typeface="Times New Roman" panose="02020603050405020304" pitchFamily="18" charset="0"/>
                <a:cs typeface="Times New Roman" panose="02020603050405020304" pitchFamily="18" charset="0"/>
                <a:sym typeface="Symbol" panose="05050102010706020507" pitchFamily="18" charset="2"/>
              </a:rPr>
              <a:t></a:t>
            </a:r>
            <a:r>
              <a:rPr lang="en-US" altLang="zh-CN" sz="2400" b="1">
                <a:latin typeface="Times New Roman" panose="02020603050405020304" pitchFamily="18" charset="0"/>
              </a:rPr>
              <a:t>, </a:t>
            </a:r>
            <a:r>
              <a:rPr lang="en-US" altLang="zh-CN" sz="2400" b="1">
                <a:latin typeface="Times New Roman" panose="02020603050405020304" pitchFamily="18" charset="0"/>
                <a:sym typeface="Symbol" panose="05050102010706020507" pitchFamily="18" charset="2"/>
              </a:rPr>
              <a:t></a:t>
            </a:r>
            <a:r>
              <a:rPr lang="en-US" altLang="zh-CN" sz="2400" b="1">
                <a:latin typeface="Times New Roman" panose="02020603050405020304" pitchFamily="18" charset="0"/>
              </a:rPr>
              <a:t>}</a:t>
            </a:r>
          </a:p>
          <a:p>
            <a:pPr algn="just" eaLnBrk="1" hangingPunct="1">
              <a:spcBef>
                <a:spcPct val="10000"/>
              </a:spcBef>
              <a:buFont typeface="Wingdings" panose="05000000000000000000" pitchFamily="2" charset="2"/>
              <a:buNone/>
            </a:pPr>
            <a:r>
              <a:rPr lang="en-US" altLang="zh-CN" sz="2400" b="1">
                <a:latin typeface="Times New Roman" panose="02020603050405020304" pitchFamily="18" charset="0"/>
              </a:rPr>
              <a:t>FOLLOW(</a:t>
            </a:r>
            <a:r>
              <a:rPr lang="en-US" altLang="zh-CN" sz="2400" b="1" i="1">
                <a:latin typeface="Times New Roman" panose="02020603050405020304" pitchFamily="18" charset="0"/>
              </a:rPr>
              <a:t>E</a:t>
            </a:r>
            <a:r>
              <a:rPr lang="en-US" altLang="zh-CN" sz="2400" b="1">
                <a:latin typeface="Times New Roman" panose="02020603050405020304" pitchFamily="18" charset="0"/>
              </a:rPr>
              <a:t>) = FOLLOW(</a:t>
            </a:r>
            <a:r>
              <a:rPr lang="en-US" altLang="zh-CN" sz="2400" b="1" i="1">
                <a:latin typeface="Times New Roman" panose="02020603050405020304" pitchFamily="18" charset="0"/>
              </a:rPr>
              <a:t>E </a:t>
            </a:r>
            <a:r>
              <a:rPr lang="en-US" altLang="zh-CN" sz="2400" b="1">
                <a:latin typeface="Times New Roman" panose="02020603050405020304" pitchFamily="18" charset="0"/>
                <a:sym typeface="Symbol" panose="05050102010706020507" pitchFamily="18" charset="2"/>
              </a:rPr>
              <a:t></a:t>
            </a:r>
            <a:r>
              <a:rPr lang="en-US" altLang="zh-CN" sz="2400" b="1">
                <a:latin typeface="Times New Roman" panose="02020603050405020304" pitchFamily="18" charset="0"/>
              </a:rPr>
              <a:t>) = { ), $}</a:t>
            </a:r>
          </a:p>
          <a:p>
            <a:pPr algn="just" eaLnBrk="1" hangingPunct="1">
              <a:spcBef>
                <a:spcPct val="10000"/>
              </a:spcBef>
              <a:buFont typeface="Wingdings" panose="05000000000000000000" pitchFamily="2" charset="2"/>
              <a:buNone/>
            </a:pPr>
            <a:r>
              <a:rPr lang="en-US" altLang="zh-CN" sz="2400" b="1">
                <a:latin typeface="Times New Roman" panose="02020603050405020304" pitchFamily="18" charset="0"/>
              </a:rPr>
              <a:t>FOLLOW(</a:t>
            </a:r>
            <a:r>
              <a:rPr lang="en-US" altLang="zh-CN" sz="2400" b="1" i="1">
                <a:latin typeface="Times New Roman" panose="02020603050405020304" pitchFamily="18" charset="0"/>
              </a:rPr>
              <a:t>T</a:t>
            </a:r>
            <a:r>
              <a:rPr lang="en-US" altLang="zh-CN" sz="2400" b="1">
                <a:latin typeface="Times New Roman" panose="02020603050405020304" pitchFamily="18" charset="0"/>
              </a:rPr>
              <a:t>) = FOLLOW (</a:t>
            </a:r>
            <a:r>
              <a:rPr lang="en-US" altLang="zh-CN" sz="2400" b="1" i="1">
                <a:latin typeface="Times New Roman" panose="02020603050405020304" pitchFamily="18" charset="0"/>
              </a:rPr>
              <a:t>T </a:t>
            </a:r>
            <a:r>
              <a:rPr lang="en-US" altLang="zh-CN" sz="2400" b="1">
                <a:latin typeface="Times New Roman" panose="02020603050405020304" pitchFamily="18" charset="0"/>
                <a:sym typeface="Symbol" panose="05050102010706020507" pitchFamily="18" charset="2"/>
              </a:rPr>
              <a:t></a:t>
            </a:r>
            <a:r>
              <a:rPr lang="en-US" altLang="zh-CN" sz="2400" b="1">
                <a:latin typeface="Times New Roman" panose="02020603050405020304" pitchFamily="18" charset="0"/>
              </a:rPr>
              <a:t>) = { +, ), $}</a:t>
            </a:r>
          </a:p>
          <a:p>
            <a:pPr algn="just" eaLnBrk="1" hangingPunct="1">
              <a:spcBef>
                <a:spcPct val="10000"/>
              </a:spcBef>
              <a:buFont typeface="Wingdings" panose="05000000000000000000" pitchFamily="2" charset="2"/>
              <a:buNone/>
            </a:pPr>
            <a:r>
              <a:rPr lang="en-US" altLang="zh-CN" sz="2400" b="1">
                <a:latin typeface="Times New Roman" panose="02020603050405020304" pitchFamily="18" charset="0"/>
              </a:rPr>
              <a:t>FOLLOW(</a:t>
            </a:r>
            <a:r>
              <a:rPr lang="en-US" altLang="zh-CN" sz="2400" b="1" i="1">
                <a:latin typeface="Times New Roman" panose="02020603050405020304" pitchFamily="18" charset="0"/>
              </a:rPr>
              <a:t>F</a:t>
            </a:r>
            <a:r>
              <a:rPr lang="en-US" altLang="zh-CN" sz="2400" b="1">
                <a:latin typeface="Times New Roman" panose="02020603050405020304" pitchFamily="18" charset="0"/>
              </a:rPr>
              <a:t>) = {+, </a:t>
            </a:r>
            <a:r>
              <a:rPr lang="en-US" altLang="zh-CN" sz="2400" b="1">
                <a:latin typeface="Times New Roman" panose="02020603050405020304" pitchFamily="18" charset="0"/>
                <a:cs typeface="Times New Roman" panose="02020603050405020304" pitchFamily="18" charset="0"/>
                <a:sym typeface="Symbol" panose="05050102010706020507" pitchFamily="18" charset="2"/>
              </a:rPr>
              <a:t></a:t>
            </a:r>
            <a:r>
              <a:rPr lang="en-US" altLang="zh-CN" sz="2400" b="1">
                <a:latin typeface="Times New Roman" panose="02020603050405020304" pitchFamily="18" charset="0"/>
              </a:rPr>
              <a:t>, ), $} </a:t>
            </a:r>
          </a:p>
          <a:p>
            <a:pPr algn="just" eaLnBrk="1" hangingPunct="1">
              <a:spcBef>
                <a:spcPct val="10000"/>
              </a:spcBef>
              <a:buFont typeface="Wingdings" panose="05000000000000000000" pitchFamily="2" charset="2"/>
              <a:buNone/>
            </a:pPr>
            <a:endParaRPr lang="en-US" altLang="zh-CN" sz="2400">
              <a:latin typeface="Times New Roman" panose="02020603050405020304" pitchFamily="18" charset="0"/>
            </a:endParaRPr>
          </a:p>
        </p:txBody>
      </p:sp>
      <p:sp>
        <p:nvSpPr>
          <p:cNvPr id="2" name="日期占位符 1">
            <a:extLst>
              <a:ext uri="{FF2B5EF4-FFF2-40B4-BE49-F238E27FC236}">
                <a16:creationId xmlns:a16="http://schemas.microsoft.com/office/drawing/2014/main" id="{504D0B03-3D96-24D2-B147-60487029A918}"/>
              </a:ext>
            </a:extLst>
          </p:cNvPr>
          <p:cNvSpPr>
            <a:spLocks noGrp="1"/>
          </p:cNvSpPr>
          <p:nvPr>
            <p:ph type="dt" sz="half" idx="10"/>
          </p:nvPr>
        </p:nvSpPr>
        <p:spPr/>
        <p:txBody>
          <a:bodyPr/>
          <a:lstStyle/>
          <a:p>
            <a:fld id="{6254F8EB-F4C2-41AF-859D-6201FF05B4CF}" type="datetime2">
              <a:rPr lang="zh-CN" altLang="en-US" smtClean="0"/>
              <a:pPr/>
              <a:t>2025年11月26日</a:t>
            </a:fld>
            <a:endParaRPr lang="zh-CN" altLang="en-US"/>
          </a:p>
        </p:txBody>
      </p:sp>
      <p:sp>
        <p:nvSpPr>
          <p:cNvPr id="3" name="页脚占位符 2">
            <a:extLst>
              <a:ext uri="{FF2B5EF4-FFF2-40B4-BE49-F238E27FC236}">
                <a16:creationId xmlns:a16="http://schemas.microsoft.com/office/drawing/2014/main" id="{71875D1C-03F9-BFF4-F778-68535C5D2D1C}"/>
              </a:ext>
            </a:extLst>
          </p:cNvPr>
          <p:cNvSpPr>
            <a:spLocks noGrp="1"/>
          </p:cNvSpPr>
          <p:nvPr>
            <p:ph type="ftr" sz="quarter" idx="11"/>
          </p:nvPr>
        </p:nvSpPr>
        <p:spPr/>
        <p:txBody>
          <a:bodyPr/>
          <a:lstStyle/>
          <a:p>
            <a:r>
              <a:rPr lang="zh-CN" altLang="en-US"/>
              <a:t>编译原理</a:t>
            </a:r>
            <a:r>
              <a:rPr lang="en-US" altLang="zh-CN"/>
              <a:t>-</a:t>
            </a:r>
            <a:r>
              <a:rPr lang="zh-CN" altLang="en-US"/>
              <a:t>王欣捷</a:t>
            </a:r>
            <a:r>
              <a:rPr lang="en-US" altLang="zh-CN"/>
              <a:t>-</a:t>
            </a:r>
            <a:r>
              <a:rPr lang="zh-CN" altLang="en-US"/>
              <a:t>第三章 语法分析</a:t>
            </a:r>
            <a:r>
              <a:rPr lang="en-US" altLang="zh-CN"/>
              <a:t>(4)</a:t>
            </a:r>
            <a:endParaRPr lang="zh-CN" altLang="en-US"/>
          </a:p>
        </p:txBody>
      </p:sp>
      <p:sp>
        <p:nvSpPr>
          <p:cNvPr id="4" name="灯片编号占位符 3">
            <a:extLst>
              <a:ext uri="{FF2B5EF4-FFF2-40B4-BE49-F238E27FC236}">
                <a16:creationId xmlns:a16="http://schemas.microsoft.com/office/drawing/2014/main" id="{0F5B28FB-6F47-9078-3EB3-6E3627C29240}"/>
              </a:ext>
            </a:extLst>
          </p:cNvPr>
          <p:cNvSpPr>
            <a:spLocks noGrp="1"/>
          </p:cNvSpPr>
          <p:nvPr>
            <p:ph type="sldNum" sz="quarter" idx="12"/>
          </p:nvPr>
        </p:nvSpPr>
        <p:spPr/>
        <p:txBody>
          <a:bodyPr/>
          <a:lstStyle/>
          <a:p>
            <a:fld id="{094DEB03-EFC6-4C20-8FC8-295189A5386F}" type="slidenum">
              <a:rPr lang="zh-CN" altLang="en-US" smtClean="0"/>
              <a:pPr/>
              <a:t>38</a:t>
            </a:fld>
            <a:endParaRPr lang="zh-CN" altLang="en-US"/>
          </a:p>
        </p:txBody>
      </p:sp>
    </p:spTree>
  </p:cSld>
  <p:clrMapOvr>
    <a:masterClrMapping/>
  </p:clrMapOvr>
</p:sld>
</file>

<file path=ppt/slides/slide3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标题 1">
            <a:extLst>
              <a:ext uri="{FF2B5EF4-FFF2-40B4-BE49-F238E27FC236}">
                <a16:creationId xmlns:a16="http://schemas.microsoft.com/office/drawing/2014/main" id="{532CBDEC-1BA4-4490-BF51-52EDFE4E40A4}"/>
              </a:ext>
            </a:extLst>
          </p:cNvPr>
          <p:cNvSpPr>
            <a:spLocks noGrp="1"/>
          </p:cNvSpPr>
          <p:nvPr>
            <p:ph type="title"/>
          </p:nvPr>
        </p:nvSpPr>
        <p:spPr/>
        <p:txBody>
          <a:bodyPr/>
          <a:lstStyle/>
          <a:p>
            <a:r>
              <a:rPr lang="en-US" altLang="zh-CN"/>
              <a:t>3.3.5 </a:t>
            </a:r>
            <a:r>
              <a:rPr lang="zh-CN" altLang="en-US"/>
              <a:t>构造预测分析表</a:t>
            </a:r>
          </a:p>
        </p:txBody>
      </p:sp>
      <p:graphicFrame>
        <p:nvGraphicFramePr>
          <p:cNvPr id="389123" name="Group 3">
            <a:extLst>
              <a:ext uri="{FF2B5EF4-FFF2-40B4-BE49-F238E27FC236}">
                <a16:creationId xmlns:a16="http://schemas.microsoft.com/office/drawing/2014/main" id="{9636D4D0-E962-4C53-97AD-DC47AC7824FA}"/>
              </a:ext>
            </a:extLst>
          </p:cNvPr>
          <p:cNvGraphicFramePr>
            <a:graphicFrameLocks noGrp="1"/>
          </p:cNvGraphicFramePr>
          <p:nvPr>
            <p:ph idx="4294967295"/>
            <p:extLst>
              <p:ext uri="{D42A27DB-BD31-4B8C-83A1-F6EECF244321}">
                <p14:modId xmlns:p14="http://schemas.microsoft.com/office/powerpoint/2010/main" val="2189511692"/>
              </p:ext>
            </p:extLst>
          </p:nvPr>
        </p:nvGraphicFramePr>
        <p:xfrm>
          <a:off x="417513" y="2160588"/>
          <a:ext cx="8726488" cy="4114803"/>
        </p:xfrm>
        <a:graphic>
          <a:graphicData uri="http://schemas.openxmlformats.org/drawingml/2006/table">
            <a:tbl>
              <a:tblPr/>
              <a:tblGrid>
                <a:gridCol w="1066800">
                  <a:extLst>
                    <a:ext uri="{9D8B030D-6E8A-4147-A177-3AD203B41FA5}">
                      <a16:colId xmlns:a16="http://schemas.microsoft.com/office/drawing/2014/main" val="20000"/>
                    </a:ext>
                  </a:extLst>
                </a:gridCol>
                <a:gridCol w="1295400">
                  <a:extLst>
                    <a:ext uri="{9D8B030D-6E8A-4147-A177-3AD203B41FA5}">
                      <a16:colId xmlns:a16="http://schemas.microsoft.com/office/drawing/2014/main" val="20001"/>
                    </a:ext>
                  </a:extLst>
                </a:gridCol>
                <a:gridCol w="1379538">
                  <a:extLst>
                    <a:ext uri="{9D8B030D-6E8A-4147-A177-3AD203B41FA5}">
                      <a16:colId xmlns:a16="http://schemas.microsoft.com/office/drawing/2014/main" val="20002"/>
                    </a:ext>
                  </a:extLst>
                </a:gridCol>
                <a:gridCol w="1516062">
                  <a:extLst>
                    <a:ext uri="{9D8B030D-6E8A-4147-A177-3AD203B41FA5}">
                      <a16:colId xmlns:a16="http://schemas.microsoft.com/office/drawing/2014/main" val="20003"/>
                    </a:ext>
                  </a:extLst>
                </a:gridCol>
                <a:gridCol w="1143000">
                  <a:extLst>
                    <a:ext uri="{9D8B030D-6E8A-4147-A177-3AD203B41FA5}">
                      <a16:colId xmlns:a16="http://schemas.microsoft.com/office/drawing/2014/main" val="20004"/>
                    </a:ext>
                  </a:extLst>
                </a:gridCol>
                <a:gridCol w="1219200">
                  <a:extLst>
                    <a:ext uri="{9D8B030D-6E8A-4147-A177-3AD203B41FA5}">
                      <a16:colId xmlns:a16="http://schemas.microsoft.com/office/drawing/2014/main" val="20005"/>
                    </a:ext>
                  </a:extLst>
                </a:gridCol>
                <a:gridCol w="1106488">
                  <a:extLst>
                    <a:ext uri="{9D8B030D-6E8A-4147-A177-3AD203B41FA5}">
                      <a16:colId xmlns:a16="http://schemas.microsoft.com/office/drawing/2014/main" val="20006"/>
                    </a:ext>
                  </a:extLst>
                </a:gridCol>
              </a:tblGrid>
              <a:tr h="588963">
                <a:tc rowSpan="2">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r>
                        <a:rPr kumimoji="0" lang="zh-CN" altLang="en-US" sz="2400" b="0" i="0" u="none" strike="noStrike" cap="none" normalizeH="0" baseline="0">
                          <a:ln>
                            <a:noFill/>
                          </a:ln>
                          <a:solidFill>
                            <a:schemeClr val="tx1"/>
                          </a:solidFill>
                          <a:effectLst/>
                          <a:latin typeface="Times New Roman" panose="02020603050405020304" pitchFamily="18" charset="0"/>
                          <a:ea typeface="黑体" panose="02010609060101010101" pitchFamily="49" charset="-122"/>
                        </a:rPr>
                        <a:t>非 终结 符</a:t>
                      </a:r>
                    </a:p>
                  </a:txBody>
                  <a:tcPr marL="54000" marR="54000" marT="28800" marB="28800"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gridSpan="6">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r>
                        <a:rPr kumimoji="0" lang="zh-CN" altLang="en-US" sz="2400" b="0" i="0" u="none" strike="noStrike" cap="none" normalizeH="0" baseline="0">
                          <a:ln>
                            <a:noFill/>
                          </a:ln>
                          <a:solidFill>
                            <a:schemeClr val="tx1"/>
                          </a:solidFill>
                          <a:effectLst/>
                          <a:latin typeface="Times New Roman" panose="02020603050405020304" pitchFamily="18" charset="0"/>
                          <a:ea typeface="黑体" panose="02010609060101010101" pitchFamily="49" charset="-122"/>
                        </a:rPr>
                        <a:t>输 入 符 号</a:t>
                      </a:r>
                    </a:p>
                  </a:txBody>
                  <a:tcPr marL="54000" marR="54000" marT="28800" marB="28800"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extLst>
                  <a:ext uri="{0D108BD9-81ED-4DB2-BD59-A6C34878D82A}">
                    <a16:rowId xmlns:a16="http://schemas.microsoft.com/office/drawing/2014/main" val="10000"/>
                  </a:ext>
                </a:extLst>
              </a:tr>
              <a:tr h="585788">
                <a:tc vMerge="1">
                  <a:txBody>
                    <a:bodyPr/>
                    <a:lstStyle/>
                    <a:p>
                      <a:endParaRPr lang="zh-CN" altLang="en-US"/>
                    </a:p>
                  </a:txBody>
                  <a:tcPr/>
                </a:tc>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r>
                        <a:rPr kumimoji="0" lang="en-US" altLang="zh-CN" sz="2400" b="1" i="0" u="none" strike="noStrike" cap="none" normalizeH="0" baseline="0">
                          <a:ln>
                            <a:noFill/>
                          </a:ln>
                          <a:solidFill>
                            <a:schemeClr val="tx1"/>
                          </a:solidFill>
                          <a:effectLst/>
                          <a:latin typeface="Times New Roman" panose="02020603050405020304" pitchFamily="18" charset="0"/>
                          <a:ea typeface="黑体" panose="02010609060101010101" pitchFamily="49" charset="-122"/>
                        </a:rPr>
                        <a:t>id</a:t>
                      </a:r>
                    </a:p>
                  </a:txBody>
                  <a:tcPr marL="54000" marR="54000" marT="28800" marB="2880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r>
                        <a:rPr kumimoji="0" lang="en-US" altLang="zh-CN" sz="2400" b="1" i="0" u="none" strike="noStrike" cap="none" normalizeH="0" baseline="0">
                          <a:ln>
                            <a:noFill/>
                          </a:ln>
                          <a:solidFill>
                            <a:schemeClr val="tx1"/>
                          </a:solidFill>
                          <a:effectLst/>
                          <a:latin typeface="Times New Roman" panose="02020603050405020304" pitchFamily="18" charset="0"/>
                          <a:ea typeface="黑体" panose="02010609060101010101" pitchFamily="49" charset="-122"/>
                        </a:rPr>
                        <a:t>+</a:t>
                      </a:r>
                    </a:p>
                  </a:txBody>
                  <a:tcPr marL="54000" marR="54000" marT="28800" marB="2880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r>
                        <a:rPr kumimoji="0" lang="en-US" altLang="zh-CN" sz="2400" b="1" i="0" u="none" strike="noStrike" cap="none" normalizeH="0" baseline="0">
                          <a:ln>
                            <a:noFill/>
                          </a:ln>
                          <a:solidFill>
                            <a:schemeClr val="tx1"/>
                          </a:solidFill>
                          <a:effectLst/>
                          <a:latin typeface="Times New Roman" panose="02020603050405020304" pitchFamily="18" charset="0"/>
                          <a:ea typeface="黑体" panose="02010609060101010101" pitchFamily="49" charset="-122"/>
                        </a:rPr>
                        <a:t>*</a:t>
                      </a:r>
                    </a:p>
                  </a:txBody>
                  <a:tcPr marL="54000" marR="54000" marT="28800" marB="2880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r>
                        <a:rPr kumimoji="0" lang="en-US" altLang="zh-CN" sz="2400" b="1" i="0" u="none" strike="noStrike" cap="none" normalizeH="0" baseline="0">
                          <a:ln>
                            <a:noFill/>
                          </a:ln>
                          <a:solidFill>
                            <a:schemeClr val="tx1"/>
                          </a:solidFill>
                          <a:effectLst/>
                          <a:latin typeface="Times New Roman" panose="02020603050405020304" pitchFamily="18" charset="0"/>
                          <a:ea typeface="黑体" panose="02010609060101010101" pitchFamily="49" charset="-122"/>
                        </a:rPr>
                        <a:t>(</a:t>
                      </a:r>
                    </a:p>
                  </a:txBody>
                  <a:tcPr marL="54000" marR="54000" marT="28800" marB="2880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r>
                        <a:rPr kumimoji="0" lang="en-US" altLang="zh-CN" sz="2400" b="1" i="0" u="none" strike="noStrike" cap="none" normalizeH="0" baseline="0">
                          <a:ln>
                            <a:noFill/>
                          </a:ln>
                          <a:solidFill>
                            <a:schemeClr val="tx1"/>
                          </a:solidFill>
                          <a:effectLst/>
                          <a:latin typeface="Times New Roman" panose="02020603050405020304" pitchFamily="18" charset="0"/>
                          <a:ea typeface="黑体" panose="02010609060101010101" pitchFamily="49" charset="-122"/>
                        </a:rPr>
                        <a:t>)</a:t>
                      </a:r>
                    </a:p>
                  </a:txBody>
                  <a:tcPr marL="54000" marR="54000" marT="28800" marB="2880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r>
                        <a:rPr kumimoji="0" lang="en-US" altLang="zh-CN" sz="2400" b="1" i="0" u="none" strike="noStrike" cap="none" normalizeH="0" baseline="0">
                          <a:ln>
                            <a:noFill/>
                          </a:ln>
                          <a:solidFill>
                            <a:schemeClr val="tx1"/>
                          </a:solidFill>
                          <a:effectLst/>
                          <a:latin typeface="Times New Roman" panose="02020603050405020304" pitchFamily="18" charset="0"/>
                          <a:ea typeface="黑体" panose="02010609060101010101" pitchFamily="49" charset="-122"/>
                        </a:rPr>
                        <a:t>$</a:t>
                      </a:r>
                    </a:p>
                  </a:txBody>
                  <a:tcPr marL="54000" marR="54000" marT="28800" marB="28800"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1"/>
                  </a:ext>
                </a:extLst>
              </a:tr>
              <a:tr h="588963">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r>
                        <a:rPr kumimoji="0" lang="en-US" altLang="zh-CN" sz="2400" b="1" i="1" u="none" strike="noStrike" cap="none" normalizeH="0" baseline="0">
                          <a:ln>
                            <a:noFill/>
                          </a:ln>
                          <a:solidFill>
                            <a:schemeClr val="tx1"/>
                          </a:solidFill>
                          <a:effectLst/>
                          <a:latin typeface="Times New Roman" panose="02020603050405020304" pitchFamily="18" charset="0"/>
                          <a:ea typeface="黑体" panose="02010609060101010101" pitchFamily="49" charset="-122"/>
                        </a:rPr>
                        <a:t>E</a:t>
                      </a:r>
                    </a:p>
                  </a:txBody>
                  <a:tcPr marL="54000" marR="54000" marT="28800" marB="28800"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l"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endParaRPr kumimoji="0" lang="zh-CN" altLang="zh-CN" sz="2400" b="1" i="0" u="none" strike="noStrike" cap="none" normalizeH="0" baseline="0">
                        <a:ln>
                          <a:noFill/>
                        </a:ln>
                        <a:solidFill>
                          <a:schemeClr val="tx1"/>
                        </a:solidFill>
                        <a:effectLst/>
                        <a:latin typeface="Times New Roman" panose="02020603050405020304" pitchFamily="18" charset="0"/>
                        <a:ea typeface="黑体" panose="02010609060101010101" pitchFamily="49" charset="-122"/>
                        <a:sym typeface="Symbol" panose="05050102010706020507" pitchFamily="18" charset="2"/>
                      </a:endParaRPr>
                    </a:p>
                  </a:txBody>
                  <a:tcPr marL="54000" marR="54000" marT="28800" marB="2880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l"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endParaRPr kumimoji="0" lang="zh-CN" altLang="zh-CN" sz="2400" b="0" i="0" u="none" strike="noStrike" cap="none" normalizeH="0" baseline="0">
                        <a:ln>
                          <a:noFill/>
                        </a:ln>
                        <a:solidFill>
                          <a:schemeClr val="tx1"/>
                        </a:solidFill>
                        <a:effectLst/>
                        <a:latin typeface="Times New Roman" panose="02020603050405020304" pitchFamily="18" charset="0"/>
                        <a:ea typeface="黑体" panose="02010609060101010101" pitchFamily="49" charset="-122"/>
                      </a:endParaRPr>
                    </a:p>
                  </a:txBody>
                  <a:tcPr marL="54000" marR="54000" marT="28800" marB="2880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l"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endParaRPr kumimoji="0" lang="zh-CN" altLang="zh-CN" sz="2400" b="0" i="0" u="none" strike="noStrike" cap="none" normalizeH="0" baseline="0">
                        <a:ln>
                          <a:noFill/>
                        </a:ln>
                        <a:solidFill>
                          <a:schemeClr val="tx1"/>
                        </a:solidFill>
                        <a:effectLst/>
                        <a:latin typeface="Times New Roman" panose="02020603050405020304" pitchFamily="18" charset="0"/>
                        <a:ea typeface="黑体" panose="02010609060101010101" pitchFamily="49" charset="-122"/>
                      </a:endParaRPr>
                    </a:p>
                  </a:txBody>
                  <a:tcPr marL="54000" marR="54000" marT="28800" marB="2880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l"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endParaRPr kumimoji="0" lang="zh-CN" altLang="zh-CN" sz="2400" b="1" i="0" u="none" strike="noStrike" cap="none" normalizeH="0" baseline="0">
                        <a:ln>
                          <a:noFill/>
                        </a:ln>
                        <a:solidFill>
                          <a:schemeClr val="tx1"/>
                        </a:solidFill>
                        <a:effectLst/>
                        <a:latin typeface="Times New Roman" panose="02020603050405020304" pitchFamily="18" charset="0"/>
                        <a:ea typeface="黑体" panose="02010609060101010101" pitchFamily="49" charset="-122"/>
                        <a:sym typeface="Symbol" panose="05050102010706020507" pitchFamily="18" charset="2"/>
                      </a:endParaRPr>
                    </a:p>
                  </a:txBody>
                  <a:tcPr marL="54000" marR="54000" marT="28800" marB="2880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l"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endParaRPr kumimoji="0" lang="zh-CN" altLang="zh-CN" sz="2400" b="0" i="0" u="none" strike="noStrike" cap="none" normalizeH="0" baseline="0">
                        <a:ln>
                          <a:noFill/>
                        </a:ln>
                        <a:solidFill>
                          <a:schemeClr val="tx1"/>
                        </a:solidFill>
                        <a:effectLst/>
                        <a:latin typeface="Times New Roman" panose="02020603050405020304" pitchFamily="18" charset="0"/>
                        <a:ea typeface="黑体" panose="02010609060101010101" pitchFamily="49" charset="-122"/>
                      </a:endParaRPr>
                    </a:p>
                  </a:txBody>
                  <a:tcPr marL="54000" marR="54000" marT="28800" marB="2880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l"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endParaRPr kumimoji="0" lang="zh-CN" altLang="zh-CN" sz="2400" b="0" i="0" u="none" strike="noStrike" cap="none" normalizeH="0" baseline="0">
                        <a:ln>
                          <a:noFill/>
                        </a:ln>
                        <a:solidFill>
                          <a:schemeClr val="tx1"/>
                        </a:solidFill>
                        <a:effectLst/>
                        <a:latin typeface="Times New Roman" panose="02020603050405020304" pitchFamily="18" charset="0"/>
                        <a:ea typeface="黑体" panose="02010609060101010101" pitchFamily="49" charset="-122"/>
                      </a:endParaRPr>
                    </a:p>
                  </a:txBody>
                  <a:tcPr marL="54000" marR="54000" marT="28800" marB="28800"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2"/>
                  </a:ext>
                </a:extLst>
              </a:tr>
              <a:tr h="587375">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r>
                        <a:rPr kumimoji="0" lang="en-US" altLang="zh-CN" sz="2400" b="1" i="1" u="none" strike="noStrike" cap="none" normalizeH="0" baseline="0">
                          <a:ln>
                            <a:noFill/>
                          </a:ln>
                          <a:solidFill>
                            <a:schemeClr val="tx1"/>
                          </a:solidFill>
                          <a:effectLst/>
                          <a:latin typeface="Times New Roman" panose="02020603050405020304" pitchFamily="18" charset="0"/>
                          <a:ea typeface="黑体" panose="02010609060101010101" pitchFamily="49" charset="-122"/>
                        </a:rPr>
                        <a:t>E </a:t>
                      </a:r>
                      <a:r>
                        <a:rPr kumimoji="0" lang="en-US" altLang="zh-CN" sz="2400" b="1" i="0" u="none" strike="noStrike" cap="none" normalizeH="0" baseline="0">
                          <a:ln>
                            <a:noFill/>
                          </a:ln>
                          <a:solidFill>
                            <a:schemeClr val="tx1"/>
                          </a:solidFill>
                          <a:effectLst/>
                          <a:latin typeface="Times New Roman" panose="02020603050405020304" pitchFamily="18" charset="0"/>
                          <a:ea typeface="黑体" panose="02010609060101010101" pitchFamily="49" charset="-122"/>
                          <a:sym typeface="Symbol" panose="05050102010706020507" pitchFamily="18" charset="2"/>
                        </a:rPr>
                        <a:t></a:t>
                      </a:r>
                    </a:p>
                  </a:txBody>
                  <a:tcPr marL="54000" marR="54000" marT="28800" marB="28800"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l"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endParaRPr kumimoji="0" lang="zh-CN" altLang="zh-CN" sz="2400" b="0" i="0" u="none" strike="noStrike" cap="none" normalizeH="0" baseline="0">
                        <a:ln>
                          <a:noFill/>
                        </a:ln>
                        <a:solidFill>
                          <a:schemeClr val="tx1"/>
                        </a:solidFill>
                        <a:effectLst/>
                        <a:latin typeface="Times New Roman" panose="02020603050405020304" pitchFamily="18" charset="0"/>
                        <a:ea typeface="黑体" panose="02010609060101010101" pitchFamily="49" charset="-122"/>
                      </a:endParaRPr>
                    </a:p>
                  </a:txBody>
                  <a:tcPr marL="54000" marR="54000" marT="28800" marB="2880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l"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endParaRPr kumimoji="0" lang="zh-CN" altLang="zh-CN" sz="2400" b="1" i="0" u="none" strike="noStrike" cap="none" normalizeH="0" baseline="0">
                        <a:ln>
                          <a:noFill/>
                        </a:ln>
                        <a:solidFill>
                          <a:schemeClr val="tx1"/>
                        </a:solidFill>
                        <a:effectLst/>
                        <a:latin typeface="Times New Roman" panose="02020603050405020304" pitchFamily="18" charset="0"/>
                        <a:ea typeface="黑体" panose="02010609060101010101" pitchFamily="49" charset="-122"/>
                        <a:sym typeface="Symbol" panose="05050102010706020507" pitchFamily="18" charset="2"/>
                      </a:endParaRPr>
                    </a:p>
                  </a:txBody>
                  <a:tcPr marL="54000" marR="54000" marT="28800" marB="2880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l"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endParaRPr kumimoji="0" lang="zh-CN" altLang="zh-CN" sz="2400" b="0" i="0" u="none" strike="noStrike" cap="none" normalizeH="0" baseline="0">
                        <a:ln>
                          <a:noFill/>
                        </a:ln>
                        <a:solidFill>
                          <a:schemeClr val="tx1"/>
                        </a:solidFill>
                        <a:effectLst/>
                        <a:latin typeface="Times New Roman" panose="02020603050405020304" pitchFamily="18" charset="0"/>
                        <a:ea typeface="黑体" panose="02010609060101010101" pitchFamily="49" charset="-122"/>
                      </a:endParaRPr>
                    </a:p>
                  </a:txBody>
                  <a:tcPr marL="54000" marR="54000" marT="28800" marB="2880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l"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endParaRPr kumimoji="0" lang="zh-CN" altLang="zh-CN" sz="2400" b="0" i="0" u="none" strike="noStrike" cap="none" normalizeH="0" baseline="0">
                        <a:ln>
                          <a:noFill/>
                        </a:ln>
                        <a:solidFill>
                          <a:schemeClr val="tx1"/>
                        </a:solidFill>
                        <a:effectLst/>
                        <a:latin typeface="Times New Roman" panose="02020603050405020304" pitchFamily="18" charset="0"/>
                        <a:ea typeface="黑体" panose="02010609060101010101" pitchFamily="49" charset="-122"/>
                      </a:endParaRPr>
                    </a:p>
                  </a:txBody>
                  <a:tcPr marL="54000" marR="54000" marT="28800" marB="2880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l"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endParaRPr kumimoji="0" lang="zh-CN" altLang="zh-CN" sz="2400" b="1" i="0" u="none" strike="noStrike" cap="none" normalizeH="0" baseline="0">
                        <a:ln>
                          <a:noFill/>
                        </a:ln>
                        <a:solidFill>
                          <a:schemeClr val="tx1"/>
                        </a:solidFill>
                        <a:effectLst/>
                        <a:latin typeface="Times New Roman" panose="02020603050405020304" pitchFamily="18" charset="0"/>
                        <a:ea typeface="黑体" panose="02010609060101010101" pitchFamily="49" charset="-122"/>
                        <a:sym typeface="Symbol" panose="05050102010706020507" pitchFamily="18" charset="2"/>
                      </a:endParaRPr>
                    </a:p>
                  </a:txBody>
                  <a:tcPr marL="54000" marR="54000" marT="28800" marB="2880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l"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endParaRPr kumimoji="0" lang="zh-CN" altLang="zh-CN" sz="2400" b="1" i="0" u="none" strike="noStrike" cap="none" normalizeH="0" baseline="0">
                        <a:ln>
                          <a:noFill/>
                        </a:ln>
                        <a:solidFill>
                          <a:schemeClr val="tx1"/>
                        </a:solidFill>
                        <a:effectLst/>
                        <a:latin typeface="Times New Roman" panose="02020603050405020304" pitchFamily="18" charset="0"/>
                        <a:ea typeface="黑体" panose="02010609060101010101" pitchFamily="49" charset="-122"/>
                        <a:sym typeface="Symbol" panose="05050102010706020507" pitchFamily="18" charset="2"/>
                      </a:endParaRPr>
                    </a:p>
                  </a:txBody>
                  <a:tcPr marL="54000" marR="54000" marT="28800" marB="28800"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3"/>
                  </a:ext>
                </a:extLst>
              </a:tr>
              <a:tr h="588963">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r>
                        <a:rPr kumimoji="0" lang="en-US" altLang="zh-CN" sz="2400" b="1" i="1" u="none" strike="noStrike" cap="none" normalizeH="0" baseline="0">
                          <a:ln>
                            <a:noFill/>
                          </a:ln>
                          <a:solidFill>
                            <a:schemeClr val="tx1"/>
                          </a:solidFill>
                          <a:effectLst/>
                          <a:latin typeface="Times New Roman" panose="02020603050405020304" pitchFamily="18" charset="0"/>
                          <a:ea typeface="黑体" panose="02010609060101010101" pitchFamily="49" charset="-122"/>
                        </a:rPr>
                        <a:t>T</a:t>
                      </a:r>
                    </a:p>
                  </a:txBody>
                  <a:tcPr marL="54000" marR="54000" marT="28800" marB="28800"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l"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endParaRPr kumimoji="0" lang="zh-CN" altLang="zh-CN" sz="2400" b="1" i="0" u="none" strike="noStrike" cap="none" normalizeH="0" baseline="0">
                        <a:ln>
                          <a:noFill/>
                        </a:ln>
                        <a:solidFill>
                          <a:schemeClr val="tx1"/>
                        </a:solidFill>
                        <a:effectLst/>
                        <a:latin typeface="Times New Roman" panose="02020603050405020304" pitchFamily="18" charset="0"/>
                        <a:ea typeface="黑体" panose="02010609060101010101" pitchFamily="49" charset="-122"/>
                        <a:sym typeface="Symbol" panose="05050102010706020507" pitchFamily="18" charset="2"/>
                      </a:endParaRPr>
                    </a:p>
                  </a:txBody>
                  <a:tcPr marL="54000" marR="54000" marT="28800" marB="2880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l"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endParaRPr kumimoji="0" lang="zh-CN" altLang="zh-CN" sz="2400" b="0" i="0" u="none" strike="noStrike" cap="none" normalizeH="0" baseline="0">
                        <a:ln>
                          <a:noFill/>
                        </a:ln>
                        <a:solidFill>
                          <a:schemeClr val="tx1"/>
                        </a:solidFill>
                        <a:effectLst/>
                        <a:latin typeface="Times New Roman" panose="02020603050405020304" pitchFamily="18" charset="0"/>
                        <a:ea typeface="黑体" panose="02010609060101010101" pitchFamily="49" charset="-122"/>
                      </a:endParaRPr>
                    </a:p>
                  </a:txBody>
                  <a:tcPr marL="54000" marR="54000" marT="28800" marB="2880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l"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endParaRPr kumimoji="0" lang="zh-CN" altLang="zh-CN" sz="2400" b="0" i="0" u="none" strike="noStrike" cap="none" normalizeH="0" baseline="0">
                        <a:ln>
                          <a:noFill/>
                        </a:ln>
                        <a:solidFill>
                          <a:schemeClr val="tx1"/>
                        </a:solidFill>
                        <a:effectLst/>
                        <a:latin typeface="Times New Roman" panose="02020603050405020304" pitchFamily="18" charset="0"/>
                        <a:ea typeface="黑体" panose="02010609060101010101" pitchFamily="49" charset="-122"/>
                      </a:endParaRPr>
                    </a:p>
                  </a:txBody>
                  <a:tcPr marL="54000" marR="54000" marT="28800" marB="2880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l"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endParaRPr kumimoji="0" lang="zh-CN" altLang="zh-CN" sz="2400" b="1" i="0" u="none" strike="noStrike" cap="none" normalizeH="0" baseline="0">
                        <a:ln>
                          <a:noFill/>
                        </a:ln>
                        <a:solidFill>
                          <a:schemeClr val="tx1"/>
                        </a:solidFill>
                        <a:effectLst/>
                        <a:latin typeface="Times New Roman" panose="02020603050405020304" pitchFamily="18" charset="0"/>
                        <a:ea typeface="黑体" panose="02010609060101010101" pitchFamily="49" charset="-122"/>
                        <a:sym typeface="Symbol" panose="05050102010706020507" pitchFamily="18" charset="2"/>
                      </a:endParaRPr>
                    </a:p>
                  </a:txBody>
                  <a:tcPr marL="54000" marR="54000" marT="28800" marB="2880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l"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endParaRPr kumimoji="0" lang="zh-CN" altLang="zh-CN" sz="2400" b="0" i="0" u="none" strike="noStrike" cap="none" normalizeH="0" baseline="0">
                        <a:ln>
                          <a:noFill/>
                        </a:ln>
                        <a:solidFill>
                          <a:schemeClr val="tx1"/>
                        </a:solidFill>
                        <a:effectLst/>
                        <a:latin typeface="Times New Roman" panose="02020603050405020304" pitchFamily="18" charset="0"/>
                        <a:ea typeface="黑体" panose="02010609060101010101" pitchFamily="49" charset="-122"/>
                      </a:endParaRPr>
                    </a:p>
                  </a:txBody>
                  <a:tcPr marL="54000" marR="54000" marT="28800" marB="2880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l"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endParaRPr kumimoji="0" lang="zh-CN" altLang="zh-CN" sz="2400" b="0" i="0" u="none" strike="noStrike" cap="none" normalizeH="0" baseline="0">
                        <a:ln>
                          <a:noFill/>
                        </a:ln>
                        <a:solidFill>
                          <a:schemeClr val="tx1"/>
                        </a:solidFill>
                        <a:effectLst/>
                        <a:latin typeface="Times New Roman" panose="02020603050405020304" pitchFamily="18" charset="0"/>
                        <a:ea typeface="黑体" panose="02010609060101010101" pitchFamily="49" charset="-122"/>
                      </a:endParaRPr>
                    </a:p>
                  </a:txBody>
                  <a:tcPr marL="54000" marR="54000" marT="28800" marB="28800"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4"/>
                  </a:ext>
                </a:extLst>
              </a:tr>
              <a:tr h="585788">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r>
                        <a:rPr kumimoji="0" lang="en-US" altLang="zh-CN" sz="2400" b="1" i="1" u="none" strike="noStrike" cap="none" normalizeH="0" baseline="0">
                          <a:ln>
                            <a:noFill/>
                          </a:ln>
                          <a:solidFill>
                            <a:schemeClr val="tx1"/>
                          </a:solidFill>
                          <a:effectLst/>
                          <a:latin typeface="Times New Roman" panose="02020603050405020304" pitchFamily="18" charset="0"/>
                          <a:ea typeface="黑体" panose="02010609060101010101" pitchFamily="49" charset="-122"/>
                        </a:rPr>
                        <a:t>T </a:t>
                      </a:r>
                      <a:r>
                        <a:rPr kumimoji="0" lang="en-US" altLang="zh-CN" sz="2400" b="1" i="0" u="none" strike="noStrike" cap="none" normalizeH="0" baseline="0">
                          <a:ln>
                            <a:noFill/>
                          </a:ln>
                          <a:solidFill>
                            <a:schemeClr val="tx1"/>
                          </a:solidFill>
                          <a:effectLst/>
                          <a:latin typeface="Times New Roman" panose="02020603050405020304" pitchFamily="18" charset="0"/>
                          <a:ea typeface="黑体" panose="02010609060101010101" pitchFamily="49" charset="-122"/>
                          <a:sym typeface="Symbol" panose="05050102010706020507" pitchFamily="18" charset="2"/>
                        </a:rPr>
                        <a:t></a:t>
                      </a:r>
                    </a:p>
                  </a:txBody>
                  <a:tcPr marL="54000" marR="54000" marT="28800" marB="28800"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l"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endParaRPr kumimoji="0" lang="zh-CN" altLang="zh-CN" sz="2400" b="0" i="0" u="none" strike="noStrike" cap="none" normalizeH="0" baseline="0">
                        <a:ln>
                          <a:noFill/>
                        </a:ln>
                        <a:solidFill>
                          <a:schemeClr val="tx1"/>
                        </a:solidFill>
                        <a:effectLst/>
                        <a:latin typeface="Times New Roman" panose="02020603050405020304" pitchFamily="18" charset="0"/>
                        <a:ea typeface="黑体" panose="02010609060101010101" pitchFamily="49" charset="-122"/>
                      </a:endParaRPr>
                    </a:p>
                  </a:txBody>
                  <a:tcPr marL="54000" marR="54000" marT="28800" marB="2880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l"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endParaRPr kumimoji="0" lang="zh-CN" altLang="zh-CN" sz="2400" b="1" i="0" u="none" strike="noStrike" cap="none" normalizeH="0" baseline="0">
                        <a:ln>
                          <a:noFill/>
                        </a:ln>
                        <a:solidFill>
                          <a:schemeClr val="tx1"/>
                        </a:solidFill>
                        <a:effectLst/>
                        <a:latin typeface="Times New Roman" panose="02020603050405020304" pitchFamily="18" charset="0"/>
                        <a:ea typeface="黑体" panose="02010609060101010101" pitchFamily="49" charset="-122"/>
                        <a:sym typeface="Symbol" panose="05050102010706020507" pitchFamily="18" charset="2"/>
                      </a:endParaRPr>
                    </a:p>
                  </a:txBody>
                  <a:tcPr marL="54000" marR="54000" marT="28800" marB="2880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l"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endParaRPr kumimoji="0" lang="zh-CN" altLang="zh-CN" sz="2400" b="1" i="0" u="none" strike="noStrike" cap="none" normalizeH="0" baseline="0">
                        <a:ln>
                          <a:noFill/>
                        </a:ln>
                        <a:solidFill>
                          <a:schemeClr val="tx1"/>
                        </a:solidFill>
                        <a:effectLst/>
                        <a:latin typeface="Times New Roman" panose="02020603050405020304" pitchFamily="18" charset="0"/>
                        <a:ea typeface="黑体" panose="02010609060101010101" pitchFamily="49" charset="-122"/>
                        <a:sym typeface="Symbol" panose="05050102010706020507" pitchFamily="18" charset="2"/>
                      </a:endParaRPr>
                    </a:p>
                  </a:txBody>
                  <a:tcPr marL="54000" marR="54000" marT="28800" marB="2880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l"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endParaRPr kumimoji="0" lang="zh-CN" altLang="zh-CN" sz="2400" b="0" i="0" u="none" strike="noStrike" cap="none" normalizeH="0" baseline="0">
                        <a:ln>
                          <a:noFill/>
                        </a:ln>
                        <a:solidFill>
                          <a:schemeClr val="tx1"/>
                        </a:solidFill>
                        <a:effectLst/>
                        <a:latin typeface="Times New Roman" panose="02020603050405020304" pitchFamily="18" charset="0"/>
                        <a:ea typeface="黑体" panose="02010609060101010101" pitchFamily="49" charset="-122"/>
                      </a:endParaRPr>
                    </a:p>
                  </a:txBody>
                  <a:tcPr marL="54000" marR="54000" marT="28800" marB="2880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l"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endParaRPr kumimoji="0" lang="zh-CN" altLang="zh-CN" sz="2400" b="1" i="0" u="none" strike="noStrike" cap="none" normalizeH="0" baseline="0">
                        <a:ln>
                          <a:noFill/>
                        </a:ln>
                        <a:solidFill>
                          <a:schemeClr val="tx1"/>
                        </a:solidFill>
                        <a:effectLst/>
                        <a:latin typeface="Times New Roman" panose="02020603050405020304" pitchFamily="18" charset="0"/>
                        <a:ea typeface="黑体" panose="02010609060101010101" pitchFamily="49" charset="-122"/>
                        <a:sym typeface="Symbol" panose="05050102010706020507" pitchFamily="18" charset="2"/>
                      </a:endParaRPr>
                    </a:p>
                  </a:txBody>
                  <a:tcPr marL="54000" marR="54000" marT="28800" marB="2880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l"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endParaRPr kumimoji="0" lang="zh-CN" altLang="zh-CN" sz="2400" b="1" i="0" u="none" strike="noStrike" cap="none" normalizeH="0" baseline="0">
                        <a:ln>
                          <a:noFill/>
                        </a:ln>
                        <a:solidFill>
                          <a:schemeClr val="tx1"/>
                        </a:solidFill>
                        <a:effectLst/>
                        <a:latin typeface="Times New Roman" panose="02020603050405020304" pitchFamily="18" charset="0"/>
                        <a:ea typeface="黑体" panose="02010609060101010101" pitchFamily="49" charset="-122"/>
                        <a:sym typeface="Symbol" panose="05050102010706020507" pitchFamily="18" charset="2"/>
                      </a:endParaRPr>
                    </a:p>
                  </a:txBody>
                  <a:tcPr marL="54000" marR="54000" marT="28800" marB="28800"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5"/>
                  </a:ext>
                </a:extLst>
              </a:tr>
              <a:tr h="588963">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r>
                        <a:rPr kumimoji="0" lang="en-US" altLang="zh-CN" sz="2400" b="1" i="1" u="none" strike="noStrike" cap="none" normalizeH="0" baseline="0">
                          <a:ln>
                            <a:noFill/>
                          </a:ln>
                          <a:solidFill>
                            <a:schemeClr val="tx1"/>
                          </a:solidFill>
                          <a:effectLst/>
                          <a:latin typeface="Times New Roman" panose="02020603050405020304" pitchFamily="18" charset="0"/>
                          <a:ea typeface="黑体" panose="02010609060101010101" pitchFamily="49" charset="-122"/>
                        </a:rPr>
                        <a:t>F</a:t>
                      </a:r>
                    </a:p>
                  </a:txBody>
                  <a:tcPr marL="54000" marR="54000" marT="28800" marB="28800"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l"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endParaRPr kumimoji="0" lang="zh-CN" altLang="zh-CN" sz="2400" b="1" i="0" u="none" strike="noStrike" cap="none" normalizeH="0" baseline="0">
                        <a:ln>
                          <a:noFill/>
                        </a:ln>
                        <a:solidFill>
                          <a:schemeClr val="tx1"/>
                        </a:solidFill>
                        <a:effectLst/>
                        <a:latin typeface="Times New Roman" panose="02020603050405020304" pitchFamily="18" charset="0"/>
                        <a:ea typeface="黑体" panose="02010609060101010101" pitchFamily="49" charset="-122"/>
                        <a:sym typeface="Symbol" panose="05050102010706020507" pitchFamily="18" charset="2"/>
                      </a:endParaRPr>
                    </a:p>
                  </a:txBody>
                  <a:tcPr marL="54000" marR="54000" marT="28800" marB="2880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l"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endParaRPr kumimoji="0" lang="zh-CN" altLang="zh-CN" sz="2400" b="0" i="0" u="none" strike="noStrike" cap="none" normalizeH="0" baseline="0">
                        <a:ln>
                          <a:noFill/>
                        </a:ln>
                        <a:solidFill>
                          <a:schemeClr val="tx1"/>
                        </a:solidFill>
                        <a:effectLst/>
                        <a:latin typeface="Times New Roman" panose="02020603050405020304" pitchFamily="18" charset="0"/>
                        <a:ea typeface="黑体" panose="02010609060101010101" pitchFamily="49" charset="-122"/>
                      </a:endParaRPr>
                    </a:p>
                  </a:txBody>
                  <a:tcPr marL="54000" marR="54000" marT="28800" marB="2880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l"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endParaRPr kumimoji="0" lang="zh-CN" altLang="zh-CN" sz="2400" b="0" i="0" u="none" strike="noStrike" cap="none" normalizeH="0" baseline="0">
                        <a:ln>
                          <a:noFill/>
                        </a:ln>
                        <a:solidFill>
                          <a:schemeClr val="tx1"/>
                        </a:solidFill>
                        <a:effectLst/>
                        <a:latin typeface="Times New Roman" panose="02020603050405020304" pitchFamily="18" charset="0"/>
                        <a:ea typeface="黑体" panose="02010609060101010101" pitchFamily="49" charset="-122"/>
                      </a:endParaRPr>
                    </a:p>
                  </a:txBody>
                  <a:tcPr marL="54000" marR="54000" marT="28800" marB="2880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l"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endParaRPr kumimoji="0" lang="zh-CN" altLang="zh-CN" sz="2400" b="0" i="0" u="none" strike="noStrike" cap="none" normalizeH="0" baseline="0">
                        <a:ln>
                          <a:noFill/>
                        </a:ln>
                        <a:solidFill>
                          <a:schemeClr val="tx1"/>
                        </a:solidFill>
                        <a:effectLst/>
                        <a:latin typeface="Times New Roman" panose="02020603050405020304" pitchFamily="18" charset="0"/>
                        <a:ea typeface="黑体" panose="02010609060101010101" pitchFamily="49" charset="-122"/>
                      </a:endParaRPr>
                    </a:p>
                  </a:txBody>
                  <a:tcPr marL="54000" marR="54000" marT="28800" marB="2880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l"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endParaRPr kumimoji="0" lang="zh-CN" altLang="zh-CN" sz="2400" b="0" i="0" u="none" strike="noStrike" cap="none" normalizeH="0" baseline="0">
                        <a:ln>
                          <a:noFill/>
                        </a:ln>
                        <a:solidFill>
                          <a:schemeClr val="tx1"/>
                        </a:solidFill>
                        <a:effectLst/>
                        <a:latin typeface="Times New Roman" panose="02020603050405020304" pitchFamily="18" charset="0"/>
                        <a:ea typeface="黑体" panose="02010609060101010101" pitchFamily="49" charset="-122"/>
                      </a:endParaRPr>
                    </a:p>
                  </a:txBody>
                  <a:tcPr marL="54000" marR="54000" marT="28800" marB="2880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l"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endParaRPr kumimoji="0" lang="zh-CN" altLang="zh-CN" sz="2400" b="0" i="0" u="none" strike="noStrike" cap="none" normalizeH="0" baseline="0" dirty="0">
                        <a:ln>
                          <a:noFill/>
                        </a:ln>
                        <a:solidFill>
                          <a:schemeClr val="tx1"/>
                        </a:solidFill>
                        <a:effectLst/>
                        <a:latin typeface="Times New Roman" panose="02020603050405020304" pitchFamily="18" charset="0"/>
                        <a:ea typeface="黑体" panose="02010609060101010101" pitchFamily="49" charset="-122"/>
                      </a:endParaRPr>
                    </a:p>
                  </a:txBody>
                  <a:tcPr marL="54000" marR="54000" marT="28800" marB="28800"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6"/>
                  </a:ext>
                </a:extLst>
              </a:tr>
            </a:tbl>
          </a:graphicData>
        </a:graphic>
      </p:graphicFrame>
      <p:sp>
        <p:nvSpPr>
          <p:cNvPr id="3" name="日期占位符 2">
            <a:extLst>
              <a:ext uri="{FF2B5EF4-FFF2-40B4-BE49-F238E27FC236}">
                <a16:creationId xmlns:a16="http://schemas.microsoft.com/office/drawing/2014/main" id="{056BFEC1-10BA-790C-F8B9-4F84F4DC9A16}"/>
              </a:ext>
            </a:extLst>
          </p:cNvPr>
          <p:cNvSpPr>
            <a:spLocks noGrp="1"/>
          </p:cNvSpPr>
          <p:nvPr>
            <p:ph type="dt" sz="half" idx="10"/>
          </p:nvPr>
        </p:nvSpPr>
        <p:spPr/>
        <p:txBody>
          <a:bodyPr/>
          <a:lstStyle/>
          <a:p>
            <a:fld id="{1C9031BE-A36F-4407-959A-C0BD94931B14}" type="datetime2">
              <a:rPr lang="zh-CN" altLang="en-US" smtClean="0"/>
              <a:pPr/>
              <a:t>2025年11月26日</a:t>
            </a:fld>
            <a:endParaRPr lang="zh-CN" altLang="en-US"/>
          </a:p>
        </p:txBody>
      </p:sp>
      <p:sp>
        <p:nvSpPr>
          <p:cNvPr id="4" name="页脚占位符 3">
            <a:extLst>
              <a:ext uri="{FF2B5EF4-FFF2-40B4-BE49-F238E27FC236}">
                <a16:creationId xmlns:a16="http://schemas.microsoft.com/office/drawing/2014/main" id="{027BADD5-7291-D7EF-03E7-D91D3856A651}"/>
              </a:ext>
            </a:extLst>
          </p:cNvPr>
          <p:cNvSpPr>
            <a:spLocks noGrp="1"/>
          </p:cNvSpPr>
          <p:nvPr>
            <p:ph type="ftr" sz="quarter" idx="11"/>
          </p:nvPr>
        </p:nvSpPr>
        <p:spPr/>
        <p:txBody>
          <a:bodyPr/>
          <a:lstStyle/>
          <a:p>
            <a:r>
              <a:rPr lang="zh-CN" altLang="en-US"/>
              <a:t>编译原理</a:t>
            </a:r>
            <a:r>
              <a:rPr lang="en-US" altLang="zh-CN"/>
              <a:t>-</a:t>
            </a:r>
            <a:r>
              <a:rPr lang="zh-CN" altLang="en-US"/>
              <a:t>王欣捷</a:t>
            </a:r>
            <a:r>
              <a:rPr lang="en-US" altLang="zh-CN"/>
              <a:t>-</a:t>
            </a:r>
            <a:r>
              <a:rPr lang="zh-CN" altLang="en-US"/>
              <a:t>第三章 语法分析</a:t>
            </a:r>
            <a:r>
              <a:rPr lang="en-US" altLang="zh-CN"/>
              <a:t>(4)</a:t>
            </a:r>
            <a:endParaRPr lang="zh-CN" altLang="en-US"/>
          </a:p>
        </p:txBody>
      </p:sp>
      <p:sp>
        <p:nvSpPr>
          <p:cNvPr id="5" name="灯片编号占位符 4">
            <a:extLst>
              <a:ext uri="{FF2B5EF4-FFF2-40B4-BE49-F238E27FC236}">
                <a16:creationId xmlns:a16="http://schemas.microsoft.com/office/drawing/2014/main" id="{C6CBB72E-F6D1-E3EB-B64B-A680541A5C54}"/>
              </a:ext>
            </a:extLst>
          </p:cNvPr>
          <p:cNvSpPr>
            <a:spLocks noGrp="1"/>
          </p:cNvSpPr>
          <p:nvPr>
            <p:ph type="sldNum" sz="quarter" idx="12"/>
          </p:nvPr>
        </p:nvSpPr>
        <p:spPr/>
        <p:txBody>
          <a:bodyPr/>
          <a:lstStyle/>
          <a:p>
            <a:fld id="{094DEB03-EFC6-4C20-8FC8-295189A5386F}" type="slidenum">
              <a:rPr lang="zh-CN" altLang="en-US" smtClean="0"/>
              <a:pPr/>
              <a:t>39</a:t>
            </a:fld>
            <a:endParaRPr lang="zh-CN" altLang="en-US"/>
          </a:p>
        </p:txBody>
      </p:sp>
      <p:pic>
        <p:nvPicPr>
          <p:cNvPr id="7" name="图片 6" descr="图标&#10;&#10;描述已自动生成">
            <a:extLst>
              <a:ext uri="{FF2B5EF4-FFF2-40B4-BE49-F238E27FC236}">
                <a16:creationId xmlns:a16="http://schemas.microsoft.com/office/drawing/2014/main" id="{A2751A57-D041-1DE9-A2E1-1132D51F913E}"/>
              </a:ext>
            </a:extLst>
          </p:cNvPr>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flipH="1">
            <a:off x="8246733" y="321851"/>
            <a:ext cx="804397" cy="804397"/>
          </a:xfrm>
          <a:prstGeom prst="rect">
            <a:avLst/>
          </a:prstGeom>
        </p:spPr>
      </p:pic>
    </p:spTree>
  </p:cSld>
  <p:clrMapOvr>
    <a:masterClrMapping/>
  </p:clrMapOvr>
</p:sld>
</file>

<file path=ppt/slides/slide4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标题 1">
            <a:extLst>
              <a:ext uri="{FF2B5EF4-FFF2-40B4-BE49-F238E27FC236}">
                <a16:creationId xmlns:a16="http://schemas.microsoft.com/office/drawing/2014/main" id="{89F30898-2A18-4E14-86F8-21C3D600FEB9}"/>
              </a:ext>
            </a:extLst>
          </p:cNvPr>
          <p:cNvSpPr>
            <a:spLocks noGrp="1"/>
          </p:cNvSpPr>
          <p:nvPr>
            <p:ph type="title"/>
          </p:nvPr>
        </p:nvSpPr>
        <p:spPr/>
        <p:txBody>
          <a:bodyPr/>
          <a:lstStyle/>
          <a:p>
            <a:r>
              <a:rPr lang="en-US" altLang="zh-CN"/>
              <a:t>3.3.5 </a:t>
            </a:r>
            <a:r>
              <a:rPr lang="zh-CN" altLang="en-US"/>
              <a:t>构造预测分析表</a:t>
            </a:r>
          </a:p>
        </p:txBody>
      </p:sp>
      <p:sp>
        <p:nvSpPr>
          <p:cNvPr id="3" name="内容占位符 2">
            <a:extLst>
              <a:ext uri="{FF2B5EF4-FFF2-40B4-BE49-F238E27FC236}">
                <a16:creationId xmlns:a16="http://schemas.microsoft.com/office/drawing/2014/main" id="{99F44C50-0C0E-4189-8103-B3C22B936C55}"/>
              </a:ext>
            </a:extLst>
          </p:cNvPr>
          <p:cNvSpPr>
            <a:spLocks noGrp="1"/>
          </p:cNvSpPr>
          <p:nvPr>
            <p:ph idx="1"/>
          </p:nvPr>
        </p:nvSpPr>
        <p:spPr>
          <a:xfrm>
            <a:off x="628650" y="1257300"/>
            <a:ext cx="8210550" cy="4919663"/>
          </a:xfrm>
        </p:spPr>
        <p:txBody>
          <a:bodyPr/>
          <a:lstStyle/>
          <a:p>
            <a:r>
              <a:rPr lang="en-US" altLang="zh-CN" b="1" i="1">
                <a:solidFill>
                  <a:schemeClr val="accent2"/>
                </a:solidFill>
                <a:latin typeface="Times New Roman" panose="02020603050405020304" pitchFamily="18" charset="0"/>
                <a:ea typeface="宋体" panose="02010600030101010101" pitchFamily="2" charset="-122"/>
                <a:cs typeface="Times New Roman" panose="02020603050405020304" pitchFamily="18" charset="0"/>
              </a:rPr>
              <a:t>E</a:t>
            </a:r>
            <a:r>
              <a:rPr lang="en-US" altLang="zh-CN" b="1">
                <a:solidFill>
                  <a:schemeClr val="accent2"/>
                </a:solidFill>
                <a:latin typeface="Times New Roman" panose="02020603050405020304" pitchFamily="18" charset="0"/>
                <a:ea typeface="宋体" panose="02010600030101010101" pitchFamily="2" charset="-122"/>
                <a:cs typeface="Times New Roman" panose="02020603050405020304" pitchFamily="18" charset="0"/>
              </a:rPr>
              <a:t> </a:t>
            </a:r>
            <a:r>
              <a:rPr lang="en-US" altLang="zh-CN" b="1">
                <a:solidFill>
                  <a:schemeClr val="accent2"/>
                </a:solidFill>
                <a:latin typeface="Times New Roman" panose="02020603050405020304" pitchFamily="18" charset="0"/>
                <a:ea typeface="宋体" panose="02010600030101010101" pitchFamily="2" charset="-122"/>
                <a:cs typeface="Times New Roman" panose="02020603050405020304" pitchFamily="18" charset="0"/>
                <a:sym typeface="Symbol" panose="05050102010706020507" pitchFamily="18" charset="2"/>
              </a:rPr>
              <a:t></a:t>
            </a:r>
            <a:r>
              <a:rPr lang="en-US" altLang="zh-CN" b="1">
                <a:solidFill>
                  <a:schemeClr val="accent2"/>
                </a:solidFill>
                <a:latin typeface="Times New Roman" panose="02020603050405020304" pitchFamily="18" charset="0"/>
                <a:ea typeface="宋体" panose="02010600030101010101" pitchFamily="2" charset="-122"/>
                <a:cs typeface="Times New Roman" panose="02020603050405020304" pitchFamily="18" charset="0"/>
              </a:rPr>
              <a:t> </a:t>
            </a:r>
            <a:r>
              <a:rPr lang="en-US" altLang="zh-CN" b="1" i="1">
                <a:solidFill>
                  <a:schemeClr val="accent2"/>
                </a:solidFill>
                <a:latin typeface="Times New Roman" panose="02020603050405020304" pitchFamily="18" charset="0"/>
                <a:ea typeface="宋体" panose="02010600030101010101" pitchFamily="2" charset="-122"/>
                <a:cs typeface="Times New Roman" panose="02020603050405020304" pitchFamily="18" charset="0"/>
              </a:rPr>
              <a:t>TE </a:t>
            </a:r>
            <a:r>
              <a:rPr lang="en-US" altLang="zh-CN" b="1">
                <a:solidFill>
                  <a:schemeClr val="accent2"/>
                </a:solidFill>
                <a:latin typeface="Times New Roman" panose="02020603050405020304" pitchFamily="18" charset="0"/>
                <a:ea typeface="宋体" panose="02010600030101010101" pitchFamily="2" charset="-122"/>
                <a:cs typeface="Times New Roman" panose="02020603050405020304" pitchFamily="18" charset="0"/>
                <a:sym typeface="Symbol" panose="05050102010706020507" pitchFamily="18" charset="2"/>
              </a:rPr>
              <a:t> </a:t>
            </a:r>
          </a:p>
          <a:p>
            <a:r>
              <a:rPr lang="en-US" altLang="zh-CN" b="1">
                <a:solidFill>
                  <a:schemeClr val="accent2"/>
                </a:solidFill>
                <a:latin typeface="Times New Roman" panose="02020603050405020304" pitchFamily="18" charset="0"/>
                <a:ea typeface="宋体" panose="02010600030101010101" pitchFamily="2" charset="-122"/>
                <a:cs typeface="Times New Roman" panose="02020603050405020304" pitchFamily="18" charset="0"/>
              </a:rPr>
              <a:t>FIRST(</a:t>
            </a:r>
            <a:r>
              <a:rPr lang="en-US" altLang="zh-CN" b="1" i="1">
                <a:solidFill>
                  <a:schemeClr val="accent2"/>
                </a:solidFill>
                <a:latin typeface="Times New Roman" panose="02020603050405020304" pitchFamily="18" charset="0"/>
                <a:ea typeface="宋体" panose="02010600030101010101" pitchFamily="2" charset="-122"/>
                <a:cs typeface="Times New Roman" panose="02020603050405020304" pitchFamily="18" charset="0"/>
              </a:rPr>
              <a:t>TE </a:t>
            </a:r>
            <a:r>
              <a:rPr lang="en-US" altLang="zh-CN" b="1">
                <a:solidFill>
                  <a:schemeClr val="accent2"/>
                </a:solidFill>
                <a:latin typeface="Times New Roman" panose="02020603050405020304" pitchFamily="18" charset="0"/>
                <a:ea typeface="宋体" panose="02010600030101010101" pitchFamily="2" charset="-122"/>
                <a:cs typeface="Times New Roman" panose="02020603050405020304" pitchFamily="18" charset="0"/>
                <a:sym typeface="Symbol" panose="05050102010706020507" pitchFamily="18" charset="2"/>
              </a:rPr>
              <a:t></a:t>
            </a:r>
            <a:r>
              <a:rPr lang="en-US" altLang="zh-CN" sz="2800" b="1">
                <a:solidFill>
                  <a:schemeClr val="accent2"/>
                </a:solidFill>
                <a:latin typeface="Times New Roman" panose="02020603050405020304" pitchFamily="18" charset="0"/>
                <a:ea typeface="宋体" panose="02010600030101010101" pitchFamily="2" charset="-122"/>
                <a:cs typeface="Times New Roman" panose="02020603050405020304" pitchFamily="18" charset="0"/>
                <a:sym typeface="Symbol" panose="05050102010706020507" pitchFamily="18" charset="2"/>
              </a:rPr>
              <a:t> </a:t>
            </a:r>
            <a:r>
              <a:rPr lang="en-US" altLang="zh-CN" b="1">
                <a:solidFill>
                  <a:schemeClr val="accent2"/>
                </a:solidFill>
                <a:latin typeface="Times New Roman" panose="02020603050405020304" pitchFamily="18" charset="0"/>
                <a:ea typeface="宋体" panose="02010600030101010101" pitchFamily="2" charset="-122"/>
                <a:cs typeface="Times New Roman" panose="02020603050405020304" pitchFamily="18" charset="0"/>
              </a:rPr>
              <a:t>)=FIRST(</a:t>
            </a:r>
            <a:r>
              <a:rPr lang="en-US" altLang="zh-CN" b="1" i="1">
                <a:solidFill>
                  <a:schemeClr val="accent2"/>
                </a:solidFill>
                <a:latin typeface="Times New Roman" panose="02020603050405020304" pitchFamily="18" charset="0"/>
                <a:ea typeface="宋体" panose="02010600030101010101" pitchFamily="2" charset="-122"/>
                <a:cs typeface="Times New Roman" panose="02020603050405020304" pitchFamily="18" charset="0"/>
              </a:rPr>
              <a:t>T</a:t>
            </a:r>
            <a:r>
              <a:rPr lang="en-US" altLang="zh-CN" b="1">
                <a:solidFill>
                  <a:schemeClr val="accent2"/>
                </a:solidFill>
                <a:latin typeface="Times New Roman" panose="02020603050405020304" pitchFamily="18" charset="0"/>
                <a:ea typeface="宋体" panose="02010600030101010101" pitchFamily="2" charset="-122"/>
                <a:cs typeface="Times New Roman" panose="02020603050405020304" pitchFamily="18" charset="0"/>
              </a:rPr>
              <a:t>)= { ( , id }</a:t>
            </a:r>
          </a:p>
          <a:p>
            <a:endParaRPr lang="zh-CN" altLang="en-US"/>
          </a:p>
        </p:txBody>
      </p:sp>
      <p:graphicFrame>
        <p:nvGraphicFramePr>
          <p:cNvPr id="6" name="Group 3">
            <a:extLst>
              <a:ext uri="{FF2B5EF4-FFF2-40B4-BE49-F238E27FC236}">
                <a16:creationId xmlns:a16="http://schemas.microsoft.com/office/drawing/2014/main" id="{619FA8BD-E4E6-477B-A519-613A75AEFD0F}"/>
              </a:ext>
            </a:extLst>
          </p:cNvPr>
          <p:cNvGraphicFramePr>
            <a:graphicFrameLocks/>
          </p:cNvGraphicFramePr>
          <p:nvPr>
            <p:extLst>
              <p:ext uri="{D42A27DB-BD31-4B8C-83A1-F6EECF244321}">
                <p14:modId xmlns:p14="http://schemas.microsoft.com/office/powerpoint/2010/main" val="2454511835"/>
              </p:ext>
            </p:extLst>
          </p:nvPr>
        </p:nvGraphicFramePr>
        <p:xfrm>
          <a:off x="208756" y="2520000"/>
          <a:ext cx="8726488" cy="4114803"/>
        </p:xfrm>
        <a:graphic>
          <a:graphicData uri="http://schemas.openxmlformats.org/drawingml/2006/table">
            <a:tbl>
              <a:tblPr/>
              <a:tblGrid>
                <a:gridCol w="1066800">
                  <a:extLst>
                    <a:ext uri="{9D8B030D-6E8A-4147-A177-3AD203B41FA5}">
                      <a16:colId xmlns:a16="http://schemas.microsoft.com/office/drawing/2014/main" val="20000"/>
                    </a:ext>
                  </a:extLst>
                </a:gridCol>
                <a:gridCol w="1295400">
                  <a:extLst>
                    <a:ext uri="{9D8B030D-6E8A-4147-A177-3AD203B41FA5}">
                      <a16:colId xmlns:a16="http://schemas.microsoft.com/office/drawing/2014/main" val="20001"/>
                    </a:ext>
                  </a:extLst>
                </a:gridCol>
                <a:gridCol w="1379538">
                  <a:extLst>
                    <a:ext uri="{9D8B030D-6E8A-4147-A177-3AD203B41FA5}">
                      <a16:colId xmlns:a16="http://schemas.microsoft.com/office/drawing/2014/main" val="20002"/>
                    </a:ext>
                  </a:extLst>
                </a:gridCol>
                <a:gridCol w="1516062">
                  <a:extLst>
                    <a:ext uri="{9D8B030D-6E8A-4147-A177-3AD203B41FA5}">
                      <a16:colId xmlns:a16="http://schemas.microsoft.com/office/drawing/2014/main" val="20003"/>
                    </a:ext>
                  </a:extLst>
                </a:gridCol>
                <a:gridCol w="1143000">
                  <a:extLst>
                    <a:ext uri="{9D8B030D-6E8A-4147-A177-3AD203B41FA5}">
                      <a16:colId xmlns:a16="http://schemas.microsoft.com/office/drawing/2014/main" val="20004"/>
                    </a:ext>
                  </a:extLst>
                </a:gridCol>
                <a:gridCol w="1219200">
                  <a:extLst>
                    <a:ext uri="{9D8B030D-6E8A-4147-A177-3AD203B41FA5}">
                      <a16:colId xmlns:a16="http://schemas.microsoft.com/office/drawing/2014/main" val="20005"/>
                    </a:ext>
                  </a:extLst>
                </a:gridCol>
                <a:gridCol w="1106488">
                  <a:extLst>
                    <a:ext uri="{9D8B030D-6E8A-4147-A177-3AD203B41FA5}">
                      <a16:colId xmlns:a16="http://schemas.microsoft.com/office/drawing/2014/main" val="20006"/>
                    </a:ext>
                  </a:extLst>
                </a:gridCol>
              </a:tblGrid>
              <a:tr h="588963">
                <a:tc rowSpan="2">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r>
                        <a:rPr kumimoji="0" lang="zh-CN" altLang="en-US" sz="2400" b="0" i="0" u="none" strike="noStrike" cap="none" normalizeH="0" baseline="0">
                          <a:ln>
                            <a:noFill/>
                          </a:ln>
                          <a:solidFill>
                            <a:schemeClr val="tx1"/>
                          </a:solidFill>
                          <a:effectLst/>
                          <a:latin typeface="Times New Roman" panose="02020603050405020304" pitchFamily="18" charset="0"/>
                          <a:ea typeface="黑体" panose="02010609060101010101" pitchFamily="49" charset="-122"/>
                        </a:rPr>
                        <a:t>非 终结 符</a:t>
                      </a:r>
                    </a:p>
                  </a:txBody>
                  <a:tcPr marL="54000" marR="54000" marT="28800" marB="28800" anchor="ct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gridSpan="6">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r>
                        <a:rPr kumimoji="0" lang="zh-CN" altLang="en-US" sz="2400" b="0" i="0" u="none" strike="noStrike" cap="none" normalizeH="0" baseline="0">
                          <a:ln>
                            <a:noFill/>
                          </a:ln>
                          <a:solidFill>
                            <a:schemeClr val="tx1"/>
                          </a:solidFill>
                          <a:effectLst/>
                          <a:latin typeface="Times New Roman" panose="02020603050405020304" pitchFamily="18" charset="0"/>
                          <a:ea typeface="黑体" panose="02010609060101010101" pitchFamily="49" charset="-122"/>
                        </a:rPr>
                        <a:t>输 入 符 号</a:t>
                      </a:r>
                    </a:p>
                  </a:txBody>
                  <a:tcPr marL="54000" marR="54000" marT="28800" marB="28800" anchor="ct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extLst>
                  <a:ext uri="{0D108BD9-81ED-4DB2-BD59-A6C34878D82A}">
                    <a16:rowId xmlns:a16="http://schemas.microsoft.com/office/drawing/2014/main" val="10000"/>
                  </a:ext>
                </a:extLst>
              </a:tr>
              <a:tr h="585788">
                <a:tc vMerge="1">
                  <a:txBody>
                    <a:bodyPr/>
                    <a:lstStyle/>
                    <a:p>
                      <a:endParaRPr lang="zh-CN" altLang="en-US"/>
                    </a:p>
                  </a:txBody>
                  <a:tcPr/>
                </a:tc>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r>
                        <a:rPr kumimoji="0" lang="en-US" altLang="zh-CN" sz="2400" b="1" i="0" u="none" strike="noStrike" cap="none" normalizeH="0" baseline="0">
                          <a:ln>
                            <a:noFill/>
                          </a:ln>
                          <a:solidFill>
                            <a:schemeClr val="tx1"/>
                          </a:solidFill>
                          <a:effectLst/>
                          <a:latin typeface="Times New Roman" panose="02020603050405020304" pitchFamily="18" charset="0"/>
                          <a:ea typeface="黑体" panose="02010609060101010101" pitchFamily="49" charset="-122"/>
                        </a:rPr>
                        <a:t>id</a:t>
                      </a:r>
                    </a:p>
                  </a:txBody>
                  <a:tcPr marL="54000" marR="54000" marT="28800" marB="2880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r>
                        <a:rPr kumimoji="0" lang="en-US" altLang="zh-CN" sz="2400" b="1" i="0" u="none" strike="noStrike" cap="none" normalizeH="0" baseline="0">
                          <a:ln>
                            <a:noFill/>
                          </a:ln>
                          <a:solidFill>
                            <a:schemeClr val="tx1"/>
                          </a:solidFill>
                          <a:effectLst/>
                          <a:latin typeface="Times New Roman" panose="02020603050405020304" pitchFamily="18" charset="0"/>
                          <a:ea typeface="黑体" panose="02010609060101010101" pitchFamily="49" charset="-122"/>
                        </a:rPr>
                        <a:t>+</a:t>
                      </a:r>
                    </a:p>
                  </a:txBody>
                  <a:tcPr marL="54000" marR="54000" marT="28800" marB="2880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r>
                        <a:rPr kumimoji="0" lang="en-US" altLang="zh-CN" sz="2400" b="1" i="0" u="none" strike="noStrike" cap="none" normalizeH="0" baseline="0">
                          <a:ln>
                            <a:noFill/>
                          </a:ln>
                          <a:solidFill>
                            <a:schemeClr val="tx1"/>
                          </a:solidFill>
                          <a:effectLst/>
                          <a:latin typeface="Times New Roman" panose="02020603050405020304" pitchFamily="18" charset="0"/>
                          <a:ea typeface="黑体" panose="02010609060101010101" pitchFamily="49" charset="-122"/>
                        </a:rPr>
                        <a:t>*</a:t>
                      </a:r>
                    </a:p>
                  </a:txBody>
                  <a:tcPr marL="54000" marR="54000" marT="28800" marB="2880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r>
                        <a:rPr kumimoji="0" lang="en-US" altLang="zh-CN" sz="2400" b="1" i="0" u="none" strike="noStrike" cap="none" normalizeH="0" baseline="0">
                          <a:ln>
                            <a:noFill/>
                          </a:ln>
                          <a:solidFill>
                            <a:schemeClr val="tx1"/>
                          </a:solidFill>
                          <a:effectLst/>
                          <a:latin typeface="Times New Roman" panose="02020603050405020304" pitchFamily="18" charset="0"/>
                          <a:ea typeface="黑体" panose="02010609060101010101" pitchFamily="49" charset="-122"/>
                        </a:rPr>
                        <a:t>(</a:t>
                      </a:r>
                    </a:p>
                  </a:txBody>
                  <a:tcPr marL="54000" marR="54000" marT="28800" marB="2880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r>
                        <a:rPr kumimoji="0" lang="en-US" altLang="zh-CN" sz="2400" b="1" i="0" u="none" strike="noStrike" cap="none" normalizeH="0" baseline="0">
                          <a:ln>
                            <a:noFill/>
                          </a:ln>
                          <a:solidFill>
                            <a:schemeClr val="tx1"/>
                          </a:solidFill>
                          <a:effectLst/>
                          <a:latin typeface="Times New Roman" panose="02020603050405020304" pitchFamily="18" charset="0"/>
                          <a:ea typeface="黑体" panose="02010609060101010101" pitchFamily="49" charset="-122"/>
                        </a:rPr>
                        <a:t>)</a:t>
                      </a:r>
                    </a:p>
                  </a:txBody>
                  <a:tcPr marL="54000" marR="54000" marT="28800" marB="2880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r>
                        <a:rPr kumimoji="0" lang="en-US" altLang="zh-CN" sz="2400" b="1" i="0" u="none" strike="noStrike" cap="none" normalizeH="0" baseline="0">
                          <a:ln>
                            <a:noFill/>
                          </a:ln>
                          <a:solidFill>
                            <a:schemeClr val="tx1"/>
                          </a:solidFill>
                          <a:effectLst/>
                          <a:latin typeface="Times New Roman" panose="02020603050405020304" pitchFamily="18" charset="0"/>
                          <a:ea typeface="黑体" panose="02010609060101010101" pitchFamily="49" charset="-122"/>
                        </a:rPr>
                        <a:t>$</a:t>
                      </a:r>
                    </a:p>
                  </a:txBody>
                  <a:tcPr marL="54000" marR="54000" marT="28800" marB="28800" anchor="ct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1"/>
                  </a:ext>
                </a:extLst>
              </a:tr>
              <a:tr h="588963">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r>
                        <a:rPr kumimoji="0" lang="en-US" altLang="zh-CN" sz="2400" b="1" i="1" u="none" strike="noStrike" cap="none" normalizeH="0" baseline="0">
                          <a:ln>
                            <a:noFill/>
                          </a:ln>
                          <a:solidFill>
                            <a:schemeClr val="tx1"/>
                          </a:solidFill>
                          <a:effectLst/>
                          <a:latin typeface="Times New Roman" panose="02020603050405020304" pitchFamily="18" charset="0"/>
                          <a:ea typeface="黑体" panose="02010609060101010101" pitchFamily="49" charset="-122"/>
                        </a:rPr>
                        <a:t>E</a:t>
                      </a:r>
                    </a:p>
                  </a:txBody>
                  <a:tcPr marL="54000" marR="54000" marT="28800" marB="28800" anchor="ct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l"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r>
                        <a:rPr kumimoji="0" lang="en-US" altLang="zh-CN" sz="2400" b="1" i="1" u="none" strike="noStrike" cap="none" normalizeH="0" baseline="0">
                          <a:ln>
                            <a:noFill/>
                          </a:ln>
                          <a:solidFill>
                            <a:schemeClr val="tx1"/>
                          </a:solidFill>
                          <a:effectLst/>
                          <a:latin typeface="Times New Roman" panose="02020603050405020304" pitchFamily="18" charset="0"/>
                          <a:ea typeface="黑体" panose="02010609060101010101" pitchFamily="49" charset="-122"/>
                        </a:rPr>
                        <a:t>E</a:t>
                      </a:r>
                      <a:r>
                        <a:rPr kumimoji="0" lang="en-US" altLang="zh-CN" sz="2400" b="1" i="0" u="none" strike="noStrike" cap="none" normalizeH="0" baseline="0">
                          <a:ln>
                            <a:noFill/>
                          </a:ln>
                          <a:solidFill>
                            <a:schemeClr val="tx1"/>
                          </a:solidFill>
                          <a:effectLst/>
                          <a:latin typeface="Times New Roman" panose="02020603050405020304" pitchFamily="18" charset="0"/>
                          <a:ea typeface="黑体" panose="02010609060101010101" pitchFamily="49" charset="-122"/>
                          <a:sym typeface="Symbol" panose="05050102010706020507" pitchFamily="18" charset="2"/>
                        </a:rPr>
                        <a:t></a:t>
                      </a:r>
                      <a:r>
                        <a:rPr kumimoji="0" lang="en-US" altLang="zh-CN" sz="2400" b="1" i="1" u="none" strike="noStrike" cap="none" normalizeH="0" baseline="0">
                          <a:ln>
                            <a:noFill/>
                          </a:ln>
                          <a:solidFill>
                            <a:schemeClr val="tx1"/>
                          </a:solidFill>
                          <a:effectLst/>
                          <a:latin typeface="Times New Roman" panose="02020603050405020304" pitchFamily="18" charset="0"/>
                          <a:ea typeface="黑体" panose="02010609060101010101" pitchFamily="49" charset="-122"/>
                          <a:sym typeface="Symbol" panose="05050102010706020507" pitchFamily="18" charset="2"/>
                        </a:rPr>
                        <a:t>TE</a:t>
                      </a:r>
                      <a:r>
                        <a:rPr kumimoji="0" lang="en-US" altLang="zh-CN" sz="2400" b="1" i="0" u="none" strike="noStrike" cap="none" normalizeH="0" baseline="0">
                          <a:ln>
                            <a:noFill/>
                          </a:ln>
                          <a:solidFill>
                            <a:schemeClr val="tx1"/>
                          </a:solidFill>
                          <a:effectLst/>
                          <a:latin typeface="Times New Roman" panose="02020603050405020304" pitchFamily="18" charset="0"/>
                          <a:ea typeface="黑体" panose="02010609060101010101" pitchFamily="49" charset="-122"/>
                          <a:sym typeface="Symbol" panose="05050102010706020507" pitchFamily="18" charset="2"/>
                        </a:rPr>
                        <a:t></a:t>
                      </a:r>
                    </a:p>
                  </a:txBody>
                  <a:tcPr marL="54000" marR="54000" marT="28800" marB="2880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l"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endParaRPr kumimoji="0" lang="zh-CN" altLang="zh-CN" sz="2400" b="0" i="0" u="none" strike="noStrike" cap="none" normalizeH="0" baseline="0">
                        <a:ln>
                          <a:noFill/>
                        </a:ln>
                        <a:solidFill>
                          <a:schemeClr val="tx1"/>
                        </a:solidFill>
                        <a:effectLst/>
                        <a:latin typeface="Times New Roman" panose="02020603050405020304" pitchFamily="18" charset="0"/>
                        <a:ea typeface="黑体" panose="02010609060101010101" pitchFamily="49" charset="-122"/>
                      </a:endParaRPr>
                    </a:p>
                  </a:txBody>
                  <a:tcPr marL="54000" marR="54000" marT="28800" marB="2880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l"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endParaRPr kumimoji="0" lang="zh-CN" altLang="zh-CN" sz="2400" b="0" i="0" u="none" strike="noStrike" cap="none" normalizeH="0" baseline="0">
                        <a:ln>
                          <a:noFill/>
                        </a:ln>
                        <a:solidFill>
                          <a:schemeClr val="tx1"/>
                        </a:solidFill>
                        <a:effectLst/>
                        <a:latin typeface="Times New Roman" panose="02020603050405020304" pitchFamily="18" charset="0"/>
                        <a:ea typeface="黑体" panose="02010609060101010101" pitchFamily="49" charset="-122"/>
                      </a:endParaRPr>
                    </a:p>
                  </a:txBody>
                  <a:tcPr marL="54000" marR="54000" marT="28800" marB="2880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l"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r>
                        <a:rPr kumimoji="0" lang="en-US" altLang="zh-CN" sz="2400" b="1" i="1" u="none" strike="noStrike" cap="none" normalizeH="0" baseline="0">
                          <a:ln>
                            <a:noFill/>
                          </a:ln>
                          <a:solidFill>
                            <a:schemeClr val="tx1"/>
                          </a:solidFill>
                          <a:effectLst/>
                          <a:latin typeface="Times New Roman" panose="02020603050405020304" pitchFamily="18" charset="0"/>
                          <a:ea typeface="黑体" panose="02010609060101010101" pitchFamily="49" charset="-122"/>
                        </a:rPr>
                        <a:t>E</a:t>
                      </a:r>
                      <a:r>
                        <a:rPr kumimoji="0" lang="en-US" altLang="zh-CN" sz="2400" b="1" i="1" u="none" strike="noStrike" cap="none" normalizeH="0" baseline="0">
                          <a:ln>
                            <a:noFill/>
                          </a:ln>
                          <a:solidFill>
                            <a:schemeClr val="tx1"/>
                          </a:solidFill>
                          <a:effectLst/>
                          <a:latin typeface="Times New Roman" panose="02020603050405020304" pitchFamily="18" charset="0"/>
                          <a:ea typeface="黑体" panose="02010609060101010101" pitchFamily="49" charset="-122"/>
                          <a:sym typeface="Symbol" panose="05050102010706020507" pitchFamily="18" charset="2"/>
                        </a:rPr>
                        <a:t>TE</a:t>
                      </a:r>
                      <a:r>
                        <a:rPr kumimoji="0" lang="en-US" altLang="zh-CN" sz="2400" b="1" i="0" u="none" strike="noStrike" cap="none" normalizeH="0" baseline="0">
                          <a:ln>
                            <a:noFill/>
                          </a:ln>
                          <a:solidFill>
                            <a:schemeClr val="tx1"/>
                          </a:solidFill>
                          <a:effectLst/>
                          <a:latin typeface="Times New Roman" panose="02020603050405020304" pitchFamily="18" charset="0"/>
                          <a:ea typeface="黑体" panose="02010609060101010101" pitchFamily="49" charset="-122"/>
                          <a:sym typeface="Symbol" panose="05050102010706020507" pitchFamily="18" charset="2"/>
                        </a:rPr>
                        <a:t></a:t>
                      </a:r>
                    </a:p>
                  </a:txBody>
                  <a:tcPr marL="54000" marR="54000" marT="28800" marB="2880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l"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endParaRPr kumimoji="0" lang="zh-CN" altLang="zh-CN" sz="2400" b="0" i="0" u="none" strike="noStrike" cap="none" normalizeH="0" baseline="0">
                        <a:ln>
                          <a:noFill/>
                        </a:ln>
                        <a:solidFill>
                          <a:schemeClr val="tx1"/>
                        </a:solidFill>
                        <a:effectLst/>
                        <a:latin typeface="Times New Roman" panose="02020603050405020304" pitchFamily="18" charset="0"/>
                        <a:ea typeface="黑体" panose="02010609060101010101" pitchFamily="49" charset="-122"/>
                      </a:endParaRPr>
                    </a:p>
                  </a:txBody>
                  <a:tcPr marL="54000" marR="54000" marT="28800" marB="2880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l"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endParaRPr kumimoji="0" lang="zh-CN" altLang="zh-CN" sz="2400" b="0" i="0" u="none" strike="noStrike" cap="none" normalizeH="0" baseline="0">
                        <a:ln>
                          <a:noFill/>
                        </a:ln>
                        <a:solidFill>
                          <a:schemeClr val="tx1"/>
                        </a:solidFill>
                        <a:effectLst/>
                        <a:latin typeface="Times New Roman" panose="02020603050405020304" pitchFamily="18" charset="0"/>
                        <a:ea typeface="黑体" panose="02010609060101010101" pitchFamily="49" charset="-122"/>
                      </a:endParaRPr>
                    </a:p>
                  </a:txBody>
                  <a:tcPr marL="54000" marR="54000" marT="28800" marB="28800" anchor="ct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2"/>
                  </a:ext>
                </a:extLst>
              </a:tr>
              <a:tr h="587375">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r>
                        <a:rPr kumimoji="0" lang="en-US" altLang="zh-CN" sz="2400" b="1" i="1" u="none" strike="noStrike" cap="none" normalizeH="0" baseline="0">
                          <a:ln>
                            <a:noFill/>
                          </a:ln>
                          <a:solidFill>
                            <a:schemeClr val="tx1"/>
                          </a:solidFill>
                          <a:effectLst/>
                          <a:latin typeface="Times New Roman" panose="02020603050405020304" pitchFamily="18" charset="0"/>
                          <a:ea typeface="黑体" panose="02010609060101010101" pitchFamily="49" charset="-122"/>
                        </a:rPr>
                        <a:t>E </a:t>
                      </a:r>
                      <a:r>
                        <a:rPr kumimoji="0" lang="en-US" altLang="zh-CN" sz="2400" b="1" i="0" u="none" strike="noStrike" cap="none" normalizeH="0" baseline="0">
                          <a:ln>
                            <a:noFill/>
                          </a:ln>
                          <a:solidFill>
                            <a:schemeClr val="tx1"/>
                          </a:solidFill>
                          <a:effectLst/>
                          <a:latin typeface="Times New Roman" panose="02020603050405020304" pitchFamily="18" charset="0"/>
                          <a:ea typeface="黑体" panose="02010609060101010101" pitchFamily="49" charset="-122"/>
                          <a:sym typeface="Symbol" panose="05050102010706020507" pitchFamily="18" charset="2"/>
                        </a:rPr>
                        <a:t></a:t>
                      </a:r>
                    </a:p>
                  </a:txBody>
                  <a:tcPr marL="54000" marR="54000" marT="28800" marB="28800" anchor="ct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l"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endParaRPr kumimoji="0" lang="zh-CN" altLang="zh-CN" sz="2400" b="0" i="0" u="none" strike="noStrike" cap="none" normalizeH="0" baseline="0">
                        <a:ln>
                          <a:noFill/>
                        </a:ln>
                        <a:solidFill>
                          <a:schemeClr val="tx1"/>
                        </a:solidFill>
                        <a:effectLst/>
                        <a:latin typeface="Times New Roman" panose="02020603050405020304" pitchFamily="18" charset="0"/>
                        <a:ea typeface="黑体" panose="02010609060101010101" pitchFamily="49" charset="-122"/>
                      </a:endParaRPr>
                    </a:p>
                  </a:txBody>
                  <a:tcPr marL="54000" marR="54000" marT="28800" marB="2880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l"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endParaRPr kumimoji="0" lang="zh-CN" altLang="zh-CN" sz="2400" b="1" i="0" u="none" strike="noStrike" cap="none" normalizeH="0" baseline="0">
                        <a:ln>
                          <a:noFill/>
                        </a:ln>
                        <a:solidFill>
                          <a:schemeClr val="tx1"/>
                        </a:solidFill>
                        <a:effectLst/>
                        <a:latin typeface="Times New Roman" panose="02020603050405020304" pitchFamily="18" charset="0"/>
                        <a:ea typeface="黑体" panose="02010609060101010101" pitchFamily="49" charset="-122"/>
                        <a:sym typeface="Symbol" panose="05050102010706020507" pitchFamily="18" charset="2"/>
                      </a:endParaRPr>
                    </a:p>
                  </a:txBody>
                  <a:tcPr marL="54000" marR="54000" marT="28800" marB="2880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l"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endParaRPr kumimoji="0" lang="zh-CN" altLang="zh-CN" sz="2400" b="0" i="0" u="none" strike="noStrike" cap="none" normalizeH="0" baseline="0">
                        <a:ln>
                          <a:noFill/>
                        </a:ln>
                        <a:solidFill>
                          <a:schemeClr val="tx1"/>
                        </a:solidFill>
                        <a:effectLst/>
                        <a:latin typeface="Times New Roman" panose="02020603050405020304" pitchFamily="18" charset="0"/>
                        <a:ea typeface="黑体" panose="02010609060101010101" pitchFamily="49" charset="-122"/>
                      </a:endParaRPr>
                    </a:p>
                  </a:txBody>
                  <a:tcPr marL="54000" marR="54000" marT="28800" marB="2880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l"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endParaRPr kumimoji="0" lang="zh-CN" altLang="zh-CN" sz="2400" b="0" i="0" u="none" strike="noStrike" cap="none" normalizeH="0" baseline="0">
                        <a:ln>
                          <a:noFill/>
                        </a:ln>
                        <a:solidFill>
                          <a:schemeClr val="tx1"/>
                        </a:solidFill>
                        <a:effectLst/>
                        <a:latin typeface="Times New Roman" panose="02020603050405020304" pitchFamily="18" charset="0"/>
                        <a:ea typeface="黑体" panose="02010609060101010101" pitchFamily="49" charset="-122"/>
                      </a:endParaRPr>
                    </a:p>
                  </a:txBody>
                  <a:tcPr marL="54000" marR="54000" marT="28800" marB="2880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l"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endParaRPr kumimoji="0" lang="zh-CN" altLang="zh-CN" sz="2400" b="1" i="0" u="none" strike="noStrike" cap="none" normalizeH="0" baseline="0">
                        <a:ln>
                          <a:noFill/>
                        </a:ln>
                        <a:solidFill>
                          <a:schemeClr val="tx1"/>
                        </a:solidFill>
                        <a:effectLst/>
                        <a:latin typeface="Times New Roman" panose="02020603050405020304" pitchFamily="18" charset="0"/>
                        <a:ea typeface="黑体" panose="02010609060101010101" pitchFamily="49" charset="-122"/>
                        <a:sym typeface="Symbol" panose="05050102010706020507" pitchFamily="18" charset="2"/>
                      </a:endParaRPr>
                    </a:p>
                  </a:txBody>
                  <a:tcPr marL="54000" marR="54000" marT="28800" marB="2880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l"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endParaRPr kumimoji="0" lang="zh-CN" altLang="zh-CN" sz="2400" b="1" i="0" u="none" strike="noStrike" cap="none" normalizeH="0" baseline="0">
                        <a:ln>
                          <a:noFill/>
                        </a:ln>
                        <a:solidFill>
                          <a:schemeClr val="tx1"/>
                        </a:solidFill>
                        <a:effectLst/>
                        <a:latin typeface="Times New Roman" panose="02020603050405020304" pitchFamily="18" charset="0"/>
                        <a:ea typeface="黑体" panose="02010609060101010101" pitchFamily="49" charset="-122"/>
                        <a:sym typeface="Symbol" panose="05050102010706020507" pitchFamily="18" charset="2"/>
                      </a:endParaRPr>
                    </a:p>
                  </a:txBody>
                  <a:tcPr marL="54000" marR="54000" marT="28800" marB="28800" anchor="ct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3"/>
                  </a:ext>
                </a:extLst>
              </a:tr>
              <a:tr h="588963">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r>
                        <a:rPr kumimoji="0" lang="en-US" altLang="zh-CN" sz="2400" b="1" i="1" u="none" strike="noStrike" cap="none" normalizeH="0" baseline="0">
                          <a:ln>
                            <a:noFill/>
                          </a:ln>
                          <a:solidFill>
                            <a:schemeClr val="tx1"/>
                          </a:solidFill>
                          <a:effectLst/>
                          <a:latin typeface="Times New Roman" panose="02020603050405020304" pitchFamily="18" charset="0"/>
                          <a:ea typeface="黑体" panose="02010609060101010101" pitchFamily="49" charset="-122"/>
                        </a:rPr>
                        <a:t>T</a:t>
                      </a:r>
                    </a:p>
                  </a:txBody>
                  <a:tcPr marL="54000" marR="54000" marT="28800" marB="28800" anchor="ct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l"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endParaRPr kumimoji="0" lang="zh-CN" altLang="zh-CN" sz="2400" b="1" i="0" u="none" strike="noStrike" cap="none" normalizeH="0" baseline="0">
                        <a:ln>
                          <a:noFill/>
                        </a:ln>
                        <a:solidFill>
                          <a:schemeClr val="tx1"/>
                        </a:solidFill>
                        <a:effectLst/>
                        <a:latin typeface="Times New Roman" panose="02020603050405020304" pitchFamily="18" charset="0"/>
                        <a:ea typeface="黑体" panose="02010609060101010101" pitchFamily="49" charset="-122"/>
                        <a:sym typeface="Symbol" panose="05050102010706020507" pitchFamily="18" charset="2"/>
                      </a:endParaRPr>
                    </a:p>
                  </a:txBody>
                  <a:tcPr marL="54000" marR="54000" marT="28800" marB="2880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l"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endParaRPr kumimoji="0" lang="zh-CN" altLang="zh-CN" sz="2400" b="0" i="0" u="none" strike="noStrike" cap="none" normalizeH="0" baseline="0">
                        <a:ln>
                          <a:noFill/>
                        </a:ln>
                        <a:solidFill>
                          <a:schemeClr val="tx1"/>
                        </a:solidFill>
                        <a:effectLst/>
                        <a:latin typeface="Times New Roman" panose="02020603050405020304" pitchFamily="18" charset="0"/>
                        <a:ea typeface="黑体" panose="02010609060101010101" pitchFamily="49" charset="-122"/>
                      </a:endParaRPr>
                    </a:p>
                  </a:txBody>
                  <a:tcPr marL="54000" marR="54000" marT="28800" marB="2880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l"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endParaRPr kumimoji="0" lang="zh-CN" altLang="zh-CN" sz="2400" b="0" i="0" u="none" strike="noStrike" cap="none" normalizeH="0" baseline="0">
                        <a:ln>
                          <a:noFill/>
                        </a:ln>
                        <a:solidFill>
                          <a:schemeClr val="tx1"/>
                        </a:solidFill>
                        <a:effectLst/>
                        <a:latin typeface="Times New Roman" panose="02020603050405020304" pitchFamily="18" charset="0"/>
                        <a:ea typeface="黑体" panose="02010609060101010101" pitchFamily="49" charset="-122"/>
                      </a:endParaRPr>
                    </a:p>
                  </a:txBody>
                  <a:tcPr marL="54000" marR="54000" marT="28800" marB="2880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l"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endParaRPr kumimoji="0" lang="zh-CN" altLang="zh-CN" sz="2400" b="1" i="0" u="none" strike="noStrike" cap="none" normalizeH="0" baseline="0">
                        <a:ln>
                          <a:noFill/>
                        </a:ln>
                        <a:solidFill>
                          <a:schemeClr val="tx1"/>
                        </a:solidFill>
                        <a:effectLst/>
                        <a:latin typeface="Times New Roman" panose="02020603050405020304" pitchFamily="18" charset="0"/>
                        <a:ea typeface="黑体" panose="02010609060101010101" pitchFamily="49" charset="-122"/>
                        <a:sym typeface="Symbol" panose="05050102010706020507" pitchFamily="18" charset="2"/>
                      </a:endParaRPr>
                    </a:p>
                  </a:txBody>
                  <a:tcPr marL="54000" marR="54000" marT="28800" marB="2880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l"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endParaRPr kumimoji="0" lang="zh-CN" altLang="zh-CN" sz="2400" b="0" i="0" u="none" strike="noStrike" cap="none" normalizeH="0" baseline="0">
                        <a:ln>
                          <a:noFill/>
                        </a:ln>
                        <a:solidFill>
                          <a:schemeClr val="tx1"/>
                        </a:solidFill>
                        <a:effectLst/>
                        <a:latin typeface="Times New Roman" panose="02020603050405020304" pitchFamily="18" charset="0"/>
                        <a:ea typeface="黑体" panose="02010609060101010101" pitchFamily="49" charset="-122"/>
                      </a:endParaRPr>
                    </a:p>
                  </a:txBody>
                  <a:tcPr marL="54000" marR="54000" marT="28800" marB="2880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l"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endParaRPr kumimoji="0" lang="zh-CN" altLang="zh-CN" sz="2400" b="0" i="0" u="none" strike="noStrike" cap="none" normalizeH="0" baseline="0">
                        <a:ln>
                          <a:noFill/>
                        </a:ln>
                        <a:solidFill>
                          <a:schemeClr val="tx1"/>
                        </a:solidFill>
                        <a:effectLst/>
                        <a:latin typeface="Times New Roman" panose="02020603050405020304" pitchFamily="18" charset="0"/>
                        <a:ea typeface="黑体" panose="02010609060101010101" pitchFamily="49" charset="-122"/>
                      </a:endParaRPr>
                    </a:p>
                  </a:txBody>
                  <a:tcPr marL="54000" marR="54000" marT="28800" marB="28800" anchor="ct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4"/>
                  </a:ext>
                </a:extLst>
              </a:tr>
              <a:tr h="585788">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r>
                        <a:rPr kumimoji="0" lang="en-US" altLang="zh-CN" sz="2400" b="1" i="1" u="none" strike="noStrike" cap="none" normalizeH="0" baseline="0">
                          <a:ln>
                            <a:noFill/>
                          </a:ln>
                          <a:solidFill>
                            <a:schemeClr val="tx1"/>
                          </a:solidFill>
                          <a:effectLst/>
                          <a:latin typeface="Times New Roman" panose="02020603050405020304" pitchFamily="18" charset="0"/>
                          <a:ea typeface="黑体" panose="02010609060101010101" pitchFamily="49" charset="-122"/>
                        </a:rPr>
                        <a:t>T </a:t>
                      </a:r>
                      <a:r>
                        <a:rPr kumimoji="0" lang="en-US" altLang="zh-CN" sz="2400" b="1" i="0" u="none" strike="noStrike" cap="none" normalizeH="0" baseline="0">
                          <a:ln>
                            <a:noFill/>
                          </a:ln>
                          <a:solidFill>
                            <a:schemeClr val="tx1"/>
                          </a:solidFill>
                          <a:effectLst/>
                          <a:latin typeface="Times New Roman" panose="02020603050405020304" pitchFamily="18" charset="0"/>
                          <a:ea typeface="黑体" panose="02010609060101010101" pitchFamily="49" charset="-122"/>
                          <a:sym typeface="Symbol" panose="05050102010706020507" pitchFamily="18" charset="2"/>
                        </a:rPr>
                        <a:t></a:t>
                      </a:r>
                    </a:p>
                  </a:txBody>
                  <a:tcPr marL="54000" marR="54000" marT="28800" marB="28800" anchor="ct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l"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endParaRPr kumimoji="0" lang="zh-CN" altLang="zh-CN" sz="2400" b="0" i="0" u="none" strike="noStrike" cap="none" normalizeH="0" baseline="0">
                        <a:ln>
                          <a:noFill/>
                        </a:ln>
                        <a:solidFill>
                          <a:schemeClr val="tx1"/>
                        </a:solidFill>
                        <a:effectLst/>
                        <a:latin typeface="Times New Roman" panose="02020603050405020304" pitchFamily="18" charset="0"/>
                        <a:ea typeface="黑体" panose="02010609060101010101" pitchFamily="49" charset="-122"/>
                      </a:endParaRPr>
                    </a:p>
                  </a:txBody>
                  <a:tcPr marL="54000" marR="54000" marT="28800" marB="2880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l"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endParaRPr kumimoji="0" lang="zh-CN" altLang="zh-CN" sz="2400" b="1" i="0" u="none" strike="noStrike" cap="none" normalizeH="0" baseline="0">
                        <a:ln>
                          <a:noFill/>
                        </a:ln>
                        <a:solidFill>
                          <a:schemeClr val="tx1"/>
                        </a:solidFill>
                        <a:effectLst/>
                        <a:latin typeface="Times New Roman" panose="02020603050405020304" pitchFamily="18" charset="0"/>
                        <a:ea typeface="黑体" panose="02010609060101010101" pitchFamily="49" charset="-122"/>
                        <a:sym typeface="Symbol" panose="05050102010706020507" pitchFamily="18" charset="2"/>
                      </a:endParaRPr>
                    </a:p>
                  </a:txBody>
                  <a:tcPr marL="54000" marR="54000" marT="28800" marB="2880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l"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endParaRPr kumimoji="0" lang="zh-CN" altLang="zh-CN" sz="2400" b="1" i="0" u="none" strike="noStrike" cap="none" normalizeH="0" baseline="0">
                        <a:ln>
                          <a:noFill/>
                        </a:ln>
                        <a:solidFill>
                          <a:schemeClr val="tx1"/>
                        </a:solidFill>
                        <a:effectLst/>
                        <a:latin typeface="Times New Roman" panose="02020603050405020304" pitchFamily="18" charset="0"/>
                        <a:ea typeface="黑体" panose="02010609060101010101" pitchFamily="49" charset="-122"/>
                        <a:sym typeface="Symbol" panose="05050102010706020507" pitchFamily="18" charset="2"/>
                      </a:endParaRPr>
                    </a:p>
                  </a:txBody>
                  <a:tcPr marL="54000" marR="54000" marT="28800" marB="2880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l"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endParaRPr kumimoji="0" lang="zh-CN" altLang="zh-CN" sz="2400" b="0" i="0" u="none" strike="noStrike" cap="none" normalizeH="0" baseline="0">
                        <a:ln>
                          <a:noFill/>
                        </a:ln>
                        <a:solidFill>
                          <a:schemeClr val="tx1"/>
                        </a:solidFill>
                        <a:effectLst/>
                        <a:latin typeface="Times New Roman" panose="02020603050405020304" pitchFamily="18" charset="0"/>
                        <a:ea typeface="黑体" panose="02010609060101010101" pitchFamily="49" charset="-122"/>
                      </a:endParaRPr>
                    </a:p>
                  </a:txBody>
                  <a:tcPr marL="54000" marR="54000" marT="28800" marB="2880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l"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endParaRPr kumimoji="0" lang="zh-CN" altLang="zh-CN" sz="2400" b="1" i="0" u="none" strike="noStrike" cap="none" normalizeH="0" baseline="0">
                        <a:ln>
                          <a:noFill/>
                        </a:ln>
                        <a:solidFill>
                          <a:schemeClr val="tx1"/>
                        </a:solidFill>
                        <a:effectLst/>
                        <a:latin typeface="Times New Roman" panose="02020603050405020304" pitchFamily="18" charset="0"/>
                        <a:ea typeface="黑体" panose="02010609060101010101" pitchFamily="49" charset="-122"/>
                        <a:sym typeface="Symbol" panose="05050102010706020507" pitchFamily="18" charset="2"/>
                      </a:endParaRPr>
                    </a:p>
                  </a:txBody>
                  <a:tcPr marL="54000" marR="54000" marT="28800" marB="2880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l"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endParaRPr kumimoji="0" lang="zh-CN" altLang="zh-CN" sz="2400" b="1" i="0" u="none" strike="noStrike" cap="none" normalizeH="0" baseline="0">
                        <a:ln>
                          <a:noFill/>
                        </a:ln>
                        <a:solidFill>
                          <a:schemeClr val="tx1"/>
                        </a:solidFill>
                        <a:effectLst/>
                        <a:latin typeface="Times New Roman" panose="02020603050405020304" pitchFamily="18" charset="0"/>
                        <a:ea typeface="黑体" panose="02010609060101010101" pitchFamily="49" charset="-122"/>
                        <a:sym typeface="Symbol" panose="05050102010706020507" pitchFamily="18" charset="2"/>
                      </a:endParaRPr>
                    </a:p>
                  </a:txBody>
                  <a:tcPr marL="54000" marR="54000" marT="28800" marB="28800" anchor="ct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5"/>
                  </a:ext>
                </a:extLst>
              </a:tr>
              <a:tr h="588963">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r>
                        <a:rPr kumimoji="0" lang="en-US" altLang="zh-CN" sz="2400" b="1" i="1" u="none" strike="noStrike" cap="none" normalizeH="0" baseline="0">
                          <a:ln>
                            <a:noFill/>
                          </a:ln>
                          <a:solidFill>
                            <a:schemeClr val="tx1"/>
                          </a:solidFill>
                          <a:effectLst/>
                          <a:latin typeface="Times New Roman" panose="02020603050405020304" pitchFamily="18" charset="0"/>
                          <a:ea typeface="黑体" panose="02010609060101010101" pitchFamily="49" charset="-122"/>
                        </a:rPr>
                        <a:t>F</a:t>
                      </a:r>
                    </a:p>
                  </a:txBody>
                  <a:tcPr marL="54000" marR="54000" marT="28800" marB="28800" anchor="ct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l"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endParaRPr kumimoji="0" lang="zh-CN" altLang="zh-CN" sz="2400" b="1" i="0" u="none" strike="noStrike" cap="none" normalizeH="0" baseline="0">
                        <a:ln>
                          <a:noFill/>
                        </a:ln>
                        <a:solidFill>
                          <a:schemeClr val="tx1"/>
                        </a:solidFill>
                        <a:effectLst/>
                        <a:latin typeface="Times New Roman" panose="02020603050405020304" pitchFamily="18" charset="0"/>
                        <a:ea typeface="黑体" panose="02010609060101010101" pitchFamily="49" charset="-122"/>
                        <a:sym typeface="Symbol" panose="05050102010706020507" pitchFamily="18" charset="2"/>
                      </a:endParaRPr>
                    </a:p>
                  </a:txBody>
                  <a:tcPr marL="54000" marR="54000" marT="28800" marB="2880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l"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endParaRPr kumimoji="0" lang="zh-CN" altLang="zh-CN" sz="2400" b="0" i="0" u="none" strike="noStrike" cap="none" normalizeH="0" baseline="0">
                        <a:ln>
                          <a:noFill/>
                        </a:ln>
                        <a:solidFill>
                          <a:schemeClr val="tx1"/>
                        </a:solidFill>
                        <a:effectLst/>
                        <a:latin typeface="Times New Roman" panose="02020603050405020304" pitchFamily="18" charset="0"/>
                        <a:ea typeface="黑体" panose="02010609060101010101" pitchFamily="49" charset="-122"/>
                      </a:endParaRPr>
                    </a:p>
                  </a:txBody>
                  <a:tcPr marL="54000" marR="54000" marT="28800" marB="2880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l"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endParaRPr kumimoji="0" lang="zh-CN" altLang="zh-CN" sz="2400" b="0" i="0" u="none" strike="noStrike" cap="none" normalizeH="0" baseline="0">
                        <a:ln>
                          <a:noFill/>
                        </a:ln>
                        <a:solidFill>
                          <a:schemeClr val="tx1"/>
                        </a:solidFill>
                        <a:effectLst/>
                        <a:latin typeface="Times New Roman" panose="02020603050405020304" pitchFamily="18" charset="0"/>
                        <a:ea typeface="黑体" panose="02010609060101010101" pitchFamily="49" charset="-122"/>
                      </a:endParaRPr>
                    </a:p>
                  </a:txBody>
                  <a:tcPr marL="54000" marR="54000" marT="28800" marB="2880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l"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endParaRPr kumimoji="0" lang="zh-CN" altLang="zh-CN" sz="2400" b="0" i="0" u="none" strike="noStrike" cap="none" normalizeH="0" baseline="0">
                        <a:ln>
                          <a:noFill/>
                        </a:ln>
                        <a:solidFill>
                          <a:schemeClr val="tx1"/>
                        </a:solidFill>
                        <a:effectLst/>
                        <a:latin typeface="Times New Roman" panose="02020603050405020304" pitchFamily="18" charset="0"/>
                        <a:ea typeface="黑体" panose="02010609060101010101" pitchFamily="49" charset="-122"/>
                      </a:endParaRPr>
                    </a:p>
                  </a:txBody>
                  <a:tcPr marL="54000" marR="54000" marT="28800" marB="2880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l"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endParaRPr kumimoji="0" lang="zh-CN" altLang="zh-CN" sz="2400" b="0" i="0" u="none" strike="noStrike" cap="none" normalizeH="0" baseline="0">
                        <a:ln>
                          <a:noFill/>
                        </a:ln>
                        <a:solidFill>
                          <a:schemeClr val="tx1"/>
                        </a:solidFill>
                        <a:effectLst/>
                        <a:latin typeface="Times New Roman" panose="02020603050405020304" pitchFamily="18" charset="0"/>
                        <a:ea typeface="黑体" panose="02010609060101010101" pitchFamily="49" charset="-122"/>
                      </a:endParaRPr>
                    </a:p>
                  </a:txBody>
                  <a:tcPr marL="54000" marR="54000" marT="28800" marB="2880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l"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endParaRPr kumimoji="0" lang="zh-CN" altLang="zh-CN" sz="2400" b="0" i="0" u="none" strike="noStrike" cap="none" normalizeH="0" baseline="0" dirty="0">
                        <a:ln>
                          <a:noFill/>
                        </a:ln>
                        <a:solidFill>
                          <a:schemeClr val="tx1"/>
                        </a:solidFill>
                        <a:effectLst/>
                        <a:latin typeface="Times New Roman" panose="02020603050405020304" pitchFamily="18" charset="0"/>
                        <a:ea typeface="黑体" panose="02010609060101010101" pitchFamily="49" charset="-122"/>
                      </a:endParaRPr>
                    </a:p>
                  </a:txBody>
                  <a:tcPr marL="54000" marR="54000" marT="28800" marB="28800" anchor="ct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6"/>
                  </a:ext>
                </a:extLst>
              </a:tr>
            </a:tbl>
          </a:graphicData>
        </a:graphic>
      </p:graphicFrame>
      <p:sp>
        <p:nvSpPr>
          <p:cNvPr id="4" name="日期占位符 3">
            <a:extLst>
              <a:ext uri="{FF2B5EF4-FFF2-40B4-BE49-F238E27FC236}">
                <a16:creationId xmlns:a16="http://schemas.microsoft.com/office/drawing/2014/main" id="{1F3A883E-1C72-99B8-AC0A-2180240F814D}"/>
              </a:ext>
            </a:extLst>
          </p:cNvPr>
          <p:cNvSpPr>
            <a:spLocks noGrp="1"/>
          </p:cNvSpPr>
          <p:nvPr>
            <p:ph type="dt" sz="half" idx="10"/>
          </p:nvPr>
        </p:nvSpPr>
        <p:spPr/>
        <p:txBody>
          <a:bodyPr/>
          <a:lstStyle/>
          <a:p>
            <a:fld id="{AE2C60A9-E90B-4128-A782-897D9808CF71}" type="datetime2">
              <a:rPr lang="zh-CN" altLang="en-US" smtClean="0"/>
              <a:pPr/>
              <a:t>2025年11月26日</a:t>
            </a:fld>
            <a:endParaRPr lang="zh-CN" altLang="en-US"/>
          </a:p>
        </p:txBody>
      </p:sp>
      <p:sp>
        <p:nvSpPr>
          <p:cNvPr id="5" name="页脚占位符 4">
            <a:extLst>
              <a:ext uri="{FF2B5EF4-FFF2-40B4-BE49-F238E27FC236}">
                <a16:creationId xmlns:a16="http://schemas.microsoft.com/office/drawing/2014/main" id="{50D4C1CE-60DF-1B67-9AC3-0A441B85138F}"/>
              </a:ext>
            </a:extLst>
          </p:cNvPr>
          <p:cNvSpPr>
            <a:spLocks noGrp="1"/>
          </p:cNvSpPr>
          <p:nvPr>
            <p:ph type="ftr" sz="quarter" idx="11"/>
          </p:nvPr>
        </p:nvSpPr>
        <p:spPr/>
        <p:txBody>
          <a:bodyPr/>
          <a:lstStyle/>
          <a:p>
            <a:r>
              <a:rPr lang="zh-CN" altLang="en-US"/>
              <a:t>编译原理</a:t>
            </a:r>
            <a:r>
              <a:rPr lang="en-US" altLang="zh-CN"/>
              <a:t>-</a:t>
            </a:r>
            <a:r>
              <a:rPr lang="zh-CN" altLang="en-US"/>
              <a:t>王欣捷</a:t>
            </a:r>
            <a:r>
              <a:rPr lang="en-US" altLang="zh-CN"/>
              <a:t>-</a:t>
            </a:r>
            <a:r>
              <a:rPr lang="zh-CN" altLang="en-US"/>
              <a:t>第三章 语法分析</a:t>
            </a:r>
            <a:r>
              <a:rPr lang="en-US" altLang="zh-CN"/>
              <a:t>(4)</a:t>
            </a:r>
            <a:endParaRPr lang="zh-CN" altLang="en-US"/>
          </a:p>
        </p:txBody>
      </p:sp>
      <p:sp>
        <p:nvSpPr>
          <p:cNvPr id="7" name="灯片编号占位符 6">
            <a:extLst>
              <a:ext uri="{FF2B5EF4-FFF2-40B4-BE49-F238E27FC236}">
                <a16:creationId xmlns:a16="http://schemas.microsoft.com/office/drawing/2014/main" id="{2D797AA2-BA3D-D2DD-A58C-3EFF19766B22}"/>
              </a:ext>
            </a:extLst>
          </p:cNvPr>
          <p:cNvSpPr>
            <a:spLocks noGrp="1"/>
          </p:cNvSpPr>
          <p:nvPr>
            <p:ph type="sldNum" sz="quarter" idx="12"/>
          </p:nvPr>
        </p:nvSpPr>
        <p:spPr/>
        <p:txBody>
          <a:bodyPr/>
          <a:lstStyle/>
          <a:p>
            <a:fld id="{094DEB03-EFC6-4C20-8FC8-295189A5386F}" type="slidenum">
              <a:rPr lang="zh-CN" altLang="en-US" smtClean="0"/>
              <a:pPr/>
              <a:t>40</a:t>
            </a:fld>
            <a:endParaRPr lang="zh-CN" altLang="en-US"/>
          </a:p>
        </p:txBody>
      </p:sp>
    </p:spTree>
  </p:cSld>
  <p:clrMapOvr>
    <a:masterClrMapping/>
  </p:clrMapOvr>
</p:sld>
</file>

<file path=ppt/slides/slide4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8130" name="Rectangle 2">
            <a:extLst>
              <a:ext uri="{FF2B5EF4-FFF2-40B4-BE49-F238E27FC236}">
                <a16:creationId xmlns:a16="http://schemas.microsoft.com/office/drawing/2014/main" id="{5B8D1733-005E-4868-AC85-472EF609CC10}"/>
              </a:ext>
            </a:extLst>
          </p:cNvPr>
          <p:cNvSpPr>
            <a:spLocks noGrp="1" noChangeArrowheads="1"/>
          </p:cNvSpPr>
          <p:nvPr>
            <p:ph type="title"/>
          </p:nvPr>
        </p:nvSpPr>
        <p:spPr/>
        <p:txBody>
          <a:bodyPr/>
          <a:lstStyle/>
          <a:p>
            <a:pPr eaLnBrk="1" hangingPunct="1"/>
            <a:r>
              <a:rPr lang="en-US" altLang="zh-CN"/>
              <a:t>3.3.5 </a:t>
            </a:r>
            <a:r>
              <a:rPr lang="zh-CN" altLang="en-US"/>
              <a:t>构造预测分析表</a:t>
            </a:r>
          </a:p>
        </p:txBody>
      </p:sp>
      <p:sp>
        <p:nvSpPr>
          <p:cNvPr id="2" name="内容占位符 1">
            <a:extLst>
              <a:ext uri="{FF2B5EF4-FFF2-40B4-BE49-F238E27FC236}">
                <a16:creationId xmlns:a16="http://schemas.microsoft.com/office/drawing/2014/main" id="{1256B41B-DA5B-4B46-97F0-51063847351F}"/>
              </a:ext>
            </a:extLst>
          </p:cNvPr>
          <p:cNvSpPr>
            <a:spLocks noGrp="1"/>
          </p:cNvSpPr>
          <p:nvPr>
            <p:ph idx="1"/>
          </p:nvPr>
        </p:nvSpPr>
        <p:spPr/>
        <p:txBody>
          <a:bodyPr/>
          <a:lstStyle/>
          <a:p>
            <a:r>
              <a:rPr lang="en-US" altLang="zh-CN" sz="3200" b="1" i="1">
                <a:solidFill>
                  <a:schemeClr val="accent2"/>
                </a:solidFill>
                <a:latin typeface="Times New Roman" panose="02020603050405020304" pitchFamily="18" charset="0"/>
                <a:ea typeface="宋体" panose="02010600030101010101" pitchFamily="2" charset="-122"/>
              </a:rPr>
              <a:t>E </a:t>
            </a:r>
            <a:r>
              <a:rPr lang="en-US" altLang="zh-CN" sz="3200" b="1">
                <a:solidFill>
                  <a:schemeClr val="accent2"/>
                </a:solidFill>
                <a:latin typeface="Times New Roman" panose="02020603050405020304" pitchFamily="18" charset="0"/>
                <a:ea typeface="宋体" panose="02010600030101010101" pitchFamily="2" charset="-122"/>
                <a:sym typeface="Symbol" panose="05050102010706020507" pitchFamily="18" charset="2"/>
              </a:rPr>
              <a:t></a:t>
            </a:r>
            <a:r>
              <a:rPr lang="en-US" altLang="zh-CN" sz="3200" b="1">
                <a:solidFill>
                  <a:schemeClr val="accent2"/>
                </a:solidFill>
                <a:latin typeface="Times New Roman" panose="02020603050405020304" pitchFamily="18" charset="0"/>
                <a:ea typeface="宋体" panose="02010600030101010101" pitchFamily="2" charset="-122"/>
              </a:rPr>
              <a:t> </a:t>
            </a:r>
            <a:r>
              <a:rPr lang="en-US" altLang="zh-CN" sz="3200" b="1">
                <a:solidFill>
                  <a:schemeClr val="accent2"/>
                </a:solidFill>
                <a:latin typeface="Times New Roman" panose="02020603050405020304" pitchFamily="18" charset="0"/>
                <a:ea typeface="宋体" panose="02010600030101010101" pitchFamily="2" charset="-122"/>
                <a:sym typeface="Symbol" panose="05050102010706020507" pitchFamily="18" charset="2"/>
              </a:rPr>
              <a:t></a:t>
            </a:r>
            <a:r>
              <a:rPr lang="en-US" altLang="zh-CN" sz="3200" b="1">
                <a:solidFill>
                  <a:schemeClr val="accent2"/>
                </a:solidFill>
                <a:latin typeface="Times New Roman" panose="02020603050405020304" pitchFamily="18" charset="0"/>
                <a:ea typeface="宋体" panose="02010600030101010101" pitchFamily="2" charset="-122"/>
              </a:rPr>
              <a:t> + </a:t>
            </a:r>
            <a:r>
              <a:rPr lang="en-US" altLang="zh-CN" sz="3200" b="1" i="1">
                <a:solidFill>
                  <a:schemeClr val="accent2"/>
                </a:solidFill>
                <a:latin typeface="Times New Roman" panose="02020603050405020304" pitchFamily="18" charset="0"/>
                <a:ea typeface="宋体" panose="02010600030101010101" pitchFamily="2" charset="-122"/>
              </a:rPr>
              <a:t>TE </a:t>
            </a:r>
            <a:r>
              <a:rPr lang="en-US" altLang="zh-CN" sz="3200" b="1">
                <a:solidFill>
                  <a:schemeClr val="accent2"/>
                </a:solidFill>
                <a:latin typeface="Times New Roman" panose="02020603050405020304" pitchFamily="18" charset="0"/>
                <a:ea typeface="宋体" panose="02010600030101010101" pitchFamily="2" charset="-122"/>
                <a:sym typeface="Symbol" panose="05050102010706020507" pitchFamily="18" charset="2"/>
              </a:rPr>
              <a:t></a:t>
            </a:r>
          </a:p>
          <a:p>
            <a:r>
              <a:rPr lang="en-US" altLang="zh-CN" sz="3200" b="1">
                <a:solidFill>
                  <a:schemeClr val="accent2"/>
                </a:solidFill>
                <a:latin typeface="Times New Roman" panose="02020603050405020304" pitchFamily="18" charset="0"/>
                <a:ea typeface="宋体" panose="02010600030101010101" pitchFamily="2" charset="-122"/>
                <a:sym typeface="Symbol" panose="05050102010706020507" pitchFamily="18" charset="2"/>
              </a:rPr>
              <a:t>FIRST(</a:t>
            </a:r>
            <a:r>
              <a:rPr lang="en-US" altLang="zh-CN" sz="3200" b="1">
                <a:solidFill>
                  <a:schemeClr val="accent2"/>
                </a:solidFill>
                <a:latin typeface="Times New Roman" panose="02020603050405020304" pitchFamily="18" charset="0"/>
                <a:ea typeface="宋体" panose="02010600030101010101" pitchFamily="2" charset="-122"/>
              </a:rPr>
              <a:t>+ </a:t>
            </a:r>
            <a:r>
              <a:rPr lang="en-US" altLang="zh-CN" sz="3200" b="1" i="1">
                <a:solidFill>
                  <a:schemeClr val="accent2"/>
                </a:solidFill>
                <a:latin typeface="Times New Roman" panose="02020603050405020304" pitchFamily="18" charset="0"/>
                <a:ea typeface="宋体" panose="02010600030101010101" pitchFamily="2" charset="-122"/>
              </a:rPr>
              <a:t>TE </a:t>
            </a:r>
            <a:r>
              <a:rPr lang="en-US" altLang="zh-CN" sz="3200" b="1">
                <a:solidFill>
                  <a:schemeClr val="accent2"/>
                </a:solidFill>
                <a:latin typeface="Times New Roman" panose="02020603050405020304" pitchFamily="18" charset="0"/>
                <a:ea typeface="宋体" panose="02010600030101010101" pitchFamily="2" charset="-122"/>
                <a:sym typeface="Symbol" panose="05050102010706020507" pitchFamily="18" charset="2"/>
              </a:rPr>
              <a:t>)={+}</a:t>
            </a:r>
          </a:p>
        </p:txBody>
      </p:sp>
      <p:graphicFrame>
        <p:nvGraphicFramePr>
          <p:cNvPr id="6" name="Group 3">
            <a:extLst>
              <a:ext uri="{FF2B5EF4-FFF2-40B4-BE49-F238E27FC236}">
                <a16:creationId xmlns:a16="http://schemas.microsoft.com/office/drawing/2014/main" id="{9EFD68CC-6553-41FA-80CB-3FBFE4A80B44}"/>
              </a:ext>
            </a:extLst>
          </p:cNvPr>
          <p:cNvGraphicFramePr>
            <a:graphicFrameLocks/>
          </p:cNvGraphicFramePr>
          <p:nvPr>
            <p:extLst>
              <p:ext uri="{D42A27DB-BD31-4B8C-83A1-F6EECF244321}">
                <p14:modId xmlns:p14="http://schemas.microsoft.com/office/powerpoint/2010/main" val="1364025517"/>
              </p:ext>
            </p:extLst>
          </p:nvPr>
        </p:nvGraphicFramePr>
        <p:xfrm>
          <a:off x="208756" y="2520000"/>
          <a:ext cx="8726488" cy="4114803"/>
        </p:xfrm>
        <a:graphic>
          <a:graphicData uri="http://schemas.openxmlformats.org/drawingml/2006/table">
            <a:tbl>
              <a:tblPr/>
              <a:tblGrid>
                <a:gridCol w="1066800">
                  <a:extLst>
                    <a:ext uri="{9D8B030D-6E8A-4147-A177-3AD203B41FA5}">
                      <a16:colId xmlns:a16="http://schemas.microsoft.com/office/drawing/2014/main" val="20000"/>
                    </a:ext>
                  </a:extLst>
                </a:gridCol>
                <a:gridCol w="1295400">
                  <a:extLst>
                    <a:ext uri="{9D8B030D-6E8A-4147-A177-3AD203B41FA5}">
                      <a16:colId xmlns:a16="http://schemas.microsoft.com/office/drawing/2014/main" val="20001"/>
                    </a:ext>
                  </a:extLst>
                </a:gridCol>
                <a:gridCol w="1379538">
                  <a:extLst>
                    <a:ext uri="{9D8B030D-6E8A-4147-A177-3AD203B41FA5}">
                      <a16:colId xmlns:a16="http://schemas.microsoft.com/office/drawing/2014/main" val="20002"/>
                    </a:ext>
                  </a:extLst>
                </a:gridCol>
                <a:gridCol w="1516062">
                  <a:extLst>
                    <a:ext uri="{9D8B030D-6E8A-4147-A177-3AD203B41FA5}">
                      <a16:colId xmlns:a16="http://schemas.microsoft.com/office/drawing/2014/main" val="20003"/>
                    </a:ext>
                  </a:extLst>
                </a:gridCol>
                <a:gridCol w="1143000">
                  <a:extLst>
                    <a:ext uri="{9D8B030D-6E8A-4147-A177-3AD203B41FA5}">
                      <a16:colId xmlns:a16="http://schemas.microsoft.com/office/drawing/2014/main" val="20004"/>
                    </a:ext>
                  </a:extLst>
                </a:gridCol>
                <a:gridCol w="1219200">
                  <a:extLst>
                    <a:ext uri="{9D8B030D-6E8A-4147-A177-3AD203B41FA5}">
                      <a16:colId xmlns:a16="http://schemas.microsoft.com/office/drawing/2014/main" val="20005"/>
                    </a:ext>
                  </a:extLst>
                </a:gridCol>
                <a:gridCol w="1106488">
                  <a:extLst>
                    <a:ext uri="{9D8B030D-6E8A-4147-A177-3AD203B41FA5}">
                      <a16:colId xmlns:a16="http://schemas.microsoft.com/office/drawing/2014/main" val="20006"/>
                    </a:ext>
                  </a:extLst>
                </a:gridCol>
              </a:tblGrid>
              <a:tr h="588963">
                <a:tc rowSpan="2">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r>
                        <a:rPr kumimoji="0" lang="zh-CN" altLang="en-US" sz="2400" b="0" i="0" u="none" strike="noStrike" cap="none" normalizeH="0" baseline="0">
                          <a:ln>
                            <a:noFill/>
                          </a:ln>
                          <a:solidFill>
                            <a:schemeClr val="tx1"/>
                          </a:solidFill>
                          <a:effectLst/>
                          <a:latin typeface="Times New Roman" panose="02020603050405020304" pitchFamily="18" charset="0"/>
                          <a:ea typeface="黑体" panose="02010609060101010101" pitchFamily="49" charset="-122"/>
                        </a:rPr>
                        <a:t>非 终结 符</a:t>
                      </a:r>
                    </a:p>
                  </a:txBody>
                  <a:tcPr marL="54000" marR="54000" marT="28800" marB="28800" anchor="ct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gridSpan="6">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r>
                        <a:rPr kumimoji="0" lang="zh-CN" altLang="en-US" sz="2400" b="0" i="0" u="none" strike="noStrike" cap="none" normalizeH="0" baseline="0">
                          <a:ln>
                            <a:noFill/>
                          </a:ln>
                          <a:solidFill>
                            <a:schemeClr val="tx1"/>
                          </a:solidFill>
                          <a:effectLst/>
                          <a:latin typeface="Times New Roman" panose="02020603050405020304" pitchFamily="18" charset="0"/>
                          <a:ea typeface="黑体" panose="02010609060101010101" pitchFamily="49" charset="-122"/>
                        </a:rPr>
                        <a:t>输 入 符 号</a:t>
                      </a:r>
                    </a:p>
                  </a:txBody>
                  <a:tcPr marL="54000" marR="54000" marT="28800" marB="28800" anchor="ct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extLst>
                  <a:ext uri="{0D108BD9-81ED-4DB2-BD59-A6C34878D82A}">
                    <a16:rowId xmlns:a16="http://schemas.microsoft.com/office/drawing/2014/main" val="10000"/>
                  </a:ext>
                </a:extLst>
              </a:tr>
              <a:tr h="585788">
                <a:tc vMerge="1">
                  <a:txBody>
                    <a:bodyPr/>
                    <a:lstStyle/>
                    <a:p>
                      <a:endParaRPr lang="zh-CN" altLang="en-US"/>
                    </a:p>
                  </a:txBody>
                  <a:tcPr/>
                </a:tc>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r>
                        <a:rPr kumimoji="0" lang="en-US" altLang="zh-CN" sz="2400" b="1" i="0" u="none" strike="noStrike" cap="none" normalizeH="0" baseline="0">
                          <a:ln>
                            <a:noFill/>
                          </a:ln>
                          <a:solidFill>
                            <a:schemeClr val="tx1"/>
                          </a:solidFill>
                          <a:effectLst/>
                          <a:latin typeface="Times New Roman" panose="02020603050405020304" pitchFamily="18" charset="0"/>
                          <a:ea typeface="黑体" panose="02010609060101010101" pitchFamily="49" charset="-122"/>
                        </a:rPr>
                        <a:t>id</a:t>
                      </a:r>
                    </a:p>
                  </a:txBody>
                  <a:tcPr marL="54000" marR="54000" marT="28800" marB="2880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r>
                        <a:rPr kumimoji="0" lang="en-US" altLang="zh-CN" sz="2400" b="1" i="0" u="none" strike="noStrike" cap="none" normalizeH="0" baseline="0">
                          <a:ln>
                            <a:noFill/>
                          </a:ln>
                          <a:solidFill>
                            <a:schemeClr val="tx1"/>
                          </a:solidFill>
                          <a:effectLst/>
                          <a:latin typeface="Times New Roman" panose="02020603050405020304" pitchFamily="18" charset="0"/>
                          <a:ea typeface="黑体" panose="02010609060101010101" pitchFamily="49" charset="-122"/>
                        </a:rPr>
                        <a:t>+</a:t>
                      </a:r>
                    </a:p>
                  </a:txBody>
                  <a:tcPr marL="54000" marR="54000" marT="28800" marB="2880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r>
                        <a:rPr kumimoji="0" lang="en-US" altLang="zh-CN" sz="2400" b="1" i="0" u="none" strike="noStrike" cap="none" normalizeH="0" baseline="0">
                          <a:ln>
                            <a:noFill/>
                          </a:ln>
                          <a:solidFill>
                            <a:schemeClr val="tx1"/>
                          </a:solidFill>
                          <a:effectLst/>
                          <a:latin typeface="Times New Roman" panose="02020603050405020304" pitchFamily="18" charset="0"/>
                          <a:ea typeface="黑体" panose="02010609060101010101" pitchFamily="49" charset="-122"/>
                        </a:rPr>
                        <a:t>*</a:t>
                      </a:r>
                    </a:p>
                  </a:txBody>
                  <a:tcPr marL="54000" marR="54000" marT="28800" marB="2880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r>
                        <a:rPr kumimoji="0" lang="en-US" altLang="zh-CN" sz="2400" b="1" i="0" u="none" strike="noStrike" cap="none" normalizeH="0" baseline="0">
                          <a:ln>
                            <a:noFill/>
                          </a:ln>
                          <a:solidFill>
                            <a:schemeClr val="tx1"/>
                          </a:solidFill>
                          <a:effectLst/>
                          <a:latin typeface="Times New Roman" panose="02020603050405020304" pitchFamily="18" charset="0"/>
                          <a:ea typeface="黑体" panose="02010609060101010101" pitchFamily="49" charset="-122"/>
                        </a:rPr>
                        <a:t>(</a:t>
                      </a:r>
                    </a:p>
                  </a:txBody>
                  <a:tcPr marL="54000" marR="54000" marT="28800" marB="2880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r>
                        <a:rPr kumimoji="0" lang="en-US" altLang="zh-CN" sz="2400" b="1" i="0" u="none" strike="noStrike" cap="none" normalizeH="0" baseline="0">
                          <a:ln>
                            <a:noFill/>
                          </a:ln>
                          <a:solidFill>
                            <a:schemeClr val="tx1"/>
                          </a:solidFill>
                          <a:effectLst/>
                          <a:latin typeface="Times New Roman" panose="02020603050405020304" pitchFamily="18" charset="0"/>
                          <a:ea typeface="黑体" panose="02010609060101010101" pitchFamily="49" charset="-122"/>
                        </a:rPr>
                        <a:t>)</a:t>
                      </a:r>
                    </a:p>
                  </a:txBody>
                  <a:tcPr marL="54000" marR="54000" marT="28800" marB="2880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r>
                        <a:rPr kumimoji="0" lang="en-US" altLang="zh-CN" sz="2400" b="1" i="0" u="none" strike="noStrike" cap="none" normalizeH="0" baseline="0">
                          <a:ln>
                            <a:noFill/>
                          </a:ln>
                          <a:solidFill>
                            <a:schemeClr val="tx1"/>
                          </a:solidFill>
                          <a:effectLst/>
                          <a:latin typeface="Times New Roman" panose="02020603050405020304" pitchFamily="18" charset="0"/>
                          <a:ea typeface="黑体" panose="02010609060101010101" pitchFamily="49" charset="-122"/>
                        </a:rPr>
                        <a:t>$</a:t>
                      </a:r>
                    </a:p>
                  </a:txBody>
                  <a:tcPr marL="54000" marR="54000" marT="28800" marB="28800" anchor="ct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1"/>
                  </a:ext>
                </a:extLst>
              </a:tr>
              <a:tr h="588963">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r>
                        <a:rPr kumimoji="0" lang="en-US" altLang="zh-CN" sz="2400" b="1" i="1" u="none" strike="noStrike" cap="none" normalizeH="0" baseline="0">
                          <a:ln>
                            <a:noFill/>
                          </a:ln>
                          <a:solidFill>
                            <a:schemeClr val="tx1"/>
                          </a:solidFill>
                          <a:effectLst/>
                          <a:latin typeface="Times New Roman" panose="02020603050405020304" pitchFamily="18" charset="0"/>
                          <a:ea typeface="黑体" panose="02010609060101010101" pitchFamily="49" charset="-122"/>
                        </a:rPr>
                        <a:t>E</a:t>
                      </a:r>
                    </a:p>
                  </a:txBody>
                  <a:tcPr marL="54000" marR="54000" marT="28800" marB="28800" anchor="ct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l"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r>
                        <a:rPr kumimoji="0" lang="en-US" altLang="zh-CN" sz="2400" b="1" i="1" u="none" strike="noStrike" cap="none" normalizeH="0" baseline="0">
                          <a:ln>
                            <a:noFill/>
                          </a:ln>
                          <a:solidFill>
                            <a:schemeClr val="tx1"/>
                          </a:solidFill>
                          <a:effectLst/>
                          <a:latin typeface="Times New Roman" panose="02020603050405020304" pitchFamily="18" charset="0"/>
                          <a:ea typeface="黑体" panose="02010609060101010101" pitchFamily="49" charset="-122"/>
                        </a:rPr>
                        <a:t>E</a:t>
                      </a:r>
                      <a:r>
                        <a:rPr kumimoji="0" lang="en-US" altLang="zh-CN" sz="2400" b="1" i="0" u="none" strike="noStrike" cap="none" normalizeH="0" baseline="0">
                          <a:ln>
                            <a:noFill/>
                          </a:ln>
                          <a:solidFill>
                            <a:schemeClr val="tx1"/>
                          </a:solidFill>
                          <a:effectLst/>
                          <a:latin typeface="Times New Roman" panose="02020603050405020304" pitchFamily="18" charset="0"/>
                          <a:ea typeface="黑体" panose="02010609060101010101" pitchFamily="49" charset="-122"/>
                          <a:sym typeface="Symbol" panose="05050102010706020507" pitchFamily="18" charset="2"/>
                        </a:rPr>
                        <a:t></a:t>
                      </a:r>
                      <a:r>
                        <a:rPr kumimoji="0" lang="en-US" altLang="zh-CN" sz="2400" b="1" i="1" u="none" strike="noStrike" cap="none" normalizeH="0" baseline="0">
                          <a:ln>
                            <a:noFill/>
                          </a:ln>
                          <a:solidFill>
                            <a:schemeClr val="tx1"/>
                          </a:solidFill>
                          <a:effectLst/>
                          <a:latin typeface="Times New Roman" panose="02020603050405020304" pitchFamily="18" charset="0"/>
                          <a:ea typeface="黑体" panose="02010609060101010101" pitchFamily="49" charset="-122"/>
                          <a:sym typeface="Symbol" panose="05050102010706020507" pitchFamily="18" charset="2"/>
                        </a:rPr>
                        <a:t>TE</a:t>
                      </a:r>
                      <a:r>
                        <a:rPr kumimoji="0" lang="en-US" altLang="zh-CN" sz="2400" b="1" i="0" u="none" strike="noStrike" cap="none" normalizeH="0" baseline="0">
                          <a:ln>
                            <a:noFill/>
                          </a:ln>
                          <a:solidFill>
                            <a:schemeClr val="tx1"/>
                          </a:solidFill>
                          <a:effectLst/>
                          <a:latin typeface="Times New Roman" panose="02020603050405020304" pitchFamily="18" charset="0"/>
                          <a:ea typeface="黑体" panose="02010609060101010101" pitchFamily="49" charset="-122"/>
                          <a:sym typeface="Symbol" panose="05050102010706020507" pitchFamily="18" charset="2"/>
                        </a:rPr>
                        <a:t></a:t>
                      </a:r>
                    </a:p>
                  </a:txBody>
                  <a:tcPr marL="54000" marR="54000" marT="28800" marB="2880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l"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endParaRPr kumimoji="0" lang="zh-CN" altLang="zh-CN" sz="2400" b="0" i="0" u="none" strike="noStrike" cap="none" normalizeH="0" baseline="0">
                        <a:ln>
                          <a:noFill/>
                        </a:ln>
                        <a:solidFill>
                          <a:schemeClr val="tx1"/>
                        </a:solidFill>
                        <a:effectLst/>
                        <a:latin typeface="Times New Roman" panose="02020603050405020304" pitchFamily="18" charset="0"/>
                        <a:ea typeface="黑体" panose="02010609060101010101" pitchFamily="49" charset="-122"/>
                      </a:endParaRPr>
                    </a:p>
                  </a:txBody>
                  <a:tcPr marL="54000" marR="54000" marT="28800" marB="2880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l"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endParaRPr kumimoji="0" lang="zh-CN" altLang="zh-CN" sz="2400" b="0" i="0" u="none" strike="noStrike" cap="none" normalizeH="0" baseline="0">
                        <a:ln>
                          <a:noFill/>
                        </a:ln>
                        <a:solidFill>
                          <a:schemeClr val="tx1"/>
                        </a:solidFill>
                        <a:effectLst/>
                        <a:latin typeface="Times New Roman" panose="02020603050405020304" pitchFamily="18" charset="0"/>
                        <a:ea typeface="黑体" panose="02010609060101010101" pitchFamily="49" charset="-122"/>
                      </a:endParaRPr>
                    </a:p>
                  </a:txBody>
                  <a:tcPr marL="54000" marR="54000" marT="28800" marB="2880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l"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r>
                        <a:rPr kumimoji="0" lang="en-US" altLang="zh-CN" sz="2400" b="1" i="1" u="none" strike="noStrike" cap="none" normalizeH="0" baseline="0">
                          <a:ln>
                            <a:noFill/>
                          </a:ln>
                          <a:solidFill>
                            <a:schemeClr val="tx1"/>
                          </a:solidFill>
                          <a:effectLst/>
                          <a:latin typeface="Times New Roman" panose="02020603050405020304" pitchFamily="18" charset="0"/>
                          <a:ea typeface="黑体" panose="02010609060101010101" pitchFamily="49" charset="-122"/>
                        </a:rPr>
                        <a:t>E</a:t>
                      </a:r>
                      <a:r>
                        <a:rPr kumimoji="0" lang="en-US" altLang="zh-CN" sz="2400" b="1" i="1" u="none" strike="noStrike" cap="none" normalizeH="0" baseline="0">
                          <a:ln>
                            <a:noFill/>
                          </a:ln>
                          <a:solidFill>
                            <a:schemeClr val="tx1"/>
                          </a:solidFill>
                          <a:effectLst/>
                          <a:latin typeface="Times New Roman" panose="02020603050405020304" pitchFamily="18" charset="0"/>
                          <a:ea typeface="黑体" panose="02010609060101010101" pitchFamily="49" charset="-122"/>
                          <a:sym typeface="Symbol" panose="05050102010706020507" pitchFamily="18" charset="2"/>
                        </a:rPr>
                        <a:t>TE</a:t>
                      </a:r>
                      <a:r>
                        <a:rPr kumimoji="0" lang="en-US" altLang="zh-CN" sz="2400" b="1" i="0" u="none" strike="noStrike" cap="none" normalizeH="0" baseline="0">
                          <a:ln>
                            <a:noFill/>
                          </a:ln>
                          <a:solidFill>
                            <a:schemeClr val="tx1"/>
                          </a:solidFill>
                          <a:effectLst/>
                          <a:latin typeface="Times New Roman" panose="02020603050405020304" pitchFamily="18" charset="0"/>
                          <a:ea typeface="黑体" panose="02010609060101010101" pitchFamily="49" charset="-122"/>
                          <a:sym typeface="Symbol" panose="05050102010706020507" pitchFamily="18" charset="2"/>
                        </a:rPr>
                        <a:t></a:t>
                      </a:r>
                    </a:p>
                  </a:txBody>
                  <a:tcPr marL="54000" marR="54000" marT="28800" marB="2880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l"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endParaRPr kumimoji="0" lang="zh-CN" altLang="zh-CN" sz="2400" b="0" i="0" u="none" strike="noStrike" cap="none" normalizeH="0" baseline="0">
                        <a:ln>
                          <a:noFill/>
                        </a:ln>
                        <a:solidFill>
                          <a:schemeClr val="tx1"/>
                        </a:solidFill>
                        <a:effectLst/>
                        <a:latin typeface="Times New Roman" panose="02020603050405020304" pitchFamily="18" charset="0"/>
                        <a:ea typeface="黑体" panose="02010609060101010101" pitchFamily="49" charset="-122"/>
                      </a:endParaRPr>
                    </a:p>
                  </a:txBody>
                  <a:tcPr marL="54000" marR="54000" marT="28800" marB="2880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l"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endParaRPr kumimoji="0" lang="zh-CN" altLang="zh-CN" sz="2400" b="0" i="0" u="none" strike="noStrike" cap="none" normalizeH="0" baseline="0">
                        <a:ln>
                          <a:noFill/>
                        </a:ln>
                        <a:solidFill>
                          <a:schemeClr val="tx1"/>
                        </a:solidFill>
                        <a:effectLst/>
                        <a:latin typeface="Times New Roman" panose="02020603050405020304" pitchFamily="18" charset="0"/>
                        <a:ea typeface="黑体" panose="02010609060101010101" pitchFamily="49" charset="-122"/>
                      </a:endParaRPr>
                    </a:p>
                  </a:txBody>
                  <a:tcPr marL="54000" marR="54000" marT="28800" marB="28800" anchor="ct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2"/>
                  </a:ext>
                </a:extLst>
              </a:tr>
              <a:tr h="587375">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r>
                        <a:rPr kumimoji="0" lang="en-US" altLang="zh-CN" sz="2400" b="1" i="1" u="none" strike="noStrike" cap="none" normalizeH="0" baseline="0">
                          <a:ln>
                            <a:noFill/>
                          </a:ln>
                          <a:solidFill>
                            <a:schemeClr val="tx1"/>
                          </a:solidFill>
                          <a:effectLst/>
                          <a:latin typeface="Times New Roman" panose="02020603050405020304" pitchFamily="18" charset="0"/>
                          <a:ea typeface="黑体" panose="02010609060101010101" pitchFamily="49" charset="-122"/>
                        </a:rPr>
                        <a:t>E </a:t>
                      </a:r>
                      <a:r>
                        <a:rPr kumimoji="0" lang="en-US" altLang="zh-CN" sz="2400" b="1" i="0" u="none" strike="noStrike" cap="none" normalizeH="0" baseline="0">
                          <a:ln>
                            <a:noFill/>
                          </a:ln>
                          <a:solidFill>
                            <a:schemeClr val="tx1"/>
                          </a:solidFill>
                          <a:effectLst/>
                          <a:latin typeface="Times New Roman" panose="02020603050405020304" pitchFamily="18" charset="0"/>
                          <a:ea typeface="黑体" panose="02010609060101010101" pitchFamily="49" charset="-122"/>
                          <a:sym typeface="Symbol" panose="05050102010706020507" pitchFamily="18" charset="2"/>
                        </a:rPr>
                        <a:t></a:t>
                      </a:r>
                    </a:p>
                  </a:txBody>
                  <a:tcPr marL="54000" marR="54000" marT="28800" marB="28800" anchor="ct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l"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endParaRPr kumimoji="0" lang="zh-CN" altLang="zh-CN" sz="2400" b="0" i="0" u="none" strike="noStrike" cap="none" normalizeH="0" baseline="0">
                        <a:ln>
                          <a:noFill/>
                        </a:ln>
                        <a:solidFill>
                          <a:schemeClr val="tx1"/>
                        </a:solidFill>
                        <a:effectLst/>
                        <a:latin typeface="Times New Roman" panose="02020603050405020304" pitchFamily="18" charset="0"/>
                        <a:ea typeface="黑体" panose="02010609060101010101" pitchFamily="49" charset="-122"/>
                      </a:endParaRPr>
                    </a:p>
                  </a:txBody>
                  <a:tcPr marL="54000" marR="54000" marT="28800" marB="2880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l"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r>
                        <a:rPr kumimoji="0" lang="en-US" altLang="zh-CN" sz="2400" b="1" i="1" u="none" strike="noStrike" cap="none" normalizeH="0" baseline="0">
                          <a:ln>
                            <a:noFill/>
                          </a:ln>
                          <a:solidFill>
                            <a:schemeClr val="tx1"/>
                          </a:solidFill>
                          <a:effectLst/>
                          <a:latin typeface="Times New Roman" panose="02020603050405020304" pitchFamily="18" charset="0"/>
                          <a:ea typeface="黑体" panose="02010609060101010101" pitchFamily="49" charset="-122"/>
                        </a:rPr>
                        <a:t>E</a:t>
                      </a:r>
                      <a:r>
                        <a:rPr kumimoji="0" lang="en-US" altLang="zh-CN" sz="2400" b="1" i="0" u="none" strike="noStrike" cap="none" normalizeH="0" baseline="0">
                          <a:ln>
                            <a:noFill/>
                          </a:ln>
                          <a:solidFill>
                            <a:schemeClr val="tx1"/>
                          </a:solidFill>
                          <a:effectLst/>
                          <a:latin typeface="Times New Roman" panose="02020603050405020304" pitchFamily="18" charset="0"/>
                          <a:ea typeface="黑体" panose="02010609060101010101" pitchFamily="49" charset="-122"/>
                          <a:sym typeface="Symbol" panose="05050102010706020507" pitchFamily="18" charset="2"/>
                        </a:rPr>
                        <a:t>+</a:t>
                      </a:r>
                      <a:r>
                        <a:rPr kumimoji="0" lang="en-US" altLang="zh-CN" sz="2400" b="1" i="1" u="none" strike="noStrike" cap="none" normalizeH="0" baseline="0">
                          <a:ln>
                            <a:noFill/>
                          </a:ln>
                          <a:solidFill>
                            <a:schemeClr val="tx1"/>
                          </a:solidFill>
                          <a:effectLst/>
                          <a:latin typeface="Times New Roman" panose="02020603050405020304" pitchFamily="18" charset="0"/>
                          <a:ea typeface="黑体" panose="02010609060101010101" pitchFamily="49" charset="-122"/>
                          <a:sym typeface="Symbol" panose="05050102010706020507" pitchFamily="18" charset="2"/>
                        </a:rPr>
                        <a:t>TE</a:t>
                      </a:r>
                      <a:r>
                        <a:rPr kumimoji="0" lang="en-US" altLang="zh-CN" sz="2400" b="1" i="0" u="none" strike="noStrike" cap="none" normalizeH="0" baseline="0">
                          <a:ln>
                            <a:noFill/>
                          </a:ln>
                          <a:solidFill>
                            <a:schemeClr val="tx1"/>
                          </a:solidFill>
                          <a:effectLst/>
                          <a:latin typeface="Times New Roman" panose="02020603050405020304" pitchFamily="18" charset="0"/>
                          <a:ea typeface="黑体" panose="02010609060101010101" pitchFamily="49" charset="-122"/>
                          <a:sym typeface="Symbol" panose="05050102010706020507" pitchFamily="18" charset="2"/>
                        </a:rPr>
                        <a:t></a:t>
                      </a:r>
                    </a:p>
                  </a:txBody>
                  <a:tcPr marL="54000" marR="54000" marT="28800" marB="2880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l"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endParaRPr kumimoji="0" lang="zh-CN" altLang="zh-CN" sz="2400" b="0" i="0" u="none" strike="noStrike" cap="none" normalizeH="0" baseline="0">
                        <a:ln>
                          <a:noFill/>
                        </a:ln>
                        <a:solidFill>
                          <a:schemeClr val="tx1"/>
                        </a:solidFill>
                        <a:effectLst/>
                        <a:latin typeface="Times New Roman" panose="02020603050405020304" pitchFamily="18" charset="0"/>
                        <a:ea typeface="黑体" panose="02010609060101010101" pitchFamily="49" charset="-122"/>
                      </a:endParaRPr>
                    </a:p>
                  </a:txBody>
                  <a:tcPr marL="54000" marR="54000" marT="28800" marB="2880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l"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endParaRPr kumimoji="0" lang="zh-CN" altLang="zh-CN" sz="2400" b="0" i="0" u="none" strike="noStrike" cap="none" normalizeH="0" baseline="0">
                        <a:ln>
                          <a:noFill/>
                        </a:ln>
                        <a:solidFill>
                          <a:schemeClr val="tx1"/>
                        </a:solidFill>
                        <a:effectLst/>
                        <a:latin typeface="Times New Roman" panose="02020603050405020304" pitchFamily="18" charset="0"/>
                        <a:ea typeface="黑体" panose="02010609060101010101" pitchFamily="49" charset="-122"/>
                      </a:endParaRPr>
                    </a:p>
                  </a:txBody>
                  <a:tcPr marL="54000" marR="54000" marT="28800" marB="2880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l"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endParaRPr kumimoji="0" lang="zh-CN" altLang="zh-CN" sz="2400" b="1" i="0" u="none" strike="noStrike" cap="none" normalizeH="0" baseline="0">
                        <a:ln>
                          <a:noFill/>
                        </a:ln>
                        <a:solidFill>
                          <a:schemeClr val="tx1"/>
                        </a:solidFill>
                        <a:effectLst/>
                        <a:latin typeface="Times New Roman" panose="02020603050405020304" pitchFamily="18" charset="0"/>
                        <a:ea typeface="黑体" panose="02010609060101010101" pitchFamily="49" charset="-122"/>
                        <a:sym typeface="Symbol" panose="05050102010706020507" pitchFamily="18" charset="2"/>
                      </a:endParaRPr>
                    </a:p>
                  </a:txBody>
                  <a:tcPr marL="54000" marR="54000" marT="28800" marB="2880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l"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endParaRPr kumimoji="0" lang="zh-CN" altLang="zh-CN" sz="2400" b="1" i="0" u="none" strike="noStrike" cap="none" normalizeH="0" baseline="0">
                        <a:ln>
                          <a:noFill/>
                        </a:ln>
                        <a:solidFill>
                          <a:schemeClr val="tx1"/>
                        </a:solidFill>
                        <a:effectLst/>
                        <a:latin typeface="Times New Roman" panose="02020603050405020304" pitchFamily="18" charset="0"/>
                        <a:ea typeface="黑体" panose="02010609060101010101" pitchFamily="49" charset="-122"/>
                        <a:sym typeface="Symbol" panose="05050102010706020507" pitchFamily="18" charset="2"/>
                      </a:endParaRPr>
                    </a:p>
                  </a:txBody>
                  <a:tcPr marL="54000" marR="54000" marT="28800" marB="28800" anchor="ct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3"/>
                  </a:ext>
                </a:extLst>
              </a:tr>
              <a:tr h="588963">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r>
                        <a:rPr kumimoji="0" lang="en-US" altLang="zh-CN" sz="2400" b="1" i="1" u="none" strike="noStrike" cap="none" normalizeH="0" baseline="0">
                          <a:ln>
                            <a:noFill/>
                          </a:ln>
                          <a:solidFill>
                            <a:schemeClr val="tx1"/>
                          </a:solidFill>
                          <a:effectLst/>
                          <a:latin typeface="Times New Roman" panose="02020603050405020304" pitchFamily="18" charset="0"/>
                          <a:ea typeface="黑体" panose="02010609060101010101" pitchFamily="49" charset="-122"/>
                        </a:rPr>
                        <a:t>T</a:t>
                      </a:r>
                    </a:p>
                  </a:txBody>
                  <a:tcPr marL="54000" marR="54000" marT="28800" marB="28800" anchor="ct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l"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endParaRPr kumimoji="0" lang="zh-CN" altLang="zh-CN" sz="2400" b="1" i="0" u="none" strike="noStrike" cap="none" normalizeH="0" baseline="0">
                        <a:ln>
                          <a:noFill/>
                        </a:ln>
                        <a:solidFill>
                          <a:schemeClr val="tx1"/>
                        </a:solidFill>
                        <a:effectLst/>
                        <a:latin typeface="Times New Roman" panose="02020603050405020304" pitchFamily="18" charset="0"/>
                        <a:ea typeface="黑体" panose="02010609060101010101" pitchFamily="49" charset="-122"/>
                        <a:sym typeface="Symbol" panose="05050102010706020507" pitchFamily="18" charset="2"/>
                      </a:endParaRPr>
                    </a:p>
                  </a:txBody>
                  <a:tcPr marL="54000" marR="54000" marT="28800" marB="2880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l"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endParaRPr kumimoji="0" lang="zh-CN" altLang="zh-CN" sz="2400" b="0" i="0" u="none" strike="noStrike" cap="none" normalizeH="0" baseline="0">
                        <a:ln>
                          <a:noFill/>
                        </a:ln>
                        <a:solidFill>
                          <a:schemeClr val="tx1"/>
                        </a:solidFill>
                        <a:effectLst/>
                        <a:latin typeface="Times New Roman" panose="02020603050405020304" pitchFamily="18" charset="0"/>
                        <a:ea typeface="黑体" panose="02010609060101010101" pitchFamily="49" charset="-122"/>
                      </a:endParaRPr>
                    </a:p>
                  </a:txBody>
                  <a:tcPr marL="54000" marR="54000" marT="28800" marB="2880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l"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endParaRPr kumimoji="0" lang="zh-CN" altLang="zh-CN" sz="2400" b="0" i="0" u="none" strike="noStrike" cap="none" normalizeH="0" baseline="0">
                        <a:ln>
                          <a:noFill/>
                        </a:ln>
                        <a:solidFill>
                          <a:schemeClr val="tx1"/>
                        </a:solidFill>
                        <a:effectLst/>
                        <a:latin typeface="Times New Roman" panose="02020603050405020304" pitchFamily="18" charset="0"/>
                        <a:ea typeface="黑体" panose="02010609060101010101" pitchFamily="49" charset="-122"/>
                      </a:endParaRPr>
                    </a:p>
                  </a:txBody>
                  <a:tcPr marL="54000" marR="54000" marT="28800" marB="2880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l"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endParaRPr kumimoji="0" lang="zh-CN" altLang="zh-CN" sz="2400" b="1" i="0" u="none" strike="noStrike" cap="none" normalizeH="0" baseline="0">
                        <a:ln>
                          <a:noFill/>
                        </a:ln>
                        <a:solidFill>
                          <a:schemeClr val="tx1"/>
                        </a:solidFill>
                        <a:effectLst/>
                        <a:latin typeface="Times New Roman" panose="02020603050405020304" pitchFamily="18" charset="0"/>
                        <a:ea typeface="黑体" panose="02010609060101010101" pitchFamily="49" charset="-122"/>
                        <a:sym typeface="Symbol" panose="05050102010706020507" pitchFamily="18" charset="2"/>
                      </a:endParaRPr>
                    </a:p>
                  </a:txBody>
                  <a:tcPr marL="54000" marR="54000" marT="28800" marB="2880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l"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endParaRPr kumimoji="0" lang="zh-CN" altLang="zh-CN" sz="2400" b="0" i="0" u="none" strike="noStrike" cap="none" normalizeH="0" baseline="0">
                        <a:ln>
                          <a:noFill/>
                        </a:ln>
                        <a:solidFill>
                          <a:schemeClr val="tx1"/>
                        </a:solidFill>
                        <a:effectLst/>
                        <a:latin typeface="Times New Roman" panose="02020603050405020304" pitchFamily="18" charset="0"/>
                        <a:ea typeface="黑体" panose="02010609060101010101" pitchFamily="49" charset="-122"/>
                      </a:endParaRPr>
                    </a:p>
                  </a:txBody>
                  <a:tcPr marL="54000" marR="54000" marT="28800" marB="2880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l"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endParaRPr kumimoji="0" lang="zh-CN" altLang="zh-CN" sz="2400" b="0" i="0" u="none" strike="noStrike" cap="none" normalizeH="0" baseline="0">
                        <a:ln>
                          <a:noFill/>
                        </a:ln>
                        <a:solidFill>
                          <a:schemeClr val="tx1"/>
                        </a:solidFill>
                        <a:effectLst/>
                        <a:latin typeface="Times New Roman" panose="02020603050405020304" pitchFamily="18" charset="0"/>
                        <a:ea typeface="黑体" panose="02010609060101010101" pitchFamily="49" charset="-122"/>
                      </a:endParaRPr>
                    </a:p>
                  </a:txBody>
                  <a:tcPr marL="54000" marR="54000" marT="28800" marB="28800" anchor="ct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4"/>
                  </a:ext>
                </a:extLst>
              </a:tr>
              <a:tr h="585788">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r>
                        <a:rPr kumimoji="0" lang="en-US" altLang="zh-CN" sz="2400" b="1" i="1" u="none" strike="noStrike" cap="none" normalizeH="0" baseline="0">
                          <a:ln>
                            <a:noFill/>
                          </a:ln>
                          <a:solidFill>
                            <a:schemeClr val="tx1"/>
                          </a:solidFill>
                          <a:effectLst/>
                          <a:latin typeface="Times New Roman" panose="02020603050405020304" pitchFamily="18" charset="0"/>
                          <a:ea typeface="黑体" panose="02010609060101010101" pitchFamily="49" charset="-122"/>
                        </a:rPr>
                        <a:t>T </a:t>
                      </a:r>
                      <a:r>
                        <a:rPr kumimoji="0" lang="en-US" altLang="zh-CN" sz="2400" b="1" i="0" u="none" strike="noStrike" cap="none" normalizeH="0" baseline="0">
                          <a:ln>
                            <a:noFill/>
                          </a:ln>
                          <a:solidFill>
                            <a:schemeClr val="tx1"/>
                          </a:solidFill>
                          <a:effectLst/>
                          <a:latin typeface="Times New Roman" panose="02020603050405020304" pitchFamily="18" charset="0"/>
                          <a:ea typeface="黑体" panose="02010609060101010101" pitchFamily="49" charset="-122"/>
                          <a:sym typeface="Symbol" panose="05050102010706020507" pitchFamily="18" charset="2"/>
                        </a:rPr>
                        <a:t></a:t>
                      </a:r>
                    </a:p>
                  </a:txBody>
                  <a:tcPr marL="54000" marR="54000" marT="28800" marB="28800" anchor="ct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l"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endParaRPr kumimoji="0" lang="zh-CN" altLang="zh-CN" sz="2400" b="0" i="0" u="none" strike="noStrike" cap="none" normalizeH="0" baseline="0">
                        <a:ln>
                          <a:noFill/>
                        </a:ln>
                        <a:solidFill>
                          <a:schemeClr val="tx1"/>
                        </a:solidFill>
                        <a:effectLst/>
                        <a:latin typeface="Times New Roman" panose="02020603050405020304" pitchFamily="18" charset="0"/>
                        <a:ea typeface="黑体" panose="02010609060101010101" pitchFamily="49" charset="-122"/>
                      </a:endParaRPr>
                    </a:p>
                  </a:txBody>
                  <a:tcPr marL="54000" marR="54000" marT="28800" marB="2880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l"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endParaRPr kumimoji="0" lang="zh-CN" altLang="zh-CN" sz="2400" b="1" i="0" u="none" strike="noStrike" cap="none" normalizeH="0" baseline="0">
                        <a:ln>
                          <a:noFill/>
                        </a:ln>
                        <a:solidFill>
                          <a:schemeClr val="tx1"/>
                        </a:solidFill>
                        <a:effectLst/>
                        <a:latin typeface="Times New Roman" panose="02020603050405020304" pitchFamily="18" charset="0"/>
                        <a:ea typeface="黑体" panose="02010609060101010101" pitchFamily="49" charset="-122"/>
                        <a:sym typeface="Symbol" panose="05050102010706020507" pitchFamily="18" charset="2"/>
                      </a:endParaRPr>
                    </a:p>
                  </a:txBody>
                  <a:tcPr marL="54000" marR="54000" marT="28800" marB="2880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l"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endParaRPr kumimoji="0" lang="zh-CN" altLang="zh-CN" sz="2400" b="1" i="0" u="none" strike="noStrike" cap="none" normalizeH="0" baseline="0">
                        <a:ln>
                          <a:noFill/>
                        </a:ln>
                        <a:solidFill>
                          <a:schemeClr val="tx1"/>
                        </a:solidFill>
                        <a:effectLst/>
                        <a:latin typeface="Times New Roman" panose="02020603050405020304" pitchFamily="18" charset="0"/>
                        <a:ea typeface="黑体" panose="02010609060101010101" pitchFamily="49" charset="-122"/>
                        <a:sym typeface="Symbol" panose="05050102010706020507" pitchFamily="18" charset="2"/>
                      </a:endParaRPr>
                    </a:p>
                  </a:txBody>
                  <a:tcPr marL="54000" marR="54000" marT="28800" marB="2880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l"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endParaRPr kumimoji="0" lang="zh-CN" altLang="zh-CN" sz="2400" b="0" i="0" u="none" strike="noStrike" cap="none" normalizeH="0" baseline="0">
                        <a:ln>
                          <a:noFill/>
                        </a:ln>
                        <a:solidFill>
                          <a:schemeClr val="tx1"/>
                        </a:solidFill>
                        <a:effectLst/>
                        <a:latin typeface="Times New Roman" panose="02020603050405020304" pitchFamily="18" charset="0"/>
                        <a:ea typeface="黑体" panose="02010609060101010101" pitchFamily="49" charset="-122"/>
                      </a:endParaRPr>
                    </a:p>
                  </a:txBody>
                  <a:tcPr marL="54000" marR="54000" marT="28800" marB="2880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l"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endParaRPr kumimoji="0" lang="zh-CN" altLang="zh-CN" sz="2400" b="1" i="0" u="none" strike="noStrike" cap="none" normalizeH="0" baseline="0">
                        <a:ln>
                          <a:noFill/>
                        </a:ln>
                        <a:solidFill>
                          <a:schemeClr val="tx1"/>
                        </a:solidFill>
                        <a:effectLst/>
                        <a:latin typeface="Times New Roman" panose="02020603050405020304" pitchFamily="18" charset="0"/>
                        <a:ea typeface="黑体" panose="02010609060101010101" pitchFamily="49" charset="-122"/>
                        <a:sym typeface="Symbol" panose="05050102010706020507" pitchFamily="18" charset="2"/>
                      </a:endParaRPr>
                    </a:p>
                  </a:txBody>
                  <a:tcPr marL="54000" marR="54000" marT="28800" marB="2880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l"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endParaRPr kumimoji="0" lang="zh-CN" altLang="zh-CN" sz="2400" b="1" i="0" u="none" strike="noStrike" cap="none" normalizeH="0" baseline="0">
                        <a:ln>
                          <a:noFill/>
                        </a:ln>
                        <a:solidFill>
                          <a:schemeClr val="tx1"/>
                        </a:solidFill>
                        <a:effectLst/>
                        <a:latin typeface="Times New Roman" panose="02020603050405020304" pitchFamily="18" charset="0"/>
                        <a:ea typeface="黑体" panose="02010609060101010101" pitchFamily="49" charset="-122"/>
                        <a:sym typeface="Symbol" panose="05050102010706020507" pitchFamily="18" charset="2"/>
                      </a:endParaRPr>
                    </a:p>
                  </a:txBody>
                  <a:tcPr marL="54000" marR="54000" marT="28800" marB="28800" anchor="ct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5"/>
                  </a:ext>
                </a:extLst>
              </a:tr>
              <a:tr h="588963">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r>
                        <a:rPr kumimoji="0" lang="en-US" altLang="zh-CN" sz="2400" b="1" i="1" u="none" strike="noStrike" cap="none" normalizeH="0" baseline="0">
                          <a:ln>
                            <a:noFill/>
                          </a:ln>
                          <a:solidFill>
                            <a:schemeClr val="tx1"/>
                          </a:solidFill>
                          <a:effectLst/>
                          <a:latin typeface="Times New Roman" panose="02020603050405020304" pitchFamily="18" charset="0"/>
                          <a:ea typeface="黑体" panose="02010609060101010101" pitchFamily="49" charset="-122"/>
                        </a:rPr>
                        <a:t>F</a:t>
                      </a:r>
                    </a:p>
                  </a:txBody>
                  <a:tcPr marL="54000" marR="54000" marT="28800" marB="28800" anchor="ct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l"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endParaRPr kumimoji="0" lang="zh-CN" altLang="zh-CN" sz="2400" b="1" i="0" u="none" strike="noStrike" cap="none" normalizeH="0" baseline="0">
                        <a:ln>
                          <a:noFill/>
                        </a:ln>
                        <a:solidFill>
                          <a:schemeClr val="tx1"/>
                        </a:solidFill>
                        <a:effectLst/>
                        <a:latin typeface="Times New Roman" panose="02020603050405020304" pitchFamily="18" charset="0"/>
                        <a:ea typeface="黑体" panose="02010609060101010101" pitchFamily="49" charset="-122"/>
                        <a:sym typeface="Symbol" panose="05050102010706020507" pitchFamily="18" charset="2"/>
                      </a:endParaRPr>
                    </a:p>
                  </a:txBody>
                  <a:tcPr marL="54000" marR="54000" marT="28800" marB="2880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l"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endParaRPr kumimoji="0" lang="zh-CN" altLang="zh-CN" sz="2400" b="0" i="0" u="none" strike="noStrike" cap="none" normalizeH="0" baseline="0">
                        <a:ln>
                          <a:noFill/>
                        </a:ln>
                        <a:solidFill>
                          <a:schemeClr val="tx1"/>
                        </a:solidFill>
                        <a:effectLst/>
                        <a:latin typeface="Times New Roman" panose="02020603050405020304" pitchFamily="18" charset="0"/>
                        <a:ea typeface="黑体" panose="02010609060101010101" pitchFamily="49" charset="-122"/>
                      </a:endParaRPr>
                    </a:p>
                  </a:txBody>
                  <a:tcPr marL="54000" marR="54000" marT="28800" marB="2880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l"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endParaRPr kumimoji="0" lang="zh-CN" altLang="zh-CN" sz="2400" b="0" i="0" u="none" strike="noStrike" cap="none" normalizeH="0" baseline="0">
                        <a:ln>
                          <a:noFill/>
                        </a:ln>
                        <a:solidFill>
                          <a:schemeClr val="tx1"/>
                        </a:solidFill>
                        <a:effectLst/>
                        <a:latin typeface="Times New Roman" panose="02020603050405020304" pitchFamily="18" charset="0"/>
                        <a:ea typeface="黑体" panose="02010609060101010101" pitchFamily="49" charset="-122"/>
                      </a:endParaRPr>
                    </a:p>
                  </a:txBody>
                  <a:tcPr marL="54000" marR="54000" marT="28800" marB="2880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l"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endParaRPr kumimoji="0" lang="zh-CN" altLang="zh-CN" sz="2400" b="0" i="0" u="none" strike="noStrike" cap="none" normalizeH="0" baseline="0">
                        <a:ln>
                          <a:noFill/>
                        </a:ln>
                        <a:solidFill>
                          <a:schemeClr val="tx1"/>
                        </a:solidFill>
                        <a:effectLst/>
                        <a:latin typeface="Times New Roman" panose="02020603050405020304" pitchFamily="18" charset="0"/>
                        <a:ea typeface="黑体" panose="02010609060101010101" pitchFamily="49" charset="-122"/>
                      </a:endParaRPr>
                    </a:p>
                  </a:txBody>
                  <a:tcPr marL="54000" marR="54000" marT="28800" marB="2880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l"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endParaRPr kumimoji="0" lang="zh-CN" altLang="zh-CN" sz="2400" b="0" i="0" u="none" strike="noStrike" cap="none" normalizeH="0" baseline="0">
                        <a:ln>
                          <a:noFill/>
                        </a:ln>
                        <a:solidFill>
                          <a:schemeClr val="tx1"/>
                        </a:solidFill>
                        <a:effectLst/>
                        <a:latin typeface="Times New Roman" panose="02020603050405020304" pitchFamily="18" charset="0"/>
                        <a:ea typeface="黑体" panose="02010609060101010101" pitchFamily="49" charset="-122"/>
                      </a:endParaRPr>
                    </a:p>
                  </a:txBody>
                  <a:tcPr marL="54000" marR="54000" marT="28800" marB="2880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l"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endParaRPr kumimoji="0" lang="zh-CN" altLang="zh-CN" sz="2400" b="0" i="0" u="none" strike="noStrike" cap="none" normalizeH="0" baseline="0" dirty="0">
                        <a:ln>
                          <a:noFill/>
                        </a:ln>
                        <a:solidFill>
                          <a:schemeClr val="tx1"/>
                        </a:solidFill>
                        <a:effectLst/>
                        <a:latin typeface="Times New Roman" panose="02020603050405020304" pitchFamily="18" charset="0"/>
                        <a:ea typeface="黑体" panose="02010609060101010101" pitchFamily="49" charset="-122"/>
                      </a:endParaRPr>
                    </a:p>
                  </a:txBody>
                  <a:tcPr marL="54000" marR="54000" marT="28800" marB="28800" anchor="ct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6"/>
                  </a:ext>
                </a:extLst>
              </a:tr>
            </a:tbl>
          </a:graphicData>
        </a:graphic>
      </p:graphicFrame>
      <p:sp>
        <p:nvSpPr>
          <p:cNvPr id="3" name="日期占位符 2">
            <a:extLst>
              <a:ext uri="{FF2B5EF4-FFF2-40B4-BE49-F238E27FC236}">
                <a16:creationId xmlns:a16="http://schemas.microsoft.com/office/drawing/2014/main" id="{EF0B252D-A7A6-3116-5089-A34422BF6F35}"/>
              </a:ext>
            </a:extLst>
          </p:cNvPr>
          <p:cNvSpPr>
            <a:spLocks noGrp="1"/>
          </p:cNvSpPr>
          <p:nvPr>
            <p:ph type="dt" sz="half" idx="10"/>
          </p:nvPr>
        </p:nvSpPr>
        <p:spPr/>
        <p:txBody>
          <a:bodyPr/>
          <a:lstStyle/>
          <a:p>
            <a:fld id="{D5A1F8B5-5273-43A9-9A7E-8E04ADC352AE}" type="datetime2">
              <a:rPr lang="zh-CN" altLang="en-US" smtClean="0"/>
              <a:pPr/>
              <a:t>2025年11月26日</a:t>
            </a:fld>
            <a:endParaRPr lang="zh-CN" altLang="en-US"/>
          </a:p>
        </p:txBody>
      </p:sp>
      <p:sp>
        <p:nvSpPr>
          <p:cNvPr id="4" name="页脚占位符 3">
            <a:extLst>
              <a:ext uri="{FF2B5EF4-FFF2-40B4-BE49-F238E27FC236}">
                <a16:creationId xmlns:a16="http://schemas.microsoft.com/office/drawing/2014/main" id="{2E4E998E-A4F2-0CAD-C3C6-BD9F5098EBF9}"/>
              </a:ext>
            </a:extLst>
          </p:cNvPr>
          <p:cNvSpPr>
            <a:spLocks noGrp="1"/>
          </p:cNvSpPr>
          <p:nvPr>
            <p:ph type="ftr" sz="quarter" idx="11"/>
          </p:nvPr>
        </p:nvSpPr>
        <p:spPr/>
        <p:txBody>
          <a:bodyPr/>
          <a:lstStyle/>
          <a:p>
            <a:r>
              <a:rPr lang="zh-CN" altLang="en-US"/>
              <a:t>编译原理</a:t>
            </a:r>
            <a:r>
              <a:rPr lang="en-US" altLang="zh-CN"/>
              <a:t>-</a:t>
            </a:r>
            <a:r>
              <a:rPr lang="zh-CN" altLang="en-US"/>
              <a:t>王欣捷</a:t>
            </a:r>
            <a:r>
              <a:rPr lang="en-US" altLang="zh-CN"/>
              <a:t>-</a:t>
            </a:r>
            <a:r>
              <a:rPr lang="zh-CN" altLang="en-US"/>
              <a:t>第三章 语法分析</a:t>
            </a:r>
            <a:r>
              <a:rPr lang="en-US" altLang="zh-CN"/>
              <a:t>(4)</a:t>
            </a:r>
            <a:endParaRPr lang="zh-CN" altLang="en-US"/>
          </a:p>
        </p:txBody>
      </p:sp>
      <p:sp>
        <p:nvSpPr>
          <p:cNvPr id="5" name="灯片编号占位符 4">
            <a:extLst>
              <a:ext uri="{FF2B5EF4-FFF2-40B4-BE49-F238E27FC236}">
                <a16:creationId xmlns:a16="http://schemas.microsoft.com/office/drawing/2014/main" id="{83D35F08-5397-B40B-7F50-E387372F74E4}"/>
              </a:ext>
            </a:extLst>
          </p:cNvPr>
          <p:cNvSpPr>
            <a:spLocks noGrp="1"/>
          </p:cNvSpPr>
          <p:nvPr>
            <p:ph type="sldNum" sz="quarter" idx="12"/>
          </p:nvPr>
        </p:nvSpPr>
        <p:spPr/>
        <p:txBody>
          <a:bodyPr/>
          <a:lstStyle/>
          <a:p>
            <a:fld id="{094DEB03-EFC6-4C20-8FC8-295189A5386F}" type="slidenum">
              <a:rPr lang="zh-CN" altLang="en-US" smtClean="0"/>
              <a:pPr/>
              <a:t>41</a:t>
            </a:fld>
            <a:endParaRPr lang="zh-CN" altLang="en-US"/>
          </a:p>
        </p:txBody>
      </p:sp>
    </p:spTree>
  </p:cSld>
  <p:clrMapOvr>
    <a:masterClrMapping/>
  </p:clrMapOvr>
</p:sld>
</file>

<file path=ppt/slides/slide4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标题 1">
            <a:extLst>
              <a:ext uri="{FF2B5EF4-FFF2-40B4-BE49-F238E27FC236}">
                <a16:creationId xmlns:a16="http://schemas.microsoft.com/office/drawing/2014/main" id="{03A12878-4A27-47B6-87E0-86949A9B83EC}"/>
              </a:ext>
            </a:extLst>
          </p:cNvPr>
          <p:cNvSpPr>
            <a:spLocks noGrp="1"/>
          </p:cNvSpPr>
          <p:nvPr>
            <p:ph type="title"/>
          </p:nvPr>
        </p:nvSpPr>
        <p:spPr/>
        <p:txBody>
          <a:bodyPr/>
          <a:lstStyle/>
          <a:p>
            <a:r>
              <a:rPr lang="en-US" altLang="zh-CN"/>
              <a:t>3.3.5 </a:t>
            </a:r>
            <a:r>
              <a:rPr lang="zh-CN" altLang="en-US"/>
              <a:t>构造预测分析表</a:t>
            </a:r>
          </a:p>
        </p:txBody>
      </p:sp>
      <p:sp>
        <p:nvSpPr>
          <p:cNvPr id="3" name="内容占位符 2">
            <a:extLst>
              <a:ext uri="{FF2B5EF4-FFF2-40B4-BE49-F238E27FC236}">
                <a16:creationId xmlns:a16="http://schemas.microsoft.com/office/drawing/2014/main" id="{7C3E0FE3-4F79-4FF6-BF32-1D5AB5C907ED}"/>
              </a:ext>
            </a:extLst>
          </p:cNvPr>
          <p:cNvSpPr>
            <a:spLocks noGrp="1"/>
          </p:cNvSpPr>
          <p:nvPr>
            <p:ph idx="1"/>
          </p:nvPr>
        </p:nvSpPr>
        <p:spPr/>
        <p:txBody>
          <a:bodyPr/>
          <a:lstStyle/>
          <a:p>
            <a:r>
              <a:rPr lang="en-US" altLang="zh-CN" sz="3200" b="1" i="1">
                <a:solidFill>
                  <a:schemeClr val="accent2"/>
                </a:solidFill>
                <a:latin typeface="Times New Roman" panose="02020603050405020304" pitchFamily="18" charset="0"/>
                <a:ea typeface="宋体" panose="02010600030101010101" pitchFamily="2" charset="-122"/>
              </a:rPr>
              <a:t>E </a:t>
            </a:r>
            <a:r>
              <a:rPr lang="en-US" altLang="zh-CN" sz="3200" b="1">
                <a:solidFill>
                  <a:schemeClr val="accent2"/>
                </a:solidFill>
                <a:latin typeface="Times New Roman" panose="02020603050405020304" pitchFamily="18" charset="0"/>
                <a:ea typeface="宋体" panose="02010600030101010101" pitchFamily="2" charset="-122"/>
                <a:sym typeface="Symbol" panose="05050102010706020507" pitchFamily="18" charset="2"/>
              </a:rPr>
              <a:t></a:t>
            </a:r>
            <a:r>
              <a:rPr lang="en-US" altLang="zh-CN" sz="3200" b="1">
                <a:solidFill>
                  <a:schemeClr val="accent2"/>
                </a:solidFill>
                <a:latin typeface="Times New Roman" panose="02020603050405020304" pitchFamily="18" charset="0"/>
                <a:ea typeface="宋体" panose="02010600030101010101" pitchFamily="2" charset="-122"/>
              </a:rPr>
              <a:t> </a:t>
            </a:r>
            <a:r>
              <a:rPr lang="en-US" altLang="zh-CN" sz="3200" b="1">
                <a:solidFill>
                  <a:schemeClr val="accent2"/>
                </a:solidFill>
                <a:latin typeface="Times New Roman" panose="02020603050405020304" pitchFamily="18" charset="0"/>
                <a:ea typeface="宋体" panose="02010600030101010101" pitchFamily="2" charset="-122"/>
                <a:sym typeface="Symbol" panose="05050102010706020507" pitchFamily="18" charset="2"/>
              </a:rPr>
              <a:t></a:t>
            </a:r>
            <a:r>
              <a:rPr lang="en-US" altLang="zh-CN" sz="3200" b="1">
                <a:solidFill>
                  <a:schemeClr val="accent2"/>
                </a:solidFill>
                <a:latin typeface="Times New Roman" panose="02020603050405020304" pitchFamily="18" charset="0"/>
                <a:ea typeface="宋体" panose="02010600030101010101" pitchFamily="2" charset="-122"/>
              </a:rPr>
              <a:t> </a:t>
            </a:r>
            <a:r>
              <a:rPr lang="en-US" altLang="zh-CN" sz="3200" b="1">
                <a:solidFill>
                  <a:schemeClr val="accent2"/>
                </a:solidFill>
                <a:latin typeface="Times New Roman" panose="02020603050405020304" pitchFamily="18" charset="0"/>
                <a:ea typeface="宋体" panose="02010600030101010101" pitchFamily="2" charset="-122"/>
                <a:sym typeface="Symbol" panose="05050102010706020507" pitchFamily="18" charset="2"/>
              </a:rPr>
              <a:t></a:t>
            </a:r>
          </a:p>
          <a:p>
            <a:r>
              <a:rPr lang="en-US" altLang="zh-CN" sz="3200" b="1">
                <a:solidFill>
                  <a:schemeClr val="accent2"/>
                </a:solidFill>
                <a:latin typeface="Times New Roman" panose="02020603050405020304" pitchFamily="18" charset="0"/>
                <a:ea typeface="宋体" panose="02010600030101010101" pitchFamily="2" charset="-122"/>
                <a:sym typeface="Symbol" panose="05050102010706020507" pitchFamily="18" charset="2"/>
              </a:rPr>
              <a:t>FIRST(</a:t>
            </a:r>
            <a:r>
              <a:rPr lang="en-US" altLang="zh-CN" sz="2800" b="1">
                <a:solidFill>
                  <a:schemeClr val="accent2"/>
                </a:solidFill>
                <a:latin typeface="Times New Roman" panose="02020603050405020304" pitchFamily="18" charset="0"/>
                <a:ea typeface="宋体" panose="02010600030101010101" pitchFamily="2" charset="-122"/>
                <a:sym typeface="Symbol" panose="05050102010706020507" pitchFamily="18" charset="2"/>
              </a:rPr>
              <a:t></a:t>
            </a:r>
            <a:r>
              <a:rPr lang="en-US" altLang="zh-CN" sz="3200" b="1">
                <a:solidFill>
                  <a:schemeClr val="accent2"/>
                </a:solidFill>
                <a:latin typeface="Times New Roman" panose="02020603050405020304" pitchFamily="18" charset="0"/>
                <a:ea typeface="宋体" panose="02010600030101010101" pitchFamily="2" charset="-122"/>
                <a:sym typeface="Symbol" panose="05050102010706020507" pitchFamily="18" charset="2"/>
              </a:rPr>
              <a:t>)={</a:t>
            </a:r>
            <a:r>
              <a:rPr lang="en-US" altLang="zh-CN" sz="2800" b="1">
                <a:solidFill>
                  <a:schemeClr val="accent2"/>
                </a:solidFill>
                <a:latin typeface="Times New Roman" panose="02020603050405020304" pitchFamily="18" charset="0"/>
                <a:ea typeface="宋体" panose="02010600030101010101" pitchFamily="2" charset="-122"/>
                <a:sym typeface="Symbol" panose="05050102010706020507" pitchFamily="18" charset="2"/>
              </a:rPr>
              <a:t></a:t>
            </a:r>
            <a:r>
              <a:rPr lang="en-US" altLang="zh-CN" sz="3200" b="1">
                <a:solidFill>
                  <a:schemeClr val="accent2"/>
                </a:solidFill>
                <a:latin typeface="Times New Roman" panose="02020603050405020304" pitchFamily="18" charset="0"/>
                <a:ea typeface="宋体" panose="02010600030101010101" pitchFamily="2" charset="-122"/>
                <a:sym typeface="Symbol" panose="05050102010706020507" pitchFamily="18" charset="2"/>
              </a:rPr>
              <a:t>}</a:t>
            </a:r>
            <a:r>
              <a:rPr lang="zh-CN" altLang="en-US" sz="3200" b="1">
                <a:solidFill>
                  <a:schemeClr val="accent2"/>
                </a:solidFill>
                <a:latin typeface="Times New Roman" panose="02020603050405020304" pitchFamily="18" charset="0"/>
                <a:ea typeface="宋体" panose="02010600030101010101" pitchFamily="2" charset="-122"/>
                <a:sym typeface="Symbol" panose="05050102010706020507" pitchFamily="18" charset="2"/>
              </a:rPr>
              <a:t>，</a:t>
            </a:r>
            <a:r>
              <a:rPr lang="en-US" altLang="zh-CN" sz="3200" b="1">
                <a:solidFill>
                  <a:schemeClr val="accent2"/>
                </a:solidFill>
                <a:latin typeface="Times New Roman" panose="02020603050405020304" pitchFamily="18" charset="0"/>
                <a:ea typeface="宋体" panose="02010600030101010101" pitchFamily="2" charset="-122"/>
              </a:rPr>
              <a:t>FOLLOW(</a:t>
            </a:r>
            <a:r>
              <a:rPr lang="en-US" altLang="zh-CN" sz="3200" b="1" i="1">
                <a:solidFill>
                  <a:schemeClr val="accent2"/>
                </a:solidFill>
                <a:latin typeface="Times New Roman" panose="02020603050405020304" pitchFamily="18" charset="0"/>
                <a:ea typeface="宋体" panose="02010600030101010101" pitchFamily="2" charset="-122"/>
              </a:rPr>
              <a:t>E </a:t>
            </a:r>
            <a:r>
              <a:rPr lang="en-US" altLang="zh-CN" sz="3200" b="1">
                <a:solidFill>
                  <a:schemeClr val="accent2"/>
                </a:solidFill>
                <a:latin typeface="Times New Roman" panose="02020603050405020304" pitchFamily="18" charset="0"/>
                <a:ea typeface="宋体" panose="02010600030101010101" pitchFamily="2" charset="-122"/>
                <a:sym typeface="Symbol" panose="05050102010706020507" pitchFamily="18" charset="2"/>
              </a:rPr>
              <a:t></a:t>
            </a:r>
            <a:r>
              <a:rPr lang="en-US" altLang="zh-CN" sz="3200" b="1">
                <a:solidFill>
                  <a:schemeClr val="accent2"/>
                </a:solidFill>
                <a:latin typeface="Times New Roman" panose="02020603050405020304" pitchFamily="18" charset="0"/>
                <a:ea typeface="宋体" panose="02010600030101010101" pitchFamily="2" charset="-122"/>
              </a:rPr>
              <a:t>) = { ), $}</a:t>
            </a:r>
          </a:p>
        </p:txBody>
      </p:sp>
      <p:graphicFrame>
        <p:nvGraphicFramePr>
          <p:cNvPr id="6" name="Group 3">
            <a:extLst>
              <a:ext uri="{FF2B5EF4-FFF2-40B4-BE49-F238E27FC236}">
                <a16:creationId xmlns:a16="http://schemas.microsoft.com/office/drawing/2014/main" id="{614528B0-9800-4267-A7C3-66E2C1D05339}"/>
              </a:ext>
            </a:extLst>
          </p:cNvPr>
          <p:cNvGraphicFramePr>
            <a:graphicFrameLocks/>
          </p:cNvGraphicFramePr>
          <p:nvPr>
            <p:extLst>
              <p:ext uri="{D42A27DB-BD31-4B8C-83A1-F6EECF244321}">
                <p14:modId xmlns:p14="http://schemas.microsoft.com/office/powerpoint/2010/main" val="1144173417"/>
              </p:ext>
            </p:extLst>
          </p:nvPr>
        </p:nvGraphicFramePr>
        <p:xfrm>
          <a:off x="208756" y="2520000"/>
          <a:ext cx="8726488" cy="4114803"/>
        </p:xfrm>
        <a:graphic>
          <a:graphicData uri="http://schemas.openxmlformats.org/drawingml/2006/table">
            <a:tbl>
              <a:tblPr/>
              <a:tblGrid>
                <a:gridCol w="1066800">
                  <a:extLst>
                    <a:ext uri="{9D8B030D-6E8A-4147-A177-3AD203B41FA5}">
                      <a16:colId xmlns:a16="http://schemas.microsoft.com/office/drawing/2014/main" val="20000"/>
                    </a:ext>
                  </a:extLst>
                </a:gridCol>
                <a:gridCol w="1295400">
                  <a:extLst>
                    <a:ext uri="{9D8B030D-6E8A-4147-A177-3AD203B41FA5}">
                      <a16:colId xmlns:a16="http://schemas.microsoft.com/office/drawing/2014/main" val="20001"/>
                    </a:ext>
                  </a:extLst>
                </a:gridCol>
                <a:gridCol w="1379538">
                  <a:extLst>
                    <a:ext uri="{9D8B030D-6E8A-4147-A177-3AD203B41FA5}">
                      <a16:colId xmlns:a16="http://schemas.microsoft.com/office/drawing/2014/main" val="20002"/>
                    </a:ext>
                  </a:extLst>
                </a:gridCol>
                <a:gridCol w="1516062">
                  <a:extLst>
                    <a:ext uri="{9D8B030D-6E8A-4147-A177-3AD203B41FA5}">
                      <a16:colId xmlns:a16="http://schemas.microsoft.com/office/drawing/2014/main" val="20003"/>
                    </a:ext>
                  </a:extLst>
                </a:gridCol>
                <a:gridCol w="1143000">
                  <a:extLst>
                    <a:ext uri="{9D8B030D-6E8A-4147-A177-3AD203B41FA5}">
                      <a16:colId xmlns:a16="http://schemas.microsoft.com/office/drawing/2014/main" val="20004"/>
                    </a:ext>
                  </a:extLst>
                </a:gridCol>
                <a:gridCol w="1219200">
                  <a:extLst>
                    <a:ext uri="{9D8B030D-6E8A-4147-A177-3AD203B41FA5}">
                      <a16:colId xmlns:a16="http://schemas.microsoft.com/office/drawing/2014/main" val="20005"/>
                    </a:ext>
                  </a:extLst>
                </a:gridCol>
                <a:gridCol w="1106488">
                  <a:extLst>
                    <a:ext uri="{9D8B030D-6E8A-4147-A177-3AD203B41FA5}">
                      <a16:colId xmlns:a16="http://schemas.microsoft.com/office/drawing/2014/main" val="20006"/>
                    </a:ext>
                  </a:extLst>
                </a:gridCol>
              </a:tblGrid>
              <a:tr h="588963">
                <a:tc rowSpan="2">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r>
                        <a:rPr kumimoji="0" lang="zh-CN" altLang="en-US" sz="2400" b="0" i="0" u="none" strike="noStrike" cap="none" normalizeH="0" baseline="0">
                          <a:ln>
                            <a:noFill/>
                          </a:ln>
                          <a:solidFill>
                            <a:schemeClr val="tx1"/>
                          </a:solidFill>
                          <a:effectLst/>
                          <a:latin typeface="Times New Roman" panose="02020603050405020304" pitchFamily="18" charset="0"/>
                          <a:ea typeface="黑体" panose="02010609060101010101" pitchFamily="49" charset="-122"/>
                        </a:rPr>
                        <a:t>非 终结 符</a:t>
                      </a:r>
                    </a:p>
                  </a:txBody>
                  <a:tcPr marL="54000" marR="54000" marT="28800" marB="28800" anchor="ct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gridSpan="6">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r>
                        <a:rPr kumimoji="0" lang="zh-CN" altLang="en-US" sz="2400" b="0" i="0" u="none" strike="noStrike" cap="none" normalizeH="0" baseline="0">
                          <a:ln>
                            <a:noFill/>
                          </a:ln>
                          <a:solidFill>
                            <a:schemeClr val="tx1"/>
                          </a:solidFill>
                          <a:effectLst/>
                          <a:latin typeface="Times New Roman" panose="02020603050405020304" pitchFamily="18" charset="0"/>
                          <a:ea typeface="黑体" panose="02010609060101010101" pitchFamily="49" charset="-122"/>
                        </a:rPr>
                        <a:t>输 入 符 号</a:t>
                      </a:r>
                    </a:p>
                  </a:txBody>
                  <a:tcPr marL="54000" marR="54000" marT="28800" marB="28800" anchor="ct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extLst>
                  <a:ext uri="{0D108BD9-81ED-4DB2-BD59-A6C34878D82A}">
                    <a16:rowId xmlns:a16="http://schemas.microsoft.com/office/drawing/2014/main" val="10000"/>
                  </a:ext>
                </a:extLst>
              </a:tr>
              <a:tr h="585788">
                <a:tc vMerge="1">
                  <a:txBody>
                    <a:bodyPr/>
                    <a:lstStyle/>
                    <a:p>
                      <a:endParaRPr lang="zh-CN" altLang="en-US"/>
                    </a:p>
                  </a:txBody>
                  <a:tcPr/>
                </a:tc>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r>
                        <a:rPr kumimoji="0" lang="en-US" altLang="zh-CN" sz="2400" b="1" i="0" u="none" strike="noStrike" cap="none" normalizeH="0" baseline="0">
                          <a:ln>
                            <a:noFill/>
                          </a:ln>
                          <a:solidFill>
                            <a:schemeClr val="tx1"/>
                          </a:solidFill>
                          <a:effectLst/>
                          <a:latin typeface="Times New Roman" panose="02020603050405020304" pitchFamily="18" charset="0"/>
                          <a:ea typeface="黑体" panose="02010609060101010101" pitchFamily="49" charset="-122"/>
                        </a:rPr>
                        <a:t>id</a:t>
                      </a:r>
                    </a:p>
                  </a:txBody>
                  <a:tcPr marL="54000" marR="54000" marT="28800" marB="2880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r>
                        <a:rPr kumimoji="0" lang="en-US" altLang="zh-CN" sz="2400" b="1" i="0" u="none" strike="noStrike" cap="none" normalizeH="0" baseline="0">
                          <a:ln>
                            <a:noFill/>
                          </a:ln>
                          <a:solidFill>
                            <a:schemeClr val="tx1"/>
                          </a:solidFill>
                          <a:effectLst/>
                          <a:latin typeface="Times New Roman" panose="02020603050405020304" pitchFamily="18" charset="0"/>
                          <a:ea typeface="黑体" panose="02010609060101010101" pitchFamily="49" charset="-122"/>
                        </a:rPr>
                        <a:t>+</a:t>
                      </a:r>
                    </a:p>
                  </a:txBody>
                  <a:tcPr marL="54000" marR="54000" marT="28800" marB="2880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r>
                        <a:rPr kumimoji="0" lang="en-US" altLang="zh-CN" sz="2400" b="1" i="0" u="none" strike="noStrike" cap="none" normalizeH="0" baseline="0">
                          <a:ln>
                            <a:noFill/>
                          </a:ln>
                          <a:solidFill>
                            <a:schemeClr val="tx1"/>
                          </a:solidFill>
                          <a:effectLst/>
                          <a:latin typeface="Times New Roman" panose="02020603050405020304" pitchFamily="18" charset="0"/>
                          <a:ea typeface="黑体" panose="02010609060101010101" pitchFamily="49" charset="-122"/>
                        </a:rPr>
                        <a:t>*</a:t>
                      </a:r>
                    </a:p>
                  </a:txBody>
                  <a:tcPr marL="54000" marR="54000" marT="28800" marB="2880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r>
                        <a:rPr kumimoji="0" lang="en-US" altLang="zh-CN" sz="2400" b="1" i="0" u="none" strike="noStrike" cap="none" normalizeH="0" baseline="0">
                          <a:ln>
                            <a:noFill/>
                          </a:ln>
                          <a:solidFill>
                            <a:schemeClr val="tx1"/>
                          </a:solidFill>
                          <a:effectLst/>
                          <a:latin typeface="Times New Roman" panose="02020603050405020304" pitchFamily="18" charset="0"/>
                          <a:ea typeface="黑体" panose="02010609060101010101" pitchFamily="49" charset="-122"/>
                        </a:rPr>
                        <a:t>(</a:t>
                      </a:r>
                    </a:p>
                  </a:txBody>
                  <a:tcPr marL="54000" marR="54000" marT="28800" marB="2880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r>
                        <a:rPr kumimoji="0" lang="en-US" altLang="zh-CN" sz="2400" b="1" i="0" u="none" strike="noStrike" cap="none" normalizeH="0" baseline="0">
                          <a:ln>
                            <a:noFill/>
                          </a:ln>
                          <a:solidFill>
                            <a:schemeClr val="tx1"/>
                          </a:solidFill>
                          <a:effectLst/>
                          <a:latin typeface="Times New Roman" panose="02020603050405020304" pitchFamily="18" charset="0"/>
                          <a:ea typeface="黑体" panose="02010609060101010101" pitchFamily="49" charset="-122"/>
                        </a:rPr>
                        <a:t>)</a:t>
                      </a:r>
                    </a:p>
                  </a:txBody>
                  <a:tcPr marL="54000" marR="54000" marT="28800" marB="2880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r>
                        <a:rPr kumimoji="0" lang="en-US" altLang="zh-CN" sz="2400" b="1" i="0" u="none" strike="noStrike" cap="none" normalizeH="0" baseline="0">
                          <a:ln>
                            <a:noFill/>
                          </a:ln>
                          <a:solidFill>
                            <a:schemeClr val="tx1"/>
                          </a:solidFill>
                          <a:effectLst/>
                          <a:latin typeface="Times New Roman" panose="02020603050405020304" pitchFamily="18" charset="0"/>
                          <a:ea typeface="黑体" panose="02010609060101010101" pitchFamily="49" charset="-122"/>
                        </a:rPr>
                        <a:t>$</a:t>
                      </a:r>
                    </a:p>
                  </a:txBody>
                  <a:tcPr marL="54000" marR="54000" marT="28800" marB="28800" anchor="ct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1"/>
                  </a:ext>
                </a:extLst>
              </a:tr>
              <a:tr h="588963">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r>
                        <a:rPr kumimoji="0" lang="en-US" altLang="zh-CN" sz="2400" b="1" i="1" u="none" strike="noStrike" cap="none" normalizeH="0" baseline="0">
                          <a:ln>
                            <a:noFill/>
                          </a:ln>
                          <a:solidFill>
                            <a:schemeClr val="tx1"/>
                          </a:solidFill>
                          <a:effectLst/>
                          <a:latin typeface="Times New Roman" panose="02020603050405020304" pitchFamily="18" charset="0"/>
                          <a:ea typeface="黑体" panose="02010609060101010101" pitchFamily="49" charset="-122"/>
                        </a:rPr>
                        <a:t>E</a:t>
                      </a:r>
                    </a:p>
                  </a:txBody>
                  <a:tcPr marL="54000" marR="54000" marT="28800" marB="28800" anchor="ct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l"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r>
                        <a:rPr kumimoji="0" lang="en-US" altLang="zh-CN" sz="2400" b="1" i="1" u="none" strike="noStrike" cap="none" normalizeH="0" baseline="0">
                          <a:ln>
                            <a:noFill/>
                          </a:ln>
                          <a:solidFill>
                            <a:schemeClr val="tx1"/>
                          </a:solidFill>
                          <a:effectLst/>
                          <a:latin typeface="Times New Roman" panose="02020603050405020304" pitchFamily="18" charset="0"/>
                          <a:ea typeface="黑体" panose="02010609060101010101" pitchFamily="49" charset="-122"/>
                        </a:rPr>
                        <a:t>E</a:t>
                      </a:r>
                      <a:r>
                        <a:rPr kumimoji="0" lang="en-US" altLang="zh-CN" sz="2400" b="1" i="0" u="none" strike="noStrike" cap="none" normalizeH="0" baseline="0">
                          <a:ln>
                            <a:noFill/>
                          </a:ln>
                          <a:solidFill>
                            <a:schemeClr val="tx1"/>
                          </a:solidFill>
                          <a:effectLst/>
                          <a:latin typeface="Times New Roman" panose="02020603050405020304" pitchFamily="18" charset="0"/>
                          <a:ea typeface="黑体" panose="02010609060101010101" pitchFamily="49" charset="-122"/>
                          <a:sym typeface="Symbol" panose="05050102010706020507" pitchFamily="18" charset="2"/>
                        </a:rPr>
                        <a:t></a:t>
                      </a:r>
                      <a:r>
                        <a:rPr kumimoji="0" lang="en-US" altLang="zh-CN" sz="2400" b="1" i="1" u="none" strike="noStrike" cap="none" normalizeH="0" baseline="0">
                          <a:ln>
                            <a:noFill/>
                          </a:ln>
                          <a:solidFill>
                            <a:schemeClr val="tx1"/>
                          </a:solidFill>
                          <a:effectLst/>
                          <a:latin typeface="Times New Roman" panose="02020603050405020304" pitchFamily="18" charset="0"/>
                          <a:ea typeface="黑体" panose="02010609060101010101" pitchFamily="49" charset="-122"/>
                          <a:sym typeface="Symbol" panose="05050102010706020507" pitchFamily="18" charset="2"/>
                        </a:rPr>
                        <a:t>TE</a:t>
                      </a:r>
                      <a:r>
                        <a:rPr kumimoji="0" lang="en-US" altLang="zh-CN" sz="2400" b="1" i="0" u="none" strike="noStrike" cap="none" normalizeH="0" baseline="0">
                          <a:ln>
                            <a:noFill/>
                          </a:ln>
                          <a:solidFill>
                            <a:schemeClr val="tx1"/>
                          </a:solidFill>
                          <a:effectLst/>
                          <a:latin typeface="Times New Roman" panose="02020603050405020304" pitchFamily="18" charset="0"/>
                          <a:ea typeface="黑体" panose="02010609060101010101" pitchFamily="49" charset="-122"/>
                          <a:sym typeface="Symbol" panose="05050102010706020507" pitchFamily="18" charset="2"/>
                        </a:rPr>
                        <a:t></a:t>
                      </a:r>
                    </a:p>
                  </a:txBody>
                  <a:tcPr marL="54000" marR="54000" marT="28800" marB="2880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l"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endParaRPr kumimoji="0" lang="zh-CN" altLang="zh-CN" sz="2400" b="0" i="0" u="none" strike="noStrike" cap="none" normalizeH="0" baseline="0">
                        <a:ln>
                          <a:noFill/>
                        </a:ln>
                        <a:solidFill>
                          <a:schemeClr val="tx1"/>
                        </a:solidFill>
                        <a:effectLst/>
                        <a:latin typeface="Times New Roman" panose="02020603050405020304" pitchFamily="18" charset="0"/>
                        <a:ea typeface="黑体" panose="02010609060101010101" pitchFamily="49" charset="-122"/>
                      </a:endParaRPr>
                    </a:p>
                  </a:txBody>
                  <a:tcPr marL="54000" marR="54000" marT="28800" marB="2880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l"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endParaRPr kumimoji="0" lang="zh-CN" altLang="zh-CN" sz="2400" b="0" i="0" u="none" strike="noStrike" cap="none" normalizeH="0" baseline="0">
                        <a:ln>
                          <a:noFill/>
                        </a:ln>
                        <a:solidFill>
                          <a:schemeClr val="tx1"/>
                        </a:solidFill>
                        <a:effectLst/>
                        <a:latin typeface="Times New Roman" panose="02020603050405020304" pitchFamily="18" charset="0"/>
                        <a:ea typeface="黑体" panose="02010609060101010101" pitchFamily="49" charset="-122"/>
                      </a:endParaRPr>
                    </a:p>
                  </a:txBody>
                  <a:tcPr marL="54000" marR="54000" marT="28800" marB="2880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l"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r>
                        <a:rPr kumimoji="0" lang="en-US" altLang="zh-CN" sz="2400" b="1" i="1" u="none" strike="noStrike" cap="none" normalizeH="0" baseline="0">
                          <a:ln>
                            <a:noFill/>
                          </a:ln>
                          <a:solidFill>
                            <a:schemeClr val="tx1"/>
                          </a:solidFill>
                          <a:effectLst/>
                          <a:latin typeface="Times New Roman" panose="02020603050405020304" pitchFamily="18" charset="0"/>
                          <a:ea typeface="黑体" panose="02010609060101010101" pitchFamily="49" charset="-122"/>
                        </a:rPr>
                        <a:t>E</a:t>
                      </a:r>
                      <a:r>
                        <a:rPr kumimoji="0" lang="en-US" altLang="zh-CN" sz="2400" b="1" i="1" u="none" strike="noStrike" cap="none" normalizeH="0" baseline="0">
                          <a:ln>
                            <a:noFill/>
                          </a:ln>
                          <a:solidFill>
                            <a:schemeClr val="tx1"/>
                          </a:solidFill>
                          <a:effectLst/>
                          <a:latin typeface="Times New Roman" panose="02020603050405020304" pitchFamily="18" charset="0"/>
                          <a:ea typeface="黑体" panose="02010609060101010101" pitchFamily="49" charset="-122"/>
                          <a:sym typeface="Symbol" panose="05050102010706020507" pitchFamily="18" charset="2"/>
                        </a:rPr>
                        <a:t>TE</a:t>
                      </a:r>
                      <a:r>
                        <a:rPr kumimoji="0" lang="en-US" altLang="zh-CN" sz="2400" b="1" i="0" u="none" strike="noStrike" cap="none" normalizeH="0" baseline="0">
                          <a:ln>
                            <a:noFill/>
                          </a:ln>
                          <a:solidFill>
                            <a:schemeClr val="tx1"/>
                          </a:solidFill>
                          <a:effectLst/>
                          <a:latin typeface="Times New Roman" panose="02020603050405020304" pitchFamily="18" charset="0"/>
                          <a:ea typeface="黑体" panose="02010609060101010101" pitchFamily="49" charset="-122"/>
                          <a:sym typeface="Symbol" panose="05050102010706020507" pitchFamily="18" charset="2"/>
                        </a:rPr>
                        <a:t></a:t>
                      </a:r>
                    </a:p>
                  </a:txBody>
                  <a:tcPr marL="54000" marR="54000" marT="28800" marB="2880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l"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endParaRPr kumimoji="0" lang="zh-CN" altLang="zh-CN" sz="2400" b="0" i="0" u="none" strike="noStrike" cap="none" normalizeH="0" baseline="0">
                        <a:ln>
                          <a:noFill/>
                        </a:ln>
                        <a:solidFill>
                          <a:schemeClr val="tx1"/>
                        </a:solidFill>
                        <a:effectLst/>
                        <a:latin typeface="Times New Roman" panose="02020603050405020304" pitchFamily="18" charset="0"/>
                        <a:ea typeface="黑体" panose="02010609060101010101" pitchFamily="49" charset="-122"/>
                      </a:endParaRPr>
                    </a:p>
                  </a:txBody>
                  <a:tcPr marL="54000" marR="54000" marT="28800" marB="2880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l"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endParaRPr kumimoji="0" lang="zh-CN" altLang="zh-CN" sz="2400" b="0" i="0" u="none" strike="noStrike" cap="none" normalizeH="0" baseline="0">
                        <a:ln>
                          <a:noFill/>
                        </a:ln>
                        <a:solidFill>
                          <a:schemeClr val="tx1"/>
                        </a:solidFill>
                        <a:effectLst/>
                        <a:latin typeface="Times New Roman" panose="02020603050405020304" pitchFamily="18" charset="0"/>
                        <a:ea typeface="黑体" panose="02010609060101010101" pitchFamily="49" charset="-122"/>
                      </a:endParaRPr>
                    </a:p>
                  </a:txBody>
                  <a:tcPr marL="54000" marR="54000" marT="28800" marB="28800" anchor="ct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2"/>
                  </a:ext>
                </a:extLst>
              </a:tr>
              <a:tr h="587375">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r>
                        <a:rPr kumimoji="0" lang="en-US" altLang="zh-CN" sz="2400" b="1" i="1" u="none" strike="noStrike" cap="none" normalizeH="0" baseline="0">
                          <a:ln>
                            <a:noFill/>
                          </a:ln>
                          <a:solidFill>
                            <a:schemeClr val="tx1"/>
                          </a:solidFill>
                          <a:effectLst/>
                          <a:latin typeface="Times New Roman" panose="02020603050405020304" pitchFamily="18" charset="0"/>
                          <a:ea typeface="黑体" panose="02010609060101010101" pitchFamily="49" charset="-122"/>
                        </a:rPr>
                        <a:t>E </a:t>
                      </a:r>
                      <a:r>
                        <a:rPr kumimoji="0" lang="en-US" altLang="zh-CN" sz="2400" b="1" i="0" u="none" strike="noStrike" cap="none" normalizeH="0" baseline="0">
                          <a:ln>
                            <a:noFill/>
                          </a:ln>
                          <a:solidFill>
                            <a:schemeClr val="tx1"/>
                          </a:solidFill>
                          <a:effectLst/>
                          <a:latin typeface="Times New Roman" panose="02020603050405020304" pitchFamily="18" charset="0"/>
                          <a:ea typeface="黑体" panose="02010609060101010101" pitchFamily="49" charset="-122"/>
                          <a:sym typeface="Symbol" panose="05050102010706020507" pitchFamily="18" charset="2"/>
                        </a:rPr>
                        <a:t></a:t>
                      </a:r>
                    </a:p>
                  </a:txBody>
                  <a:tcPr marL="54000" marR="54000" marT="28800" marB="28800" anchor="ct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l"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endParaRPr kumimoji="0" lang="zh-CN" altLang="zh-CN" sz="2400" b="0" i="0" u="none" strike="noStrike" cap="none" normalizeH="0" baseline="0">
                        <a:ln>
                          <a:noFill/>
                        </a:ln>
                        <a:solidFill>
                          <a:schemeClr val="tx1"/>
                        </a:solidFill>
                        <a:effectLst/>
                        <a:latin typeface="Times New Roman" panose="02020603050405020304" pitchFamily="18" charset="0"/>
                        <a:ea typeface="黑体" panose="02010609060101010101" pitchFamily="49" charset="-122"/>
                      </a:endParaRPr>
                    </a:p>
                  </a:txBody>
                  <a:tcPr marL="54000" marR="54000" marT="28800" marB="2880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l"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r>
                        <a:rPr kumimoji="0" lang="en-US" altLang="zh-CN" sz="2400" b="1" i="1" u="none" strike="noStrike" cap="none" normalizeH="0" baseline="0">
                          <a:ln>
                            <a:noFill/>
                          </a:ln>
                          <a:solidFill>
                            <a:schemeClr val="tx1"/>
                          </a:solidFill>
                          <a:effectLst/>
                          <a:latin typeface="Times New Roman" panose="02020603050405020304" pitchFamily="18" charset="0"/>
                          <a:ea typeface="黑体" panose="02010609060101010101" pitchFamily="49" charset="-122"/>
                        </a:rPr>
                        <a:t>E</a:t>
                      </a:r>
                      <a:r>
                        <a:rPr kumimoji="0" lang="en-US" altLang="zh-CN" sz="2400" b="1" i="0" u="none" strike="noStrike" cap="none" normalizeH="0" baseline="0">
                          <a:ln>
                            <a:noFill/>
                          </a:ln>
                          <a:solidFill>
                            <a:schemeClr val="tx1"/>
                          </a:solidFill>
                          <a:effectLst/>
                          <a:latin typeface="Times New Roman" panose="02020603050405020304" pitchFamily="18" charset="0"/>
                          <a:ea typeface="黑体" panose="02010609060101010101" pitchFamily="49" charset="-122"/>
                          <a:sym typeface="Symbol" panose="05050102010706020507" pitchFamily="18" charset="2"/>
                        </a:rPr>
                        <a:t>+</a:t>
                      </a:r>
                      <a:r>
                        <a:rPr kumimoji="0" lang="en-US" altLang="zh-CN" sz="2400" b="1" i="1" u="none" strike="noStrike" cap="none" normalizeH="0" baseline="0">
                          <a:ln>
                            <a:noFill/>
                          </a:ln>
                          <a:solidFill>
                            <a:schemeClr val="tx1"/>
                          </a:solidFill>
                          <a:effectLst/>
                          <a:latin typeface="Times New Roman" panose="02020603050405020304" pitchFamily="18" charset="0"/>
                          <a:ea typeface="黑体" panose="02010609060101010101" pitchFamily="49" charset="-122"/>
                          <a:sym typeface="Symbol" panose="05050102010706020507" pitchFamily="18" charset="2"/>
                        </a:rPr>
                        <a:t>TE</a:t>
                      </a:r>
                      <a:r>
                        <a:rPr kumimoji="0" lang="en-US" altLang="zh-CN" sz="2400" b="1" i="0" u="none" strike="noStrike" cap="none" normalizeH="0" baseline="0">
                          <a:ln>
                            <a:noFill/>
                          </a:ln>
                          <a:solidFill>
                            <a:schemeClr val="tx1"/>
                          </a:solidFill>
                          <a:effectLst/>
                          <a:latin typeface="Times New Roman" panose="02020603050405020304" pitchFamily="18" charset="0"/>
                          <a:ea typeface="黑体" panose="02010609060101010101" pitchFamily="49" charset="-122"/>
                          <a:sym typeface="Symbol" panose="05050102010706020507" pitchFamily="18" charset="2"/>
                        </a:rPr>
                        <a:t></a:t>
                      </a:r>
                    </a:p>
                  </a:txBody>
                  <a:tcPr marL="54000" marR="54000" marT="28800" marB="2880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l"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endParaRPr kumimoji="0" lang="zh-CN" altLang="zh-CN" sz="2400" b="0" i="0" u="none" strike="noStrike" cap="none" normalizeH="0" baseline="0">
                        <a:ln>
                          <a:noFill/>
                        </a:ln>
                        <a:solidFill>
                          <a:schemeClr val="tx1"/>
                        </a:solidFill>
                        <a:effectLst/>
                        <a:latin typeface="Times New Roman" panose="02020603050405020304" pitchFamily="18" charset="0"/>
                        <a:ea typeface="黑体" panose="02010609060101010101" pitchFamily="49" charset="-122"/>
                      </a:endParaRPr>
                    </a:p>
                  </a:txBody>
                  <a:tcPr marL="54000" marR="54000" marT="28800" marB="2880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l"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endParaRPr kumimoji="0" lang="zh-CN" altLang="zh-CN" sz="2400" b="0" i="0" u="none" strike="noStrike" cap="none" normalizeH="0" baseline="0">
                        <a:ln>
                          <a:noFill/>
                        </a:ln>
                        <a:solidFill>
                          <a:schemeClr val="tx1"/>
                        </a:solidFill>
                        <a:effectLst/>
                        <a:latin typeface="Times New Roman" panose="02020603050405020304" pitchFamily="18" charset="0"/>
                        <a:ea typeface="黑体" panose="02010609060101010101" pitchFamily="49" charset="-122"/>
                      </a:endParaRPr>
                    </a:p>
                  </a:txBody>
                  <a:tcPr marL="54000" marR="54000" marT="28800" marB="2880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l"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r>
                        <a:rPr kumimoji="0" lang="en-US" altLang="zh-CN" sz="2400" b="1" i="1" u="none" strike="noStrike" cap="none" normalizeH="0" baseline="0">
                          <a:ln>
                            <a:noFill/>
                          </a:ln>
                          <a:solidFill>
                            <a:schemeClr val="tx1"/>
                          </a:solidFill>
                          <a:effectLst/>
                          <a:latin typeface="Times New Roman" panose="02020603050405020304" pitchFamily="18" charset="0"/>
                          <a:ea typeface="黑体" panose="02010609060101010101" pitchFamily="49" charset="-122"/>
                        </a:rPr>
                        <a:t>E</a:t>
                      </a:r>
                      <a:r>
                        <a:rPr kumimoji="0" lang="en-US" altLang="zh-CN" sz="2400" b="1" i="0" u="none" strike="noStrike" cap="none" normalizeH="0" baseline="0">
                          <a:ln>
                            <a:noFill/>
                          </a:ln>
                          <a:solidFill>
                            <a:schemeClr val="tx1"/>
                          </a:solidFill>
                          <a:effectLst/>
                          <a:latin typeface="Times New Roman" panose="02020603050405020304" pitchFamily="18" charset="0"/>
                          <a:ea typeface="黑体" panose="02010609060101010101" pitchFamily="49" charset="-122"/>
                          <a:sym typeface="Symbol" panose="05050102010706020507" pitchFamily="18" charset="2"/>
                        </a:rPr>
                        <a:t></a:t>
                      </a:r>
                    </a:p>
                  </a:txBody>
                  <a:tcPr marL="54000" marR="54000" marT="28800" marB="2880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l"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r>
                        <a:rPr kumimoji="0" lang="en-US" altLang="zh-CN" sz="2400" b="1" i="1" u="none" strike="noStrike" cap="none" normalizeH="0" baseline="0">
                          <a:ln>
                            <a:noFill/>
                          </a:ln>
                          <a:solidFill>
                            <a:schemeClr val="tx1"/>
                          </a:solidFill>
                          <a:effectLst/>
                          <a:latin typeface="Times New Roman" panose="02020603050405020304" pitchFamily="18" charset="0"/>
                          <a:ea typeface="黑体" panose="02010609060101010101" pitchFamily="49" charset="-122"/>
                        </a:rPr>
                        <a:t>E</a:t>
                      </a:r>
                      <a:r>
                        <a:rPr kumimoji="0" lang="en-US" altLang="zh-CN" sz="2400" b="1" i="0" u="none" strike="noStrike" cap="none" normalizeH="0" baseline="0">
                          <a:ln>
                            <a:noFill/>
                          </a:ln>
                          <a:solidFill>
                            <a:schemeClr val="tx1"/>
                          </a:solidFill>
                          <a:effectLst/>
                          <a:latin typeface="Times New Roman" panose="02020603050405020304" pitchFamily="18" charset="0"/>
                          <a:ea typeface="黑体" panose="02010609060101010101" pitchFamily="49" charset="-122"/>
                          <a:sym typeface="Symbol" panose="05050102010706020507" pitchFamily="18" charset="2"/>
                        </a:rPr>
                        <a:t></a:t>
                      </a:r>
                    </a:p>
                  </a:txBody>
                  <a:tcPr marL="54000" marR="54000" marT="28800" marB="28800" anchor="ct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3"/>
                  </a:ext>
                </a:extLst>
              </a:tr>
              <a:tr h="588963">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r>
                        <a:rPr kumimoji="0" lang="en-US" altLang="zh-CN" sz="2400" b="1" i="1" u="none" strike="noStrike" cap="none" normalizeH="0" baseline="0">
                          <a:ln>
                            <a:noFill/>
                          </a:ln>
                          <a:solidFill>
                            <a:schemeClr val="tx1"/>
                          </a:solidFill>
                          <a:effectLst/>
                          <a:latin typeface="Times New Roman" panose="02020603050405020304" pitchFamily="18" charset="0"/>
                          <a:ea typeface="黑体" panose="02010609060101010101" pitchFamily="49" charset="-122"/>
                        </a:rPr>
                        <a:t>T</a:t>
                      </a:r>
                    </a:p>
                  </a:txBody>
                  <a:tcPr marL="54000" marR="54000" marT="28800" marB="28800" anchor="ct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l"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endParaRPr kumimoji="0" lang="zh-CN" altLang="zh-CN" sz="2400" b="1" i="0" u="none" strike="noStrike" cap="none" normalizeH="0" baseline="0">
                        <a:ln>
                          <a:noFill/>
                        </a:ln>
                        <a:solidFill>
                          <a:schemeClr val="tx1"/>
                        </a:solidFill>
                        <a:effectLst/>
                        <a:latin typeface="Times New Roman" panose="02020603050405020304" pitchFamily="18" charset="0"/>
                        <a:ea typeface="黑体" panose="02010609060101010101" pitchFamily="49" charset="-122"/>
                        <a:sym typeface="Symbol" panose="05050102010706020507" pitchFamily="18" charset="2"/>
                      </a:endParaRPr>
                    </a:p>
                  </a:txBody>
                  <a:tcPr marL="54000" marR="54000" marT="28800" marB="2880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l"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endParaRPr kumimoji="0" lang="zh-CN" altLang="zh-CN" sz="2400" b="0" i="0" u="none" strike="noStrike" cap="none" normalizeH="0" baseline="0">
                        <a:ln>
                          <a:noFill/>
                        </a:ln>
                        <a:solidFill>
                          <a:schemeClr val="tx1"/>
                        </a:solidFill>
                        <a:effectLst/>
                        <a:latin typeface="Times New Roman" panose="02020603050405020304" pitchFamily="18" charset="0"/>
                        <a:ea typeface="黑体" panose="02010609060101010101" pitchFamily="49" charset="-122"/>
                      </a:endParaRPr>
                    </a:p>
                  </a:txBody>
                  <a:tcPr marL="54000" marR="54000" marT="28800" marB="2880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l"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endParaRPr kumimoji="0" lang="zh-CN" altLang="zh-CN" sz="2400" b="0" i="0" u="none" strike="noStrike" cap="none" normalizeH="0" baseline="0">
                        <a:ln>
                          <a:noFill/>
                        </a:ln>
                        <a:solidFill>
                          <a:schemeClr val="tx1"/>
                        </a:solidFill>
                        <a:effectLst/>
                        <a:latin typeface="Times New Roman" panose="02020603050405020304" pitchFamily="18" charset="0"/>
                        <a:ea typeface="黑体" panose="02010609060101010101" pitchFamily="49" charset="-122"/>
                      </a:endParaRPr>
                    </a:p>
                  </a:txBody>
                  <a:tcPr marL="54000" marR="54000" marT="28800" marB="2880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l"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endParaRPr kumimoji="0" lang="zh-CN" altLang="zh-CN" sz="2400" b="1" i="0" u="none" strike="noStrike" cap="none" normalizeH="0" baseline="0">
                        <a:ln>
                          <a:noFill/>
                        </a:ln>
                        <a:solidFill>
                          <a:schemeClr val="tx1"/>
                        </a:solidFill>
                        <a:effectLst/>
                        <a:latin typeface="Times New Roman" panose="02020603050405020304" pitchFamily="18" charset="0"/>
                        <a:ea typeface="黑体" panose="02010609060101010101" pitchFamily="49" charset="-122"/>
                        <a:sym typeface="Symbol" panose="05050102010706020507" pitchFamily="18" charset="2"/>
                      </a:endParaRPr>
                    </a:p>
                  </a:txBody>
                  <a:tcPr marL="54000" marR="54000" marT="28800" marB="2880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l"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endParaRPr kumimoji="0" lang="zh-CN" altLang="zh-CN" sz="2400" b="0" i="0" u="none" strike="noStrike" cap="none" normalizeH="0" baseline="0">
                        <a:ln>
                          <a:noFill/>
                        </a:ln>
                        <a:solidFill>
                          <a:schemeClr val="tx1"/>
                        </a:solidFill>
                        <a:effectLst/>
                        <a:latin typeface="Times New Roman" panose="02020603050405020304" pitchFamily="18" charset="0"/>
                        <a:ea typeface="黑体" panose="02010609060101010101" pitchFamily="49" charset="-122"/>
                      </a:endParaRPr>
                    </a:p>
                  </a:txBody>
                  <a:tcPr marL="54000" marR="54000" marT="28800" marB="2880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l"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endParaRPr kumimoji="0" lang="zh-CN" altLang="zh-CN" sz="2400" b="0" i="0" u="none" strike="noStrike" cap="none" normalizeH="0" baseline="0">
                        <a:ln>
                          <a:noFill/>
                        </a:ln>
                        <a:solidFill>
                          <a:schemeClr val="tx1"/>
                        </a:solidFill>
                        <a:effectLst/>
                        <a:latin typeface="Times New Roman" panose="02020603050405020304" pitchFamily="18" charset="0"/>
                        <a:ea typeface="黑体" panose="02010609060101010101" pitchFamily="49" charset="-122"/>
                      </a:endParaRPr>
                    </a:p>
                  </a:txBody>
                  <a:tcPr marL="54000" marR="54000" marT="28800" marB="28800" anchor="ct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4"/>
                  </a:ext>
                </a:extLst>
              </a:tr>
              <a:tr h="585788">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r>
                        <a:rPr kumimoji="0" lang="en-US" altLang="zh-CN" sz="2400" b="1" i="1" u="none" strike="noStrike" cap="none" normalizeH="0" baseline="0">
                          <a:ln>
                            <a:noFill/>
                          </a:ln>
                          <a:solidFill>
                            <a:schemeClr val="tx1"/>
                          </a:solidFill>
                          <a:effectLst/>
                          <a:latin typeface="Times New Roman" panose="02020603050405020304" pitchFamily="18" charset="0"/>
                          <a:ea typeface="黑体" panose="02010609060101010101" pitchFamily="49" charset="-122"/>
                        </a:rPr>
                        <a:t>T </a:t>
                      </a:r>
                      <a:r>
                        <a:rPr kumimoji="0" lang="en-US" altLang="zh-CN" sz="2400" b="1" i="0" u="none" strike="noStrike" cap="none" normalizeH="0" baseline="0">
                          <a:ln>
                            <a:noFill/>
                          </a:ln>
                          <a:solidFill>
                            <a:schemeClr val="tx1"/>
                          </a:solidFill>
                          <a:effectLst/>
                          <a:latin typeface="Times New Roman" panose="02020603050405020304" pitchFamily="18" charset="0"/>
                          <a:ea typeface="黑体" panose="02010609060101010101" pitchFamily="49" charset="-122"/>
                          <a:sym typeface="Symbol" panose="05050102010706020507" pitchFamily="18" charset="2"/>
                        </a:rPr>
                        <a:t></a:t>
                      </a:r>
                    </a:p>
                  </a:txBody>
                  <a:tcPr marL="54000" marR="54000" marT="28800" marB="28800" anchor="ct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l"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endParaRPr kumimoji="0" lang="zh-CN" altLang="zh-CN" sz="2400" b="0" i="0" u="none" strike="noStrike" cap="none" normalizeH="0" baseline="0">
                        <a:ln>
                          <a:noFill/>
                        </a:ln>
                        <a:solidFill>
                          <a:schemeClr val="tx1"/>
                        </a:solidFill>
                        <a:effectLst/>
                        <a:latin typeface="Times New Roman" panose="02020603050405020304" pitchFamily="18" charset="0"/>
                        <a:ea typeface="黑体" panose="02010609060101010101" pitchFamily="49" charset="-122"/>
                      </a:endParaRPr>
                    </a:p>
                  </a:txBody>
                  <a:tcPr marL="54000" marR="54000" marT="28800" marB="2880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l"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endParaRPr kumimoji="0" lang="zh-CN" altLang="zh-CN" sz="2400" b="1" i="0" u="none" strike="noStrike" cap="none" normalizeH="0" baseline="0">
                        <a:ln>
                          <a:noFill/>
                        </a:ln>
                        <a:solidFill>
                          <a:schemeClr val="tx1"/>
                        </a:solidFill>
                        <a:effectLst/>
                        <a:latin typeface="Times New Roman" panose="02020603050405020304" pitchFamily="18" charset="0"/>
                        <a:ea typeface="黑体" panose="02010609060101010101" pitchFamily="49" charset="-122"/>
                        <a:sym typeface="Symbol" panose="05050102010706020507" pitchFamily="18" charset="2"/>
                      </a:endParaRPr>
                    </a:p>
                  </a:txBody>
                  <a:tcPr marL="54000" marR="54000" marT="28800" marB="2880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l"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endParaRPr kumimoji="0" lang="zh-CN" altLang="zh-CN" sz="2400" b="1" i="0" u="none" strike="noStrike" cap="none" normalizeH="0" baseline="0">
                        <a:ln>
                          <a:noFill/>
                        </a:ln>
                        <a:solidFill>
                          <a:schemeClr val="tx1"/>
                        </a:solidFill>
                        <a:effectLst/>
                        <a:latin typeface="Times New Roman" panose="02020603050405020304" pitchFamily="18" charset="0"/>
                        <a:ea typeface="黑体" panose="02010609060101010101" pitchFamily="49" charset="-122"/>
                        <a:sym typeface="Symbol" panose="05050102010706020507" pitchFamily="18" charset="2"/>
                      </a:endParaRPr>
                    </a:p>
                  </a:txBody>
                  <a:tcPr marL="54000" marR="54000" marT="28800" marB="2880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l"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endParaRPr kumimoji="0" lang="zh-CN" altLang="zh-CN" sz="2400" b="0" i="0" u="none" strike="noStrike" cap="none" normalizeH="0" baseline="0">
                        <a:ln>
                          <a:noFill/>
                        </a:ln>
                        <a:solidFill>
                          <a:schemeClr val="tx1"/>
                        </a:solidFill>
                        <a:effectLst/>
                        <a:latin typeface="Times New Roman" panose="02020603050405020304" pitchFamily="18" charset="0"/>
                        <a:ea typeface="黑体" panose="02010609060101010101" pitchFamily="49" charset="-122"/>
                      </a:endParaRPr>
                    </a:p>
                  </a:txBody>
                  <a:tcPr marL="54000" marR="54000" marT="28800" marB="2880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l"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endParaRPr kumimoji="0" lang="zh-CN" altLang="zh-CN" sz="2400" b="1" i="0" u="none" strike="noStrike" cap="none" normalizeH="0" baseline="0">
                        <a:ln>
                          <a:noFill/>
                        </a:ln>
                        <a:solidFill>
                          <a:schemeClr val="tx1"/>
                        </a:solidFill>
                        <a:effectLst/>
                        <a:latin typeface="Times New Roman" panose="02020603050405020304" pitchFamily="18" charset="0"/>
                        <a:ea typeface="黑体" panose="02010609060101010101" pitchFamily="49" charset="-122"/>
                        <a:sym typeface="Symbol" panose="05050102010706020507" pitchFamily="18" charset="2"/>
                      </a:endParaRPr>
                    </a:p>
                  </a:txBody>
                  <a:tcPr marL="54000" marR="54000" marT="28800" marB="2880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l"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endParaRPr kumimoji="0" lang="zh-CN" altLang="zh-CN" sz="2400" b="1" i="0" u="none" strike="noStrike" cap="none" normalizeH="0" baseline="0">
                        <a:ln>
                          <a:noFill/>
                        </a:ln>
                        <a:solidFill>
                          <a:schemeClr val="tx1"/>
                        </a:solidFill>
                        <a:effectLst/>
                        <a:latin typeface="Times New Roman" panose="02020603050405020304" pitchFamily="18" charset="0"/>
                        <a:ea typeface="黑体" panose="02010609060101010101" pitchFamily="49" charset="-122"/>
                        <a:sym typeface="Symbol" panose="05050102010706020507" pitchFamily="18" charset="2"/>
                      </a:endParaRPr>
                    </a:p>
                  </a:txBody>
                  <a:tcPr marL="54000" marR="54000" marT="28800" marB="28800" anchor="ct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5"/>
                  </a:ext>
                </a:extLst>
              </a:tr>
              <a:tr h="588963">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r>
                        <a:rPr kumimoji="0" lang="en-US" altLang="zh-CN" sz="2400" b="1" i="1" u="none" strike="noStrike" cap="none" normalizeH="0" baseline="0">
                          <a:ln>
                            <a:noFill/>
                          </a:ln>
                          <a:solidFill>
                            <a:schemeClr val="tx1"/>
                          </a:solidFill>
                          <a:effectLst/>
                          <a:latin typeface="Times New Roman" panose="02020603050405020304" pitchFamily="18" charset="0"/>
                          <a:ea typeface="黑体" panose="02010609060101010101" pitchFamily="49" charset="-122"/>
                        </a:rPr>
                        <a:t>F</a:t>
                      </a:r>
                    </a:p>
                  </a:txBody>
                  <a:tcPr marL="54000" marR="54000" marT="28800" marB="28800" anchor="ct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l"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endParaRPr kumimoji="0" lang="zh-CN" altLang="zh-CN" sz="2400" b="1" i="0" u="none" strike="noStrike" cap="none" normalizeH="0" baseline="0">
                        <a:ln>
                          <a:noFill/>
                        </a:ln>
                        <a:solidFill>
                          <a:schemeClr val="tx1"/>
                        </a:solidFill>
                        <a:effectLst/>
                        <a:latin typeface="Times New Roman" panose="02020603050405020304" pitchFamily="18" charset="0"/>
                        <a:ea typeface="黑体" panose="02010609060101010101" pitchFamily="49" charset="-122"/>
                        <a:sym typeface="Symbol" panose="05050102010706020507" pitchFamily="18" charset="2"/>
                      </a:endParaRPr>
                    </a:p>
                  </a:txBody>
                  <a:tcPr marL="54000" marR="54000" marT="28800" marB="2880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l"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endParaRPr kumimoji="0" lang="zh-CN" altLang="zh-CN" sz="2400" b="0" i="0" u="none" strike="noStrike" cap="none" normalizeH="0" baseline="0">
                        <a:ln>
                          <a:noFill/>
                        </a:ln>
                        <a:solidFill>
                          <a:schemeClr val="tx1"/>
                        </a:solidFill>
                        <a:effectLst/>
                        <a:latin typeface="Times New Roman" panose="02020603050405020304" pitchFamily="18" charset="0"/>
                        <a:ea typeface="黑体" panose="02010609060101010101" pitchFamily="49" charset="-122"/>
                      </a:endParaRPr>
                    </a:p>
                  </a:txBody>
                  <a:tcPr marL="54000" marR="54000" marT="28800" marB="2880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l"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endParaRPr kumimoji="0" lang="zh-CN" altLang="zh-CN" sz="2400" b="0" i="0" u="none" strike="noStrike" cap="none" normalizeH="0" baseline="0">
                        <a:ln>
                          <a:noFill/>
                        </a:ln>
                        <a:solidFill>
                          <a:schemeClr val="tx1"/>
                        </a:solidFill>
                        <a:effectLst/>
                        <a:latin typeface="Times New Roman" panose="02020603050405020304" pitchFamily="18" charset="0"/>
                        <a:ea typeface="黑体" panose="02010609060101010101" pitchFamily="49" charset="-122"/>
                      </a:endParaRPr>
                    </a:p>
                  </a:txBody>
                  <a:tcPr marL="54000" marR="54000" marT="28800" marB="2880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l"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endParaRPr kumimoji="0" lang="zh-CN" altLang="zh-CN" sz="2400" b="0" i="0" u="none" strike="noStrike" cap="none" normalizeH="0" baseline="0">
                        <a:ln>
                          <a:noFill/>
                        </a:ln>
                        <a:solidFill>
                          <a:schemeClr val="tx1"/>
                        </a:solidFill>
                        <a:effectLst/>
                        <a:latin typeface="Times New Roman" panose="02020603050405020304" pitchFamily="18" charset="0"/>
                        <a:ea typeface="黑体" panose="02010609060101010101" pitchFamily="49" charset="-122"/>
                      </a:endParaRPr>
                    </a:p>
                  </a:txBody>
                  <a:tcPr marL="54000" marR="54000" marT="28800" marB="2880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l"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endParaRPr kumimoji="0" lang="zh-CN" altLang="zh-CN" sz="2400" b="0" i="0" u="none" strike="noStrike" cap="none" normalizeH="0" baseline="0">
                        <a:ln>
                          <a:noFill/>
                        </a:ln>
                        <a:solidFill>
                          <a:schemeClr val="tx1"/>
                        </a:solidFill>
                        <a:effectLst/>
                        <a:latin typeface="Times New Roman" panose="02020603050405020304" pitchFamily="18" charset="0"/>
                        <a:ea typeface="黑体" panose="02010609060101010101" pitchFamily="49" charset="-122"/>
                      </a:endParaRPr>
                    </a:p>
                  </a:txBody>
                  <a:tcPr marL="54000" marR="54000" marT="28800" marB="2880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l"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endParaRPr kumimoji="0" lang="zh-CN" altLang="zh-CN" sz="2400" b="0" i="0" u="none" strike="noStrike" cap="none" normalizeH="0" baseline="0" dirty="0">
                        <a:ln>
                          <a:noFill/>
                        </a:ln>
                        <a:solidFill>
                          <a:schemeClr val="tx1"/>
                        </a:solidFill>
                        <a:effectLst/>
                        <a:latin typeface="Times New Roman" panose="02020603050405020304" pitchFamily="18" charset="0"/>
                        <a:ea typeface="黑体" panose="02010609060101010101" pitchFamily="49" charset="-122"/>
                      </a:endParaRPr>
                    </a:p>
                  </a:txBody>
                  <a:tcPr marL="54000" marR="54000" marT="28800" marB="28800" anchor="ct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6"/>
                  </a:ext>
                </a:extLst>
              </a:tr>
            </a:tbl>
          </a:graphicData>
        </a:graphic>
      </p:graphicFrame>
      <p:sp>
        <p:nvSpPr>
          <p:cNvPr id="4" name="日期占位符 3">
            <a:extLst>
              <a:ext uri="{FF2B5EF4-FFF2-40B4-BE49-F238E27FC236}">
                <a16:creationId xmlns:a16="http://schemas.microsoft.com/office/drawing/2014/main" id="{D55ED5BB-B941-A8D9-D1A5-2D3DAF771B4A}"/>
              </a:ext>
            </a:extLst>
          </p:cNvPr>
          <p:cNvSpPr>
            <a:spLocks noGrp="1"/>
          </p:cNvSpPr>
          <p:nvPr>
            <p:ph type="dt" sz="half" idx="10"/>
          </p:nvPr>
        </p:nvSpPr>
        <p:spPr/>
        <p:txBody>
          <a:bodyPr/>
          <a:lstStyle/>
          <a:p>
            <a:fld id="{6CF9D7EE-E397-45D6-92ED-54982BBB37C6}" type="datetime2">
              <a:rPr lang="zh-CN" altLang="en-US" smtClean="0"/>
              <a:pPr/>
              <a:t>2025年11月26日</a:t>
            </a:fld>
            <a:endParaRPr lang="zh-CN" altLang="en-US"/>
          </a:p>
        </p:txBody>
      </p:sp>
      <p:sp>
        <p:nvSpPr>
          <p:cNvPr id="5" name="页脚占位符 4">
            <a:extLst>
              <a:ext uri="{FF2B5EF4-FFF2-40B4-BE49-F238E27FC236}">
                <a16:creationId xmlns:a16="http://schemas.microsoft.com/office/drawing/2014/main" id="{003F02F4-03E9-AD6F-AD96-3FCF241ED574}"/>
              </a:ext>
            </a:extLst>
          </p:cNvPr>
          <p:cNvSpPr>
            <a:spLocks noGrp="1"/>
          </p:cNvSpPr>
          <p:nvPr>
            <p:ph type="ftr" sz="quarter" idx="11"/>
          </p:nvPr>
        </p:nvSpPr>
        <p:spPr/>
        <p:txBody>
          <a:bodyPr/>
          <a:lstStyle/>
          <a:p>
            <a:r>
              <a:rPr lang="zh-CN" altLang="en-US"/>
              <a:t>编译原理</a:t>
            </a:r>
            <a:r>
              <a:rPr lang="en-US" altLang="zh-CN"/>
              <a:t>-</a:t>
            </a:r>
            <a:r>
              <a:rPr lang="zh-CN" altLang="en-US"/>
              <a:t>王欣捷</a:t>
            </a:r>
            <a:r>
              <a:rPr lang="en-US" altLang="zh-CN"/>
              <a:t>-</a:t>
            </a:r>
            <a:r>
              <a:rPr lang="zh-CN" altLang="en-US"/>
              <a:t>第三章 语法分析</a:t>
            </a:r>
            <a:r>
              <a:rPr lang="en-US" altLang="zh-CN"/>
              <a:t>(4)</a:t>
            </a:r>
            <a:endParaRPr lang="zh-CN" altLang="en-US"/>
          </a:p>
        </p:txBody>
      </p:sp>
      <p:sp>
        <p:nvSpPr>
          <p:cNvPr id="7" name="灯片编号占位符 6">
            <a:extLst>
              <a:ext uri="{FF2B5EF4-FFF2-40B4-BE49-F238E27FC236}">
                <a16:creationId xmlns:a16="http://schemas.microsoft.com/office/drawing/2014/main" id="{07A19FBD-CD99-2E79-AABC-97D8669C9F82}"/>
              </a:ext>
            </a:extLst>
          </p:cNvPr>
          <p:cNvSpPr>
            <a:spLocks noGrp="1"/>
          </p:cNvSpPr>
          <p:nvPr>
            <p:ph type="sldNum" sz="quarter" idx="12"/>
          </p:nvPr>
        </p:nvSpPr>
        <p:spPr/>
        <p:txBody>
          <a:bodyPr/>
          <a:lstStyle/>
          <a:p>
            <a:fld id="{094DEB03-EFC6-4C20-8FC8-295189A5386F}" type="slidenum">
              <a:rPr lang="zh-CN" altLang="en-US" smtClean="0"/>
              <a:pPr/>
              <a:t>42</a:t>
            </a:fld>
            <a:endParaRPr lang="zh-CN" altLang="en-US"/>
          </a:p>
        </p:txBody>
      </p:sp>
    </p:spTree>
  </p:cSld>
  <p:clrMapOvr>
    <a:masterClrMapping/>
  </p:clrMapOvr>
</p:sld>
</file>

<file path=ppt/slides/slide4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0178" name="Rectangle 2">
            <a:extLst>
              <a:ext uri="{FF2B5EF4-FFF2-40B4-BE49-F238E27FC236}">
                <a16:creationId xmlns:a16="http://schemas.microsoft.com/office/drawing/2014/main" id="{7C93CB19-89D6-4280-B786-A2D123C653B3}"/>
              </a:ext>
            </a:extLst>
          </p:cNvPr>
          <p:cNvSpPr>
            <a:spLocks noGrp="1" noChangeArrowheads="1"/>
          </p:cNvSpPr>
          <p:nvPr>
            <p:ph type="title"/>
          </p:nvPr>
        </p:nvSpPr>
        <p:spPr/>
        <p:txBody>
          <a:bodyPr/>
          <a:lstStyle/>
          <a:p>
            <a:pPr eaLnBrk="1" hangingPunct="1"/>
            <a:r>
              <a:rPr lang="en-US" altLang="zh-CN"/>
              <a:t>3.3.5 </a:t>
            </a:r>
            <a:r>
              <a:rPr lang="zh-CN" altLang="en-US"/>
              <a:t>构造预测分析表</a:t>
            </a:r>
          </a:p>
        </p:txBody>
      </p:sp>
      <p:sp>
        <p:nvSpPr>
          <p:cNvPr id="2" name="内容占位符 1">
            <a:extLst>
              <a:ext uri="{FF2B5EF4-FFF2-40B4-BE49-F238E27FC236}">
                <a16:creationId xmlns:a16="http://schemas.microsoft.com/office/drawing/2014/main" id="{0D99F529-680F-4F63-A05F-AFA8B13B3D2D}"/>
              </a:ext>
            </a:extLst>
          </p:cNvPr>
          <p:cNvSpPr>
            <a:spLocks noGrp="1"/>
          </p:cNvSpPr>
          <p:nvPr>
            <p:ph idx="1"/>
          </p:nvPr>
        </p:nvSpPr>
        <p:spPr/>
        <p:txBody>
          <a:bodyPr/>
          <a:lstStyle/>
          <a:p>
            <a:r>
              <a:rPr lang="en-US" altLang="zh-CN" sz="3200" b="1" i="1">
                <a:solidFill>
                  <a:schemeClr val="accent2"/>
                </a:solidFill>
                <a:latin typeface="Times New Roman" panose="02020603050405020304" pitchFamily="18" charset="0"/>
                <a:ea typeface="宋体" panose="02010600030101010101" pitchFamily="2" charset="-122"/>
              </a:rPr>
              <a:t>T</a:t>
            </a:r>
            <a:r>
              <a:rPr lang="en-US" altLang="zh-CN" sz="3200" b="1">
                <a:solidFill>
                  <a:schemeClr val="accent2"/>
                </a:solidFill>
                <a:latin typeface="Times New Roman" panose="02020603050405020304" pitchFamily="18" charset="0"/>
                <a:ea typeface="宋体" panose="02010600030101010101" pitchFamily="2" charset="-122"/>
                <a:sym typeface="Symbol" panose="05050102010706020507" pitchFamily="18" charset="2"/>
              </a:rPr>
              <a:t></a:t>
            </a:r>
            <a:r>
              <a:rPr lang="en-US" altLang="zh-CN" sz="3200" b="1" i="1">
                <a:solidFill>
                  <a:schemeClr val="accent2"/>
                </a:solidFill>
                <a:latin typeface="Times New Roman" panose="02020603050405020304" pitchFamily="18" charset="0"/>
                <a:ea typeface="宋体" panose="02010600030101010101" pitchFamily="2" charset="-122"/>
                <a:sym typeface="Symbol" panose="05050102010706020507" pitchFamily="18" charset="2"/>
              </a:rPr>
              <a:t>FT </a:t>
            </a:r>
            <a:r>
              <a:rPr lang="en-US" altLang="zh-CN" sz="3200" b="1">
                <a:solidFill>
                  <a:schemeClr val="accent2"/>
                </a:solidFill>
                <a:latin typeface="Times New Roman" panose="02020603050405020304" pitchFamily="18" charset="0"/>
                <a:ea typeface="宋体" panose="02010600030101010101" pitchFamily="2" charset="-122"/>
                <a:sym typeface="Symbol" panose="05050102010706020507" pitchFamily="18" charset="2"/>
              </a:rPr>
              <a:t></a:t>
            </a:r>
          </a:p>
          <a:p>
            <a:r>
              <a:rPr lang="en-US" altLang="zh-CN" sz="3200" b="1">
                <a:solidFill>
                  <a:schemeClr val="accent2"/>
                </a:solidFill>
                <a:latin typeface="Times New Roman" panose="02020603050405020304" pitchFamily="18" charset="0"/>
                <a:ea typeface="宋体" panose="02010600030101010101" pitchFamily="2" charset="-122"/>
                <a:sym typeface="Symbol" panose="05050102010706020507" pitchFamily="18" charset="2"/>
              </a:rPr>
              <a:t>FIRST(</a:t>
            </a:r>
            <a:r>
              <a:rPr lang="en-US" altLang="zh-CN" sz="3200" b="1" i="1">
                <a:solidFill>
                  <a:schemeClr val="accent2"/>
                </a:solidFill>
                <a:latin typeface="Times New Roman" panose="02020603050405020304" pitchFamily="18" charset="0"/>
                <a:ea typeface="宋体" panose="02010600030101010101" pitchFamily="2" charset="-122"/>
                <a:sym typeface="Symbol" panose="05050102010706020507" pitchFamily="18" charset="2"/>
              </a:rPr>
              <a:t>FT </a:t>
            </a:r>
            <a:r>
              <a:rPr lang="en-US" altLang="zh-CN" sz="3200" b="1">
                <a:solidFill>
                  <a:schemeClr val="accent2"/>
                </a:solidFill>
                <a:latin typeface="Times New Roman" panose="02020603050405020304" pitchFamily="18" charset="0"/>
                <a:ea typeface="宋体" panose="02010600030101010101" pitchFamily="2" charset="-122"/>
                <a:sym typeface="Symbol" panose="05050102010706020507" pitchFamily="18" charset="2"/>
              </a:rPr>
              <a:t>)= </a:t>
            </a:r>
            <a:r>
              <a:rPr lang="en-US" altLang="zh-CN" sz="3200" b="1">
                <a:solidFill>
                  <a:schemeClr val="accent2"/>
                </a:solidFill>
                <a:latin typeface="Times New Roman" panose="02020603050405020304" pitchFamily="18" charset="0"/>
                <a:ea typeface="宋体" panose="02010600030101010101" pitchFamily="2" charset="-122"/>
              </a:rPr>
              <a:t>FIRST(</a:t>
            </a:r>
            <a:r>
              <a:rPr lang="en-US" altLang="zh-CN" sz="3200" b="1" i="1">
                <a:solidFill>
                  <a:schemeClr val="accent2"/>
                </a:solidFill>
                <a:latin typeface="Times New Roman" panose="02020603050405020304" pitchFamily="18" charset="0"/>
                <a:ea typeface="宋体" panose="02010600030101010101" pitchFamily="2" charset="-122"/>
              </a:rPr>
              <a:t>F</a:t>
            </a:r>
            <a:r>
              <a:rPr lang="en-US" altLang="zh-CN" sz="3200" b="1">
                <a:solidFill>
                  <a:schemeClr val="accent2"/>
                </a:solidFill>
                <a:latin typeface="Times New Roman" panose="02020603050405020304" pitchFamily="18" charset="0"/>
                <a:ea typeface="宋体" panose="02010600030101010101" pitchFamily="2" charset="-122"/>
              </a:rPr>
              <a:t>) = { ( , id }</a:t>
            </a:r>
          </a:p>
        </p:txBody>
      </p:sp>
      <p:graphicFrame>
        <p:nvGraphicFramePr>
          <p:cNvPr id="6" name="Group 3">
            <a:extLst>
              <a:ext uri="{FF2B5EF4-FFF2-40B4-BE49-F238E27FC236}">
                <a16:creationId xmlns:a16="http://schemas.microsoft.com/office/drawing/2014/main" id="{05F635E7-4C7C-423F-8437-BA04554D1473}"/>
              </a:ext>
            </a:extLst>
          </p:cNvPr>
          <p:cNvGraphicFramePr>
            <a:graphicFrameLocks/>
          </p:cNvGraphicFramePr>
          <p:nvPr>
            <p:extLst>
              <p:ext uri="{D42A27DB-BD31-4B8C-83A1-F6EECF244321}">
                <p14:modId xmlns:p14="http://schemas.microsoft.com/office/powerpoint/2010/main" val="2977358525"/>
              </p:ext>
            </p:extLst>
          </p:nvPr>
        </p:nvGraphicFramePr>
        <p:xfrm>
          <a:off x="208756" y="2520000"/>
          <a:ext cx="8726488" cy="4114803"/>
        </p:xfrm>
        <a:graphic>
          <a:graphicData uri="http://schemas.openxmlformats.org/drawingml/2006/table">
            <a:tbl>
              <a:tblPr/>
              <a:tblGrid>
                <a:gridCol w="1066800">
                  <a:extLst>
                    <a:ext uri="{9D8B030D-6E8A-4147-A177-3AD203B41FA5}">
                      <a16:colId xmlns:a16="http://schemas.microsoft.com/office/drawing/2014/main" val="20000"/>
                    </a:ext>
                  </a:extLst>
                </a:gridCol>
                <a:gridCol w="1295400">
                  <a:extLst>
                    <a:ext uri="{9D8B030D-6E8A-4147-A177-3AD203B41FA5}">
                      <a16:colId xmlns:a16="http://schemas.microsoft.com/office/drawing/2014/main" val="20001"/>
                    </a:ext>
                  </a:extLst>
                </a:gridCol>
                <a:gridCol w="1379538">
                  <a:extLst>
                    <a:ext uri="{9D8B030D-6E8A-4147-A177-3AD203B41FA5}">
                      <a16:colId xmlns:a16="http://schemas.microsoft.com/office/drawing/2014/main" val="20002"/>
                    </a:ext>
                  </a:extLst>
                </a:gridCol>
                <a:gridCol w="1516062">
                  <a:extLst>
                    <a:ext uri="{9D8B030D-6E8A-4147-A177-3AD203B41FA5}">
                      <a16:colId xmlns:a16="http://schemas.microsoft.com/office/drawing/2014/main" val="20003"/>
                    </a:ext>
                  </a:extLst>
                </a:gridCol>
                <a:gridCol w="1143000">
                  <a:extLst>
                    <a:ext uri="{9D8B030D-6E8A-4147-A177-3AD203B41FA5}">
                      <a16:colId xmlns:a16="http://schemas.microsoft.com/office/drawing/2014/main" val="20004"/>
                    </a:ext>
                  </a:extLst>
                </a:gridCol>
                <a:gridCol w="1219200">
                  <a:extLst>
                    <a:ext uri="{9D8B030D-6E8A-4147-A177-3AD203B41FA5}">
                      <a16:colId xmlns:a16="http://schemas.microsoft.com/office/drawing/2014/main" val="20005"/>
                    </a:ext>
                  </a:extLst>
                </a:gridCol>
                <a:gridCol w="1106488">
                  <a:extLst>
                    <a:ext uri="{9D8B030D-6E8A-4147-A177-3AD203B41FA5}">
                      <a16:colId xmlns:a16="http://schemas.microsoft.com/office/drawing/2014/main" val="20006"/>
                    </a:ext>
                  </a:extLst>
                </a:gridCol>
              </a:tblGrid>
              <a:tr h="588963">
                <a:tc rowSpan="2">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r>
                        <a:rPr kumimoji="0" lang="zh-CN" altLang="en-US" sz="2400" b="0" i="0" u="none" strike="noStrike" cap="none" normalizeH="0" baseline="0">
                          <a:ln>
                            <a:noFill/>
                          </a:ln>
                          <a:solidFill>
                            <a:schemeClr val="tx1"/>
                          </a:solidFill>
                          <a:effectLst/>
                          <a:latin typeface="Times New Roman" panose="02020603050405020304" pitchFamily="18" charset="0"/>
                          <a:ea typeface="黑体" panose="02010609060101010101" pitchFamily="49" charset="-122"/>
                        </a:rPr>
                        <a:t>非 终结 符</a:t>
                      </a:r>
                    </a:p>
                  </a:txBody>
                  <a:tcPr marL="54000" marR="54000" marT="28800" marB="28800" anchor="ct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gridSpan="6">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r>
                        <a:rPr kumimoji="0" lang="zh-CN" altLang="en-US" sz="2400" b="0" i="0" u="none" strike="noStrike" cap="none" normalizeH="0" baseline="0">
                          <a:ln>
                            <a:noFill/>
                          </a:ln>
                          <a:solidFill>
                            <a:schemeClr val="tx1"/>
                          </a:solidFill>
                          <a:effectLst/>
                          <a:latin typeface="Times New Roman" panose="02020603050405020304" pitchFamily="18" charset="0"/>
                          <a:ea typeface="黑体" panose="02010609060101010101" pitchFamily="49" charset="-122"/>
                        </a:rPr>
                        <a:t>输 入 符 号</a:t>
                      </a:r>
                    </a:p>
                  </a:txBody>
                  <a:tcPr marL="54000" marR="54000" marT="28800" marB="28800" anchor="ct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extLst>
                  <a:ext uri="{0D108BD9-81ED-4DB2-BD59-A6C34878D82A}">
                    <a16:rowId xmlns:a16="http://schemas.microsoft.com/office/drawing/2014/main" val="10000"/>
                  </a:ext>
                </a:extLst>
              </a:tr>
              <a:tr h="585788">
                <a:tc vMerge="1">
                  <a:txBody>
                    <a:bodyPr/>
                    <a:lstStyle/>
                    <a:p>
                      <a:endParaRPr lang="zh-CN" altLang="en-US"/>
                    </a:p>
                  </a:txBody>
                  <a:tcPr/>
                </a:tc>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r>
                        <a:rPr kumimoji="0" lang="en-US" altLang="zh-CN" sz="2400" b="1" i="0" u="none" strike="noStrike" cap="none" normalizeH="0" baseline="0">
                          <a:ln>
                            <a:noFill/>
                          </a:ln>
                          <a:solidFill>
                            <a:schemeClr val="tx1"/>
                          </a:solidFill>
                          <a:effectLst/>
                          <a:latin typeface="Times New Roman" panose="02020603050405020304" pitchFamily="18" charset="0"/>
                          <a:ea typeface="黑体" panose="02010609060101010101" pitchFamily="49" charset="-122"/>
                        </a:rPr>
                        <a:t>id</a:t>
                      </a:r>
                    </a:p>
                  </a:txBody>
                  <a:tcPr marL="54000" marR="54000" marT="28800" marB="2880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r>
                        <a:rPr kumimoji="0" lang="en-US" altLang="zh-CN" sz="2400" b="1" i="0" u="none" strike="noStrike" cap="none" normalizeH="0" baseline="0">
                          <a:ln>
                            <a:noFill/>
                          </a:ln>
                          <a:solidFill>
                            <a:schemeClr val="tx1"/>
                          </a:solidFill>
                          <a:effectLst/>
                          <a:latin typeface="Times New Roman" panose="02020603050405020304" pitchFamily="18" charset="0"/>
                          <a:ea typeface="黑体" panose="02010609060101010101" pitchFamily="49" charset="-122"/>
                        </a:rPr>
                        <a:t>+</a:t>
                      </a:r>
                    </a:p>
                  </a:txBody>
                  <a:tcPr marL="54000" marR="54000" marT="28800" marB="2880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r>
                        <a:rPr kumimoji="0" lang="en-US" altLang="zh-CN" sz="2400" b="1" i="0" u="none" strike="noStrike" cap="none" normalizeH="0" baseline="0">
                          <a:ln>
                            <a:noFill/>
                          </a:ln>
                          <a:solidFill>
                            <a:schemeClr val="tx1"/>
                          </a:solidFill>
                          <a:effectLst/>
                          <a:latin typeface="Times New Roman" panose="02020603050405020304" pitchFamily="18" charset="0"/>
                          <a:ea typeface="黑体" panose="02010609060101010101" pitchFamily="49" charset="-122"/>
                        </a:rPr>
                        <a:t>*</a:t>
                      </a:r>
                    </a:p>
                  </a:txBody>
                  <a:tcPr marL="54000" marR="54000" marT="28800" marB="2880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r>
                        <a:rPr kumimoji="0" lang="en-US" altLang="zh-CN" sz="2400" b="1" i="0" u="none" strike="noStrike" cap="none" normalizeH="0" baseline="0">
                          <a:ln>
                            <a:noFill/>
                          </a:ln>
                          <a:solidFill>
                            <a:schemeClr val="tx1"/>
                          </a:solidFill>
                          <a:effectLst/>
                          <a:latin typeface="Times New Roman" panose="02020603050405020304" pitchFamily="18" charset="0"/>
                          <a:ea typeface="黑体" panose="02010609060101010101" pitchFamily="49" charset="-122"/>
                        </a:rPr>
                        <a:t>(</a:t>
                      </a:r>
                    </a:p>
                  </a:txBody>
                  <a:tcPr marL="54000" marR="54000" marT="28800" marB="2880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r>
                        <a:rPr kumimoji="0" lang="en-US" altLang="zh-CN" sz="2400" b="1" i="0" u="none" strike="noStrike" cap="none" normalizeH="0" baseline="0">
                          <a:ln>
                            <a:noFill/>
                          </a:ln>
                          <a:solidFill>
                            <a:schemeClr val="tx1"/>
                          </a:solidFill>
                          <a:effectLst/>
                          <a:latin typeface="Times New Roman" panose="02020603050405020304" pitchFamily="18" charset="0"/>
                          <a:ea typeface="黑体" panose="02010609060101010101" pitchFamily="49" charset="-122"/>
                        </a:rPr>
                        <a:t>)</a:t>
                      </a:r>
                    </a:p>
                  </a:txBody>
                  <a:tcPr marL="54000" marR="54000" marT="28800" marB="2880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r>
                        <a:rPr kumimoji="0" lang="en-US" altLang="zh-CN" sz="2400" b="1" i="0" u="none" strike="noStrike" cap="none" normalizeH="0" baseline="0">
                          <a:ln>
                            <a:noFill/>
                          </a:ln>
                          <a:solidFill>
                            <a:schemeClr val="tx1"/>
                          </a:solidFill>
                          <a:effectLst/>
                          <a:latin typeface="Times New Roman" panose="02020603050405020304" pitchFamily="18" charset="0"/>
                          <a:ea typeface="黑体" panose="02010609060101010101" pitchFamily="49" charset="-122"/>
                        </a:rPr>
                        <a:t>$</a:t>
                      </a:r>
                    </a:p>
                  </a:txBody>
                  <a:tcPr marL="54000" marR="54000" marT="28800" marB="28800" anchor="ct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1"/>
                  </a:ext>
                </a:extLst>
              </a:tr>
              <a:tr h="588963">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r>
                        <a:rPr kumimoji="0" lang="en-US" altLang="zh-CN" sz="2400" b="1" i="1" u="none" strike="noStrike" cap="none" normalizeH="0" baseline="0">
                          <a:ln>
                            <a:noFill/>
                          </a:ln>
                          <a:solidFill>
                            <a:schemeClr val="tx1"/>
                          </a:solidFill>
                          <a:effectLst/>
                          <a:latin typeface="Times New Roman" panose="02020603050405020304" pitchFamily="18" charset="0"/>
                          <a:ea typeface="黑体" panose="02010609060101010101" pitchFamily="49" charset="-122"/>
                        </a:rPr>
                        <a:t>E</a:t>
                      </a:r>
                    </a:p>
                  </a:txBody>
                  <a:tcPr marL="54000" marR="54000" marT="28800" marB="28800" anchor="ct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l"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r>
                        <a:rPr kumimoji="0" lang="en-US" altLang="zh-CN" sz="2400" b="1" i="1" u="none" strike="noStrike" cap="none" normalizeH="0" baseline="0">
                          <a:ln>
                            <a:noFill/>
                          </a:ln>
                          <a:solidFill>
                            <a:schemeClr val="tx1"/>
                          </a:solidFill>
                          <a:effectLst/>
                          <a:latin typeface="Times New Roman" panose="02020603050405020304" pitchFamily="18" charset="0"/>
                          <a:ea typeface="黑体" panose="02010609060101010101" pitchFamily="49" charset="-122"/>
                        </a:rPr>
                        <a:t>E</a:t>
                      </a:r>
                      <a:r>
                        <a:rPr kumimoji="0" lang="en-US" altLang="zh-CN" sz="2400" b="1" i="0" u="none" strike="noStrike" cap="none" normalizeH="0" baseline="0">
                          <a:ln>
                            <a:noFill/>
                          </a:ln>
                          <a:solidFill>
                            <a:schemeClr val="tx1"/>
                          </a:solidFill>
                          <a:effectLst/>
                          <a:latin typeface="Times New Roman" panose="02020603050405020304" pitchFamily="18" charset="0"/>
                          <a:ea typeface="黑体" panose="02010609060101010101" pitchFamily="49" charset="-122"/>
                          <a:sym typeface="Symbol" panose="05050102010706020507" pitchFamily="18" charset="2"/>
                        </a:rPr>
                        <a:t></a:t>
                      </a:r>
                      <a:r>
                        <a:rPr kumimoji="0" lang="en-US" altLang="zh-CN" sz="2400" b="1" i="1" u="none" strike="noStrike" cap="none" normalizeH="0" baseline="0">
                          <a:ln>
                            <a:noFill/>
                          </a:ln>
                          <a:solidFill>
                            <a:schemeClr val="tx1"/>
                          </a:solidFill>
                          <a:effectLst/>
                          <a:latin typeface="Times New Roman" panose="02020603050405020304" pitchFamily="18" charset="0"/>
                          <a:ea typeface="黑体" panose="02010609060101010101" pitchFamily="49" charset="-122"/>
                          <a:sym typeface="Symbol" panose="05050102010706020507" pitchFamily="18" charset="2"/>
                        </a:rPr>
                        <a:t>TE</a:t>
                      </a:r>
                      <a:r>
                        <a:rPr kumimoji="0" lang="en-US" altLang="zh-CN" sz="2400" b="1" i="0" u="none" strike="noStrike" cap="none" normalizeH="0" baseline="0">
                          <a:ln>
                            <a:noFill/>
                          </a:ln>
                          <a:solidFill>
                            <a:schemeClr val="tx1"/>
                          </a:solidFill>
                          <a:effectLst/>
                          <a:latin typeface="Times New Roman" panose="02020603050405020304" pitchFamily="18" charset="0"/>
                          <a:ea typeface="黑体" panose="02010609060101010101" pitchFamily="49" charset="-122"/>
                          <a:sym typeface="Symbol" panose="05050102010706020507" pitchFamily="18" charset="2"/>
                        </a:rPr>
                        <a:t></a:t>
                      </a:r>
                    </a:p>
                  </a:txBody>
                  <a:tcPr marL="54000" marR="54000" marT="28800" marB="2880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l"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endParaRPr kumimoji="0" lang="zh-CN" altLang="zh-CN" sz="2400" b="0" i="0" u="none" strike="noStrike" cap="none" normalizeH="0" baseline="0">
                        <a:ln>
                          <a:noFill/>
                        </a:ln>
                        <a:solidFill>
                          <a:schemeClr val="tx1"/>
                        </a:solidFill>
                        <a:effectLst/>
                        <a:latin typeface="Times New Roman" panose="02020603050405020304" pitchFamily="18" charset="0"/>
                        <a:ea typeface="黑体" panose="02010609060101010101" pitchFamily="49" charset="-122"/>
                      </a:endParaRPr>
                    </a:p>
                  </a:txBody>
                  <a:tcPr marL="54000" marR="54000" marT="28800" marB="2880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l"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endParaRPr kumimoji="0" lang="zh-CN" altLang="zh-CN" sz="2400" b="0" i="0" u="none" strike="noStrike" cap="none" normalizeH="0" baseline="0">
                        <a:ln>
                          <a:noFill/>
                        </a:ln>
                        <a:solidFill>
                          <a:schemeClr val="tx1"/>
                        </a:solidFill>
                        <a:effectLst/>
                        <a:latin typeface="Times New Roman" panose="02020603050405020304" pitchFamily="18" charset="0"/>
                        <a:ea typeface="黑体" panose="02010609060101010101" pitchFamily="49" charset="-122"/>
                      </a:endParaRPr>
                    </a:p>
                  </a:txBody>
                  <a:tcPr marL="54000" marR="54000" marT="28800" marB="2880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l"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r>
                        <a:rPr kumimoji="0" lang="en-US" altLang="zh-CN" sz="2400" b="1" i="1" u="none" strike="noStrike" cap="none" normalizeH="0" baseline="0">
                          <a:ln>
                            <a:noFill/>
                          </a:ln>
                          <a:solidFill>
                            <a:schemeClr val="tx1"/>
                          </a:solidFill>
                          <a:effectLst/>
                          <a:latin typeface="Times New Roman" panose="02020603050405020304" pitchFamily="18" charset="0"/>
                          <a:ea typeface="黑体" panose="02010609060101010101" pitchFamily="49" charset="-122"/>
                        </a:rPr>
                        <a:t>E</a:t>
                      </a:r>
                      <a:r>
                        <a:rPr kumimoji="0" lang="en-US" altLang="zh-CN" sz="2400" b="1" i="1" u="none" strike="noStrike" cap="none" normalizeH="0" baseline="0">
                          <a:ln>
                            <a:noFill/>
                          </a:ln>
                          <a:solidFill>
                            <a:schemeClr val="tx1"/>
                          </a:solidFill>
                          <a:effectLst/>
                          <a:latin typeface="Times New Roman" panose="02020603050405020304" pitchFamily="18" charset="0"/>
                          <a:ea typeface="黑体" panose="02010609060101010101" pitchFamily="49" charset="-122"/>
                          <a:sym typeface="Symbol" panose="05050102010706020507" pitchFamily="18" charset="2"/>
                        </a:rPr>
                        <a:t>TE</a:t>
                      </a:r>
                      <a:r>
                        <a:rPr kumimoji="0" lang="en-US" altLang="zh-CN" sz="2400" b="1" i="0" u="none" strike="noStrike" cap="none" normalizeH="0" baseline="0">
                          <a:ln>
                            <a:noFill/>
                          </a:ln>
                          <a:solidFill>
                            <a:schemeClr val="tx1"/>
                          </a:solidFill>
                          <a:effectLst/>
                          <a:latin typeface="Times New Roman" panose="02020603050405020304" pitchFamily="18" charset="0"/>
                          <a:ea typeface="黑体" panose="02010609060101010101" pitchFamily="49" charset="-122"/>
                          <a:sym typeface="Symbol" panose="05050102010706020507" pitchFamily="18" charset="2"/>
                        </a:rPr>
                        <a:t></a:t>
                      </a:r>
                    </a:p>
                  </a:txBody>
                  <a:tcPr marL="54000" marR="54000" marT="28800" marB="2880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l"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endParaRPr kumimoji="0" lang="zh-CN" altLang="zh-CN" sz="2400" b="0" i="0" u="none" strike="noStrike" cap="none" normalizeH="0" baseline="0">
                        <a:ln>
                          <a:noFill/>
                        </a:ln>
                        <a:solidFill>
                          <a:schemeClr val="tx1"/>
                        </a:solidFill>
                        <a:effectLst/>
                        <a:latin typeface="Times New Roman" panose="02020603050405020304" pitchFamily="18" charset="0"/>
                        <a:ea typeface="黑体" panose="02010609060101010101" pitchFamily="49" charset="-122"/>
                      </a:endParaRPr>
                    </a:p>
                  </a:txBody>
                  <a:tcPr marL="54000" marR="54000" marT="28800" marB="2880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l"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endParaRPr kumimoji="0" lang="zh-CN" altLang="zh-CN" sz="2400" b="0" i="0" u="none" strike="noStrike" cap="none" normalizeH="0" baseline="0">
                        <a:ln>
                          <a:noFill/>
                        </a:ln>
                        <a:solidFill>
                          <a:schemeClr val="tx1"/>
                        </a:solidFill>
                        <a:effectLst/>
                        <a:latin typeface="Times New Roman" panose="02020603050405020304" pitchFamily="18" charset="0"/>
                        <a:ea typeface="黑体" panose="02010609060101010101" pitchFamily="49" charset="-122"/>
                      </a:endParaRPr>
                    </a:p>
                  </a:txBody>
                  <a:tcPr marL="54000" marR="54000" marT="28800" marB="28800" anchor="ct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2"/>
                  </a:ext>
                </a:extLst>
              </a:tr>
              <a:tr h="587375">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r>
                        <a:rPr kumimoji="0" lang="en-US" altLang="zh-CN" sz="2400" b="1" i="1" u="none" strike="noStrike" cap="none" normalizeH="0" baseline="0">
                          <a:ln>
                            <a:noFill/>
                          </a:ln>
                          <a:solidFill>
                            <a:schemeClr val="tx1"/>
                          </a:solidFill>
                          <a:effectLst/>
                          <a:latin typeface="Times New Roman" panose="02020603050405020304" pitchFamily="18" charset="0"/>
                          <a:ea typeface="黑体" panose="02010609060101010101" pitchFamily="49" charset="-122"/>
                        </a:rPr>
                        <a:t>E </a:t>
                      </a:r>
                      <a:r>
                        <a:rPr kumimoji="0" lang="en-US" altLang="zh-CN" sz="2400" b="1" i="0" u="none" strike="noStrike" cap="none" normalizeH="0" baseline="0">
                          <a:ln>
                            <a:noFill/>
                          </a:ln>
                          <a:solidFill>
                            <a:schemeClr val="tx1"/>
                          </a:solidFill>
                          <a:effectLst/>
                          <a:latin typeface="Times New Roman" panose="02020603050405020304" pitchFamily="18" charset="0"/>
                          <a:ea typeface="黑体" panose="02010609060101010101" pitchFamily="49" charset="-122"/>
                          <a:sym typeface="Symbol" panose="05050102010706020507" pitchFamily="18" charset="2"/>
                        </a:rPr>
                        <a:t></a:t>
                      </a:r>
                    </a:p>
                  </a:txBody>
                  <a:tcPr marL="54000" marR="54000" marT="28800" marB="28800" anchor="ct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l"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endParaRPr kumimoji="0" lang="zh-CN" altLang="zh-CN" sz="2400" b="0" i="0" u="none" strike="noStrike" cap="none" normalizeH="0" baseline="0">
                        <a:ln>
                          <a:noFill/>
                        </a:ln>
                        <a:solidFill>
                          <a:schemeClr val="tx1"/>
                        </a:solidFill>
                        <a:effectLst/>
                        <a:latin typeface="Times New Roman" panose="02020603050405020304" pitchFamily="18" charset="0"/>
                        <a:ea typeface="黑体" panose="02010609060101010101" pitchFamily="49" charset="-122"/>
                      </a:endParaRPr>
                    </a:p>
                  </a:txBody>
                  <a:tcPr marL="54000" marR="54000" marT="28800" marB="2880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l"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r>
                        <a:rPr kumimoji="0" lang="en-US" altLang="zh-CN" sz="2400" b="1" i="1" u="none" strike="noStrike" cap="none" normalizeH="0" baseline="0">
                          <a:ln>
                            <a:noFill/>
                          </a:ln>
                          <a:solidFill>
                            <a:schemeClr val="tx1"/>
                          </a:solidFill>
                          <a:effectLst/>
                          <a:latin typeface="Times New Roman" panose="02020603050405020304" pitchFamily="18" charset="0"/>
                          <a:ea typeface="黑体" panose="02010609060101010101" pitchFamily="49" charset="-122"/>
                        </a:rPr>
                        <a:t>E</a:t>
                      </a:r>
                      <a:r>
                        <a:rPr kumimoji="0" lang="en-US" altLang="zh-CN" sz="2400" b="1" i="0" u="none" strike="noStrike" cap="none" normalizeH="0" baseline="0">
                          <a:ln>
                            <a:noFill/>
                          </a:ln>
                          <a:solidFill>
                            <a:schemeClr val="tx1"/>
                          </a:solidFill>
                          <a:effectLst/>
                          <a:latin typeface="Times New Roman" panose="02020603050405020304" pitchFamily="18" charset="0"/>
                          <a:ea typeface="黑体" panose="02010609060101010101" pitchFamily="49" charset="-122"/>
                          <a:sym typeface="Symbol" panose="05050102010706020507" pitchFamily="18" charset="2"/>
                        </a:rPr>
                        <a:t>+</a:t>
                      </a:r>
                      <a:r>
                        <a:rPr kumimoji="0" lang="en-US" altLang="zh-CN" sz="2400" b="1" i="1" u="none" strike="noStrike" cap="none" normalizeH="0" baseline="0">
                          <a:ln>
                            <a:noFill/>
                          </a:ln>
                          <a:solidFill>
                            <a:schemeClr val="tx1"/>
                          </a:solidFill>
                          <a:effectLst/>
                          <a:latin typeface="Times New Roman" panose="02020603050405020304" pitchFamily="18" charset="0"/>
                          <a:ea typeface="黑体" panose="02010609060101010101" pitchFamily="49" charset="-122"/>
                          <a:sym typeface="Symbol" panose="05050102010706020507" pitchFamily="18" charset="2"/>
                        </a:rPr>
                        <a:t>TE</a:t>
                      </a:r>
                      <a:r>
                        <a:rPr kumimoji="0" lang="en-US" altLang="zh-CN" sz="2400" b="1" i="0" u="none" strike="noStrike" cap="none" normalizeH="0" baseline="0">
                          <a:ln>
                            <a:noFill/>
                          </a:ln>
                          <a:solidFill>
                            <a:schemeClr val="tx1"/>
                          </a:solidFill>
                          <a:effectLst/>
                          <a:latin typeface="Times New Roman" panose="02020603050405020304" pitchFamily="18" charset="0"/>
                          <a:ea typeface="黑体" panose="02010609060101010101" pitchFamily="49" charset="-122"/>
                          <a:sym typeface="Symbol" panose="05050102010706020507" pitchFamily="18" charset="2"/>
                        </a:rPr>
                        <a:t></a:t>
                      </a:r>
                    </a:p>
                  </a:txBody>
                  <a:tcPr marL="54000" marR="54000" marT="28800" marB="2880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l"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endParaRPr kumimoji="0" lang="zh-CN" altLang="zh-CN" sz="2400" b="0" i="0" u="none" strike="noStrike" cap="none" normalizeH="0" baseline="0">
                        <a:ln>
                          <a:noFill/>
                        </a:ln>
                        <a:solidFill>
                          <a:schemeClr val="tx1"/>
                        </a:solidFill>
                        <a:effectLst/>
                        <a:latin typeface="Times New Roman" panose="02020603050405020304" pitchFamily="18" charset="0"/>
                        <a:ea typeface="黑体" panose="02010609060101010101" pitchFamily="49" charset="-122"/>
                      </a:endParaRPr>
                    </a:p>
                  </a:txBody>
                  <a:tcPr marL="54000" marR="54000" marT="28800" marB="2880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l"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endParaRPr kumimoji="0" lang="zh-CN" altLang="zh-CN" sz="2400" b="0" i="0" u="none" strike="noStrike" cap="none" normalizeH="0" baseline="0">
                        <a:ln>
                          <a:noFill/>
                        </a:ln>
                        <a:solidFill>
                          <a:schemeClr val="tx1"/>
                        </a:solidFill>
                        <a:effectLst/>
                        <a:latin typeface="Times New Roman" panose="02020603050405020304" pitchFamily="18" charset="0"/>
                        <a:ea typeface="黑体" panose="02010609060101010101" pitchFamily="49" charset="-122"/>
                      </a:endParaRPr>
                    </a:p>
                  </a:txBody>
                  <a:tcPr marL="54000" marR="54000" marT="28800" marB="2880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l"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r>
                        <a:rPr kumimoji="0" lang="en-US" altLang="zh-CN" sz="2400" b="1" i="1" u="none" strike="noStrike" cap="none" normalizeH="0" baseline="0">
                          <a:ln>
                            <a:noFill/>
                          </a:ln>
                          <a:solidFill>
                            <a:schemeClr val="tx1"/>
                          </a:solidFill>
                          <a:effectLst/>
                          <a:latin typeface="Times New Roman" panose="02020603050405020304" pitchFamily="18" charset="0"/>
                          <a:ea typeface="黑体" panose="02010609060101010101" pitchFamily="49" charset="-122"/>
                        </a:rPr>
                        <a:t>E</a:t>
                      </a:r>
                      <a:r>
                        <a:rPr kumimoji="0" lang="en-US" altLang="zh-CN" sz="2400" b="1" i="0" u="none" strike="noStrike" cap="none" normalizeH="0" baseline="0">
                          <a:ln>
                            <a:noFill/>
                          </a:ln>
                          <a:solidFill>
                            <a:schemeClr val="tx1"/>
                          </a:solidFill>
                          <a:effectLst/>
                          <a:latin typeface="Times New Roman" panose="02020603050405020304" pitchFamily="18" charset="0"/>
                          <a:ea typeface="黑体" panose="02010609060101010101" pitchFamily="49" charset="-122"/>
                          <a:sym typeface="Symbol" panose="05050102010706020507" pitchFamily="18" charset="2"/>
                        </a:rPr>
                        <a:t></a:t>
                      </a:r>
                    </a:p>
                  </a:txBody>
                  <a:tcPr marL="54000" marR="54000" marT="28800" marB="2880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l"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r>
                        <a:rPr kumimoji="0" lang="en-US" altLang="zh-CN" sz="2400" b="1" i="1" u="none" strike="noStrike" cap="none" normalizeH="0" baseline="0">
                          <a:ln>
                            <a:noFill/>
                          </a:ln>
                          <a:solidFill>
                            <a:schemeClr val="tx1"/>
                          </a:solidFill>
                          <a:effectLst/>
                          <a:latin typeface="Times New Roman" panose="02020603050405020304" pitchFamily="18" charset="0"/>
                          <a:ea typeface="黑体" panose="02010609060101010101" pitchFamily="49" charset="-122"/>
                        </a:rPr>
                        <a:t>E</a:t>
                      </a:r>
                      <a:r>
                        <a:rPr kumimoji="0" lang="en-US" altLang="zh-CN" sz="2400" b="1" i="0" u="none" strike="noStrike" cap="none" normalizeH="0" baseline="0">
                          <a:ln>
                            <a:noFill/>
                          </a:ln>
                          <a:solidFill>
                            <a:schemeClr val="tx1"/>
                          </a:solidFill>
                          <a:effectLst/>
                          <a:latin typeface="Times New Roman" panose="02020603050405020304" pitchFamily="18" charset="0"/>
                          <a:ea typeface="黑体" panose="02010609060101010101" pitchFamily="49" charset="-122"/>
                          <a:sym typeface="Symbol" panose="05050102010706020507" pitchFamily="18" charset="2"/>
                        </a:rPr>
                        <a:t></a:t>
                      </a:r>
                    </a:p>
                  </a:txBody>
                  <a:tcPr marL="54000" marR="54000" marT="28800" marB="28800" anchor="ct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3"/>
                  </a:ext>
                </a:extLst>
              </a:tr>
              <a:tr h="588963">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r>
                        <a:rPr kumimoji="0" lang="en-US" altLang="zh-CN" sz="2400" b="1" i="1" u="none" strike="noStrike" cap="none" normalizeH="0" baseline="0">
                          <a:ln>
                            <a:noFill/>
                          </a:ln>
                          <a:solidFill>
                            <a:schemeClr val="tx1"/>
                          </a:solidFill>
                          <a:effectLst/>
                          <a:latin typeface="Times New Roman" panose="02020603050405020304" pitchFamily="18" charset="0"/>
                          <a:ea typeface="黑体" panose="02010609060101010101" pitchFamily="49" charset="-122"/>
                        </a:rPr>
                        <a:t>T</a:t>
                      </a:r>
                    </a:p>
                  </a:txBody>
                  <a:tcPr marL="54000" marR="54000" marT="28800" marB="28800" anchor="ct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l"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r>
                        <a:rPr kumimoji="0" lang="en-US" altLang="zh-CN" sz="2400" b="1" i="1" u="none" strike="noStrike" cap="none" normalizeH="0" baseline="0">
                          <a:ln>
                            <a:noFill/>
                          </a:ln>
                          <a:solidFill>
                            <a:schemeClr val="tx1"/>
                          </a:solidFill>
                          <a:effectLst/>
                          <a:latin typeface="Times New Roman" panose="02020603050405020304" pitchFamily="18" charset="0"/>
                          <a:ea typeface="黑体" panose="02010609060101010101" pitchFamily="49" charset="-122"/>
                        </a:rPr>
                        <a:t>T</a:t>
                      </a:r>
                      <a:r>
                        <a:rPr kumimoji="0" lang="en-US" altLang="zh-CN" sz="2400" b="1" i="0" u="none" strike="noStrike" cap="none" normalizeH="0" baseline="0">
                          <a:ln>
                            <a:noFill/>
                          </a:ln>
                          <a:solidFill>
                            <a:schemeClr val="tx1"/>
                          </a:solidFill>
                          <a:effectLst/>
                          <a:latin typeface="Times New Roman" panose="02020603050405020304" pitchFamily="18" charset="0"/>
                          <a:ea typeface="黑体" panose="02010609060101010101" pitchFamily="49" charset="-122"/>
                          <a:sym typeface="Symbol" panose="05050102010706020507" pitchFamily="18" charset="2"/>
                        </a:rPr>
                        <a:t></a:t>
                      </a:r>
                      <a:r>
                        <a:rPr kumimoji="0" lang="en-US" altLang="zh-CN" sz="2400" b="1" i="1" u="none" strike="noStrike" cap="none" normalizeH="0" baseline="0">
                          <a:ln>
                            <a:noFill/>
                          </a:ln>
                          <a:solidFill>
                            <a:schemeClr val="tx1"/>
                          </a:solidFill>
                          <a:effectLst/>
                          <a:latin typeface="Times New Roman" panose="02020603050405020304" pitchFamily="18" charset="0"/>
                          <a:ea typeface="黑体" panose="02010609060101010101" pitchFamily="49" charset="-122"/>
                          <a:sym typeface="Symbol" panose="05050102010706020507" pitchFamily="18" charset="2"/>
                        </a:rPr>
                        <a:t>FT</a:t>
                      </a:r>
                      <a:r>
                        <a:rPr kumimoji="0" lang="en-US" altLang="zh-CN" sz="2400" b="1" i="0" u="none" strike="noStrike" cap="none" normalizeH="0" baseline="0">
                          <a:ln>
                            <a:noFill/>
                          </a:ln>
                          <a:solidFill>
                            <a:schemeClr val="tx1"/>
                          </a:solidFill>
                          <a:effectLst/>
                          <a:latin typeface="Times New Roman" panose="02020603050405020304" pitchFamily="18" charset="0"/>
                          <a:ea typeface="黑体" panose="02010609060101010101" pitchFamily="49" charset="-122"/>
                          <a:sym typeface="Symbol" panose="05050102010706020507" pitchFamily="18" charset="2"/>
                        </a:rPr>
                        <a:t></a:t>
                      </a:r>
                    </a:p>
                  </a:txBody>
                  <a:tcPr marL="54000" marR="54000" marT="28800" marB="2880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l"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endParaRPr kumimoji="0" lang="zh-CN" altLang="zh-CN" sz="2400" b="0" i="0" u="none" strike="noStrike" cap="none" normalizeH="0" baseline="0">
                        <a:ln>
                          <a:noFill/>
                        </a:ln>
                        <a:solidFill>
                          <a:schemeClr val="tx1"/>
                        </a:solidFill>
                        <a:effectLst/>
                        <a:latin typeface="Times New Roman" panose="02020603050405020304" pitchFamily="18" charset="0"/>
                        <a:ea typeface="黑体" panose="02010609060101010101" pitchFamily="49" charset="-122"/>
                      </a:endParaRPr>
                    </a:p>
                  </a:txBody>
                  <a:tcPr marL="54000" marR="54000" marT="28800" marB="2880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l"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endParaRPr kumimoji="0" lang="zh-CN" altLang="zh-CN" sz="2400" b="0" i="0" u="none" strike="noStrike" cap="none" normalizeH="0" baseline="0">
                        <a:ln>
                          <a:noFill/>
                        </a:ln>
                        <a:solidFill>
                          <a:schemeClr val="tx1"/>
                        </a:solidFill>
                        <a:effectLst/>
                        <a:latin typeface="Times New Roman" panose="02020603050405020304" pitchFamily="18" charset="0"/>
                        <a:ea typeface="黑体" panose="02010609060101010101" pitchFamily="49" charset="-122"/>
                      </a:endParaRPr>
                    </a:p>
                  </a:txBody>
                  <a:tcPr marL="54000" marR="54000" marT="28800" marB="2880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l"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r>
                        <a:rPr kumimoji="0" lang="en-US" altLang="zh-CN" sz="2400" b="1" i="1" u="none" strike="noStrike" cap="none" normalizeH="0" baseline="0">
                          <a:ln>
                            <a:noFill/>
                          </a:ln>
                          <a:solidFill>
                            <a:schemeClr val="tx1"/>
                          </a:solidFill>
                          <a:effectLst/>
                          <a:latin typeface="Times New Roman" panose="02020603050405020304" pitchFamily="18" charset="0"/>
                          <a:ea typeface="黑体" panose="02010609060101010101" pitchFamily="49" charset="-122"/>
                        </a:rPr>
                        <a:t>T</a:t>
                      </a:r>
                      <a:r>
                        <a:rPr kumimoji="0" lang="en-US" altLang="zh-CN" sz="2400" b="1" i="0" u="none" strike="noStrike" cap="none" normalizeH="0" baseline="0">
                          <a:ln>
                            <a:noFill/>
                          </a:ln>
                          <a:solidFill>
                            <a:schemeClr val="tx1"/>
                          </a:solidFill>
                          <a:effectLst/>
                          <a:latin typeface="Times New Roman" panose="02020603050405020304" pitchFamily="18" charset="0"/>
                          <a:ea typeface="黑体" panose="02010609060101010101" pitchFamily="49" charset="-122"/>
                          <a:sym typeface="Symbol" panose="05050102010706020507" pitchFamily="18" charset="2"/>
                        </a:rPr>
                        <a:t></a:t>
                      </a:r>
                      <a:r>
                        <a:rPr kumimoji="0" lang="en-US" altLang="zh-CN" sz="2400" b="1" i="1" u="none" strike="noStrike" cap="none" normalizeH="0" baseline="0">
                          <a:ln>
                            <a:noFill/>
                          </a:ln>
                          <a:solidFill>
                            <a:schemeClr val="tx1"/>
                          </a:solidFill>
                          <a:effectLst/>
                          <a:latin typeface="Times New Roman" panose="02020603050405020304" pitchFamily="18" charset="0"/>
                          <a:ea typeface="黑体" panose="02010609060101010101" pitchFamily="49" charset="-122"/>
                          <a:sym typeface="Symbol" panose="05050102010706020507" pitchFamily="18" charset="2"/>
                        </a:rPr>
                        <a:t>FT</a:t>
                      </a:r>
                      <a:r>
                        <a:rPr kumimoji="0" lang="en-US" altLang="zh-CN" sz="2400" b="1" i="0" u="none" strike="noStrike" cap="none" normalizeH="0" baseline="0">
                          <a:ln>
                            <a:noFill/>
                          </a:ln>
                          <a:solidFill>
                            <a:schemeClr val="tx1"/>
                          </a:solidFill>
                          <a:effectLst/>
                          <a:latin typeface="Times New Roman" panose="02020603050405020304" pitchFamily="18" charset="0"/>
                          <a:ea typeface="黑体" panose="02010609060101010101" pitchFamily="49" charset="-122"/>
                          <a:sym typeface="Symbol" panose="05050102010706020507" pitchFamily="18" charset="2"/>
                        </a:rPr>
                        <a:t></a:t>
                      </a:r>
                    </a:p>
                  </a:txBody>
                  <a:tcPr marL="54000" marR="54000" marT="28800" marB="2880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l"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endParaRPr kumimoji="0" lang="zh-CN" altLang="zh-CN" sz="2400" b="0" i="0" u="none" strike="noStrike" cap="none" normalizeH="0" baseline="0">
                        <a:ln>
                          <a:noFill/>
                        </a:ln>
                        <a:solidFill>
                          <a:schemeClr val="tx1"/>
                        </a:solidFill>
                        <a:effectLst/>
                        <a:latin typeface="Times New Roman" panose="02020603050405020304" pitchFamily="18" charset="0"/>
                        <a:ea typeface="黑体" panose="02010609060101010101" pitchFamily="49" charset="-122"/>
                      </a:endParaRPr>
                    </a:p>
                  </a:txBody>
                  <a:tcPr marL="54000" marR="54000" marT="28800" marB="2880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l"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endParaRPr kumimoji="0" lang="zh-CN" altLang="zh-CN" sz="2400" b="0" i="0" u="none" strike="noStrike" cap="none" normalizeH="0" baseline="0">
                        <a:ln>
                          <a:noFill/>
                        </a:ln>
                        <a:solidFill>
                          <a:schemeClr val="tx1"/>
                        </a:solidFill>
                        <a:effectLst/>
                        <a:latin typeface="Times New Roman" panose="02020603050405020304" pitchFamily="18" charset="0"/>
                        <a:ea typeface="黑体" panose="02010609060101010101" pitchFamily="49" charset="-122"/>
                      </a:endParaRPr>
                    </a:p>
                  </a:txBody>
                  <a:tcPr marL="54000" marR="54000" marT="28800" marB="28800" anchor="ct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4"/>
                  </a:ext>
                </a:extLst>
              </a:tr>
              <a:tr h="585788">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r>
                        <a:rPr kumimoji="0" lang="en-US" altLang="zh-CN" sz="2400" b="1" i="1" u="none" strike="noStrike" cap="none" normalizeH="0" baseline="0">
                          <a:ln>
                            <a:noFill/>
                          </a:ln>
                          <a:solidFill>
                            <a:schemeClr val="tx1"/>
                          </a:solidFill>
                          <a:effectLst/>
                          <a:latin typeface="Times New Roman" panose="02020603050405020304" pitchFamily="18" charset="0"/>
                          <a:ea typeface="黑体" panose="02010609060101010101" pitchFamily="49" charset="-122"/>
                        </a:rPr>
                        <a:t>T </a:t>
                      </a:r>
                      <a:r>
                        <a:rPr kumimoji="0" lang="en-US" altLang="zh-CN" sz="2400" b="1" i="0" u="none" strike="noStrike" cap="none" normalizeH="0" baseline="0">
                          <a:ln>
                            <a:noFill/>
                          </a:ln>
                          <a:solidFill>
                            <a:schemeClr val="tx1"/>
                          </a:solidFill>
                          <a:effectLst/>
                          <a:latin typeface="Times New Roman" panose="02020603050405020304" pitchFamily="18" charset="0"/>
                          <a:ea typeface="黑体" panose="02010609060101010101" pitchFamily="49" charset="-122"/>
                          <a:sym typeface="Symbol" panose="05050102010706020507" pitchFamily="18" charset="2"/>
                        </a:rPr>
                        <a:t></a:t>
                      </a:r>
                    </a:p>
                  </a:txBody>
                  <a:tcPr marL="54000" marR="54000" marT="28800" marB="28800" anchor="ct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l"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endParaRPr kumimoji="0" lang="zh-CN" altLang="zh-CN" sz="2400" b="0" i="0" u="none" strike="noStrike" cap="none" normalizeH="0" baseline="0">
                        <a:ln>
                          <a:noFill/>
                        </a:ln>
                        <a:solidFill>
                          <a:schemeClr val="tx1"/>
                        </a:solidFill>
                        <a:effectLst/>
                        <a:latin typeface="Times New Roman" panose="02020603050405020304" pitchFamily="18" charset="0"/>
                        <a:ea typeface="黑体" panose="02010609060101010101" pitchFamily="49" charset="-122"/>
                      </a:endParaRPr>
                    </a:p>
                  </a:txBody>
                  <a:tcPr marL="54000" marR="54000" marT="28800" marB="2880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l"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endParaRPr kumimoji="0" lang="zh-CN" altLang="zh-CN" sz="2400" b="1" i="0" u="none" strike="noStrike" cap="none" normalizeH="0" baseline="0">
                        <a:ln>
                          <a:noFill/>
                        </a:ln>
                        <a:solidFill>
                          <a:schemeClr val="tx1"/>
                        </a:solidFill>
                        <a:effectLst/>
                        <a:latin typeface="Times New Roman" panose="02020603050405020304" pitchFamily="18" charset="0"/>
                        <a:ea typeface="黑体" panose="02010609060101010101" pitchFamily="49" charset="-122"/>
                        <a:sym typeface="Symbol" panose="05050102010706020507" pitchFamily="18" charset="2"/>
                      </a:endParaRPr>
                    </a:p>
                  </a:txBody>
                  <a:tcPr marL="54000" marR="54000" marT="28800" marB="2880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l"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endParaRPr kumimoji="0" lang="zh-CN" altLang="zh-CN" sz="2400" b="1" i="0" u="none" strike="noStrike" cap="none" normalizeH="0" baseline="0">
                        <a:ln>
                          <a:noFill/>
                        </a:ln>
                        <a:solidFill>
                          <a:schemeClr val="tx1"/>
                        </a:solidFill>
                        <a:effectLst/>
                        <a:latin typeface="Times New Roman" panose="02020603050405020304" pitchFamily="18" charset="0"/>
                        <a:ea typeface="黑体" panose="02010609060101010101" pitchFamily="49" charset="-122"/>
                        <a:sym typeface="Symbol" panose="05050102010706020507" pitchFamily="18" charset="2"/>
                      </a:endParaRPr>
                    </a:p>
                  </a:txBody>
                  <a:tcPr marL="54000" marR="54000" marT="28800" marB="2880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l"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endParaRPr kumimoji="0" lang="zh-CN" altLang="zh-CN" sz="2400" b="0" i="0" u="none" strike="noStrike" cap="none" normalizeH="0" baseline="0">
                        <a:ln>
                          <a:noFill/>
                        </a:ln>
                        <a:solidFill>
                          <a:schemeClr val="tx1"/>
                        </a:solidFill>
                        <a:effectLst/>
                        <a:latin typeface="Times New Roman" panose="02020603050405020304" pitchFamily="18" charset="0"/>
                        <a:ea typeface="黑体" panose="02010609060101010101" pitchFamily="49" charset="-122"/>
                      </a:endParaRPr>
                    </a:p>
                  </a:txBody>
                  <a:tcPr marL="54000" marR="54000" marT="28800" marB="2880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l"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endParaRPr kumimoji="0" lang="zh-CN" altLang="zh-CN" sz="2400" b="1" i="0" u="none" strike="noStrike" cap="none" normalizeH="0" baseline="0">
                        <a:ln>
                          <a:noFill/>
                        </a:ln>
                        <a:solidFill>
                          <a:schemeClr val="tx1"/>
                        </a:solidFill>
                        <a:effectLst/>
                        <a:latin typeface="Times New Roman" panose="02020603050405020304" pitchFamily="18" charset="0"/>
                        <a:ea typeface="黑体" panose="02010609060101010101" pitchFamily="49" charset="-122"/>
                        <a:sym typeface="Symbol" panose="05050102010706020507" pitchFamily="18" charset="2"/>
                      </a:endParaRPr>
                    </a:p>
                  </a:txBody>
                  <a:tcPr marL="54000" marR="54000" marT="28800" marB="2880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l"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endParaRPr kumimoji="0" lang="zh-CN" altLang="zh-CN" sz="2400" b="1" i="0" u="none" strike="noStrike" cap="none" normalizeH="0" baseline="0">
                        <a:ln>
                          <a:noFill/>
                        </a:ln>
                        <a:solidFill>
                          <a:schemeClr val="tx1"/>
                        </a:solidFill>
                        <a:effectLst/>
                        <a:latin typeface="Times New Roman" panose="02020603050405020304" pitchFamily="18" charset="0"/>
                        <a:ea typeface="黑体" panose="02010609060101010101" pitchFamily="49" charset="-122"/>
                        <a:sym typeface="Symbol" panose="05050102010706020507" pitchFamily="18" charset="2"/>
                      </a:endParaRPr>
                    </a:p>
                  </a:txBody>
                  <a:tcPr marL="54000" marR="54000" marT="28800" marB="28800" anchor="ct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5"/>
                  </a:ext>
                </a:extLst>
              </a:tr>
              <a:tr h="588963">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r>
                        <a:rPr kumimoji="0" lang="en-US" altLang="zh-CN" sz="2400" b="1" i="1" u="none" strike="noStrike" cap="none" normalizeH="0" baseline="0">
                          <a:ln>
                            <a:noFill/>
                          </a:ln>
                          <a:solidFill>
                            <a:schemeClr val="tx1"/>
                          </a:solidFill>
                          <a:effectLst/>
                          <a:latin typeface="Times New Roman" panose="02020603050405020304" pitchFamily="18" charset="0"/>
                          <a:ea typeface="黑体" panose="02010609060101010101" pitchFamily="49" charset="-122"/>
                        </a:rPr>
                        <a:t>F</a:t>
                      </a:r>
                    </a:p>
                  </a:txBody>
                  <a:tcPr marL="54000" marR="54000" marT="28800" marB="28800" anchor="ct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l"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endParaRPr kumimoji="0" lang="zh-CN" altLang="zh-CN" sz="2400" b="1" i="0" u="none" strike="noStrike" cap="none" normalizeH="0" baseline="0">
                        <a:ln>
                          <a:noFill/>
                        </a:ln>
                        <a:solidFill>
                          <a:schemeClr val="tx1"/>
                        </a:solidFill>
                        <a:effectLst/>
                        <a:latin typeface="Times New Roman" panose="02020603050405020304" pitchFamily="18" charset="0"/>
                        <a:ea typeface="黑体" panose="02010609060101010101" pitchFamily="49" charset="-122"/>
                        <a:sym typeface="Symbol" panose="05050102010706020507" pitchFamily="18" charset="2"/>
                      </a:endParaRPr>
                    </a:p>
                  </a:txBody>
                  <a:tcPr marL="54000" marR="54000" marT="28800" marB="2880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l"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endParaRPr kumimoji="0" lang="zh-CN" altLang="zh-CN" sz="2400" b="0" i="0" u="none" strike="noStrike" cap="none" normalizeH="0" baseline="0">
                        <a:ln>
                          <a:noFill/>
                        </a:ln>
                        <a:solidFill>
                          <a:schemeClr val="tx1"/>
                        </a:solidFill>
                        <a:effectLst/>
                        <a:latin typeface="Times New Roman" panose="02020603050405020304" pitchFamily="18" charset="0"/>
                        <a:ea typeface="黑体" panose="02010609060101010101" pitchFamily="49" charset="-122"/>
                      </a:endParaRPr>
                    </a:p>
                  </a:txBody>
                  <a:tcPr marL="54000" marR="54000" marT="28800" marB="2880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l"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endParaRPr kumimoji="0" lang="zh-CN" altLang="zh-CN" sz="2400" b="0" i="0" u="none" strike="noStrike" cap="none" normalizeH="0" baseline="0">
                        <a:ln>
                          <a:noFill/>
                        </a:ln>
                        <a:solidFill>
                          <a:schemeClr val="tx1"/>
                        </a:solidFill>
                        <a:effectLst/>
                        <a:latin typeface="Times New Roman" panose="02020603050405020304" pitchFamily="18" charset="0"/>
                        <a:ea typeface="黑体" panose="02010609060101010101" pitchFamily="49" charset="-122"/>
                      </a:endParaRPr>
                    </a:p>
                  </a:txBody>
                  <a:tcPr marL="54000" marR="54000" marT="28800" marB="2880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l"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endParaRPr kumimoji="0" lang="zh-CN" altLang="zh-CN" sz="2400" b="0" i="0" u="none" strike="noStrike" cap="none" normalizeH="0" baseline="0">
                        <a:ln>
                          <a:noFill/>
                        </a:ln>
                        <a:solidFill>
                          <a:schemeClr val="tx1"/>
                        </a:solidFill>
                        <a:effectLst/>
                        <a:latin typeface="Times New Roman" panose="02020603050405020304" pitchFamily="18" charset="0"/>
                        <a:ea typeface="黑体" panose="02010609060101010101" pitchFamily="49" charset="-122"/>
                      </a:endParaRPr>
                    </a:p>
                  </a:txBody>
                  <a:tcPr marL="54000" marR="54000" marT="28800" marB="2880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l"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endParaRPr kumimoji="0" lang="zh-CN" altLang="zh-CN" sz="2400" b="0" i="0" u="none" strike="noStrike" cap="none" normalizeH="0" baseline="0">
                        <a:ln>
                          <a:noFill/>
                        </a:ln>
                        <a:solidFill>
                          <a:schemeClr val="tx1"/>
                        </a:solidFill>
                        <a:effectLst/>
                        <a:latin typeface="Times New Roman" panose="02020603050405020304" pitchFamily="18" charset="0"/>
                        <a:ea typeface="黑体" panose="02010609060101010101" pitchFamily="49" charset="-122"/>
                      </a:endParaRPr>
                    </a:p>
                  </a:txBody>
                  <a:tcPr marL="54000" marR="54000" marT="28800" marB="2880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l"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endParaRPr kumimoji="0" lang="zh-CN" altLang="zh-CN" sz="2400" b="0" i="0" u="none" strike="noStrike" cap="none" normalizeH="0" baseline="0" dirty="0">
                        <a:ln>
                          <a:noFill/>
                        </a:ln>
                        <a:solidFill>
                          <a:schemeClr val="tx1"/>
                        </a:solidFill>
                        <a:effectLst/>
                        <a:latin typeface="Times New Roman" panose="02020603050405020304" pitchFamily="18" charset="0"/>
                        <a:ea typeface="黑体" panose="02010609060101010101" pitchFamily="49" charset="-122"/>
                      </a:endParaRPr>
                    </a:p>
                  </a:txBody>
                  <a:tcPr marL="54000" marR="54000" marT="28800" marB="28800" anchor="ct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6"/>
                  </a:ext>
                </a:extLst>
              </a:tr>
            </a:tbl>
          </a:graphicData>
        </a:graphic>
      </p:graphicFrame>
      <p:sp>
        <p:nvSpPr>
          <p:cNvPr id="3" name="日期占位符 2">
            <a:extLst>
              <a:ext uri="{FF2B5EF4-FFF2-40B4-BE49-F238E27FC236}">
                <a16:creationId xmlns:a16="http://schemas.microsoft.com/office/drawing/2014/main" id="{90B1604F-66E0-8DDD-A1A3-D7DC153FE1DD}"/>
              </a:ext>
            </a:extLst>
          </p:cNvPr>
          <p:cNvSpPr>
            <a:spLocks noGrp="1"/>
          </p:cNvSpPr>
          <p:nvPr>
            <p:ph type="dt" sz="half" idx="10"/>
          </p:nvPr>
        </p:nvSpPr>
        <p:spPr/>
        <p:txBody>
          <a:bodyPr/>
          <a:lstStyle/>
          <a:p>
            <a:fld id="{590C40CF-D6F8-4237-9335-C511B7925BAB}" type="datetime2">
              <a:rPr lang="zh-CN" altLang="en-US" smtClean="0"/>
              <a:pPr/>
              <a:t>2025年11月26日</a:t>
            </a:fld>
            <a:endParaRPr lang="zh-CN" altLang="en-US"/>
          </a:p>
        </p:txBody>
      </p:sp>
      <p:sp>
        <p:nvSpPr>
          <p:cNvPr id="4" name="页脚占位符 3">
            <a:extLst>
              <a:ext uri="{FF2B5EF4-FFF2-40B4-BE49-F238E27FC236}">
                <a16:creationId xmlns:a16="http://schemas.microsoft.com/office/drawing/2014/main" id="{C348FF30-6CD1-A85B-C35C-949AF2D26022}"/>
              </a:ext>
            </a:extLst>
          </p:cNvPr>
          <p:cNvSpPr>
            <a:spLocks noGrp="1"/>
          </p:cNvSpPr>
          <p:nvPr>
            <p:ph type="ftr" sz="quarter" idx="11"/>
          </p:nvPr>
        </p:nvSpPr>
        <p:spPr/>
        <p:txBody>
          <a:bodyPr/>
          <a:lstStyle/>
          <a:p>
            <a:r>
              <a:rPr lang="zh-CN" altLang="en-US"/>
              <a:t>编译原理</a:t>
            </a:r>
            <a:r>
              <a:rPr lang="en-US" altLang="zh-CN"/>
              <a:t>-</a:t>
            </a:r>
            <a:r>
              <a:rPr lang="zh-CN" altLang="en-US"/>
              <a:t>王欣捷</a:t>
            </a:r>
            <a:r>
              <a:rPr lang="en-US" altLang="zh-CN"/>
              <a:t>-</a:t>
            </a:r>
            <a:r>
              <a:rPr lang="zh-CN" altLang="en-US"/>
              <a:t>第三章 语法分析</a:t>
            </a:r>
            <a:r>
              <a:rPr lang="en-US" altLang="zh-CN"/>
              <a:t>(4)</a:t>
            </a:r>
            <a:endParaRPr lang="zh-CN" altLang="en-US"/>
          </a:p>
        </p:txBody>
      </p:sp>
      <p:sp>
        <p:nvSpPr>
          <p:cNvPr id="5" name="灯片编号占位符 4">
            <a:extLst>
              <a:ext uri="{FF2B5EF4-FFF2-40B4-BE49-F238E27FC236}">
                <a16:creationId xmlns:a16="http://schemas.microsoft.com/office/drawing/2014/main" id="{D0BACB4A-0DBA-882D-AC32-3CBB1DB2E1E0}"/>
              </a:ext>
            </a:extLst>
          </p:cNvPr>
          <p:cNvSpPr>
            <a:spLocks noGrp="1"/>
          </p:cNvSpPr>
          <p:nvPr>
            <p:ph type="sldNum" sz="quarter" idx="12"/>
          </p:nvPr>
        </p:nvSpPr>
        <p:spPr/>
        <p:txBody>
          <a:bodyPr/>
          <a:lstStyle/>
          <a:p>
            <a:fld id="{094DEB03-EFC6-4C20-8FC8-295189A5386F}" type="slidenum">
              <a:rPr lang="zh-CN" altLang="en-US" smtClean="0"/>
              <a:pPr/>
              <a:t>43</a:t>
            </a:fld>
            <a:endParaRPr lang="zh-CN" altLang="en-US"/>
          </a:p>
        </p:txBody>
      </p:sp>
    </p:spTree>
  </p:cSld>
  <p:clrMapOvr>
    <a:masterClrMapping/>
  </p:clrMapOvr>
</p:sld>
</file>

<file path=ppt/slides/slide4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1202" name="Rectangle 2">
            <a:extLst>
              <a:ext uri="{FF2B5EF4-FFF2-40B4-BE49-F238E27FC236}">
                <a16:creationId xmlns:a16="http://schemas.microsoft.com/office/drawing/2014/main" id="{12F57776-613D-4E91-B3F2-07EA2A368C64}"/>
              </a:ext>
            </a:extLst>
          </p:cNvPr>
          <p:cNvSpPr>
            <a:spLocks noGrp="1" noChangeArrowheads="1"/>
          </p:cNvSpPr>
          <p:nvPr>
            <p:ph type="title"/>
          </p:nvPr>
        </p:nvSpPr>
        <p:spPr/>
        <p:txBody>
          <a:bodyPr/>
          <a:lstStyle/>
          <a:p>
            <a:pPr eaLnBrk="1" hangingPunct="1"/>
            <a:r>
              <a:rPr lang="en-US" altLang="zh-CN"/>
              <a:t>3.3.5 </a:t>
            </a:r>
            <a:r>
              <a:rPr lang="zh-CN" altLang="en-US"/>
              <a:t>构造预测分析表</a:t>
            </a:r>
          </a:p>
        </p:txBody>
      </p:sp>
      <p:sp>
        <p:nvSpPr>
          <p:cNvPr id="2" name="内容占位符 1">
            <a:extLst>
              <a:ext uri="{FF2B5EF4-FFF2-40B4-BE49-F238E27FC236}">
                <a16:creationId xmlns:a16="http://schemas.microsoft.com/office/drawing/2014/main" id="{71B8014A-7EA5-4558-8B56-04BCDE645438}"/>
              </a:ext>
            </a:extLst>
          </p:cNvPr>
          <p:cNvSpPr>
            <a:spLocks noGrp="1"/>
          </p:cNvSpPr>
          <p:nvPr>
            <p:ph idx="1"/>
          </p:nvPr>
        </p:nvSpPr>
        <p:spPr/>
        <p:txBody>
          <a:bodyPr/>
          <a:lstStyle/>
          <a:p>
            <a:r>
              <a:rPr lang="en-US" altLang="zh-CN" sz="3200" b="1" i="1">
                <a:solidFill>
                  <a:schemeClr val="accent2"/>
                </a:solidFill>
                <a:latin typeface="Times New Roman" panose="02020603050405020304" pitchFamily="18" charset="0"/>
                <a:ea typeface="宋体" panose="02010600030101010101" pitchFamily="2" charset="-122"/>
              </a:rPr>
              <a:t>T </a:t>
            </a:r>
            <a:r>
              <a:rPr lang="en-US" altLang="zh-CN" sz="3200" b="1">
                <a:solidFill>
                  <a:schemeClr val="accent2"/>
                </a:solidFill>
                <a:latin typeface="Times New Roman" panose="02020603050405020304" pitchFamily="18" charset="0"/>
                <a:ea typeface="宋体" panose="02010600030101010101" pitchFamily="2" charset="-122"/>
                <a:sym typeface="Symbol" panose="05050102010706020507" pitchFamily="18" charset="2"/>
              </a:rPr>
              <a:t>*</a:t>
            </a:r>
            <a:r>
              <a:rPr lang="en-US" altLang="zh-CN" sz="3200" b="1" i="1">
                <a:solidFill>
                  <a:schemeClr val="accent2"/>
                </a:solidFill>
                <a:latin typeface="Times New Roman" panose="02020603050405020304" pitchFamily="18" charset="0"/>
                <a:ea typeface="宋体" panose="02010600030101010101" pitchFamily="2" charset="-122"/>
                <a:sym typeface="Symbol" panose="05050102010706020507" pitchFamily="18" charset="2"/>
              </a:rPr>
              <a:t>FT </a:t>
            </a:r>
            <a:r>
              <a:rPr lang="en-US" altLang="zh-CN" sz="3200" b="1">
                <a:solidFill>
                  <a:schemeClr val="accent2"/>
                </a:solidFill>
                <a:latin typeface="Times New Roman" panose="02020603050405020304" pitchFamily="18" charset="0"/>
                <a:ea typeface="宋体" panose="02010600030101010101" pitchFamily="2" charset="-122"/>
                <a:sym typeface="Symbol" panose="05050102010706020507" pitchFamily="18" charset="2"/>
              </a:rPr>
              <a:t></a:t>
            </a:r>
          </a:p>
          <a:p>
            <a:r>
              <a:rPr lang="en-US" altLang="zh-CN" sz="3200" b="1">
                <a:solidFill>
                  <a:schemeClr val="accent2"/>
                </a:solidFill>
                <a:latin typeface="Times New Roman" panose="02020603050405020304" pitchFamily="18" charset="0"/>
                <a:ea typeface="宋体" panose="02010600030101010101" pitchFamily="2" charset="-122"/>
                <a:sym typeface="Symbol" panose="05050102010706020507" pitchFamily="18" charset="2"/>
              </a:rPr>
              <a:t>FIRST(*</a:t>
            </a:r>
            <a:r>
              <a:rPr lang="en-US" altLang="zh-CN" sz="3200" b="1" i="1">
                <a:solidFill>
                  <a:schemeClr val="accent2"/>
                </a:solidFill>
                <a:latin typeface="Times New Roman" panose="02020603050405020304" pitchFamily="18" charset="0"/>
                <a:ea typeface="宋体" panose="02010600030101010101" pitchFamily="2" charset="-122"/>
                <a:sym typeface="Symbol" panose="05050102010706020507" pitchFamily="18" charset="2"/>
              </a:rPr>
              <a:t>FT </a:t>
            </a:r>
            <a:r>
              <a:rPr lang="en-US" altLang="zh-CN" sz="3200" b="1">
                <a:solidFill>
                  <a:schemeClr val="accent2"/>
                </a:solidFill>
                <a:latin typeface="Times New Roman" panose="02020603050405020304" pitchFamily="18" charset="0"/>
                <a:ea typeface="宋体" panose="02010600030101010101" pitchFamily="2" charset="-122"/>
                <a:sym typeface="Symbol" panose="05050102010706020507" pitchFamily="18" charset="2"/>
              </a:rPr>
              <a:t>)={*}</a:t>
            </a:r>
          </a:p>
        </p:txBody>
      </p:sp>
      <p:graphicFrame>
        <p:nvGraphicFramePr>
          <p:cNvPr id="6" name="Group 3">
            <a:extLst>
              <a:ext uri="{FF2B5EF4-FFF2-40B4-BE49-F238E27FC236}">
                <a16:creationId xmlns:a16="http://schemas.microsoft.com/office/drawing/2014/main" id="{A3A728B3-D378-496B-8690-F213077C8355}"/>
              </a:ext>
            </a:extLst>
          </p:cNvPr>
          <p:cNvGraphicFramePr>
            <a:graphicFrameLocks/>
          </p:cNvGraphicFramePr>
          <p:nvPr>
            <p:extLst>
              <p:ext uri="{D42A27DB-BD31-4B8C-83A1-F6EECF244321}">
                <p14:modId xmlns:p14="http://schemas.microsoft.com/office/powerpoint/2010/main" val="2549487495"/>
              </p:ext>
            </p:extLst>
          </p:nvPr>
        </p:nvGraphicFramePr>
        <p:xfrm>
          <a:off x="208756" y="2520000"/>
          <a:ext cx="8726488" cy="4114803"/>
        </p:xfrm>
        <a:graphic>
          <a:graphicData uri="http://schemas.openxmlformats.org/drawingml/2006/table">
            <a:tbl>
              <a:tblPr/>
              <a:tblGrid>
                <a:gridCol w="1066800">
                  <a:extLst>
                    <a:ext uri="{9D8B030D-6E8A-4147-A177-3AD203B41FA5}">
                      <a16:colId xmlns:a16="http://schemas.microsoft.com/office/drawing/2014/main" val="20000"/>
                    </a:ext>
                  </a:extLst>
                </a:gridCol>
                <a:gridCol w="1295400">
                  <a:extLst>
                    <a:ext uri="{9D8B030D-6E8A-4147-A177-3AD203B41FA5}">
                      <a16:colId xmlns:a16="http://schemas.microsoft.com/office/drawing/2014/main" val="20001"/>
                    </a:ext>
                  </a:extLst>
                </a:gridCol>
                <a:gridCol w="1379538">
                  <a:extLst>
                    <a:ext uri="{9D8B030D-6E8A-4147-A177-3AD203B41FA5}">
                      <a16:colId xmlns:a16="http://schemas.microsoft.com/office/drawing/2014/main" val="20002"/>
                    </a:ext>
                  </a:extLst>
                </a:gridCol>
                <a:gridCol w="1516062">
                  <a:extLst>
                    <a:ext uri="{9D8B030D-6E8A-4147-A177-3AD203B41FA5}">
                      <a16:colId xmlns:a16="http://schemas.microsoft.com/office/drawing/2014/main" val="20003"/>
                    </a:ext>
                  </a:extLst>
                </a:gridCol>
                <a:gridCol w="1143000">
                  <a:extLst>
                    <a:ext uri="{9D8B030D-6E8A-4147-A177-3AD203B41FA5}">
                      <a16:colId xmlns:a16="http://schemas.microsoft.com/office/drawing/2014/main" val="20004"/>
                    </a:ext>
                  </a:extLst>
                </a:gridCol>
                <a:gridCol w="1219200">
                  <a:extLst>
                    <a:ext uri="{9D8B030D-6E8A-4147-A177-3AD203B41FA5}">
                      <a16:colId xmlns:a16="http://schemas.microsoft.com/office/drawing/2014/main" val="20005"/>
                    </a:ext>
                  </a:extLst>
                </a:gridCol>
                <a:gridCol w="1106488">
                  <a:extLst>
                    <a:ext uri="{9D8B030D-6E8A-4147-A177-3AD203B41FA5}">
                      <a16:colId xmlns:a16="http://schemas.microsoft.com/office/drawing/2014/main" val="20006"/>
                    </a:ext>
                  </a:extLst>
                </a:gridCol>
              </a:tblGrid>
              <a:tr h="588963">
                <a:tc rowSpan="2">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r>
                        <a:rPr kumimoji="0" lang="zh-CN" altLang="en-US" sz="2400" b="0" i="0" u="none" strike="noStrike" cap="none" normalizeH="0" baseline="0">
                          <a:ln>
                            <a:noFill/>
                          </a:ln>
                          <a:solidFill>
                            <a:schemeClr val="tx1"/>
                          </a:solidFill>
                          <a:effectLst/>
                          <a:latin typeface="Times New Roman" panose="02020603050405020304" pitchFamily="18" charset="0"/>
                          <a:ea typeface="黑体" panose="02010609060101010101" pitchFamily="49" charset="-122"/>
                        </a:rPr>
                        <a:t>非 终结 符</a:t>
                      </a:r>
                    </a:p>
                  </a:txBody>
                  <a:tcPr marL="54000" marR="54000" marT="28800" marB="28800" anchor="ct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gridSpan="6">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r>
                        <a:rPr kumimoji="0" lang="zh-CN" altLang="en-US" sz="2400" b="0" i="0" u="none" strike="noStrike" cap="none" normalizeH="0" baseline="0">
                          <a:ln>
                            <a:noFill/>
                          </a:ln>
                          <a:solidFill>
                            <a:schemeClr val="tx1"/>
                          </a:solidFill>
                          <a:effectLst/>
                          <a:latin typeface="Times New Roman" panose="02020603050405020304" pitchFamily="18" charset="0"/>
                          <a:ea typeface="黑体" panose="02010609060101010101" pitchFamily="49" charset="-122"/>
                        </a:rPr>
                        <a:t>输 入 符 号</a:t>
                      </a:r>
                    </a:p>
                  </a:txBody>
                  <a:tcPr marL="54000" marR="54000" marT="28800" marB="28800" anchor="ct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extLst>
                  <a:ext uri="{0D108BD9-81ED-4DB2-BD59-A6C34878D82A}">
                    <a16:rowId xmlns:a16="http://schemas.microsoft.com/office/drawing/2014/main" val="10000"/>
                  </a:ext>
                </a:extLst>
              </a:tr>
              <a:tr h="585788">
                <a:tc vMerge="1">
                  <a:txBody>
                    <a:bodyPr/>
                    <a:lstStyle/>
                    <a:p>
                      <a:endParaRPr lang="zh-CN" altLang="en-US"/>
                    </a:p>
                  </a:txBody>
                  <a:tcPr/>
                </a:tc>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r>
                        <a:rPr kumimoji="0" lang="en-US" altLang="zh-CN" sz="2400" b="1" i="0" u="none" strike="noStrike" cap="none" normalizeH="0" baseline="0">
                          <a:ln>
                            <a:noFill/>
                          </a:ln>
                          <a:solidFill>
                            <a:schemeClr val="tx1"/>
                          </a:solidFill>
                          <a:effectLst/>
                          <a:latin typeface="Times New Roman" panose="02020603050405020304" pitchFamily="18" charset="0"/>
                          <a:ea typeface="黑体" panose="02010609060101010101" pitchFamily="49" charset="-122"/>
                        </a:rPr>
                        <a:t>id</a:t>
                      </a:r>
                    </a:p>
                  </a:txBody>
                  <a:tcPr marL="54000" marR="54000" marT="28800" marB="2880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r>
                        <a:rPr kumimoji="0" lang="en-US" altLang="zh-CN" sz="2400" b="1" i="0" u="none" strike="noStrike" cap="none" normalizeH="0" baseline="0">
                          <a:ln>
                            <a:noFill/>
                          </a:ln>
                          <a:solidFill>
                            <a:schemeClr val="tx1"/>
                          </a:solidFill>
                          <a:effectLst/>
                          <a:latin typeface="Times New Roman" panose="02020603050405020304" pitchFamily="18" charset="0"/>
                          <a:ea typeface="黑体" panose="02010609060101010101" pitchFamily="49" charset="-122"/>
                        </a:rPr>
                        <a:t>+</a:t>
                      </a:r>
                    </a:p>
                  </a:txBody>
                  <a:tcPr marL="54000" marR="54000" marT="28800" marB="2880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r>
                        <a:rPr kumimoji="0" lang="en-US" altLang="zh-CN" sz="2400" b="1" i="0" u="none" strike="noStrike" cap="none" normalizeH="0" baseline="0">
                          <a:ln>
                            <a:noFill/>
                          </a:ln>
                          <a:solidFill>
                            <a:schemeClr val="tx1"/>
                          </a:solidFill>
                          <a:effectLst/>
                          <a:latin typeface="Times New Roman" panose="02020603050405020304" pitchFamily="18" charset="0"/>
                          <a:ea typeface="黑体" panose="02010609060101010101" pitchFamily="49" charset="-122"/>
                        </a:rPr>
                        <a:t>*</a:t>
                      </a:r>
                    </a:p>
                  </a:txBody>
                  <a:tcPr marL="54000" marR="54000" marT="28800" marB="2880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r>
                        <a:rPr kumimoji="0" lang="en-US" altLang="zh-CN" sz="2400" b="1" i="0" u="none" strike="noStrike" cap="none" normalizeH="0" baseline="0">
                          <a:ln>
                            <a:noFill/>
                          </a:ln>
                          <a:solidFill>
                            <a:schemeClr val="tx1"/>
                          </a:solidFill>
                          <a:effectLst/>
                          <a:latin typeface="Times New Roman" panose="02020603050405020304" pitchFamily="18" charset="0"/>
                          <a:ea typeface="黑体" panose="02010609060101010101" pitchFamily="49" charset="-122"/>
                        </a:rPr>
                        <a:t>(</a:t>
                      </a:r>
                    </a:p>
                  </a:txBody>
                  <a:tcPr marL="54000" marR="54000" marT="28800" marB="2880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r>
                        <a:rPr kumimoji="0" lang="en-US" altLang="zh-CN" sz="2400" b="1" i="0" u="none" strike="noStrike" cap="none" normalizeH="0" baseline="0">
                          <a:ln>
                            <a:noFill/>
                          </a:ln>
                          <a:solidFill>
                            <a:schemeClr val="tx1"/>
                          </a:solidFill>
                          <a:effectLst/>
                          <a:latin typeface="Times New Roman" panose="02020603050405020304" pitchFamily="18" charset="0"/>
                          <a:ea typeface="黑体" panose="02010609060101010101" pitchFamily="49" charset="-122"/>
                        </a:rPr>
                        <a:t>)</a:t>
                      </a:r>
                    </a:p>
                  </a:txBody>
                  <a:tcPr marL="54000" marR="54000" marT="28800" marB="2880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r>
                        <a:rPr kumimoji="0" lang="en-US" altLang="zh-CN" sz="2400" b="1" i="0" u="none" strike="noStrike" cap="none" normalizeH="0" baseline="0">
                          <a:ln>
                            <a:noFill/>
                          </a:ln>
                          <a:solidFill>
                            <a:schemeClr val="tx1"/>
                          </a:solidFill>
                          <a:effectLst/>
                          <a:latin typeface="Times New Roman" panose="02020603050405020304" pitchFamily="18" charset="0"/>
                          <a:ea typeface="黑体" panose="02010609060101010101" pitchFamily="49" charset="-122"/>
                        </a:rPr>
                        <a:t>$</a:t>
                      </a:r>
                    </a:p>
                  </a:txBody>
                  <a:tcPr marL="54000" marR="54000" marT="28800" marB="28800" anchor="ct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1"/>
                  </a:ext>
                </a:extLst>
              </a:tr>
              <a:tr h="588963">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r>
                        <a:rPr kumimoji="0" lang="en-US" altLang="zh-CN" sz="2400" b="1" i="1" u="none" strike="noStrike" cap="none" normalizeH="0" baseline="0">
                          <a:ln>
                            <a:noFill/>
                          </a:ln>
                          <a:solidFill>
                            <a:schemeClr val="tx1"/>
                          </a:solidFill>
                          <a:effectLst/>
                          <a:latin typeface="Times New Roman" panose="02020603050405020304" pitchFamily="18" charset="0"/>
                          <a:ea typeface="黑体" panose="02010609060101010101" pitchFamily="49" charset="-122"/>
                        </a:rPr>
                        <a:t>E</a:t>
                      </a:r>
                    </a:p>
                  </a:txBody>
                  <a:tcPr marL="54000" marR="54000" marT="28800" marB="28800" anchor="ct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l"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r>
                        <a:rPr kumimoji="0" lang="en-US" altLang="zh-CN" sz="2400" b="1" i="1" u="none" strike="noStrike" cap="none" normalizeH="0" baseline="0">
                          <a:ln>
                            <a:noFill/>
                          </a:ln>
                          <a:solidFill>
                            <a:schemeClr val="tx1"/>
                          </a:solidFill>
                          <a:effectLst/>
                          <a:latin typeface="Times New Roman" panose="02020603050405020304" pitchFamily="18" charset="0"/>
                          <a:ea typeface="黑体" panose="02010609060101010101" pitchFamily="49" charset="-122"/>
                        </a:rPr>
                        <a:t>E</a:t>
                      </a:r>
                      <a:r>
                        <a:rPr kumimoji="0" lang="en-US" altLang="zh-CN" sz="2400" b="1" i="0" u="none" strike="noStrike" cap="none" normalizeH="0" baseline="0">
                          <a:ln>
                            <a:noFill/>
                          </a:ln>
                          <a:solidFill>
                            <a:schemeClr val="tx1"/>
                          </a:solidFill>
                          <a:effectLst/>
                          <a:latin typeface="Times New Roman" panose="02020603050405020304" pitchFamily="18" charset="0"/>
                          <a:ea typeface="黑体" panose="02010609060101010101" pitchFamily="49" charset="-122"/>
                          <a:sym typeface="Symbol" panose="05050102010706020507" pitchFamily="18" charset="2"/>
                        </a:rPr>
                        <a:t></a:t>
                      </a:r>
                      <a:r>
                        <a:rPr kumimoji="0" lang="en-US" altLang="zh-CN" sz="2400" b="1" i="1" u="none" strike="noStrike" cap="none" normalizeH="0" baseline="0">
                          <a:ln>
                            <a:noFill/>
                          </a:ln>
                          <a:solidFill>
                            <a:schemeClr val="tx1"/>
                          </a:solidFill>
                          <a:effectLst/>
                          <a:latin typeface="Times New Roman" panose="02020603050405020304" pitchFamily="18" charset="0"/>
                          <a:ea typeface="黑体" panose="02010609060101010101" pitchFamily="49" charset="-122"/>
                          <a:sym typeface="Symbol" panose="05050102010706020507" pitchFamily="18" charset="2"/>
                        </a:rPr>
                        <a:t>TE</a:t>
                      </a:r>
                      <a:r>
                        <a:rPr kumimoji="0" lang="en-US" altLang="zh-CN" sz="2400" b="1" i="0" u="none" strike="noStrike" cap="none" normalizeH="0" baseline="0">
                          <a:ln>
                            <a:noFill/>
                          </a:ln>
                          <a:solidFill>
                            <a:schemeClr val="tx1"/>
                          </a:solidFill>
                          <a:effectLst/>
                          <a:latin typeface="Times New Roman" panose="02020603050405020304" pitchFamily="18" charset="0"/>
                          <a:ea typeface="黑体" panose="02010609060101010101" pitchFamily="49" charset="-122"/>
                          <a:sym typeface="Symbol" panose="05050102010706020507" pitchFamily="18" charset="2"/>
                        </a:rPr>
                        <a:t></a:t>
                      </a:r>
                    </a:p>
                  </a:txBody>
                  <a:tcPr marL="54000" marR="54000" marT="28800" marB="2880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l"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endParaRPr kumimoji="0" lang="zh-CN" altLang="zh-CN" sz="2400" b="0" i="0" u="none" strike="noStrike" cap="none" normalizeH="0" baseline="0">
                        <a:ln>
                          <a:noFill/>
                        </a:ln>
                        <a:solidFill>
                          <a:schemeClr val="tx1"/>
                        </a:solidFill>
                        <a:effectLst/>
                        <a:latin typeface="Times New Roman" panose="02020603050405020304" pitchFamily="18" charset="0"/>
                        <a:ea typeface="黑体" panose="02010609060101010101" pitchFamily="49" charset="-122"/>
                      </a:endParaRPr>
                    </a:p>
                  </a:txBody>
                  <a:tcPr marL="54000" marR="54000" marT="28800" marB="2880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l"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endParaRPr kumimoji="0" lang="zh-CN" altLang="zh-CN" sz="2400" b="0" i="0" u="none" strike="noStrike" cap="none" normalizeH="0" baseline="0">
                        <a:ln>
                          <a:noFill/>
                        </a:ln>
                        <a:solidFill>
                          <a:schemeClr val="tx1"/>
                        </a:solidFill>
                        <a:effectLst/>
                        <a:latin typeface="Times New Roman" panose="02020603050405020304" pitchFamily="18" charset="0"/>
                        <a:ea typeface="黑体" panose="02010609060101010101" pitchFamily="49" charset="-122"/>
                      </a:endParaRPr>
                    </a:p>
                  </a:txBody>
                  <a:tcPr marL="54000" marR="54000" marT="28800" marB="2880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l"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r>
                        <a:rPr kumimoji="0" lang="en-US" altLang="zh-CN" sz="2400" b="1" i="1" u="none" strike="noStrike" cap="none" normalizeH="0" baseline="0">
                          <a:ln>
                            <a:noFill/>
                          </a:ln>
                          <a:solidFill>
                            <a:schemeClr val="tx1"/>
                          </a:solidFill>
                          <a:effectLst/>
                          <a:latin typeface="Times New Roman" panose="02020603050405020304" pitchFamily="18" charset="0"/>
                          <a:ea typeface="黑体" panose="02010609060101010101" pitchFamily="49" charset="-122"/>
                        </a:rPr>
                        <a:t>E</a:t>
                      </a:r>
                      <a:r>
                        <a:rPr kumimoji="0" lang="en-US" altLang="zh-CN" sz="2400" b="1" i="1" u="none" strike="noStrike" cap="none" normalizeH="0" baseline="0">
                          <a:ln>
                            <a:noFill/>
                          </a:ln>
                          <a:solidFill>
                            <a:schemeClr val="tx1"/>
                          </a:solidFill>
                          <a:effectLst/>
                          <a:latin typeface="Times New Roman" panose="02020603050405020304" pitchFamily="18" charset="0"/>
                          <a:ea typeface="黑体" panose="02010609060101010101" pitchFamily="49" charset="-122"/>
                          <a:sym typeface="Symbol" panose="05050102010706020507" pitchFamily="18" charset="2"/>
                        </a:rPr>
                        <a:t>TE</a:t>
                      </a:r>
                      <a:r>
                        <a:rPr kumimoji="0" lang="en-US" altLang="zh-CN" sz="2400" b="1" i="0" u="none" strike="noStrike" cap="none" normalizeH="0" baseline="0">
                          <a:ln>
                            <a:noFill/>
                          </a:ln>
                          <a:solidFill>
                            <a:schemeClr val="tx1"/>
                          </a:solidFill>
                          <a:effectLst/>
                          <a:latin typeface="Times New Roman" panose="02020603050405020304" pitchFamily="18" charset="0"/>
                          <a:ea typeface="黑体" panose="02010609060101010101" pitchFamily="49" charset="-122"/>
                          <a:sym typeface="Symbol" panose="05050102010706020507" pitchFamily="18" charset="2"/>
                        </a:rPr>
                        <a:t></a:t>
                      </a:r>
                    </a:p>
                  </a:txBody>
                  <a:tcPr marL="54000" marR="54000" marT="28800" marB="2880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l"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endParaRPr kumimoji="0" lang="zh-CN" altLang="zh-CN" sz="2400" b="0" i="0" u="none" strike="noStrike" cap="none" normalizeH="0" baseline="0">
                        <a:ln>
                          <a:noFill/>
                        </a:ln>
                        <a:solidFill>
                          <a:schemeClr val="tx1"/>
                        </a:solidFill>
                        <a:effectLst/>
                        <a:latin typeface="Times New Roman" panose="02020603050405020304" pitchFamily="18" charset="0"/>
                        <a:ea typeface="黑体" panose="02010609060101010101" pitchFamily="49" charset="-122"/>
                      </a:endParaRPr>
                    </a:p>
                  </a:txBody>
                  <a:tcPr marL="54000" marR="54000" marT="28800" marB="2880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l"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endParaRPr kumimoji="0" lang="zh-CN" altLang="zh-CN" sz="2400" b="0" i="0" u="none" strike="noStrike" cap="none" normalizeH="0" baseline="0">
                        <a:ln>
                          <a:noFill/>
                        </a:ln>
                        <a:solidFill>
                          <a:schemeClr val="tx1"/>
                        </a:solidFill>
                        <a:effectLst/>
                        <a:latin typeface="Times New Roman" panose="02020603050405020304" pitchFamily="18" charset="0"/>
                        <a:ea typeface="黑体" panose="02010609060101010101" pitchFamily="49" charset="-122"/>
                      </a:endParaRPr>
                    </a:p>
                  </a:txBody>
                  <a:tcPr marL="54000" marR="54000" marT="28800" marB="28800" anchor="ct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2"/>
                  </a:ext>
                </a:extLst>
              </a:tr>
              <a:tr h="587375">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r>
                        <a:rPr kumimoji="0" lang="en-US" altLang="zh-CN" sz="2400" b="1" i="1" u="none" strike="noStrike" cap="none" normalizeH="0" baseline="0">
                          <a:ln>
                            <a:noFill/>
                          </a:ln>
                          <a:solidFill>
                            <a:schemeClr val="tx1"/>
                          </a:solidFill>
                          <a:effectLst/>
                          <a:latin typeface="Times New Roman" panose="02020603050405020304" pitchFamily="18" charset="0"/>
                          <a:ea typeface="黑体" panose="02010609060101010101" pitchFamily="49" charset="-122"/>
                        </a:rPr>
                        <a:t>E </a:t>
                      </a:r>
                      <a:r>
                        <a:rPr kumimoji="0" lang="en-US" altLang="zh-CN" sz="2400" b="1" i="0" u="none" strike="noStrike" cap="none" normalizeH="0" baseline="0">
                          <a:ln>
                            <a:noFill/>
                          </a:ln>
                          <a:solidFill>
                            <a:schemeClr val="tx1"/>
                          </a:solidFill>
                          <a:effectLst/>
                          <a:latin typeface="Times New Roman" panose="02020603050405020304" pitchFamily="18" charset="0"/>
                          <a:ea typeface="黑体" panose="02010609060101010101" pitchFamily="49" charset="-122"/>
                          <a:sym typeface="Symbol" panose="05050102010706020507" pitchFamily="18" charset="2"/>
                        </a:rPr>
                        <a:t></a:t>
                      </a:r>
                    </a:p>
                  </a:txBody>
                  <a:tcPr marL="54000" marR="54000" marT="28800" marB="28800" anchor="ct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l"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endParaRPr kumimoji="0" lang="zh-CN" altLang="zh-CN" sz="2400" b="0" i="0" u="none" strike="noStrike" cap="none" normalizeH="0" baseline="0">
                        <a:ln>
                          <a:noFill/>
                        </a:ln>
                        <a:solidFill>
                          <a:schemeClr val="tx1"/>
                        </a:solidFill>
                        <a:effectLst/>
                        <a:latin typeface="Times New Roman" panose="02020603050405020304" pitchFamily="18" charset="0"/>
                        <a:ea typeface="黑体" panose="02010609060101010101" pitchFamily="49" charset="-122"/>
                      </a:endParaRPr>
                    </a:p>
                  </a:txBody>
                  <a:tcPr marL="54000" marR="54000" marT="28800" marB="2880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l"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r>
                        <a:rPr kumimoji="0" lang="en-US" altLang="zh-CN" sz="2400" b="1" i="1" u="none" strike="noStrike" cap="none" normalizeH="0" baseline="0">
                          <a:ln>
                            <a:noFill/>
                          </a:ln>
                          <a:solidFill>
                            <a:schemeClr val="tx1"/>
                          </a:solidFill>
                          <a:effectLst/>
                          <a:latin typeface="Times New Roman" panose="02020603050405020304" pitchFamily="18" charset="0"/>
                          <a:ea typeface="黑体" panose="02010609060101010101" pitchFamily="49" charset="-122"/>
                        </a:rPr>
                        <a:t>E</a:t>
                      </a:r>
                      <a:r>
                        <a:rPr kumimoji="0" lang="en-US" altLang="zh-CN" sz="2400" b="1" i="0" u="none" strike="noStrike" cap="none" normalizeH="0" baseline="0">
                          <a:ln>
                            <a:noFill/>
                          </a:ln>
                          <a:solidFill>
                            <a:schemeClr val="tx1"/>
                          </a:solidFill>
                          <a:effectLst/>
                          <a:latin typeface="Times New Roman" panose="02020603050405020304" pitchFamily="18" charset="0"/>
                          <a:ea typeface="黑体" panose="02010609060101010101" pitchFamily="49" charset="-122"/>
                          <a:sym typeface="Symbol" panose="05050102010706020507" pitchFamily="18" charset="2"/>
                        </a:rPr>
                        <a:t>+</a:t>
                      </a:r>
                      <a:r>
                        <a:rPr kumimoji="0" lang="en-US" altLang="zh-CN" sz="2400" b="1" i="1" u="none" strike="noStrike" cap="none" normalizeH="0" baseline="0">
                          <a:ln>
                            <a:noFill/>
                          </a:ln>
                          <a:solidFill>
                            <a:schemeClr val="tx1"/>
                          </a:solidFill>
                          <a:effectLst/>
                          <a:latin typeface="Times New Roman" panose="02020603050405020304" pitchFamily="18" charset="0"/>
                          <a:ea typeface="黑体" panose="02010609060101010101" pitchFamily="49" charset="-122"/>
                          <a:sym typeface="Symbol" panose="05050102010706020507" pitchFamily="18" charset="2"/>
                        </a:rPr>
                        <a:t>TE</a:t>
                      </a:r>
                      <a:r>
                        <a:rPr kumimoji="0" lang="en-US" altLang="zh-CN" sz="2400" b="1" i="0" u="none" strike="noStrike" cap="none" normalizeH="0" baseline="0">
                          <a:ln>
                            <a:noFill/>
                          </a:ln>
                          <a:solidFill>
                            <a:schemeClr val="tx1"/>
                          </a:solidFill>
                          <a:effectLst/>
                          <a:latin typeface="Times New Roman" panose="02020603050405020304" pitchFamily="18" charset="0"/>
                          <a:ea typeface="黑体" panose="02010609060101010101" pitchFamily="49" charset="-122"/>
                          <a:sym typeface="Symbol" panose="05050102010706020507" pitchFamily="18" charset="2"/>
                        </a:rPr>
                        <a:t></a:t>
                      </a:r>
                    </a:p>
                  </a:txBody>
                  <a:tcPr marL="54000" marR="54000" marT="28800" marB="2880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l"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endParaRPr kumimoji="0" lang="zh-CN" altLang="zh-CN" sz="2400" b="0" i="0" u="none" strike="noStrike" cap="none" normalizeH="0" baseline="0">
                        <a:ln>
                          <a:noFill/>
                        </a:ln>
                        <a:solidFill>
                          <a:schemeClr val="tx1"/>
                        </a:solidFill>
                        <a:effectLst/>
                        <a:latin typeface="Times New Roman" panose="02020603050405020304" pitchFamily="18" charset="0"/>
                        <a:ea typeface="黑体" panose="02010609060101010101" pitchFamily="49" charset="-122"/>
                      </a:endParaRPr>
                    </a:p>
                  </a:txBody>
                  <a:tcPr marL="54000" marR="54000" marT="28800" marB="2880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l"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endParaRPr kumimoji="0" lang="zh-CN" altLang="zh-CN" sz="2400" b="0" i="0" u="none" strike="noStrike" cap="none" normalizeH="0" baseline="0">
                        <a:ln>
                          <a:noFill/>
                        </a:ln>
                        <a:solidFill>
                          <a:schemeClr val="tx1"/>
                        </a:solidFill>
                        <a:effectLst/>
                        <a:latin typeface="Times New Roman" panose="02020603050405020304" pitchFamily="18" charset="0"/>
                        <a:ea typeface="黑体" panose="02010609060101010101" pitchFamily="49" charset="-122"/>
                      </a:endParaRPr>
                    </a:p>
                  </a:txBody>
                  <a:tcPr marL="54000" marR="54000" marT="28800" marB="2880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l"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r>
                        <a:rPr kumimoji="0" lang="en-US" altLang="zh-CN" sz="2400" b="1" i="1" u="none" strike="noStrike" cap="none" normalizeH="0" baseline="0">
                          <a:ln>
                            <a:noFill/>
                          </a:ln>
                          <a:solidFill>
                            <a:schemeClr val="tx1"/>
                          </a:solidFill>
                          <a:effectLst/>
                          <a:latin typeface="Times New Roman" panose="02020603050405020304" pitchFamily="18" charset="0"/>
                          <a:ea typeface="黑体" panose="02010609060101010101" pitchFamily="49" charset="-122"/>
                        </a:rPr>
                        <a:t>E</a:t>
                      </a:r>
                      <a:r>
                        <a:rPr kumimoji="0" lang="en-US" altLang="zh-CN" sz="2400" b="1" i="0" u="none" strike="noStrike" cap="none" normalizeH="0" baseline="0">
                          <a:ln>
                            <a:noFill/>
                          </a:ln>
                          <a:solidFill>
                            <a:schemeClr val="tx1"/>
                          </a:solidFill>
                          <a:effectLst/>
                          <a:latin typeface="Times New Roman" panose="02020603050405020304" pitchFamily="18" charset="0"/>
                          <a:ea typeface="黑体" panose="02010609060101010101" pitchFamily="49" charset="-122"/>
                          <a:sym typeface="Symbol" panose="05050102010706020507" pitchFamily="18" charset="2"/>
                        </a:rPr>
                        <a:t></a:t>
                      </a:r>
                    </a:p>
                  </a:txBody>
                  <a:tcPr marL="54000" marR="54000" marT="28800" marB="2880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l"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r>
                        <a:rPr kumimoji="0" lang="en-US" altLang="zh-CN" sz="2400" b="1" i="1" u="none" strike="noStrike" cap="none" normalizeH="0" baseline="0">
                          <a:ln>
                            <a:noFill/>
                          </a:ln>
                          <a:solidFill>
                            <a:schemeClr val="tx1"/>
                          </a:solidFill>
                          <a:effectLst/>
                          <a:latin typeface="Times New Roman" panose="02020603050405020304" pitchFamily="18" charset="0"/>
                          <a:ea typeface="黑体" panose="02010609060101010101" pitchFamily="49" charset="-122"/>
                        </a:rPr>
                        <a:t>E</a:t>
                      </a:r>
                      <a:r>
                        <a:rPr kumimoji="0" lang="en-US" altLang="zh-CN" sz="2400" b="1" i="0" u="none" strike="noStrike" cap="none" normalizeH="0" baseline="0">
                          <a:ln>
                            <a:noFill/>
                          </a:ln>
                          <a:solidFill>
                            <a:schemeClr val="tx1"/>
                          </a:solidFill>
                          <a:effectLst/>
                          <a:latin typeface="Times New Roman" panose="02020603050405020304" pitchFamily="18" charset="0"/>
                          <a:ea typeface="黑体" panose="02010609060101010101" pitchFamily="49" charset="-122"/>
                          <a:sym typeface="Symbol" panose="05050102010706020507" pitchFamily="18" charset="2"/>
                        </a:rPr>
                        <a:t></a:t>
                      </a:r>
                    </a:p>
                  </a:txBody>
                  <a:tcPr marL="54000" marR="54000" marT="28800" marB="28800" anchor="ct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3"/>
                  </a:ext>
                </a:extLst>
              </a:tr>
              <a:tr h="588963">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r>
                        <a:rPr kumimoji="0" lang="en-US" altLang="zh-CN" sz="2400" b="1" i="1" u="none" strike="noStrike" cap="none" normalizeH="0" baseline="0">
                          <a:ln>
                            <a:noFill/>
                          </a:ln>
                          <a:solidFill>
                            <a:schemeClr val="tx1"/>
                          </a:solidFill>
                          <a:effectLst/>
                          <a:latin typeface="Times New Roman" panose="02020603050405020304" pitchFamily="18" charset="0"/>
                          <a:ea typeface="黑体" panose="02010609060101010101" pitchFamily="49" charset="-122"/>
                        </a:rPr>
                        <a:t>T</a:t>
                      </a:r>
                    </a:p>
                  </a:txBody>
                  <a:tcPr marL="54000" marR="54000" marT="28800" marB="28800" anchor="ct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l"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r>
                        <a:rPr kumimoji="0" lang="en-US" altLang="zh-CN" sz="2400" b="1" i="1" u="none" strike="noStrike" cap="none" normalizeH="0" baseline="0">
                          <a:ln>
                            <a:noFill/>
                          </a:ln>
                          <a:solidFill>
                            <a:schemeClr val="tx1"/>
                          </a:solidFill>
                          <a:effectLst/>
                          <a:latin typeface="Times New Roman" panose="02020603050405020304" pitchFamily="18" charset="0"/>
                          <a:ea typeface="黑体" panose="02010609060101010101" pitchFamily="49" charset="-122"/>
                        </a:rPr>
                        <a:t>T</a:t>
                      </a:r>
                      <a:r>
                        <a:rPr kumimoji="0" lang="en-US" altLang="zh-CN" sz="2400" b="1" i="0" u="none" strike="noStrike" cap="none" normalizeH="0" baseline="0">
                          <a:ln>
                            <a:noFill/>
                          </a:ln>
                          <a:solidFill>
                            <a:schemeClr val="tx1"/>
                          </a:solidFill>
                          <a:effectLst/>
                          <a:latin typeface="Times New Roman" panose="02020603050405020304" pitchFamily="18" charset="0"/>
                          <a:ea typeface="黑体" panose="02010609060101010101" pitchFamily="49" charset="-122"/>
                          <a:sym typeface="Symbol" panose="05050102010706020507" pitchFamily="18" charset="2"/>
                        </a:rPr>
                        <a:t></a:t>
                      </a:r>
                      <a:r>
                        <a:rPr kumimoji="0" lang="en-US" altLang="zh-CN" sz="2400" b="1" i="1" u="none" strike="noStrike" cap="none" normalizeH="0" baseline="0">
                          <a:ln>
                            <a:noFill/>
                          </a:ln>
                          <a:solidFill>
                            <a:schemeClr val="tx1"/>
                          </a:solidFill>
                          <a:effectLst/>
                          <a:latin typeface="Times New Roman" panose="02020603050405020304" pitchFamily="18" charset="0"/>
                          <a:ea typeface="黑体" panose="02010609060101010101" pitchFamily="49" charset="-122"/>
                          <a:sym typeface="Symbol" panose="05050102010706020507" pitchFamily="18" charset="2"/>
                        </a:rPr>
                        <a:t>FT</a:t>
                      </a:r>
                      <a:r>
                        <a:rPr kumimoji="0" lang="en-US" altLang="zh-CN" sz="2400" b="1" i="0" u="none" strike="noStrike" cap="none" normalizeH="0" baseline="0">
                          <a:ln>
                            <a:noFill/>
                          </a:ln>
                          <a:solidFill>
                            <a:schemeClr val="tx1"/>
                          </a:solidFill>
                          <a:effectLst/>
                          <a:latin typeface="Times New Roman" panose="02020603050405020304" pitchFamily="18" charset="0"/>
                          <a:ea typeface="黑体" panose="02010609060101010101" pitchFamily="49" charset="-122"/>
                          <a:sym typeface="Symbol" panose="05050102010706020507" pitchFamily="18" charset="2"/>
                        </a:rPr>
                        <a:t></a:t>
                      </a:r>
                    </a:p>
                  </a:txBody>
                  <a:tcPr marL="54000" marR="54000" marT="28800" marB="2880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l"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endParaRPr kumimoji="0" lang="zh-CN" altLang="zh-CN" sz="2400" b="0" i="0" u="none" strike="noStrike" cap="none" normalizeH="0" baseline="0">
                        <a:ln>
                          <a:noFill/>
                        </a:ln>
                        <a:solidFill>
                          <a:schemeClr val="tx1"/>
                        </a:solidFill>
                        <a:effectLst/>
                        <a:latin typeface="Times New Roman" panose="02020603050405020304" pitchFamily="18" charset="0"/>
                        <a:ea typeface="黑体" panose="02010609060101010101" pitchFamily="49" charset="-122"/>
                      </a:endParaRPr>
                    </a:p>
                  </a:txBody>
                  <a:tcPr marL="54000" marR="54000" marT="28800" marB="2880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l"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endParaRPr kumimoji="0" lang="zh-CN" altLang="zh-CN" sz="2400" b="0" i="0" u="none" strike="noStrike" cap="none" normalizeH="0" baseline="0">
                        <a:ln>
                          <a:noFill/>
                        </a:ln>
                        <a:solidFill>
                          <a:schemeClr val="tx1"/>
                        </a:solidFill>
                        <a:effectLst/>
                        <a:latin typeface="Times New Roman" panose="02020603050405020304" pitchFamily="18" charset="0"/>
                        <a:ea typeface="黑体" panose="02010609060101010101" pitchFamily="49" charset="-122"/>
                      </a:endParaRPr>
                    </a:p>
                  </a:txBody>
                  <a:tcPr marL="54000" marR="54000" marT="28800" marB="2880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l"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r>
                        <a:rPr kumimoji="0" lang="en-US" altLang="zh-CN" sz="2400" b="1" i="1" u="none" strike="noStrike" cap="none" normalizeH="0" baseline="0">
                          <a:ln>
                            <a:noFill/>
                          </a:ln>
                          <a:solidFill>
                            <a:schemeClr val="tx1"/>
                          </a:solidFill>
                          <a:effectLst/>
                          <a:latin typeface="Times New Roman" panose="02020603050405020304" pitchFamily="18" charset="0"/>
                          <a:ea typeface="黑体" panose="02010609060101010101" pitchFamily="49" charset="-122"/>
                        </a:rPr>
                        <a:t>T</a:t>
                      </a:r>
                      <a:r>
                        <a:rPr kumimoji="0" lang="en-US" altLang="zh-CN" sz="2400" b="1" i="0" u="none" strike="noStrike" cap="none" normalizeH="0" baseline="0">
                          <a:ln>
                            <a:noFill/>
                          </a:ln>
                          <a:solidFill>
                            <a:schemeClr val="tx1"/>
                          </a:solidFill>
                          <a:effectLst/>
                          <a:latin typeface="Times New Roman" panose="02020603050405020304" pitchFamily="18" charset="0"/>
                          <a:ea typeface="黑体" panose="02010609060101010101" pitchFamily="49" charset="-122"/>
                          <a:sym typeface="Symbol" panose="05050102010706020507" pitchFamily="18" charset="2"/>
                        </a:rPr>
                        <a:t></a:t>
                      </a:r>
                      <a:r>
                        <a:rPr kumimoji="0" lang="en-US" altLang="zh-CN" sz="2400" b="1" i="1" u="none" strike="noStrike" cap="none" normalizeH="0" baseline="0">
                          <a:ln>
                            <a:noFill/>
                          </a:ln>
                          <a:solidFill>
                            <a:schemeClr val="tx1"/>
                          </a:solidFill>
                          <a:effectLst/>
                          <a:latin typeface="Times New Roman" panose="02020603050405020304" pitchFamily="18" charset="0"/>
                          <a:ea typeface="黑体" panose="02010609060101010101" pitchFamily="49" charset="-122"/>
                          <a:sym typeface="Symbol" panose="05050102010706020507" pitchFamily="18" charset="2"/>
                        </a:rPr>
                        <a:t>FT</a:t>
                      </a:r>
                      <a:r>
                        <a:rPr kumimoji="0" lang="en-US" altLang="zh-CN" sz="2400" b="1" i="0" u="none" strike="noStrike" cap="none" normalizeH="0" baseline="0">
                          <a:ln>
                            <a:noFill/>
                          </a:ln>
                          <a:solidFill>
                            <a:schemeClr val="tx1"/>
                          </a:solidFill>
                          <a:effectLst/>
                          <a:latin typeface="Times New Roman" panose="02020603050405020304" pitchFamily="18" charset="0"/>
                          <a:ea typeface="黑体" panose="02010609060101010101" pitchFamily="49" charset="-122"/>
                          <a:sym typeface="Symbol" panose="05050102010706020507" pitchFamily="18" charset="2"/>
                        </a:rPr>
                        <a:t></a:t>
                      </a:r>
                    </a:p>
                  </a:txBody>
                  <a:tcPr marL="54000" marR="54000" marT="28800" marB="2880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l"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endParaRPr kumimoji="0" lang="zh-CN" altLang="zh-CN" sz="2400" b="0" i="0" u="none" strike="noStrike" cap="none" normalizeH="0" baseline="0">
                        <a:ln>
                          <a:noFill/>
                        </a:ln>
                        <a:solidFill>
                          <a:schemeClr val="tx1"/>
                        </a:solidFill>
                        <a:effectLst/>
                        <a:latin typeface="Times New Roman" panose="02020603050405020304" pitchFamily="18" charset="0"/>
                        <a:ea typeface="黑体" panose="02010609060101010101" pitchFamily="49" charset="-122"/>
                      </a:endParaRPr>
                    </a:p>
                  </a:txBody>
                  <a:tcPr marL="54000" marR="54000" marT="28800" marB="2880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l"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endParaRPr kumimoji="0" lang="zh-CN" altLang="zh-CN" sz="2400" b="0" i="0" u="none" strike="noStrike" cap="none" normalizeH="0" baseline="0">
                        <a:ln>
                          <a:noFill/>
                        </a:ln>
                        <a:solidFill>
                          <a:schemeClr val="tx1"/>
                        </a:solidFill>
                        <a:effectLst/>
                        <a:latin typeface="Times New Roman" panose="02020603050405020304" pitchFamily="18" charset="0"/>
                        <a:ea typeface="黑体" panose="02010609060101010101" pitchFamily="49" charset="-122"/>
                      </a:endParaRPr>
                    </a:p>
                  </a:txBody>
                  <a:tcPr marL="54000" marR="54000" marT="28800" marB="28800" anchor="ct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4"/>
                  </a:ext>
                </a:extLst>
              </a:tr>
              <a:tr h="585788">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r>
                        <a:rPr kumimoji="0" lang="en-US" altLang="zh-CN" sz="2400" b="1" i="1" u="none" strike="noStrike" cap="none" normalizeH="0" baseline="0">
                          <a:ln>
                            <a:noFill/>
                          </a:ln>
                          <a:solidFill>
                            <a:schemeClr val="tx1"/>
                          </a:solidFill>
                          <a:effectLst/>
                          <a:latin typeface="Times New Roman" panose="02020603050405020304" pitchFamily="18" charset="0"/>
                          <a:ea typeface="黑体" panose="02010609060101010101" pitchFamily="49" charset="-122"/>
                        </a:rPr>
                        <a:t>T </a:t>
                      </a:r>
                      <a:r>
                        <a:rPr kumimoji="0" lang="en-US" altLang="zh-CN" sz="2400" b="1" i="0" u="none" strike="noStrike" cap="none" normalizeH="0" baseline="0">
                          <a:ln>
                            <a:noFill/>
                          </a:ln>
                          <a:solidFill>
                            <a:schemeClr val="tx1"/>
                          </a:solidFill>
                          <a:effectLst/>
                          <a:latin typeface="Times New Roman" panose="02020603050405020304" pitchFamily="18" charset="0"/>
                          <a:ea typeface="黑体" panose="02010609060101010101" pitchFamily="49" charset="-122"/>
                          <a:sym typeface="Symbol" panose="05050102010706020507" pitchFamily="18" charset="2"/>
                        </a:rPr>
                        <a:t></a:t>
                      </a:r>
                    </a:p>
                  </a:txBody>
                  <a:tcPr marL="54000" marR="54000" marT="28800" marB="28800" anchor="ct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l"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endParaRPr kumimoji="0" lang="zh-CN" altLang="zh-CN" sz="2400" b="0" i="0" u="none" strike="noStrike" cap="none" normalizeH="0" baseline="0">
                        <a:ln>
                          <a:noFill/>
                        </a:ln>
                        <a:solidFill>
                          <a:schemeClr val="tx1"/>
                        </a:solidFill>
                        <a:effectLst/>
                        <a:latin typeface="Times New Roman" panose="02020603050405020304" pitchFamily="18" charset="0"/>
                        <a:ea typeface="黑体" panose="02010609060101010101" pitchFamily="49" charset="-122"/>
                      </a:endParaRPr>
                    </a:p>
                  </a:txBody>
                  <a:tcPr marL="54000" marR="54000" marT="28800" marB="2880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l"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endParaRPr kumimoji="0" lang="zh-CN" altLang="zh-CN" sz="2400" b="1" i="0" u="none" strike="noStrike" cap="none" normalizeH="0" baseline="0">
                        <a:ln>
                          <a:noFill/>
                        </a:ln>
                        <a:solidFill>
                          <a:schemeClr val="tx1"/>
                        </a:solidFill>
                        <a:effectLst/>
                        <a:latin typeface="Times New Roman" panose="02020603050405020304" pitchFamily="18" charset="0"/>
                        <a:ea typeface="黑体" panose="02010609060101010101" pitchFamily="49" charset="-122"/>
                        <a:sym typeface="Symbol" panose="05050102010706020507" pitchFamily="18" charset="2"/>
                      </a:endParaRPr>
                    </a:p>
                  </a:txBody>
                  <a:tcPr marL="54000" marR="54000" marT="28800" marB="2880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l"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r>
                        <a:rPr kumimoji="0" lang="en-US" altLang="zh-CN" sz="2400" b="1" i="1" u="none" strike="noStrike" cap="none" normalizeH="0" baseline="0">
                          <a:ln>
                            <a:noFill/>
                          </a:ln>
                          <a:solidFill>
                            <a:schemeClr val="tx1"/>
                          </a:solidFill>
                          <a:effectLst/>
                          <a:latin typeface="Times New Roman" panose="02020603050405020304" pitchFamily="18" charset="0"/>
                          <a:ea typeface="黑体" panose="02010609060101010101" pitchFamily="49" charset="-122"/>
                        </a:rPr>
                        <a:t>T</a:t>
                      </a:r>
                      <a:r>
                        <a:rPr kumimoji="0" lang="en-US" altLang="zh-CN" sz="2400" b="1" i="0" u="none" strike="noStrike" cap="none" normalizeH="0" baseline="0">
                          <a:ln>
                            <a:noFill/>
                          </a:ln>
                          <a:solidFill>
                            <a:schemeClr val="tx1"/>
                          </a:solidFill>
                          <a:effectLst/>
                          <a:latin typeface="Times New Roman" panose="02020603050405020304" pitchFamily="18" charset="0"/>
                          <a:ea typeface="黑体" panose="02010609060101010101" pitchFamily="49" charset="-122"/>
                          <a:sym typeface="Symbol" panose="05050102010706020507" pitchFamily="18" charset="2"/>
                        </a:rPr>
                        <a:t>*</a:t>
                      </a:r>
                      <a:r>
                        <a:rPr kumimoji="0" lang="en-US" altLang="zh-CN" sz="2400" b="1" i="1" u="none" strike="noStrike" cap="none" normalizeH="0" baseline="0">
                          <a:ln>
                            <a:noFill/>
                          </a:ln>
                          <a:solidFill>
                            <a:schemeClr val="tx1"/>
                          </a:solidFill>
                          <a:effectLst/>
                          <a:latin typeface="Times New Roman" panose="02020603050405020304" pitchFamily="18" charset="0"/>
                          <a:ea typeface="黑体" panose="02010609060101010101" pitchFamily="49" charset="-122"/>
                          <a:sym typeface="Symbol" panose="05050102010706020507" pitchFamily="18" charset="2"/>
                        </a:rPr>
                        <a:t>FT</a:t>
                      </a:r>
                      <a:r>
                        <a:rPr kumimoji="0" lang="en-US" altLang="zh-CN" sz="2400" b="1" i="0" u="none" strike="noStrike" cap="none" normalizeH="0" baseline="0">
                          <a:ln>
                            <a:noFill/>
                          </a:ln>
                          <a:solidFill>
                            <a:schemeClr val="tx1"/>
                          </a:solidFill>
                          <a:effectLst/>
                          <a:latin typeface="Times New Roman" panose="02020603050405020304" pitchFamily="18" charset="0"/>
                          <a:ea typeface="黑体" panose="02010609060101010101" pitchFamily="49" charset="-122"/>
                          <a:sym typeface="Symbol" panose="05050102010706020507" pitchFamily="18" charset="2"/>
                        </a:rPr>
                        <a:t></a:t>
                      </a:r>
                    </a:p>
                  </a:txBody>
                  <a:tcPr marL="54000" marR="54000" marT="28800" marB="2880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l"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endParaRPr kumimoji="0" lang="zh-CN" altLang="zh-CN" sz="2400" b="0" i="0" u="none" strike="noStrike" cap="none" normalizeH="0" baseline="0">
                        <a:ln>
                          <a:noFill/>
                        </a:ln>
                        <a:solidFill>
                          <a:schemeClr val="tx1"/>
                        </a:solidFill>
                        <a:effectLst/>
                        <a:latin typeface="Times New Roman" panose="02020603050405020304" pitchFamily="18" charset="0"/>
                        <a:ea typeface="黑体" panose="02010609060101010101" pitchFamily="49" charset="-122"/>
                      </a:endParaRPr>
                    </a:p>
                  </a:txBody>
                  <a:tcPr marL="54000" marR="54000" marT="28800" marB="2880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l"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endParaRPr kumimoji="0" lang="zh-CN" altLang="zh-CN" sz="2400" b="1" i="0" u="none" strike="noStrike" cap="none" normalizeH="0" baseline="0">
                        <a:ln>
                          <a:noFill/>
                        </a:ln>
                        <a:solidFill>
                          <a:schemeClr val="tx1"/>
                        </a:solidFill>
                        <a:effectLst/>
                        <a:latin typeface="Times New Roman" panose="02020603050405020304" pitchFamily="18" charset="0"/>
                        <a:ea typeface="黑体" panose="02010609060101010101" pitchFamily="49" charset="-122"/>
                        <a:sym typeface="Symbol" panose="05050102010706020507" pitchFamily="18" charset="2"/>
                      </a:endParaRPr>
                    </a:p>
                  </a:txBody>
                  <a:tcPr marL="54000" marR="54000" marT="28800" marB="2880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l"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endParaRPr kumimoji="0" lang="zh-CN" altLang="zh-CN" sz="2400" b="1" i="0" u="none" strike="noStrike" cap="none" normalizeH="0" baseline="0">
                        <a:ln>
                          <a:noFill/>
                        </a:ln>
                        <a:solidFill>
                          <a:schemeClr val="tx1"/>
                        </a:solidFill>
                        <a:effectLst/>
                        <a:latin typeface="Times New Roman" panose="02020603050405020304" pitchFamily="18" charset="0"/>
                        <a:ea typeface="黑体" panose="02010609060101010101" pitchFamily="49" charset="-122"/>
                        <a:sym typeface="Symbol" panose="05050102010706020507" pitchFamily="18" charset="2"/>
                      </a:endParaRPr>
                    </a:p>
                  </a:txBody>
                  <a:tcPr marL="54000" marR="54000" marT="28800" marB="28800" anchor="ct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5"/>
                  </a:ext>
                </a:extLst>
              </a:tr>
              <a:tr h="588963">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r>
                        <a:rPr kumimoji="0" lang="en-US" altLang="zh-CN" sz="2400" b="1" i="1" u="none" strike="noStrike" cap="none" normalizeH="0" baseline="0">
                          <a:ln>
                            <a:noFill/>
                          </a:ln>
                          <a:solidFill>
                            <a:schemeClr val="tx1"/>
                          </a:solidFill>
                          <a:effectLst/>
                          <a:latin typeface="Times New Roman" panose="02020603050405020304" pitchFamily="18" charset="0"/>
                          <a:ea typeface="黑体" panose="02010609060101010101" pitchFamily="49" charset="-122"/>
                        </a:rPr>
                        <a:t>F</a:t>
                      </a:r>
                    </a:p>
                  </a:txBody>
                  <a:tcPr marL="54000" marR="54000" marT="28800" marB="28800" anchor="ct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l"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endParaRPr kumimoji="0" lang="zh-CN" altLang="zh-CN" sz="2400" b="1" i="0" u="none" strike="noStrike" cap="none" normalizeH="0" baseline="0">
                        <a:ln>
                          <a:noFill/>
                        </a:ln>
                        <a:solidFill>
                          <a:schemeClr val="tx1"/>
                        </a:solidFill>
                        <a:effectLst/>
                        <a:latin typeface="Times New Roman" panose="02020603050405020304" pitchFamily="18" charset="0"/>
                        <a:ea typeface="黑体" panose="02010609060101010101" pitchFamily="49" charset="-122"/>
                        <a:sym typeface="Symbol" panose="05050102010706020507" pitchFamily="18" charset="2"/>
                      </a:endParaRPr>
                    </a:p>
                  </a:txBody>
                  <a:tcPr marL="54000" marR="54000" marT="28800" marB="2880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l"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endParaRPr kumimoji="0" lang="zh-CN" altLang="zh-CN" sz="2400" b="0" i="0" u="none" strike="noStrike" cap="none" normalizeH="0" baseline="0">
                        <a:ln>
                          <a:noFill/>
                        </a:ln>
                        <a:solidFill>
                          <a:schemeClr val="tx1"/>
                        </a:solidFill>
                        <a:effectLst/>
                        <a:latin typeface="Times New Roman" panose="02020603050405020304" pitchFamily="18" charset="0"/>
                        <a:ea typeface="黑体" panose="02010609060101010101" pitchFamily="49" charset="-122"/>
                      </a:endParaRPr>
                    </a:p>
                  </a:txBody>
                  <a:tcPr marL="54000" marR="54000" marT="28800" marB="2880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l"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endParaRPr kumimoji="0" lang="zh-CN" altLang="zh-CN" sz="2400" b="0" i="0" u="none" strike="noStrike" cap="none" normalizeH="0" baseline="0">
                        <a:ln>
                          <a:noFill/>
                        </a:ln>
                        <a:solidFill>
                          <a:schemeClr val="tx1"/>
                        </a:solidFill>
                        <a:effectLst/>
                        <a:latin typeface="Times New Roman" panose="02020603050405020304" pitchFamily="18" charset="0"/>
                        <a:ea typeface="黑体" panose="02010609060101010101" pitchFamily="49" charset="-122"/>
                      </a:endParaRPr>
                    </a:p>
                  </a:txBody>
                  <a:tcPr marL="54000" marR="54000" marT="28800" marB="2880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l"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endParaRPr kumimoji="0" lang="zh-CN" altLang="zh-CN" sz="2400" b="0" i="0" u="none" strike="noStrike" cap="none" normalizeH="0" baseline="0">
                        <a:ln>
                          <a:noFill/>
                        </a:ln>
                        <a:solidFill>
                          <a:schemeClr val="tx1"/>
                        </a:solidFill>
                        <a:effectLst/>
                        <a:latin typeface="Times New Roman" panose="02020603050405020304" pitchFamily="18" charset="0"/>
                        <a:ea typeface="黑体" panose="02010609060101010101" pitchFamily="49" charset="-122"/>
                      </a:endParaRPr>
                    </a:p>
                  </a:txBody>
                  <a:tcPr marL="54000" marR="54000" marT="28800" marB="2880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l"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endParaRPr kumimoji="0" lang="zh-CN" altLang="zh-CN" sz="2400" b="0" i="0" u="none" strike="noStrike" cap="none" normalizeH="0" baseline="0">
                        <a:ln>
                          <a:noFill/>
                        </a:ln>
                        <a:solidFill>
                          <a:schemeClr val="tx1"/>
                        </a:solidFill>
                        <a:effectLst/>
                        <a:latin typeface="Times New Roman" panose="02020603050405020304" pitchFamily="18" charset="0"/>
                        <a:ea typeface="黑体" panose="02010609060101010101" pitchFamily="49" charset="-122"/>
                      </a:endParaRPr>
                    </a:p>
                  </a:txBody>
                  <a:tcPr marL="54000" marR="54000" marT="28800" marB="2880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l"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endParaRPr kumimoji="0" lang="zh-CN" altLang="zh-CN" sz="2400" b="0" i="0" u="none" strike="noStrike" cap="none" normalizeH="0" baseline="0" dirty="0">
                        <a:ln>
                          <a:noFill/>
                        </a:ln>
                        <a:solidFill>
                          <a:schemeClr val="tx1"/>
                        </a:solidFill>
                        <a:effectLst/>
                        <a:latin typeface="Times New Roman" panose="02020603050405020304" pitchFamily="18" charset="0"/>
                        <a:ea typeface="黑体" panose="02010609060101010101" pitchFamily="49" charset="-122"/>
                      </a:endParaRPr>
                    </a:p>
                  </a:txBody>
                  <a:tcPr marL="54000" marR="54000" marT="28800" marB="28800" anchor="ct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6"/>
                  </a:ext>
                </a:extLst>
              </a:tr>
            </a:tbl>
          </a:graphicData>
        </a:graphic>
      </p:graphicFrame>
      <p:sp>
        <p:nvSpPr>
          <p:cNvPr id="3" name="日期占位符 2">
            <a:extLst>
              <a:ext uri="{FF2B5EF4-FFF2-40B4-BE49-F238E27FC236}">
                <a16:creationId xmlns:a16="http://schemas.microsoft.com/office/drawing/2014/main" id="{4943428B-9340-AF85-FA45-6B369C49FAE8}"/>
              </a:ext>
            </a:extLst>
          </p:cNvPr>
          <p:cNvSpPr>
            <a:spLocks noGrp="1"/>
          </p:cNvSpPr>
          <p:nvPr>
            <p:ph type="dt" sz="half" idx="10"/>
          </p:nvPr>
        </p:nvSpPr>
        <p:spPr/>
        <p:txBody>
          <a:bodyPr/>
          <a:lstStyle/>
          <a:p>
            <a:fld id="{93B65662-6261-462D-8CA8-2FEE03613BDA}" type="datetime2">
              <a:rPr lang="zh-CN" altLang="en-US" smtClean="0"/>
              <a:pPr/>
              <a:t>2025年11月26日</a:t>
            </a:fld>
            <a:endParaRPr lang="zh-CN" altLang="en-US"/>
          </a:p>
        </p:txBody>
      </p:sp>
      <p:sp>
        <p:nvSpPr>
          <p:cNvPr id="4" name="页脚占位符 3">
            <a:extLst>
              <a:ext uri="{FF2B5EF4-FFF2-40B4-BE49-F238E27FC236}">
                <a16:creationId xmlns:a16="http://schemas.microsoft.com/office/drawing/2014/main" id="{30EB5AC3-7CF2-5D79-119C-2C66E757F269}"/>
              </a:ext>
            </a:extLst>
          </p:cNvPr>
          <p:cNvSpPr>
            <a:spLocks noGrp="1"/>
          </p:cNvSpPr>
          <p:nvPr>
            <p:ph type="ftr" sz="quarter" idx="11"/>
          </p:nvPr>
        </p:nvSpPr>
        <p:spPr/>
        <p:txBody>
          <a:bodyPr/>
          <a:lstStyle/>
          <a:p>
            <a:r>
              <a:rPr lang="zh-CN" altLang="en-US"/>
              <a:t>编译原理</a:t>
            </a:r>
            <a:r>
              <a:rPr lang="en-US" altLang="zh-CN"/>
              <a:t>-</a:t>
            </a:r>
            <a:r>
              <a:rPr lang="zh-CN" altLang="en-US"/>
              <a:t>王欣捷</a:t>
            </a:r>
            <a:r>
              <a:rPr lang="en-US" altLang="zh-CN"/>
              <a:t>-</a:t>
            </a:r>
            <a:r>
              <a:rPr lang="zh-CN" altLang="en-US"/>
              <a:t>第三章 语法分析</a:t>
            </a:r>
            <a:r>
              <a:rPr lang="en-US" altLang="zh-CN"/>
              <a:t>(4)</a:t>
            </a:r>
            <a:endParaRPr lang="zh-CN" altLang="en-US"/>
          </a:p>
        </p:txBody>
      </p:sp>
      <p:sp>
        <p:nvSpPr>
          <p:cNvPr id="5" name="灯片编号占位符 4">
            <a:extLst>
              <a:ext uri="{FF2B5EF4-FFF2-40B4-BE49-F238E27FC236}">
                <a16:creationId xmlns:a16="http://schemas.microsoft.com/office/drawing/2014/main" id="{186E0BC1-1275-1526-A122-B072BD6DD50F}"/>
              </a:ext>
            </a:extLst>
          </p:cNvPr>
          <p:cNvSpPr>
            <a:spLocks noGrp="1"/>
          </p:cNvSpPr>
          <p:nvPr>
            <p:ph type="sldNum" sz="quarter" idx="12"/>
          </p:nvPr>
        </p:nvSpPr>
        <p:spPr/>
        <p:txBody>
          <a:bodyPr/>
          <a:lstStyle/>
          <a:p>
            <a:fld id="{094DEB03-EFC6-4C20-8FC8-295189A5386F}" type="slidenum">
              <a:rPr lang="zh-CN" altLang="en-US" smtClean="0"/>
              <a:pPr/>
              <a:t>44</a:t>
            </a:fld>
            <a:endParaRPr lang="zh-CN" altLang="en-US"/>
          </a:p>
        </p:txBody>
      </p:sp>
    </p:spTree>
  </p:cSld>
  <p:clrMapOvr>
    <a:masterClrMapping/>
  </p:clrMapOvr>
</p:sld>
</file>

<file path=ppt/slides/slide4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2226" name="Rectangle 2">
            <a:extLst>
              <a:ext uri="{FF2B5EF4-FFF2-40B4-BE49-F238E27FC236}">
                <a16:creationId xmlns:a16="http://schemas.microsoft.com/office/drawing/2014/main" id="{91141A8C-6FCA-4C91-A1AA-7D2F7C484668}"/>
              </a:ext>
            </a:extLst>
          </p:cNvPr>
          <p:cNvSpPr>
            <a:spLocks noGrp="1" noChangeArrowheads="1"/>
          </p:cNvSpPr>
          <p:nvPr>
            <p:ph type="title"/>
          </p:nvPr>
        </p:nvSpPr>
        <p:spPr/>
        <p:txBody>
          <a:bodyPr/>
          <a:lstStyle/>
          <a:p>
            <a:pPr eaLnBrk="1" hangingPunct="1"/>
            <a:r>
              <a:rPr lang="en-US" altLang="zh-CN"/>
              <a:t>3.3.5 </a:t>
            </a:r>
            <a:r>
              <a:rPr lang="zh-CN" altLang="en-US"/>
              <a:t>构造预测分析表</a:t>
            </a:r>
          </a:p>
        </p:txBody>
      </p:sp>
      <p:sp>
        <p:nvSpPr>
          <p:cNvPr id="2" name="内容占位符 1">
            <a:extLst>
              <a:ext uri="{FF2B5EF4-FFF2-40B4-BE49-F238E27FC236}">
                <a16:creationId xmlns:a16="http://schemas.microsoft.com/office/drawing/2014/main" id="{ABD8F769-D8D2-4C64-82EF-610D777F99AB}"/>
              </a:ext>
            </a:extLst>
          </p:cNvPr>
          <p:cNvSpPr>
            <a:spLocks noGrp="1"/>
          </p:cNvSpPr>
          <p:nvPr>
            <p:ph idx="1"/>
          </p:nvPr>
        </p:nvSpPr>
        <p:spPr/>
        <p:txBody>
          <a:bodyPr/>
          <a:lstStyle/>
          <a:p>
            <a:r>
              <a:rPr lang="en-US" altLang="zh-CN" sz="3200" b="1" i="1">
                <a:solidFill>
                  <a:schemeClr val="accent2"/>
                </a:solidFill>
                <a:latin typeface="Times New Roman" panose="02020603050405020304" pitchFamily="18" charset="0"/>
                <a:ea typeface="宋体" panose="02010600030101010101" pitchFamily="2" charset="-122"/>
              </a:rPr>
              <a:t>T </a:t>
            </a:r>
            <a:r>
              <a:rPr lang="en-US" altLang="zh-CN" sz="3200" b="1">
                <a:solidFill>
                  <a:schemeClr val="accent2"/>
                </a:solidFill>
                <a:latin typeface="Times New Roman" panose="02020603050405020304" pitchFamily="18" charset="0"/>
                <a:ea typeface="宋体" panose="02010600030101010101" pitchFamily="2" charset="-122"/>
                <a:sym typeface="Symbol" panose="05050102010706020507" pitchFamily="18" charset="2"/>
              </a:rPr>
              <a:t></a:t>
            </a:r>
          </a:p>
          <a:p>
            <a:r>
              <a:rPr lang="en-US" altLang="zh-CN" sz="3200" b="1">
                <a:solidFill>
                  <a:schemeClr val="accent2"/>
                </a:solidFill>
                <a:latin typeface="Times New Roman" panose="02020603050405020304" pitchFamily="18" charset="0"/>
                <a:ea typeface="宋体" panose="02010600030101010101" pitchFamily="2" charset="-122"/>
                <a:sym typeface="Symbol" panose="05050102010706020507" pitchFamily="18" charset="2"/>
              </a:rPr>
              <a:t>FIRST(</a:t>
            </a:r>
            <a:r>
              <a:rPr lang="en-US" altLang="zh-CN" sz="2800" b="1">
                <a:solidFill>
                  <a:schemeClr val="accent2"/>
                </a:solidFill>
                <a:latin typeface="Times New Roman" panose="02020603050405020304" pitchFamily="18" charset="0"/>
                <a:ea typeface="宋体" panose="02010600030101010101" pitchFamily="2" charset="-122"/>
                <a:sym typeface="Symbol" panose="05050102010706020507" pitchFamily="18" charset="2"/>
              </a:rPr>
              <a:t></a:t>
            </a:r>
            <a:r>
              <a:rPr lang="en-US" altLang="zh-CN" sz="3200" b="1">
                <a:solidFill>
                  <a:schemeClr val="accent2"/>
                </a:solidFill>
                <a:latin typeface="Times New Roman" panose="02020603050405020304" pitchFamily="18" charset="0"/>
                <a:ea typeface="宋体" panose="02010600030101010101" pitchFamily="2" charset="-122"/>
                <a:sym typeface="Symbol" panose="05050102010706020507" pitchFamily="18" charset="2"/>
              </a:rPr>
              <a:t>)={</a:t>
            </a:r>
            <a:r>
              <a:rPr lang="en-US" altLang="zh-CN" sz="2800" b="1">
                <a:solidFill>
                  <a:schemeClr val="accent2"/>
                </a:solidFill>
                <a:latin typeface="Times New Roman" panose="02020603050405020304" pitchFamily="18" charset="0"/>
                <a:ea typeface="宋体" panose="02010600030101010101" pitchFamily="2" charset="-122"/>
                <a:sym typeface="Symbol" panose="05050102010706020507" pitchFamily="18" charset="2"/>
              </a:rPr>
              <a:t></a:t>
            </a:r>
            <a:r>
              <a:rPr lang="en-US" altLang="zh-CN" sz="3200" b="1">
                <a:solidFill>
                  <a:schemeClr val="accent2"/>
                </a:solidFill>
                <a:latin typeface="Times New Roman" panose="02020603050405020304" pitchFamily="18" charset="0"/>
                <a:ea typeface="宋体" panose="02010600030101010101" pitchFamily="2" charset="-122"/>
                <a:sym typeface="Symbol" panose="05050102010706020507" pitchFamily="18" charset="2"/>
              </a:rPr>
              <a:t>}</a:t>
            </a:r>
            <a:r>
              <a:rPr lang="zh-CN" altLang="en-US" sz="3200" b="1">
                <a:solidFill>
                  <a:schemeClr val="accent2"/>
                </a:solidFill>
                <a:latin typeface="Times New Roman" panose="02020603050405020304" pitchFamily="18" charset="0"/>
                <a:ea typeface="宋体" panose="02010600030101010101" pitchFamily="2" charset="-122"/>
                <a:sym typeface="Symbol" panose="05050102010706020507" pitchFamily="18" charset="2"/>
              </a:rPr>
              <a:t>，</a:t>
            </a:r>
            <a:r>
              <a:rPr lang="en-US" altLang="zh-CN" sz="3200" b="1">
                <a:solidFill>
                  <a:schemeClr val="accent2"/>
                </a:solidFill>
                <a:latin typeface="Times New Roman" panose="02020603050405020304" pitchFamily="18" charset="0"/>
                <a:ea typeface="宋体" panose="02010600030101010101" pitchFamily="2" charset="-122"/>
                <a:sym typeface="Symbol" panose="05050102010706020507" pitchFamily="18" charset="2"/>
              </a:rPr>
              <a:t>FOLLOW(</a:t>
            </a:r>
            <a:r>
              <a:rPr lang="en-US" altLang="zh-CN" sz="3200" b="1" i="1">
                <a:solidFill>
                  <a:schemeClr val="accent2"/>
                </a:solidFill>
                <a:latin typeface="Times New Roman" panose="02020603050405020304" pitchFamily="18" charset="0"/>
                <a:ea typeface="宋体" panose="02010600030101010101" pitchFamily="2" charset="-122"/>
              </a:rPr>
              <a:t>T </a:t>
            </a:r>
            <a:r>
              <a:rPr lang="en-US" altLang="zh-CN" sz="3200" b="1">
                <a:solidFill>
                  <a:schemeClr val="accent2"/>
                </a:solidFill>
                <a:latin typeface="Times New Roman" panose="02020603050405020304" pitchFamily="18" charset="0"/>
                <a:ea typeface="宋体" panose="02010600030101010101" pitchFamily="2" charset="-122"/>
                <a:sym typeface="Symbol" panose="05050102010706020507" pitchFamily="18" charset="2"/>
              </a:rPr>
              <a:t>)={</a:t>
            </a:r>
            <a:r>
              <a:rPr lang="en-US" altLang="zh-CN" sz="3200" b="1">
                <a:solidFill>
                  <a:schemeClr val="accent2"/>
                </a:solidFill>
                <a:latin typeface="Times New Roman" panose="02020603050405020304" pitchFamily="18" charset="0"/>
                <a:ea typeface="宋体" panose="02010600030101010101" pitchFamily="2" charset="-122"/>
              </a:rPr>
              <a:t>+, ), $}</a:t>
            </a:r>
          </a:p>
        </p:txBody>
      </p:sp>
      <p:graphicFrame>
        <p:nvGraphicFramePr>
          <p:cNvPr id="6" name="Group 3">
            <a:extLst>
              <a:ext uri="{FF2B5EF4-FFF2-40B4-BE49-F238E27FC236}">
                <a16:creationId xmlns:a16="http://schemas.microsoft.com/office/drawing/2014/main" id="{FBE322A0-D2A2-4BFF-A7BE-4D678FBFF603}"/>
              </a:ext>
            </a:extLst>
          </p:cNvPr>
          <p:cNvGraphicFramePr>
            <a:graphicFrameLocks/>
          </p:cNvGraphicFramePr>
          <p:nvPr>
            <p:extLst>
              <p:ext uri="{D42A27DB-BD31-4B8C-83A1-F6EECF244321}">
                <p14:modId xmlns:p14="http://schemas.microsoft.com/office/powerpoint/2010/main" val="4092903577"/>
              </p:ext>
            </p:extLst>
          </p:nvPr>
        </p:nvGraphicFramePr>
        <p:xfrm>
          <a:off x="208756" y="2520000"/>
          <a:ext cx="8726488" cy="4114803"/>
        </p:xfrm>
        <a:graphic>
          <a:graphicData uri="http://schemas.openxmlformats.org/drawingml/2006/table">
            <a:tbl>
              <a:tblPr/>
              <a:tblGrid>
                <a:gridCol w="1066800">
                  <a:extLst>
                    <a:ext uri="{9D8B030D-6E8A-4147-A177-3AD203B41FA5}">
                      <a16:colId xmlns:a16="http://schemas.microsoft.com/office/drawing/2014/main" val="20000"/>
                    </a:ext>
                  </a:extLst>
                </a:gridCol>
                <a:gridCol w="1295400">
                  <a:extLst>
                    <a:ext uri="{9D8B030D-6E8A-4147-A177-3AD203B41FA5}">
                      <a16:colId xmlns:a16="http://schemas.microsoft.com/office/drawing/2014/main" val="20001"/>
                    </a:ext>
                  </a:extLst>
                </a:gridCol>
                <a:gridCol w="1379538">
                  <a:extLst>
                    <a:ext uri="{9D8B030D-6E8A-4147-A177-3AD203B41FA5}">
                      <a16:colId xmlns:a16="http://schemas.microsoft.com/office/drawing/2014/main" val="20002"/>
                    </a:ext>
                  </a:extLst>
                </a:gridCol>
                <a:gridCol w="1516062">
                  <a:extLst>
                    <a:ext uri="{9D8B030D-6E8A-4147-A177-3AD203B41FA5}">
                      <a16:colId xmlns:a16="http://schemas.microsoft.com/office/drawing/2014/main" val="20003"/>
                    </a:ext>
                  </a:extLst>
                </a:gridCol>
                <a:gridCol w="1143000">
                  <a:extLst>
                    <a:ext uri="{9D8B030D-6E8A-4147-A177-3AD203B41FA5}">
                      <a16:colId xmlns:a16="http://schemas.microsoft.com/office/drawing/2014/main" val="20004"/>
                    </a:ext>
                  </a:extLst>
                </a:gridCol>
                <a:gridCol w="1219200">
                  <a:extLst>
                    <a:ext uri="{9D8B030D-6E8A-4147-A177-3AD203B41FA5}">
                      <a16:colId xmlns:a16="http://schemas.microsoft.com/office/drawing/2014/main" val="20005"/>
                    </a:ext>
                  </a:extLst>
                </a:gridCol>
                <a:gridCol w="1106488">
                  <a:extLst>
                    <a:ext uri="{9D8B030D-6E8A-4147-A177-3AD203B41FA5}">
                      <a16:colId xmlns:a16="http://schemas.microsoft.com/office/drawing/2014/main" val="20006"/>
                    </a:ext>
                  </a:extLst>
                </a:gridCol>
              </a:tblGrid>
              <a:tr h="588963">
                <a:tc rowSpan="2">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r>
                        <a:rPr kumimoji="0" lang="zh-CN" altLang="en-US" sz="2400" b="0" i="0" u="none" strike="noStrike" cap="none" normalizeH="0" baseline="0">
                          <a:ln>
                            <a:noFill/>
                          </a:ln>
                          <a:solidFill>
                            <a:schemeClr val="tx1"/>
                          </a:solidFill>
                          <a:effectLst/>
                          <a:latin typeface="Times New Roman" panose="02020603050405020304" pitchFamily="18" charset="0"/>
                          <a:ea typeface="黑体" panose="02010609060101010101" pitchFamily="49" charset="-122"/>
                        </a:rPr>
                        <a:t>非 终结 符</a:t>
                      </a:r>
                    </a:p>
                  </a:txBody>
                  <a:tcPr marL="54000" marR="54000" marT="28800" marB="28800" anchor="ct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gridSpan="6">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r>
                        <a:rPr kumimoji="0" lang="zh-CN" altLang="en-US" sz="2400" b="0" i="0" u="none" strike="noStrike" cap="none" normalizeH="0" baseline="0">
                          <a:ln>
                            <a:noFill/>
                          </a:ln>
                          <a:solidFill>
                            <a:schemeClr val="tx1"/>
                          </a:solidFill>
                          <a:effectLst/>
                          <a:latin typeface="Times New Roman" panose="02020603050405020304" pitchFamily="18" charset="0"/>
                          <a:ea typeface="黑体" panose="02010609060101010101" pitchFamily="49" charset="-122"/>
                        </a:rPr>
                        <a:t>输 入 符 号</a:t>
                      </a:r>
                    </a:p>
                  </a:txBody>
                  <a:tcPr marL="54000" marR="54000" marT="28800" marB="28800" anchor="ct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extLst>
                  <a:ext uri="{0D108BD9-81ED-4DB2-BD59-A6C34878D82A}">
                    <a16:rowId xmlns:a16="http://schemas.microsoft.com/office/drawing/2014/main" val="10000"/>
                  </a:ext>
                </a:extLst>
              </a:tr>
              <a:tr h="585788">
                <a:tc vMerge="1">
                  <a:txBody>
                    <a:bodyPr/>
                    <a:lstStyle/>
                    <a:p>
                      <a:endParaRPr lang="zh-CN" altLang="en-US"/>
                    </a:p>
                  </a:txBody>
                  <a:tcPr/>
                </a:tc>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r>
                        <a:rPr kumimoji="0" lang="en-US" altLang="zh-CN" sz="2400" b="1" i="0" u="none" strike="noStrike" cap="none" normalizeH="0" baseline="0">
                          <a:ln>
                            <a:noFill/>
                          </a:ln>
                          <a:solidFill>
                            <a:schemeClr val="tx1"/>
                          </a:solidFill>
                          <a:effectLst/>
                          <a:latin typeface="Times New Roman" panose="02020603050405020304" pitchFamily="18" charset="0"/>
                          <a:ea typeface="黑体" panose="02010609060101010101" pitchFamily="49" charset="-122"/>
                        </a:rPr>
                        <a:t>id</a:t>
                      </a:r>
                    </a:p>
                  </a:txBody>
                  <a:tcPr marL="54000" marR="54000" marT="28800" marB="2880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r>
                        <a:rPr kumimoji="0" lang="en-US" altLang="zh-CN" sz="2400" b="1" i="0" u="none" strike="noStrike" cap="none" normalizeH="0" baseline="0">
                          <a:ln>
                            <a:noFill/>
                          </a:ln>
                          <a:solidFill>
                            <a:schemeClr val="tx1"/>
                          </a:solidFill>
                          <a:effectLst/>
                          <a:latin typeface="Times New Roman" panose="02020603050405020304" pitchFamily="18" charset="0"/>
                          <a:ea typeface="黑体" panose="02010609060101010101" pitchFamily="49" charset="-122"/>
                        </a:rPr>
                        <a:t>+</a:t>
                      </a:r>
                    </a:p>
                  </a:txBody>
                  <a:tcPr marL="54000" marR="54000" marT="28800" marB="2880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r>
                        <a:rPr kumimoji="0" lang="en-US" altLang="zh-CN" sz="2400" b="1" i="0" u="none" strike="noStrike" cap="none" normalizeH="0" baseline="0">
                          <a:ln>
                            <a:noFill/>
                          </a:ln>
                          <a:solidFill>
                            <a:schemeClr val="tx1"/>
                          </a:solidFill>
                          <a:effectLst/>
                          <a:latin typeface="Times New Roman" panose="02020603050405020304" pitchFamily="18" charset="0"/>
                          <a:ea typeface="黑体" panose="02010609060101010101" pitchFamily="49" charset="-122"/>
                        </a:rPr>
                        <a:t>*</a:t>
                      </a:r>
                    </a:p>
                  </a:txBody>
                  <a:tcPr marL="54000" marR="54000" marT="28800" marB="2880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r>
                        <a:rPr kumimoji="0" lang="en-US" altLang="zh-CN" sz="2400" b="1" i="0" u="none" strike="noStrike" cap="none" normalizeH="0" baseline="0">
                          <a:ln>
                            <a:noFill/>
                          </a:ln>
                          <a:solidFill>
                            <a:schemeClr val="tx1"/>
                          </a:solidFill>
                          <a:effectLst/>
                          <a:latin typeface="Times New Roman" panose="02020603050405020304" pitchFamily="18" charset="0"/>
                          <a:ea typeface="黑体" panose="02010609060101010101" pitchFamily="49" charset="-122"/>
                        </a:rPr>
                        <a:t>(</a:t>
                      </a:r>
                    </a:p>
                  </a:txBody>
                  <a:tcPr marL="54000" marR="54000" marT="28800" marB="2880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r>
                        <a:rPr kumimoji="0" lang="en-US" altLang="zh-CN" sz="2400" b="1" i="0" u="none" strike="noStrike" cap="none" normalizeH="0" baseline="0">
                          <a:ln>
                            <a:noFill/>
                          </a:ln>
                          <a:solidFill>
                            <a:schemeClr val="tx1"/>
                          </a:solidFill>
                          <a:effectLst/>
                          <a:latin typeface="Times New Roman" panose="02020603050405020304" pitchFamily="18" charset="0"/>
                          <a:ea typeface="黑体" panose="02010609060101010101" pitchFamily="49" charset="-122"/>
                        </a:rPr>
                        <a:t>)</a:t>
                      </a:r>
                    </a:p>
                  </a:txBody>
                  <a:tcPr marL="54000" marR="54000" marT="28800" marB="2880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r>
                        <a:rPr kumimoji="0" lang="en-US" altLang="zh-CN" sz="2400" b="1" i="0" u="none" strike="noStrike" cap="none" normalizeH="0" baseline="0">
                          <a:ln>
                            <a:noFill/>
                          </a:ln>
                          <a:solidFill>
                            <a:schemeClr val="tx1"/>
                          </a:solidFill>
                          <a:effectLst/>
                          <a:latin typeface="Times New Roman" panose="02020603050405020304" pitchFamily="18" charset="0"/>
                          <a:ea typeface="黑体" panose="02010609060101010101" pitchFamily="49" charset="-122"/>
                        </a:rPr>
                        <a:t>$</a:t>
                      </a:r>
                    </a:p>
                  </a:txBody>
                  <a:tcPr marL="54000" marR="54000" marT="28800" marB="28800" anchor="ct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1"/>
                  </a:ext>
                </a:extLst>
              </a:tr>
              <a:tr h="588963">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r>
                        <a:rPr kumimoji="0" lang="en-US" altLang="zh-CN" sz="2400" b="1" i="1" u="none" strike="noStrike" cap="none" normalizeH="0" baseline="0">
                          <a:ln>
                            <a:noFill/>
                          </a:ln>
                          <a:solidFill>
                            <a:schemeClr val="tx1"/>
                          </a:solidFill>
                          <a:effectLst/>
                          <a:latin typeface="Times New Roman" panose="02020603050405020304" pitchFamily="18" charset="0"/>
                          <a:ea typeface="黑体" panose="02010609060101010101" pitchFamily="49" charset="-122"/>
                        </a:rPr>
                        <a:t>E</a:t>
                      </a:r>
                    </a:p>
                  </a:txBody>
                  <a:tcPr marL="54000" marR="54000" marT="28800" marB="28800" anchor="ct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l"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r>
                        <a:rPr kumimoji="0" lang="en-US" altLang="zh-CN" sz="2400" b="1" i="1" u="none" strike="noStrike" cap="none" normalizeH="0" baseline="0">
                          <a:ln>
                            <a:noFill/>
                          </a:ln>
                          <a:solidFill>
                            <a:schemeClr val="tx1"/>
                          </a:solidFill>
                          <a:effectLst/>
                          <a:latin typeface="Times New Roman" panose="02020603050405020304" pitchFamily="18" charset="0"/>
                          <a:ea typeface="黑体" panose="02010609060101010101" pitchFamily="49" charset="-122"/>
                        </a:rPr>
                        <a:t>E</a:t>
                      </a:r>
                      <a:r>
                        <a:rPr kumimoji="0" lang="en-US" altLang="zh-CN" sz="2400" b="1" i="0" u="none" strike="noStrike" cap="none" normalizeH="0" baseline="0">
                          <a:ln>
                            <a:noFill/>
                          </a:ln>
                          <a:solidFill>
                            <a:schemeClr val="tx1"/>
                          </a:solidFill>
                          <a:effectLst/>
                          <a:latin typeface="Times New Roman" panose="02020603050405020304" pitchFamily="18" charset="0"/>
                          <a:ea typeface="黑体" panose="02010609060101010101" pitchFamily="49" charset="-122"/>
                          <a:sym typeface="Symbol" panose="05050102010706020507" pitchFamily="18" charset="2"/>
                        </a:rPr>
                        <a:t></a:t>
                      </a:r>
                      <a:r>
                        <a:rPr kumimoji="0" lang="en-US" altLang="zh-CN" sz="2400" b="1" i="1" u="none" strike="noStrike" cap="none" normalizeH="0" baseline="0">
                          <a:ln>
                            <a:noFill/>
                          </a:ln>
                          <a:solidFill>
                            <a:schemeClr val="tx1"/>
                          </a:solidFill>
                          <a:effectLst/>
                          <a:latin typeface="Times New Roman" panose="02020603050405020304" pitchFamily="18" charset="0"/>
                          <a:ea typeface="黑体" panose="02010609060101010101" pitchFamily="49" charset="-122"/>
                          <a:sym typeface="Symbol" panose="05050102010706020507" pitchFamily="18" charset="2"/>
                        </a:rPr>
                        <a:t>TE</a:t>
                      </a:r>
                      <a:r>
                        <a:rPr kumimoji="0" lang="en-US" altLang="zh-CN" sz="2400" b="1" i="0" u="none" strike="noStrike" cap="none" normalizeH="0" baseline="0">
                          <a:ln>
                            <a:noFill/>
                          </a:ln>
                          <a:solidFill>
                            <a:schemeClr val="tx1"/>
                          </a:solidFill>
                          <a:effectLst/>
                          <a:latin typeface="Times New Roman" panose="02020603050405020304" pitchFamily="18" charset="0"/>
                          <a:ea typeface="黑体" panose="02010609060101010101" pitchFamily="49" charset="-122"/>
                          <a:sym typeface="Symbol" panose="05050102010706020507" pitchFamily="18" charset="2"/>
                        </a:rPr>
                        <a:t></a:t>
                      </a:r>
                    </a:p>
                  </a:txBody>
                  <a:tcPr marL="54000" marR="54000" marT="28800" marB="2880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l"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endParaRPr kumimoji="0" lang="zh-CN" altLang="zh-CN" sz="2400" b="0" i="0" u="none" strike="noStrike" cap="none" normalizeH="0" baseline="0">
                        <a:ln>
                          <a:noFill/>
                        </a:ln>
                        <a:solidFill>
                          <a:schemeClr val="tx1"/>
                        </a:solidFill>
                        <a:effectLst/>
                        <a:latin typeface="Times New Roman" panose="02020603050405020304" pitchFamily="18" charset="0"/>
                        <a:ea typeface="黑体" panose="02010609060101010101" pitchFamily="49" charset="-122"/>
                      </a:endParaRPr>
                    </a:p>
                  </a:txBody>
                  <a:tcPr marL="54000" marR="54000" marT="28800" marB="2880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l"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endParaRPr kumimoji="0" lang="zh-CN" altLang="zh-CN" sz="2400" b="0" i="0" u="none" strike="noStrike" cap="none" normalizeH="0" baseline="0">
                        <a:ln>
                          <a:noFill/>
                        </a:ln>
                        <a:solidFill>
                          <a:schemeClr val="tx1"/>
                        </a:solidFill>
                        <a:effectLst/>
                        <a:latin typeface="Times New Roman" panose="02020603050405020304" pitchFamily="18" charset="0"/>
                        <a:ea typeface="黑体" panose="02010609060101010101" pitchFamily="49" charset="-122"/>
                      </a:endParaRPr>
                    </a:p>
                  </a:txBody>
                  <a:tcPr marL="54000" marR="54000" marT="28800" marB="2880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l"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r>
                        <a:rPr kumimoji="0" lang="en-US" altLang="zh-CN" sz="2400" b="1" i="1" u="none" strike="noStrike" cap="none" normalizeH="0" baseline="0">
                          <a:ln>
                            <a:noFill/>
                          </a:ln>
                          <a:solidFill>
                            <a:schemeClr val="tx1"/>
                          </a:solidFill>
                          <a:effectLst/>
                          <a:latin typeface="Times New Roman" panose="02020603050405020304" pitchFamily="18" charset="0"/>
                          <a:ea typeface="黑体" panose="02010609060101010101" pitchFamily="49" charset="-122"/>
                        </a:rPr>
                        <a:t>E</a:t>
                      </a:r>
                      <a:r>
                        <a:rPr kumimoji="0" lang="en-US" altLang="zh-CN" sz="2400" b="1" i="1" u="none" strike="noStrike" cap="none" normalizeH="0" baseline="0">
                          <a:ln>
                            <a:noFill/>
                          </a:ln>
                          <a:solidFill>
                            <a:schemeClr val="tx1"/>
                          </a:solidFill>
                          <a:effectLst/>
                          <a:latin typeface="Times New Roman" panose="02020603050405020304" pitchFamily="18" charset="0"/>
                          <a:ea typeface="黑体" panose="02010609060101010101" pitchFamily="49" charset="-122"/>
                          <a:sym typeface="Symbol" panose="05050102010706020507" pitchFamily="18" charset="2"/>
                        </a:rPr>
                        <a:t>TE</a:t>
                      </a:r>
                      <a:r>
                        <a:rPr kumimoji="0" lang="en-US" altLang="zh-CN" sz="2400" b="1" i="0" u="none" strike="noStrike" cap="none" normalizeH="0" baseline="0">
                          <a:ln>
                            <a:noFill/>
                          </a:ln>
                          <a:solidFill>
                            <a:schemeClr val="tx1"/>
                          </a:solidFill>
                          <a:effectLst/>
                          <a:latin typeface="Times New Roman" panose="02020603050405020304" pitchFamily="18" charset="0"/>
                          <a:ea typeface="黑体" panose="02010609060101010101" pitchFamily="49" charset="-122"/>
                          <a:sym typeface="Symbol" panose="05050102010706020507" pitchFamily="18" charset="2"/>
                        </a:rPr>
                        <a:t></a:t>
                      </a:r>
                    </a:p>
                  </a:txBody>
                  <a:tcPr marL="54000" marR="54000" marT="28800" marB="2880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l"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endParaRPr kumimoji="0" lang="zh-CN" altLang="zh-CN" sz="2400" b="0" i="0" u="none" strike="noStrike" cap="none" normalizeH="0" baseline="0">
                        <a:ln>
                          <a:noFill/>
                        </a:ln>
                        <a:solidFill>
                          <a:schemeClr val="tx1"/>
                        </a:solidFill>
                        <a:effectLst/>
                        <a:latin typeface="Times New Roman" panose="02020603050405020304" pitchFamily="18" charset="0"/>
                        <a:ea typeface="黑体" panose="02010609060101010101" pitchFamily="49" charset="-122"/>
                      </a:endParaRPr>
                    </a:p>
                  </a:txBody>
                  <a:tcPr marL="54000" marR="54000" marT="28800" marB="2880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l"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endParaRPr kumimoji="0" lang="zh-CN" altLang="zh-CN" sz="2400" b="0" i="0" u="none" strike="noStrike" cap="none" normalizeH="0" baseline="0">
                        <a:ln>
                          <a:noFill/>
                        </a:ln>
                        <a:solidFill>
                          <a:schemeClr val="tx1"/>
                        </a:solidFill>
                        <a:effectLst/>
                        <a:latin typeface="Times New Roman" panose="02020603050405020304" pitchFamily="18" charset="0"/>
                        <a:ea typeface="黑体" panose="02010609060101010101" pitchFamily="49" charset="-122"/>
                      </a:endParaRPr>
                    </a:p>
                  </a:txBody>
                  <a:tcPr marL="54000" marR="54000" marT="28800" marB="28800" anchor="ct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2"/>
                  </a:ext>
                </a:extLst>
              </a:tr>
              <a:tr h="587375">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r>
                        <a:rPr kumimoji="0" lang="en-US" altLang="zh-CN" sz="2400" b="1" i="1" u="none" strike="noStrike" cap="none" normalizeH="0" baseline="0">
                          <a:ln>
                            <a:noFill/>
                          </a:ln>
                          <a:solidFill>
                            <a:schemeClr val="tx1"/>
                          </a:solidFill>
                          <a:effectLst/>
                          <a:latin typeface="Times New Roman" panose="02020603050405020304" pitchFamily="18" charset="0"/>
                          <a:ea typeface="黑体" panose="02010609060101010101" pitchFamily="49" charset="-122"/>
                        </a:rPr>
                        <a:t>E </a:t>
                      </a:r>
                      <a:r>
                        <a:rPr kumimoji="0" lang="en-US" altLang="zh-CN" sz="2400" b="1" i="0" u="none" strike="noStrike" cap="none" normalizeH="0" baseline="0">
                          <a:ln>
                            <a:noFill/>
                          </a:ln>
                          <a:solidFill>
                            <a:schemeClr val="tx1"/>
                          </a:solidFill>
                          <a:effectLst/>
                          <a:latin typeface="Times New Roman" panose="02020603050405020304" pitchFamily="18" charset="0"/>
                          <a:ea typeface="黑体" panose="02010609060101010101" pitchFamily="49" charset="-122"/>
                          <a:sym typeface="Symbol" panose="05050102010706020507" pitchFamily="18" charset="2"/>
                        </a:rPr>
                        <a:t></a:t>
                      </a:r>
                    </a:p>
                  </a:txBody>
                  <a:tcPr marL="54000" marR="54000" marT="28800" marB="28800" anchor="ct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l"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endParaRPr kumimoji="0" lang="zh-CN" altLang="zh-CN" sz="2400" b="0" i="0" u="none" strike="noStrike" cap="none" normalizeH="0" baseline="0">
                        <a:ln>
                          <a:noFill/>
                        </a:ln>
                        <a:solidFill>
                          <a:schemeClr val="tx1"/>
                        </a:solidFill>
                        <a:effectLst/>
                        <a:latin typeface="Times New Roman" panose="02020603050405020304" pitchFamily="18" charset="0"/>
                        <a:ea typeface="黑体" panose="02010609060101010101" pitchFamily="49" charset="-122"/>
                      </a:endParaRPr>
                    </a:p>
                  </a:txBody>
                  <a:tcPr marL="54000" marR="54000" marT="28800" marB="2880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l"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r>
                        <a:rPr kumimoji="0" lang="en-US" altLang="zh-CN" sz="2400" b="1" i="1" u="none" strike="noStrike" cap="none" normalizeH="0" baseline="0">
                          <a:ln>
                            <a:noFill/>
                          </a:ln>
                          <a:solidFill>
                            <a:schemeClr val="tx1"/>
                          </a:solidFill>
                          <a:effectLst/>
                          <a:latin typeface="Times New Roman" panose="02020603050405020304" pitchFamily="18" charset="0"/>
                          <a:ea typeface="黑体" panose="02010609060101010101" pitchFamily="49" charset="-122"/>
                        </a:rPr>
                        <a:t>E</a:t>
                      </a:r>
                      <a:r>
                        <a:rPr kumimoji="0" lang="en-US" altLang="zh-CN" sz="2400" b="1" i="0" u="none" strike="noStrike" cap="none" normalizeH="0" baseline="0">
                          <a:ln>
                            <a:noFill/>
                          </a:ln>
                          <a:solidFill>
                            <a:schemeClr val="tx1"/>
                          </a:solidFill>
                          <a:effectLst/>
                          <a:latin typeface="Times New Roman" panose="02020603050405020304" pitchFamily="18" charset="0"/>
                          <a:ea typeface="黑体" panose="02010609060101010101" pitchFamily="49" charset="-122"/>
                          <a:sym typeface="Symbol" panose="05050102010706020507" pitchFamily="18" charset="2"/>
                        </a:rPr>
                        <a:t>+</a:t>
                      </a:r>
                      <a:r>
                        <a:rPr kumimoji="0" lang="en-US" altLang="zh-CN" sz="2400" b="1" i="1" u="none" strike="noStrike" cap="none" normalizeH="0" baseline="0">
                          <a:ln>
                            <a:noFill/>
                          </a:ln>
                          <a:solidFill>
                            <a:schemeClr val="tx1"/>
                          </a:solidFill>
                          <a:effectLst/>
                          <a:latin typeface="Times New Roman" panose="02020603050405020304" pitchFamily="18" charset="0"/>
                          <a:ea typeface="黑体" panose="02010609060101010101" pitchFamily="49" charset="-122"/>
                          <a:sym typeface="Symbol" panose="05050102010706020507" pitchFamily="18" charset="2"/>
                        </a:rPr>
                        <a:t>TE</a:t>
                      </a:r>
                      <a:r>
                        <a:rPr kumimoji="0" lang="en-US" altLang="zh-CN" sz="2400" b="1" i="0" u="none" strike="noStrike" cap="none" normalizeH="0" baseline="0">
                          <a:ln>
                            <a:noFill/>
                          </a:ln>
                          <a:solidFill>
                            <a:schemeClr val="tx1"/>
                          </a:solidFill>
                          <a:effectLst/>
                          <a:latin typeface="Times New Roman" panose="02020603050405020304" pitchFamily="18" charset="0"/>
                          <a:ea typeface="黑体" panose="02010609060101010101" pitchFamily="49" charset="-122"/>
                          <a:sym typeface="Symbol" panose="05050102010706020507" pitchFamily="18" charset="2"/>
                        </a:rPr>
                        <a:t></a:t>
                      </a:r>
                    </a:p>
                  </a:txBody>
                  <a:tcPr marL="54000" marR="54000" marT="28800" marB="2880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l"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endParaRPr kumimoji="0" lang="zh-CN" altLang="zh-CN" sz="2400" b="0" i="0" u="none" strike="noStrike" cap="none" normalizeH="0" baseline="0">
                        <a:ln>
                          <a:noFill/>
                        </a:ln>
                        <a:solidFill>
                          <a:schemeClr val="tx1"/>
                        </a:solidFill>
                        <a:effectLst/>
                        <a:latin typeface="Times New Roman" panose="02020603050405020304" pitchFamily="18" charset="0"/>
                        <a:ea typeface="黑体" panose="02010609060101010101" pitchFamily="49" charset="-122"/>
                      </a:endParaRPr>
                    </a:p>
                  </a:txBody>
                  <a:tcPr marL="54000" marR="54000" marT="28800" marB="2880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l"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endParaRPr kumimoji="0" lang="zh-CN" altLang="zh-CN" sz="2400" b="0" i="0" u="none" strike="noStrike" cap="none" normalizeH="0" baseline="0">
                        <a:ln>
                          <a:noFill/>
                        </a:ln>
                        <a:solidFill>
                          <a:schemeClr val="tx1"/>
                        </a:solidFill>
                        <a:effectLst/>
                        <a:latin typeface="Times New Roman" panose="02020603050405020304" pitchFamily="18" charset="0"/>
                        <a:ea typeface="黑体" panose="02010609060101010101" pitchFamily="49" charset="-122"/>
                      </a:endParaRPr>
                    </a:p>
                  </a:txBody>
                  <a:tcPr marL="54000" marR="54000" marT="28800" marB="2880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l"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r>
                        <a:rPr kumimoji="0" lang="en-US" altLang="zh-CN" sz="2400" b="1" i="1" u="none" strike="noStrike" cap="none" normalizeH="0" baseline="0">
                          <a:ln>
                            <a:noFill/>
                          </a:ln>
                          <a:solidFill>
                            <a:schemeClr val="tx1"/>
                          </a:solidFill>
                          <a:effectLst/>
                          <a:latin typeface="Times New Roman" panose="02020603050405020304" pitchFamily="18" charset="0"/>
                          <a:ea typeface="黑体" panose="02010609060101010101" pitchFamily="49" charset="-122"/>
                        </a:rPr>
                        <a:t>E</a:t>
                      </a:r>
                      <a:r>
                        <a:rPr kumimoji="0" lang="en-US" altLang="zh-CN" sz="2400" b="1" i="0" u="none" strike="noStrike" cap="none" normalizeH="0" baseline="0">
                          <a:ln>
                            <a:noFill/>
                          </a:ln>
                          <a:solidFill>
                            <a:schemeClr val="tx1"/>
                          </a:solidFill>
                          <a:effectLst/>
                          <a:latin typeface="Times New Roman" panose="02020603050405020304" pitchFamily="18" charset="0"/>
                          <a:ea typeface="黑体" panose="02010609060101010101" pitchFamily="49" charset="-122"/>
                          <a:sym typeface="Symbol" panose="05050102010706020507" pitchFamily="18" charset="2"/>
                        </a:rPr>
                        <a:t></a:t>
                      </a:r>
                    </a:p>
                  </a:txBody>
                  <a:tcPr marL="54000" marR="54000" marT="28800" marB="2880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l"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r>
                        <a:rPr kumimoji="0" lang="en-US" altLang="zh-CN" sz="2400" b="1" i="1" u="none" strike="noStrike" cap="none" normalizeH="0" baseline="0">
                          <a:ln>
                            <a:noFill/>
                          </a:ln>
                          <a:solidFill>
                            <a:schemeClr val="tx1"/>
                          </a:solidFill>
                          <a:effectLst/>
                          <a:latin typeface="Times New Roman" panose="02020603050405020304" pitchFamily="18" charset="0"/>
                          <a:ea typeface="黑体" panose="02010609060101010101" pitchFamily="49" charset="-122"/>
                        </a:rPr>
                        <a:t>E</a:t>
                      </a:r>
                      <a:r>
                        <a:rPr kumimoji="0" lang="en-US" altLang="zh-CN" sz="2400" b="1" i="0" u="none" strike="noStrike" cap="none" normalizeH="0" baseline="0">
                          <a:ln>
                            <a:noFill/>
                          </a:ln>
                          <a:solidFill>
                            <a:schemeClr val="tx1"/>
                          </a:solidFill>
                          <a:effectLst/>
                          <a:latin typeface="Times New Roman" panose="02020603050405020304" pitchFamily="18" charset="0"/>
                          <a:ea typeface="黑体" panose="02010609060101010101" pitchFamily="49" charset="-122"/>
                          <a:sym typeface="Symbol" panose="05050102010706020507" pitchFamily="18" charset="2"/>
                        </a:rPr>
                        <a:t></a:t>
                      </a:r>
                    </a:p>
                  </a:txBody>
                  <a:tcPr marL="54000" marR="54000" marT="28800" marB="28800" anchor="ct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3"/>
                  </a:ext>
                </a:extLst>
              </a:tr>
              <a:tr h="588963">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r>
                        <a:rPr kumimoji="0" lang="en-US" altLang="zh-CN" sz="2400" b="1" i="1" u="none" strike="noStrike" cap="none" normalizeH="0" baseline="0">
                          <a:ln>
                            <a:noFill/>
                          </a:ln>
                          <a:solidFill>
                            <a:schemeClr val="tx1"/>
                          </a:solidFill>
                          <a:effectLst/>
                          <a:latin typeface="Times New Roman" panose="02020603050405020304" pitchFamily="18" charset="0"/>
                          <a:ea typeface="黑体" panose="02010609060101010101" pitchFamily="49" charset="-122"/>
                        </a:rPr>
                        <a:t>T</a:t>
                      </a:r>
                    </a:p>
                  </a:txBody>
                  <a:tcPr marL="54000" marR="54000" marT="28800" marB="28800" anchor="ct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l"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r>
                        <a:rPr kumimoji="0" lang="en-US" altLang="zh-CN" sz="2400" b="1" i="1" u="none" strike="noStrike" cap="none" normalizeH="0" baseline="0">
                          <a:ln>
                            <a:noFill/>
                          </a:ln>
                          <a:solidFill>
                            <a:schemeClr val="tx1"/>
                          </a:solidFill>
                          <a:effectLst/>
                          <a:latin typeface="Times New Roman" panose="02020603050405020304" pitchFamily="18" charset="0"/>
                          <a:ea typeface="黑体" panose="02010609060101010101" pitchFamily="49" charset="-122"/>
                        </a:rPr>
                        <a:t>T</a:t>
                      </a:r>
                      <a:r>
                        <a:rPr kumimoji="0" lang="en-US" altLang="zh-CN" sz="2400" b="1" i="0" u="none" strike="noStrike" cap="none" normalizeH="0" baseline="0">
                          <a:ln>
                            <a:noFill/>
                          </a:ln>
                          <a:solidFill>
                            <a:schemeClr val="tx1"/>
                          </a:solidFill>
                          <a:effectLst/>
                          <a:latin typeface="Times New Roman" panose="02020603050405020304" pitchFamily="18" charset="0"/>
                          <a:ea typeface="黑体" panose="02010609060101010101" pitchFamily="49" charset="-122"/>
                          <a:sym typeface="Symbol" panose="05050102010706020507" pitchFamily="18" charset="2"/>
                        </a:rPr>
                        <a:t></a:t>
                      </a:r>
                      <a:r>
                        <a:rPr kumimoji="0" lang="en-US" altLang="zh-CN" sz="2400" b="1" i="1" u="none" strike="noStrike" cap="none" normalizeH="0" baseline="0">
                          <a:ln>
                            <a:noFill/>
                          </a:ln>
                          <a:solidFill>
                            <a:schemeClr val="tx1"/>
                          </a:solidFill>
                          <a:effectLst/>
                          <a:latin typeface="Times New Roman" panose="02020603050405020304" pitchFamily="18" charset="0"/>
                          <a:ea typeface="黑体" panose="02010609060101010101" pitchFamily="49" charset="-122"/>
                          <a:sym typeface="Symbol" panose="05050102010706020507" pitchFamily="18" charset="2"/>
                        </a:rPr>
                        <a:t>FT</a:t>
                      </a:r>
                      <a:r>
                        <a:rPr kumimoji="0" lang="en-US" altLang="zh-CN" sz="2400" b="1" i="0" u="none" strike="noStrike" cap="none" normalizeH="0" baseline="0">
                          <a:ln>
                            <a:noFill/>
                          </a:ln>
                          <a:solidFill>
                            <a:schemeClr val="tx1"/>
                          </a:solidFill>
                          <a:effectLst/>
                          <a:latin typeface="Times New Roman" panose="02020603050405020304" pitchFamily="18" charset="0"/>
                          <a:ea typeface="黑体" panose="02010609060101010101" pitchFamily="49" charset="-122"/>
                          <a:sym typeface="Symbol" panose="05050102010706020507" pitchFamily="18" charset="2"/>
                        </a:rPr>
                        <a:t></a:t>
                      </a:r>
                    </a:p>
                  </a:txBody>
                  <a:tcPr marL="54000" marR="54000" marT="28800" marB="2880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l"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endParaRPr kumimoji="0" lang="zh-CN" altLang="zh-CN" sz="2400" b="0" i="0" u="none" strike="noStrike" cap="none" normalizeH="0" baseline="0">
                        <a:ln>
                          <a:noFill/>
                        </a:ln>
                        <a:solidFill>
                          <a:schemeClr val="tx1"/>
                        </a:solidFill>
                        <a:effectLst/>
                        <a:latin typeface="Times New Roman" panose="02020603050405020304" pitchFamily="18" charset="0"/>
                        <a:ea typeface="黑体" panose="02010609060101010101" pitchFamily="49" charset="-122"/>
                      </a:endParaRPr>
                    </a:p>
                  </a:txBody>
                  <a:tcPr marL="54000" marR="54000" marT="28800" marB="2880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l"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endParaRPr kumimoji="0" lang="zh-CN" altLang="zh-CN" sz="2400" b="0" i="0" u="none" strike="noStrike" cap="none" normalizeH="0" baseline="0">
                        <a:ln>
                          <a:noFill/>
                        </a:ln>
                        <a:solidFill>
                          <a:schemeClr val="tx1"/>
                        </a:solidFill>
                        <a:effectLst/>
                        <a:latin typeface="Times New Roman" panose="02020603050405020304" pitchFamily="18" charset="0"/>
                        <a:ea typeface="黑体" panose="02010609060101010101" pitchFamily="49" charset="-122"/>
                      </a:endParaRPr>
                    </a:p>
                  </a:txBody>
                  <a:tcPr marL="54000" marR="54000" marT="28800" marB="2880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l"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r>
                        <a:rPr kumimoji="0" lang="en-US" altLang="zh-CN" sz="2400" b="1" i="1" u="none" strike="noStrike" cap="none" normalizeH="0" baseline="0">
                          <a:ln>
                            <a:noFill/>
                          </a:ln>
                          <a:solidFill>
                            <a:schemeClr val="tx1"/>
                          </a:solidFill>
                          <a:effectLst/>
                          <a:latin typeface="Times New Roman" panose="02020603050405020304" pitchFamily="18" charset="0"/>
                          <a:ea typeface="黑体" panose="02010609060101010101" pitchFamily="49" charset="-122"/>
                        </a:rPr>
                        <a:t>T</a:t>
                      </a:r>
                      <a:r>
                        <a:rPr kumimoji="0" lang="en-US" altLang="zh-CN" sz="2400" b="1" i="0" u="none" strike="noStrike" cap="none" normalizeH="0" baseline="0">
                          <a:ln>
                            <a:noFill/>
                          </a:ln>
                          <a:solidFill>
                            <a:schemeClr val="tx1"/>
                          </a:solidFill>
                          <a:effectLst/>
                          <a:latin typeface="Times New Roman" panose="02020603050405020304" pitchFamily="18" charset="0"/>
                          <a:ea typeface="黑体" panose="02010609060101010101" pitchFamily="49" charset="-122"/>
                          <a:sym typeface="Symbol" panose="05050102010706020507" pitchFamily="18" charset="2"/>
                        </a:rPr>
                        <a:t></a:t>
                      </a:r>
                      <a:r>
                        <a:rPr kumimoji="0" lang="en-US" altLang="zh-CN" sz="2400" b="1" i="1" u="none" strike="noStrike" cap="none" normalizeH="0" baseline="0">
                          <a:ln>
                            <a:noFill/>
                          </a:ln>
                          <a:solidFill>
                            <a:schemeClr val="tx1"/>
                          </a:solidFill>
                          <a:effectLst/>
                          <a:latin typeface="Times New Roman" panose="02020603050405020304" pitchFamily="18" charset="0"/>
                          <a:ea typeface="黑体" panose="02010609060101010101" pitchFamily="49" charset="-122"/>
                          <a:sym typeface="Symbol" panose="05050102010706020507" pitchFamily="18" charset="2"/>
                        </a:rPr>
                        <a:t>FT</a:t>
                      </a:r>
                      <a:r>
                        <a:rPr kumimoji="0" lang="en-US" altLang="zh-CN" sz="2400" b="1" i="0" u="none" strike="noStrike" cap="none" normalizeH="0" baseline="0">
                          <a:ln>
                            <a:noFill/>
                          </a:ln>
                          <a:solidFill>
                            <a:schemeClr val="tx1"/>
                          </a:solidFill>
                          <a:effectLst/>
                          <a:latin typeface="Times New Roman" panose="02020603050405020304" pitchFamily="18" charset="0"/>
                          <a:ea typeface="黑体" panose="02010609060101010101" pitchFamily="49" charset="-122"/>
                          <a:sym typeface="Symbol" panose="05050102010706020507" pitchFamily="18" charset="2"/>
                        </a:rPr>
                        <a:t></a:t>
                      </a:r>
                    </a:p>
                  </a:txBody>
                  <a:tcPr marL="54000" marR="54000" marT="28800" marB="2880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l"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endParaRPr kumimoji="0" lang="zh-CN" altLang="zh-CN" sz="2400" b="0" i="0" u="none" strike="noStrike" cap="none" normalizeH="0" baseline="0">
                        <a:ln>
                          <a:noFill/>
                        </a:ln>
                        <a:solidFill>
                          <a:schemeClr val="tx1"/>
                        </a:solidFill>
                        <a:effectLst/>
                        <a:latin typeface="Times New Roman" panose="02020603050405020304" pitchFamily="18" charset="0"/>
                        <a:ea typeface="黑体" panose="02010609060101010101" pitchFamily="49" charset="-122"/>
                      </a:endParaRPr>
                    </a:p>
                  </a:txBody>
                  <a:tcPr marL="54000" marR="54000" marT="28800" marB="2880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l"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endParaRPr kumimoji="0" lang="zh-CN" altLang="zh-CN" sz="2400" b="0" i="0" u="none" strike="noStrike" cap="none" normalizeH="0" baseline="0">
                        <a:ln>
                          <a:noFill/>
                        </a:ln>
                        <a:solidFill>
                          <a:schemeClr val="tx1"/>
                        </a:solidFill>
                        <a:effectLst/>
                        <a:latin typeface="Times New Roman" panose="02020603050405020304" pitchFamily="18" charset="0"/>
                        <a:ea typeface="黑体" panose="02010609060101010101" pitchFamily="49" charset="-122"/>
                      </a:endParaRPr>
                    </a:p>
                  </a:txBody>
                  <a:tcPr marL="54000" marR="54000" marT="28800" marB="28800" anchor="ct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4"/>
                  </a:ext>
                </a:extLst>
              </a:tr>
              <a:tr h="585788">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r>
                        <a:rPr kumimoji="0" lang="en-US" altLang="zh-CN" sz="2400" b="1" i="1" u="none" strike="noStrike" cap="none" normalizeH="0" baseline="0">
                          <a:ln>
                            <a:noFill/>
                          </a:ln>
                          <a:solidFill>
                            <a:schemeClr val="tx1"/>
                          </a:solidFill>
                          <a:effectLst/>
                          <a:latin typeface="Times New Roman" panose="02020603050405020304" pitchFamily="18" charset="0"/>
                          <a:ea typeface="黑体" panose="02010609060101010101" pitchFamily="49" charset="-122"/>
                        </a:rPr>
                        <a:t>T </a:t>
                      </a:r>
                      <a:r>
                        <a:rPr kumimoji="0" lang="en-US" altLang="zh-CN" sz="2400" b="1" i="0" u="none" strike="noStrike" cap="none" normalizeH="0" baseline="0">
                          <a:ln>
                            <a:noFill/>
                          </a:ln>
                          <a:solidFill>
                            <a:schemeClr val="tx1"/>
                          </a:solidFill>
                          <a:effectLst/>
                          <a:latin typeface="Times New Roman" panose="02020603050405020304" pitchFamily="18" charset="0"/>
                          <a:ea typeface="黑体" panose="02010609060101010101" pitchFamily="49" charset="-122"/>
                          <a:sym typeface="Symbol" panose="05050102010706020507" pitchFamily="18" charset="2"/>
                        </a:rPr>
                        <a:t></a:t>
                      </a:r>
                    </a:p>
                  </a:txBody>
                  <a:tcPr marL="54000" marR="54000" marT="28800" marB="28800" anchor="ct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l"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endParaRPr kumimoji="0" lang="zh-CN" altLang="zh-CN" sz="2400" b="0" i="0" u="none" strike="noStrike" cap="none" normalizeH="0" baseline="0">
                        <a:ln>
                          <a:noFill/>
                        </a:ln>
                        <a:solidFill>
                          <a:schemeClr val="tx1"/>
                        </a:solidFill>
                        <a:effectLst/>
                        <a:latin typeface="Times New Roman" panose="02020603050405020304" pitchFamily="18" charset="0"/>
                        <a:ea typeface="黑体" panose="02010609060101010101" pitchFamily="49" charset="-122"/>
                      </a:endParaRPr>
                    </a:p>
                  </a:txBody>
                  <a:tcPr marL="54000" marR="54000" marT="28800" marB="2880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l"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r>
                        <a:rPr kumimoji="0" lang="en-US" altLang="zh-CN" sz="2400" b="1" i="1" u="none" strike="noStrike" cap="none" normalizeH="0" baseline="0">
                          <a:ln>
                            <a:noFill/>
                          </a:ln>
                          <a:solidFill>
                            <a:schemeClr val="tx1"/>
                          </a:solidFill>
                          <a:effectLst/>
                          <a:latin typeface="Times New Roman" panose="02020603050405020304" pitchFamily="18" charset="0"/>
                          <a:ea typeface="黑体" panose="02010609060101010101" pitchFamily="49" charset="-122"/>
                        </a:rPr>
                        <a:t>T</a:t>
                      </a:r>
                      <a:r>
                        <a:rPr kumimoji="0" lang="en-US" altLang="zh-CN" sz="2400" b="1" i="0" u="none" strike="noStrike" cap="none" normalizeH="0" baseline="0">
                          <a:ln>
                            <a:noFill/>
                          </a:ln>
                          <a:solidFill>
                            <a:schemeClr val="tx1"/>
                          </a:solidFill>
                          <a:effectLst/>
                          <a:latin typeface="Times New Roman" panose="02020603050405020304" pitchFamily="18" charset="0"/>
                          <a:ea typeface="黑体" panose="02010609060101010101" pitchFamily="49" charset="-122"/>
                          <a:sym typeface="Symbol" panose="05050102010706020507" pitchFamily="18" charset="2"/>
                        </a:rPr>
                        <a:t></a:t>
                      </a:r>
                    </a:p>
                  </a:txBody>
                  <a:tcPr marL="54000" marR="54000" marT="28800" marB="2880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l"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r>
                        <a:rPr kumimoji="0" lang="en-US" altLang="zh-CN" sz="2400" b="1" i="1" u="none" strike="noStrike" cap="none" normalizeH="0" baseline="0">
                          <a:ln>
                            <a:noFill/>
                          </a:ln>
                          <a:solidFill>
                            <a:schemeClr val="tx1"/>
                          </a:solidFill>
                          <a:effectLst/>
                          <a:latin typeface="Times New Roman" panose="02020603050405020304" pitchFamily="18" charset="0"/>
                          <a:ea typeface="黑体" panose="02010609060101010101" pitchFamily="49" charset="-122"/>
                        </a:rPr>
                        <a:t>T</a:t>
                      </a:r>
                      <a:r>
                        <a:rPr kumimoji="0" lang="en-US" altLang="zh-CN" sz="2400" b="1" i="0" u="none" strike="noStrike" cap="none" normalizeH="0" baseline="0">
                          <a:ln>
                            <a:noFill/>
                          </a:ln>
                          <a:solidFill>
                            <a:schemeClr val="tx1"/>
                          </a:solidFill>
                          <a:effectLst/>
                          <a:latin typeface="Times New Roman" panose="02020603050405020304" pitchFamily="18" charset="0"/>
                          <a:ea typeface="黑体" panose="02010609060101010101" pitchFamily="49" charset="-122"/>
                          <a:sym typeface="Symbol" panose="05050102010706020507" pitchFamily="18" charset="2"/>
                        </a:rPr>
                        <a:t>*</a:t>
                      </a:r>
                      <a:r>
                        <a:rPr kumimoji="0" lang="en-US" altLang="zh-CN" sz="2400" b="1" i="1" u="none" strike="noStrike" cap="none" normalizeH="0" baseline="0">
                          <a:ln>
                            <a:noFill/>
                          </a:ln>
                          <a:solidFill>
                            <a:schemeClr val="tx1"/>
                          </a:solidFill>
                          <a:effectLst/>
                          <a:latin typeface="Times New Roman" panose="02020603050405020304" pitchFamily="18" charset="0"/>
                          <a:ea typeface="黑体" panose="02010609060101010101" pitchFamily="49" charset="-122"/>
                          <a:sym typeface="Symbol" panose="05050102010706020507" pitchFamily="18" charset="2"/>
                        </a:rPr>
                        <a:t>FT</a:t>
                      </a:r>
                      <a:r>
                        <a:rPr kumimoji="0" lang="en-US" altLang="zh-CN" sz="2400" b="1" i="0" u="none" strike="noStrike" cap="none" normalizeH="0" baseline="0">
                          <a:ln>
                            <a:noFill/>
                          </a:ln>
                          <a:solidFill>
                            <a:schemeClr val="tx1"/>
                          </a:solidFill>
                          <a:effectLst/>
                          <a:latin typeface="Times New Roman" panose="02020603050405020304" pitchFamily="18" charset="0"/>
                          <a:ea typeface="黑体" panose="02010609060101010101" pitchFamily="49" charset="-122"/>
                          <a:sym typeface="Symbol" panose="05050102010706020507" pitchFamily="18" charset="2"/>
                        </a:rPr>
                        <a:t></a:t>
                      </a:r>
                    </a:p>
                  </a:txBody>
                  <a:tcPr marL="54000" marR="54000" marT="28800" marB="2880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l"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endParaRPr kumimoji="0" lang="zh-CN" altLang="zh-CN" sz="2400" b="0" i="0" u="none" strike="noStrike" cap="none" normalizeH="0" baseline="0">
                        <a:ln>
                          <a:noFill/>
                        </a:ln>
                        <a:solidFill>
                          <a:schemeClr val="tx1"/>
                        </a:solidFill>
                        <a:effectLst/>
                        <a:latin typeface="Times New Roman" panose="02020603050405020304" pitchFamily="18" charset="0"/>
                        <a:ea typeface="黑体" panose="02010609060101010101" pitchFamily="49" charset="-122"/>
                      </a:endParaRPr>
                    </a:p>
                  </a:txBody>
                  <a:tcPr marL="54000" marR="54000" marT="28800" marB="2880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l"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r>
                        <a:rPr kumimoji="0" lang="en-US" altLang="zh-CN" sz="2400" b="1" i="1" u="none" strike="noStrike" cap="none" normalizeH="0" baseline="0">
                          <a:ln>
                            <a:noFill/>
                          </a:ln>
                          <a:solidFill>
                            <a:schemeClr val="tx1"/>
                          </a:solidFill>
                          <a:effectLst/>
                          <a:latin typeface="Times New Roman" panose="02020603050405020304" pitchFamily="18" charset="0"/>
                          <a:ea typeface="黑体" panose="02010609060101010101" pitchFamily="49" charset="-122"/>
                        </a:rPr>
                        <a:t>T</a:t>
                      </a:r>
                      <a:r>
                        <a:rPr kumimoji="0" lang="en-US" altLang="zh-CN" sz="2400" b="1" i="0" u="none" strike="noStrike" cap="none" normalizeH="0" baseline="0">
                          <a:ln>
                            <a:noFill/>
                          </a:ln>
                          <a:solidFill>
                            <a:schemeClr val="tx1"/>
                          </a:solidFill>
                          <a:effectLst/>
                          <a:latin typeface="Times New Roman" panose="02020603050405020304" pitchFamily="18" charset="0"/>
                          <a:ea typeface="黑体" panose="02010609060101010101" pitchFamily="49" charset="-122"/>
                          <a:sym typeface="Symbol" panose="05050102010706020507" pitchFamily="18" charset="2"/>
                        </a:rPr>
                        <a:t></a:t>
                      </a:r>
                    </a:p>
                  </a:txBody>
                  <a:tcPr marL="54000" marR="54000" marT="28800" marB="2880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l"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r>
                        <a:rPr kumimoji="0" lang="en-US" altLang="zh-CN" sz="2400" b="1" i="1" u="none" strike="noStrike" cap="none" normalizeH="0" baseline="0">
                          <a:ln>
                            <a:noFill/>
                          </a:ln>
                          <a:solidFill>
                            <a:schemeClr val="tx1"/>
                          </a:solidFill>
                          <a:effectLst/>
                          <a:latin typeface="Times New Roman" panose="02020603050405020304" pitchFamily="18" charset="0"/>
                          <a:ea typeface="黑体" panose="02010609060101010101" pitchFamily="49" charset="-122"/>
                        </a:rPr>
                        <a:t>T</a:t>
                      </a:r>
                      <a:r>
                        <a:rPr kumimoji="0" lang="en-US" altLang="zh-CN" sz="2400" b="1" i="0" u="none" strike="noStrike" cap="none" normalizeH="0" baseline="0">
                          <a:ln>
                            <a:noFill/>
                          </a:ln>
                          <a:solidFill>
                            <a:schemeClr val="tx1"/>
                          </a:solidFill>
                          <a:effectLst/>
                          <a:latin typeface="Times New Roman" panose="02020603050405020304" pitchFamily="18" charset="0"/>
                          <a:ea typeface="黑体" panose="02010609060101010101" pitchFamily="49" charset="-122"/>
                          <a:sym typeface="Symbol" panose="05050102010706020507" pitchFamily="18" charset="2"/>
                        </a:rPr>
                        <a:t></a:t>
                      </a:r>
                    </a:p>
                  </a:txBody>
                  <a:tcPr marL="54000" marR="54000" marT="28800" marB="28800" anchor="ct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5"/>
                  </a:ext>
                </a:extLst>
              </a:tr>
              <a:tr h="588963">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r>
                        <a:rPr kumimoji="0" lang="en-US" altLang="zh-CN" sz="2400" b="1" i="1" u="none" strike="noStrike" cap="none" normalizeH="0" baseline="0">
                          <a:ln>
                            <a:noFill/>
                          </a:ln>
                          <a:solidFill>
                            <a:schemeClr val="tx1"/>
                          </a:solidFill>
                          <a:effectLst/>
                          <a:latin typeface="Times New Roman" panose="02020603050405020304" pitchFamily="18" charset="0"/>
                          <a:ea typeface="黑体" panose="02010609060101010101" pitchFamily="49" charset="-122"/>
                        </a:rPr>
                        <a:t>F</a:t>
                      </a:r>
                    </a:p>
                  </a:txBody>
                  <a:tcPr marL="54000" marR="54000" marT="28800" marB="28800" anchor="ct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l"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endParaRPr kumimoji="0" lang="zh-CN" altLang="zh-CN" sz="2400" b="1" i="0" u="none" strike="noStrike" cap="none" normalizeH="0" baseline="0">
                        <a:ln>
                          <a:noFill/>
                        </a:ln>
                        <a:solidFill>
                          <a:schemeClr val="tx1"/>
                        </a:solidFill>
                        <a:effectLst/>
                        <a:latin typeface="Times New Roman" panose="02020603050405020304" pitchFamily="18" charset="0"/>
                        <a:ea typeface="黑体" panose="02010609060101010101" pitchFamily="49" charset="-122"/>
                        <a:sym typeface="Symbol" panose="05050102010706020507" pitchFamily="18" charset="2"/>
                      </a:endParaRPr>
                    </a:p>
                  </a:txBody>
                  <a:tcPr marL="54000" marR="54000" marT="28800" marB="2880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l"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endParaRPr kumimoji="0" lang="zh-CN" altLang="zh-CN" sz="2400" b="0" i="0" u="none" strike="noStrike" cap="none" normalizeH="0" baseline="0">
                        <a:ln>
                          <a:noFill/>
                        </a:ln>
                        <a:solidFill>
                          <a:schemeClr val="tx1"/>
                        </a:solidFill>
                        <a:effectLst/>
                        <a:latin typeface="Times New Roman" panose="02020603050405020304" pitchFamily="18" charset="0"/>
                        <a:ea typeface="黑体" panose="02010609060101010101" pitchFamily="49" charset="-122"/>
                      </a:endParaRPr>
                    </a:p>
                  </a:txBody>
                  <a:tcPr marL="54000" marR="54000" marT="28800" marB="2880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l"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endParaRPr kumimoji="0" lang="zh-CN" altLang="zh-CN" sz="2400" b="0" i="0" u="none" strike="noStrike" cap="none" normalizeH="0" baseline="0">
                        <a:ln>
                          <a:noFill/>
                        </a:ln>
                        <a:solidFill>
                          <a:schemeClr val="tx1"/>
                        </a:solidFill>
                        <a:effectLst/>
                        <a:latin typeface="Times New Roman" panose="02020603050405020304" pitchFamily="18" charset="0"/>
                        <a:ea typeface="黑体" panose="02010609060101010101" pitchFamily="49" charset="-122"/>
                      </a:endParaRPr>
                    </a:p>
                  </a:txBody>
                  <a:tcPr marL="54000" marR="54000" marT="28800" marB="2880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l"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endParaRPr kumimoji="0" lang="zh-CN" altLang="zh-CN" sz="2400" b="0" i="0" u="none" strike="noStrike" cap="none" normalizeH="0" baseline="0">
                        <a:ln>
                          <a:noFill/>
                        </a:ln>
                        <a:solidFill>
                          <a:schemeClr val="tx1"/>
                        </a:solidFill>
                        <a:effectLst/>
                        <a:latin typeface="Times New Roman" panose="02020603050405020304" pitchFamily="18" charset="0"/>
                        <a:ea typeface="黑体" panose="02010609060101010101" pitchFamily="49" charset="-122"/>
                      </a:endParaRPr>
                    </a:p>
                  </a:txBody>
                  <a:tcPr marL="54000" marR="54000" marT="28800" marB="2880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l"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endParaRPr kumimoji="0" lang="zh-CN" altLang="zh-CN" sz="2400" b="0" i="0" u="none" strike="noStrike" cap="none" normalizeH="0" baseline="0">
                        <a:ln>
                          <a:noFill/>
                        </a:ln>
                        <a:solidFill>
                          <a:schemeClr val="tx1"/>
                        </a:solidFill>
                        <a:effectLst/>
                        <a:latin typeface="Times New Roman" panose="02020603050405020304" pitchFamily="18" charset="0"/>
                        <a:ea typeface="黑体" panose="02010609060101010101" pitchFamily="49" charset="-122"/>
                      </a:endParaRPr>
                    </a:p>
                  </a:txBody>
                  <a:tcPr marL="54000" marR="54000" marT="28800" marB="2880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l"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endParaRPr kumimoji="0" lang="zh-CN" altLang="zh-CN" sz="2400" b="0" i="0" u="none" strike="noStrike" cap="none" normalizeH="0" baseline="0" dirty="0">
                        <a:ln>
                          <a:noFill/>
                        </a:ln>
                        <a:solidFill>
                          <a:schemeClr val="tx1"/>
                        </a:solidFill>
                        <a:effectLst/>
                        <a:latin typeface="Times New Roman" panose="02020603050405020304" pitchFamily="18" charset="0"/>
                        <a:ea typeface="黑体" panose="02010609060101010101" pitchFamily="49" charset="-122"/>
                      </a:endParaRPr>
                    </a:p>
                  </a:txBody>
                  <a:tcPr marL="54000" marR="54000" marT="28800" marB="28800" anchor="ct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6"/>
                  </a:ext>
                </a:extLst>
              </a:tr>
            </a:tbl>
          </a:graphicData>
        </a:graphic>
      </p:graphicFrame>
      <p:sp>
        <p:nvSpPr>
          <p:cNvPr id="3" name="日期占位符 2">
            <a:extLst>
              <a:ext uri="{FF2B5EF4-FFF2-40B4-BE49-F238E27FC236}">
                <a16:creationId xmlns:a16="http://schemas.microsoft.com/office/drawing/2014/main" id="{9AF971A6-DBE3-C8B9-B26C-65FE481C4A25}"/>
              </a:ext>
            </a:extLst>
          </p:cNvPr>
          <p:cNvSpPr>
            <a:spLocks noGrp="1"/>
          </p:cNvSpPr>
          <p:nvPr>
            <p:ph type="dt" sz="half" idx="10"/>
          </p:nvPr>
        </p:nvSpPr>
        <p:spPr/>
        <p:txBody>
          <a:bodyPr/>
          <a:lstStyle/>
          <a:p>
            <a:fld id="{E20411CB-8E53-48ED-8953-4068EEC49CD1}" type="datetime2">
              <a:rPr lang="zh-CN" altLang="en-US" smtClean="0"/>
              <a:pPr/>
              <a:t>2025年11月26日</a:t>
            </a:fld>
            <a:endParaRPr lang="zh-CN" altLang="en-US"/>
          </a:p>
        </p:txBody>
      </p:sp>
      <p:sp>
        <p:nvSpPr>
          <p:cNvPr id="4" name="页脚占位符 3">
            <a:extLst>
              <a:ext uri="{FF2B5EF4-FFF2-40B4-BE49-F238E27FC236}">
                <a16:creationId xmlns:a16="http://schemas.microsoft.com/office/drawing/2014/main" id="{021A8790-3B9E-B1F0-34FB-679EF10B0790}"/>
              </a:ext>
            </a:extLst>
          </p:cNvPr>
          <p:cNvSpPr>
            <a:spLocks noGrp="1"/>
          </p:cNvSpPr>
          <p:nvPr>
            <p:ph type="ftr" sz="quarter" idx="11"/>
          </p:nvPr>
        </p:nvSpPr>
        <p:spPr/>
        <p:txBody>
          <a:bodyPr/>
          <a:lstStyle/>
          <a:p>
            <a:r>
              <a:rPr lang="zh-CN" altLang="en-US"/>
              <a:t>编译原理</a:t>
            </a:r>
            <a:r>
              <a:rPr lang="en-US" altLang="zh-CN"/>
              <a:t>-</a:t>
            </a:r>
            <a:r>
              <a:rPr lang="zh-CN" altLang="en-US"/>
              <a:t>王欣捷</a:t>
            </a:r>
            <a:r>
              <a:rPr lang="en-US" altLang="zh-CN"/>
              <a:t>-</a:t>
            </a:r>
            <a:r>
              <a:rPr lang="zh-CN" altLang="en-US"/>
              <a:t>第三章 语法分析</a:t>
            </a:r>
            <a:r>
              <a:rPr lang="en-US" altLang="zh-CN"/>
              <a:t>(4)</a:t>
            </a:r>
            <a:endParaRPr lang="zh-CN" altLang="en-US"/>
          </a:p>
        </p:txBody>
      </p:sp>
      <p:sp>
        <p:nvSpPr>
          <p:cNvPr id="5" name="灯片编号占位符 4">
            <a:extLst>
              <a:ext uri="{FF2B5EF4-FFF2-40B4-BE49-F238E27FC236}">
                <a16:creationId xmlns:a16="http://schemas.microsoft.com/office/drawing/2014/main" id="{8D7F1749-8F0F-CBE4-A730-D2510BDCA09D}"/>
              </a:ext>
            </a:extLst>
          </p:cNvPr>
          <p:cNvSpPr>
            <a:spLocks noGrp="1"/>
          </p:cNvSpPr>
          <p:nvPr>
            <p:ph type="sldNum" sz="quarter" idx="12"/>
          </p:nvPr>
        </p:nvSpPr>
        <p:spPr/>
        <p:txBody>
          <a:bodyPr/>
          <a:lstStyle/>
          <a:p>
            <a:fld id="{094DEB03-EFC6-4C20-8FC8-295189A5386F}" type="slidenum">
              <a:rPr lang="zh-CN" altLang="en-US" smtClean="0"/>
              <a:pPr/>
              <a:t>45</a:t>
            </a:fld>
            <a:endParaRPr lang="zh-CN" altLang="en-US"/>
          </a:p>
        </p:txBody>
      </p:sp>
    </p:spTree>
  </p:cSld>
  <p:clrMapOvr>
    <a:masterClrMapping/>
  </p:clrMapOvr>
</p:sld>
</file>

<file path=ppt/slides/slide4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3250" name="Rectangle 2">
            <a:extLst>
              <a:ext uri="{FF2B5EF4-FFF2-40B4-BE49-F238E27FC236}">
                <a16:creationId xmlns:a16="http://schemas.microsoft.com/office/drawing/2014/main" id="{D7A1C94A-B22E-4A8D-BBD1-B0254A962799}"/>
              </a:ext>
            </a:extLst>
          </p:cNvPr>
          <p:cNvSpPr>
            <a:spLocks noGrp="1" noChangeArrowheads="1"/>
          </p:cNvSpPr>
          <p:nvPr>
            <p:ph type="title"/>
          </p:nvPr>
        </p:nvSpPr>
        <p:spPr/>
        <p:txBody>
          <a:bodyPr/>
          <a:lstStyle/>
          <a:p>
            <a:pPr eaLnBrk="1" hangingPunct="1"/>
            <a:r>
              <a:rPr lang="en-US" altLang="zh-CN"/>
              <a:t>3.3.5 </a:t>
            </a:r>
            <a:r>
              <a:rPr lang="zh-CN" altLang="en-US"/>
              <a:t>构造预测分析表</a:t>
            </a:r>
          </a:p>
        </p:txBody>
      </p:sp>
      <p:sp>
        <p:nvSpPr>
          <p:cNvPr id="2" name="内容占位符 1">
            <a:extLst>
              <a:ext uri="{FF2B5EF4-FFF2-40B4-BE49-F238E27FC236}">
                <a16:creationId xmlns:a16="http://schemas.microsoft.com/office/drawing/2014/main" id="{DA6F2DB8-2384-4A37-B4C6-E3BC86B9A382}"/>
              </a:ext>
            </a:extLst>
          </p:cNvPr>
          <p:cNvSpPr>
            <a:spLocks noGrp="1"/>
          </p:cNvSpPr>
          <p:nvPr>
            <p:ph idx="1"/>
          </p:nvPr>
        </p:nvSpPr>
        <p:spPr/>
        <p:txBody>
          <a:bodyPr/>
          <a:lstStyle/>
          <a:p>
            <a:r>
              <a:rPr lang="en-US" altLang="zh-CN" sz="3200" b="1" i="1" err="1">
                <a:solidFill>
                  <a:schemeClr val="accent2"/>
                </a:solidFill>
                <a:latin typeface="Times New Roman" panose="02020603050405020304" pitchFamily="18" charset="0"/>
                <a:ea typeface="宋体" panose="02010600030101010101" pitchFamily="2" charset="-122"/>
              </a:rPr>
              <a:t>F</a:t>
            </a:r>
            <a:r>
              <a:rPr lang="en-US" altLang="zh-CN" sz="3200" b="1" err="1">
                <a:solidFill>
                  <a:schemeClr val="accent2"/>
                </a:solidFill>
                <a:latin typeface="Times New Roman" panose="02020603050405020304" pitchFamily="18" charset="0"/>
                <a:ea typeface="宋体" panose="02010600030101010101" pitchFamily="2" charset="-122"/>
                <a:sym typeface="Symbol" panose="05050102010706020507" pitchFamily="18" charset="2"/>
              </a:rPr>
              <a:t>id</a:t>
            </a:r>
            <a:endParaRPr lang="en-US" altLang="zh-CN" sz="3200" b="1">
              <a:solidFill>
                <a:schemeClr val="accent2"/>
              </a:solidFill>
              <a:latin typeface="Times New Roman" panose="02020603050405020304" pitchFamily="18" charset="0"/>
              <a:ea typeface="宋体" panose="02010600030101010101" pitchFamily="2" charset="-122"/>
              <a:sym typeface="Symbol" panose="05050102010706020507" pitchFamily="18" charset="2"/>
            </a:endParaRPr>
          </a:p>
          <a:p>
            <a:r>
              <a:rPr lang="en-US" altLang="zh-CN" sz="3200" b="1">
                <a:solidFill>
                  <a:schemeClr val="accent2"/>
                </a:solidFill>
                <a:latin typeface="Times New Roman" panose="02020603050405020304" pitchFamily="18" charset="0"/>
                <a:ea typeface="宋体" panose="02010600030101010101" pitchFamily="2" charset="-122"/>
                <a:sym typeface="Symbol" panose="05050102010706020507" pitchFamily="18" charset="2"/>
              </a:rPr>
              <a:t>FIRST(id)={id}</a:t>
            </a:r>
          </a:p>
        </p:txBody>
      </p:sp>
      <p:graphicFrame>
        <p:nvGraphicFramePr>
          <p:cNvPr id="6" name="Group 3">
            <a:extLst>
              <a:ext uri="{FF2B5EF4-FFF2-40B4-BE49-F238E27FC236}">
                <a16:creationId xmlns:a16="http://schemas.microsoft.com/office/drawing/2014/main" id="{61DC41D2-BC98-400B-9988-DCB9B6DD161D}"/>
              </a:ext>
            </a:extLst>
          </p:cNvPr>
          <p:cNvGraphicFramePr>
            <a:graphicFrameLocks/>
          </p:cNvGraphicFramePr>
          <p:nvPr>
            <p:extLst>
              <p:ext uri="{D42A27DB-BD31-4B8C-83A1-F6EECF244321}">
                <p14:modId xmlns:p14="http://schemas.microsoft.com/office/powerpoint/2010/main" val="18504915"/>
              </p:ext>
            </p:extLst>
          </p:nvPr>
        </p:nvGraphicFramePr>
        <p:xfrm>
          <a:off x="208756" y="2520000"/>
          <a:ext cx="8726488" cy="4114803"/>
        </p:xfrm>
        <a:graphic>
          <a:graphicData uri="http://schemas.openxmlformats.org/drawingml/2006/table">
            <a:tbl>
              <a:tblPr/>
              <a:tblGrid>
                <a:gridCol w="1066800">
                  <a:extLst>
                    <a:ext uri="{9D8B030D-6E8A-4147-A177-3AD203B41FA5}">
                      <a16:colId xmlns:a16="http://schemas.microsoft.com/office/drawing/2014/main" val="20000"/>
                    </a:ext>
                  </a:extLst>
                </a:gridCol>
                <a:gridCol w="1295400">
                  <a:extLst>
                    <a:ext uri="{9D8B030D-6E8A-4147-A177-3AD203B41FA5}">
                      <a16:colId xmlns:a16="http://schemas.microsoft.com/office/drawing/2014/main" val="20001"/>
                    </a:ext>
                  </a:extLst>
                </a:gridCol>
                <a:gridCol w="1379538">
                  <a:extLst>
                    <a:ext uri="{9D8B030D-6E8A-4147-A177-3AD203B41FA5}">
                      <a16:colId xmlns:a16="http://schemas.microsoft.com/office/drawing/2014/main" val="20002"/>
                    </a:ext>
                  </a:extLst>
                </a:gridCol>
                <a:gridCol w="1516062">
                  <a:extLst>
                    <a:ext uri="{9D8B030D-6E8A-4147-A177-3AD203B41FA5}">
                      <a16:colId xmlns:a16="http://schemas.microsoft.com/office/drawing/2014/main" val="20003"/>
                    </a:ext>
                  </a:extLst>
                </a:gridCol>
                <a:gridCol w="1143000">
                  <a:extLst>
                    <a:ext uri="{9D8B030D-6E8A-4147-A177-3AD203B41FA5}">
                      <a16:colId xmlns:a16="http://schemas.microsoft.com/office/drawing/2014/main" val="20004"/>
                    </a:ext>
                  </a:extLst>
                </a:gridCol>
                <a:gridCol w="1219200">
                  <a:extLst>
                    <a:ext uri="{9D8B030D-6E8A-4147-A177-3AD203B41FA5}">
                      <a16:colId xmlns:a16="http://schemas.microsoft.com/office/drawing/2014/main" val="20005"/>
                    </a:ext>
                  </a:extLst>
                </a:gridCol>
                <a:gridCol w="1106488">
                  <a:extLst>
                    <a:ext uri="{9D8B030D-6E8A-4147-A177-3AD203B41FA5}">
                      <a16:colId xmlns:a16="http://schemas.microsoft.com/office/drawing/2014/main" val="20006"/>
                    </a:ext>
                  </a:extLst>
                </a:gridCol>
              </a:tblGrid>
              <a:tr h="588963">
                <a:tc rowSpan="2">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r>
                        <a:rPr kumimoji="0" lang="zh-CN" altLang="en-US" sz="2400" b="0" i="0" u="none" strike="noStrike" cap="none" normalizeH="0" baseline="0">
                          <a:ln>
                            <a:noFill/>
                          </a:ln>
                          <a:solidFill>
                            <a:schemeClr val="tx1"/>
                          </a:solidFill>
                          <a:effectLst/>
                          <a:latin typeface="Times New Roman" panose="02020603050405020304" pitchFamily="18" charset="0"/>
                          <a:ea typeface="黑体" panose="02010609060101010101" pitchFamily="49" charset="-122"/>
                        </a:rPr>
                        <a:t>非 终结 符</a:t>
                      </a:r>
                    </a:p>
                  </a:txBody>
                  <a:tcPr marL="54000" marR="54000" marT="28800" marB="28800" anchor="ct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gridSpan="6">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r>
                        <a:rPr kumimoji="0" lang="zh-CN" altLang="en-US" sz="2400" b="0" i="0" u="none" strike="noStrike" cap="none" normalizeH="0" baseline="0">
                          <a:ln>
                            <a:noFill/>
                          </a:ln>
                          <a:solidFill>
                            <a:schemeClr val="tx1"/>
                          </a:solidFill>
                          <a:effectLst/>
                          <a:latin typeface="Times New Roman" panose="02020603050405020304" pitchFamily="18" charset="0"/>
                          <a:ea typeface="黑体" panose="02010609060101010101" pitchFamily="49" charset="-122"/>
                        </a:rPr>
                        <a:t>输 入 符 号</a:t>
                      </a:r>
                    </a:p>
                  </a:txBody>
                  <a:tcPr marL="54000" marR="54000" marT="28800" marB="28800" anchor="ct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extLst>
                  <a:ext uri="{0D108BD9-81ED-4DB2-BD59-A6C34878D82A}">
                    <a16:rowId xmlns:a16="http://schemas.microsoft.com/office/drawing/2014/main" val="10000"/>
                  </a:ext>
                </a:extLst>
              </a:tr>
              <a:tr h="585788">
                <a:tc vMerge="1">
                  <a:txBody>
                    <a:bodyPr/>
                    <a:lstStyle/>
                    <a:p>
                      <a:endParaRPr lang="zh-CN" altLang="en-US"/>
                    </a:p>
                  </a:txBody>
                  <a:tcPr/>
                </a:tc>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r>
                        <a:rPr kumimoji="0" lang="en-US" altLang="zh-CN" sz="2400" b="1" i="0" u="none" strike="noStrike" cap="none" normalizeH="0" baseline="0">
                          <a:ln>
                            <a:noFill/>
                          </a:ln>
                          <a:solidFill>
                            <a:schemeClr val="tx1"/>
                          </a:solidFill>
                          <a:effectLst/>
                          <a:latin typeface="Times New Roman" panose="02020603050405020304" pitchFamily="18" charset="0"/>
                          <a:ea typeface="黑体" panose="02010609060101010101" pitchFamily="49" charset="-122"/>
                        </a:rPr>
                        <a:t>id</a:t>
                      </a:r>
                    </a:p>
                  </a:txBody>
                  <a:tcPr marL="54000" marR="54000" marT="28800" marB="2880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r>
                        <a:rPr kumimoji="0" lang="en-US" altLang="zh-CN" sz="2400" b="1" i="0" u="none" strike="noStrike" cap="none" normalizeH="0" baseline="0">
                          <a:ln>
                            <a:noFill/>
                          </a:ln>
                          <a:solidFill>
                            <a:schemeClr val="tx1"/>
                          </a:solidFill>
                          <a:effectLst/>
                          <a:latin typeface="Times New Roman" panose="02020603050405020304" pitchFamily="18" charset="0"/>
                          <a:ea typeface="黑体" panose="02010609060101010101" pitchFamily="49" charset="-122"/>
                        </a:rPr>
                        <a:t>+</a:t>
                      </a:r>
                    </a:p>
                  </a:txBody>
                  <a:tcPr marL="54000" marR="54000" marT="28800" marB="2880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r>
                        <a:rPr kumimoji="0" lang="en-US" altLang="zh-CN" sz="2400" b="1" i="0" u="none" strike="noStrike" cap="none" normalizeH="0" baseline="0">
                          <a:ln>
                            <a:noFill/>
                          </a:ln>
                          <a:solidFill>
                            <a:schemeClr val="tx1"/>
                          </a:solidFill>
                          <a:effectLst/>
                          <a:latin typeface="Times New Roman" panose="02020603050405020304" pitchFamily="18" charset="0"/>
                          <a:ea typeface="黑体" panose="02010609060101010101" pitchFamily="49" charset="-122"/>
                        </a:rPr>
                        <a:t>*</a:t>
                      </a:r>
                    </a:p>
                  </a:txBody>
                  <a:tcPr marL="54000" marR="54000" marT="28800" marB="2880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r>
                        <a:rPr kumimoji="0" lang="en-US" altLang="zh-CN" sz="2400" b="1" i="0" u="none" strike="noStrike" cap="none" normalizeH="0" baseline="0">
                          <a:ln>
                            <a:noFill/>
                          </a:ln>
                          <a:solidFill>
                            <a:schemeClr val="tx1"/>
                          </a:solidFill>
                          <a:effectLst/>
                          <a:latin typeface="Times New Roman" panose="02020603050405020304" pitchFamily="18" charset="0"/>
                          <a:ea typeface="黑体" panose="02010609060101010101" pitchFamily="49" charset="-122"/>
                        </a:rPr>
                        <a:t>(</a:t>
                      </a:r>
                    </a:p>
                  </a:txBody>
                  <a:tcPr marL="54000" marR="54000" marT="28800" marB="2880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r>
                        <a:rPr kumimoji="0" lang="en-US" altLang="zh-CN" sz="2400" b="1" i="0" u="none" strike="noStrike" cap="none" normalizeH="0" baseline="0">
                          <a:ln>
                            <a:noFill/>
                          </a:ln>
                          <a:solidFill>
                            <a:schemeClr val="tx1"/>
                          </a:solidFill>
                          <a:effectLst/>
                          <a:latin typeface="Times New Roman" panose="02020603050405020304" pitchFamily="18" charset="0"/>
                          <a:ea typeface="黑体" panose="02010609060101010101" pitchFamily="49" charset="-122"/>
                        </a:rPr>
                        <a:t>)</a:t>
                      </a:r>
                    </a:p>
                  </a:txBody>
                  <a:tcPr marL="54000" marR="54000" marT="28800" marB="2880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r>
                        <a:rPr kumimoji="0" lang="en-US" altLang="zh-CN" sz="2400" b="1" i="0" u="none" strike="noStrike" cap="none" normalizeH="0" baseline="0">
                          <a:ln>
                            <a:noFill/>
                          </a:ln>
                          <a:solidFill>
                            <a:schemeClr val="tx1"/>
                          </a:solidFill>
                          <a:effectLst/>
                          <a:latin typeface="Times New Roman" panose="02020603050405020304" pitchFamily="18" charset="0"/>
                          <a:ea typeface="黑体" panose="02010609060101010101" pitchFamily="49" charset="-122"/>
                        </a:rPr>
                        <a:t>$</a:t>
                      </a:r>
                    </a:p>
                  </a:txBody>
                  <a:tcPr marL="54000" marR="54000" marT="28800" marB="28800" anchor="ct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1"/>
                  </a:ext>
                </a:extLst>
              </a:tr>
              <a:tr h="588963">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r>
                        <a:rPr kumimoji="0" lang="en-US" altLang="zh-CN" sz="2400" b="1" i="1" u="none" strike="noStrike" cap="none" normalizeH="0" baseline="0">
                          <a:ln>
                            <a:noFill/>
                          </a:ln>
                          <a:solidFill>
                            <a:schemeClr val="tx1"/>
                          </a:solidFill>
                          <a:effectLst/>
                          <a:latin typeface="Times New Roman" panose="02020603050405020304" pitchFamily="18" charset="0"/>
                          <a:ea typeface="黑体" panose="02010609060101010101" pitchFamily="49" charset="-122"/>
                        </a:rPr>
                        <a:t>E</a:t>
                      </a:r>
                    </a:p>
                  </a:txBody>
                  <a:tcPr marL="54000" marR="54000" marT="28800" marB="28800" anchor="ct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l"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r>
                        <a:rPr kumimoji="0" lang="en-US" altLang="zh-CN" sz="2400" b="1" i="1" u="none" strike="noStrike" cap="none" normalizeH="0" baseline="0">
                          <a:ln>
                            <a:noFill/>
                          </a:ln>
                          <a:solidFill>
                            <a:schemeClr val="tx1"/>
                          </a:solidFill>
                          <a:effectLst/>
                          <a:latin typeface="Times New Roman" panose="02020603050405020304" pitchFamily="18" charset="0"/>
                          <a:ea typeface="黑体" panose="02010609060101010101" pitchFamily="49" charset="-122"/>
                        </a:rPr>
                        <a:t>E</a:t>
                      </a:r>
                      <a:r>
                        <a:rPr kumimoji="0" lang="en-US" altLang="zh-CN" sz="2400" b="1" i="0" u="none" strike="noStrike" cap="none" normalizeH="0" baseline="0">
                          <a:ln>
                            <a:noFill/>
                          </a:ln>
                          <a:solidFill>
                            <a:schemeClr val="tx1"/>
                          </a:solidFill>
                          <a:effectLst/>
                          <a:latin typeface="Times New Roman" panose="02020603050405020304" pitchFamily="18" charset="0"/>
                          <a:ea typeface="黑体" panose="02010609060101010101" pitchFamily="49" charset="-122"/>
                          <a:sym typeface="Symbol" panose="05050102010706020507" pitchFamily="18" charset="2"/>
                        </a:rPr>
                        <a:t></a:t>
                      </a:r>
                      <a:r>
                        <a:rPr kumimoji="0" lang="en-US" altLang="zh-CN" sz="2400" b="1" i="1" u="none" strike="noStrike" cap="none" normalizeH="0" baseline="0">
                          <a:ln>
                            <a:noFill/>
                          </a:ln>
                          <a:solidFill>
                            <a:schemeClr val="tx1"/>
                          </a:solidFill>
                          <a:effectLst/>
                          <a:latin typeface="Times New Roman" panose="02020603050405020304" pitchFamily="18" charset="0"/>
                          <a:ea typeface="黑体" panose="02010609060101010101" pitchFamily="49" charset="-122"/>
                          <a:sym typeface="Symbol" panose="05050102010706020507" pitchFamily="18" charset="2"/>
                        </a:rPr>
                        <a:t>TE</a:t>
                      </a:r>
                      <a:r>
                        <a:rPr kumimoji="0" lang="en-US" altLang="zh-CN" sz="2400" b="1" i="0" u="none" strike="noStrike" cap="none" normalizeH="0" baseline="0">
                          <a:ln>
                            <a:noFill/>
                          </a:ln>
                          <a:solidFill>
                            <a:schemeClr val="tx1"/>
                          </a:solidFill>
                          <a:effectLst/>
                          <a:latin typeface="Times New Roman" panose="02020603050405020304" pitchFamily="18" charset="0"/>
                          <a:ea typeface="黑体" panose="02010609060101010101" pitchFamily="49" charset="-122"/>
                          <a:sym typeface="Symbol" panose="05050102010706020507" pitchFamily="18" charset="2"/>
                        </a:rPr>
                        <a:t></a:t>
                      </a:r>
                    </a:p>
                  </a:txBody>
                  <a:tcPr marL="54000" marR="54000" marT="28800" marB="2880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l"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endParaRPr kumimoji="0" lang="zh-CN" altLang="zh-CN" sz="2400" b="0" i="0" u="none" strike="noStrike" cap="none" normalizeH="0" baseline="0">
                        <a:ln>
                          <a:noFill/>
                        </a:ln>
                        <a:solidFill>
                          <a:schemeClr val="tx1"/>
                        </a:solidFill>
                        <a:effectLst/>
                        <a:latin typeface="Times New Roman" panose="02020603050405020304" pitchFamily="18" charset="0"/>
                        <a:ea typeface="黑体" panose="02010609060101010101" pitchFamily="49" charset="-122"/>
                      </a:endParaRPr>
                    </a:p>
                  </a:txBody>
                  <a:tcPr marL="54000" marR="54000" marT="28800" marB="2880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l"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endParaRPr kumimoji="0" lang="zh-CN" altLang="zh-CN" sz="2400" b="0" i="0" u="none" strike="noStrike" cap="none" normalizeH="0" baseline="0">
                        <a:ln>
                          <a:noFill/>
                        </a:ln>
                        <a:solidFill>
                          <a:schemeClr val="tx1"/>
                        </a:solidFill>
                        <a:effectLst/>
                        <a:latin typeface="Times New Roman" panose="02020603050405020304" pitchFamily="18" charset="0"/>
                        <a:ea typeface="黑体" panose="02010609060101010101" pitchFamily="49" charset="-122"/>
                      </a:endParaRPr>
                    </a:p>
                  </a:txBody>
                  <a:tcPr marL="54000" marR="54000" marT="28800" marB="2880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l"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r>
                        <a:rPr kumimoji="0" lang="en-US" altLang="zh-CN" sz="2400" b="1" i="1" u="none" strike="noStrike" cap="none" normalizeH="0" baseline="0">
                          <a:ln>
                            <a:noFill/>
                          </a:ln>
                          <a:solidFill>
                            <a:schemeClr val="tx1"/>
                          </a:solidFill>
                          <a:effectLst/>
                          <a:latin typeface="Times New Roman" panose="02020603050405020304" pitchFamily="18" charset="0"/>
                          <a:ea typeface="黑体" panose="02010609060101010101" pitchFamily="49" charset="-122"/>
                        </a:rPr>
                        <a:t>E</a:t>
                      </a:r>
                      <a:r>
                        <a:rPr kumimoji="0" lang="en-US" altLang="zh-CN" sz="2400" b="1" i="1" u="none" strike="noStrike" cap="none" normalizeH="0" baseline="0">
                          <a:ln>
                            <a:noFill/>
                          </a:ln>
                          <a:solidFill>
                            <a:schemeClr val="tx1"/>
                          </a:solidFill>
                          <a:effectLst/>
                          <a:latin typeface="Times New Roman" panose="02020603050405020304" pitchFamily="18" charset="0"/>
                          <a:ea typeface="黑体" panose="02010609060101010101" pitchFamily="49" charset="-122"/>
                          <a:sym typeface="Symbol" panose="05050102010706020507" pitchFamily="18" charset="2"/>
                        </a:rPr>
                        <a:t>TE</a:t>
                      </a:r>
                      <a:r>
                        <a:rPr kumimoji="0" lang="en-US" altLang="zh-CN" sz="2400" b="1" i="0" u="none" strike="noStrike" cap="none" normalizeH="0" baseline="0">
                          <a:ln>
                            <a:noFill/>
                          </a:ln>
                          <a:solidFill>
                            <a:schemeClr val="tx1"/>
                          </a:solidFill>
                          <a:effectLst/>
                          <a:latin typeface="Times New Roman" panose="02020603050405020304" pitchFamily="18" charset="0"/>
                          <a:ea typeface="黑体" panose="02010609060101010101" pitchFamily="49" charset="-122"/>
                          <a:sym typeface="Symbol" panose="05050102010706020507" pitchFamily="18" charset="2"/>
                        </a:rPr>
                        <a:t></a:t>
                      </a:r>
                    </a:p>
                  </a:txBody>
                  <a:tcPr marL="54000" marR="54000" marT="28800" marB="2880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l"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endParaRPr kumimoji="0" lang="zh-CN" altLang="zh-CN" sz="2400" b="0" i="0" u="none" strike="noStrike" cap="none" normalizeH="0" baseline="0">
                        <a:ln>
                          <a:noFill/>
                        </a:ln>
                        <a:solidFill>
                          <a:schemeClr val="tx1"/>
                        </a:solidFill>
                        <a:effectLst/>
                        <a:latin typeface="Times New Roman" panose="02020603050405020304" pitchFamily="18" charset="0"/>
                        <a:ea typeface="黑体" panose="02010609060101010101" pitchFamily="49" charset="-122"/>
                      </a:endParaRPr>
                    </a:p>
                  </a:txBody>
                  <a:tcPr marL="54000" marR="54000" marT="28800" marB="2880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l"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endParaRPr kumimoji="0" lang="zh-CN" altLang="zh-CN" sz="2400" b="0" i="0" u="none" strike="noStrike" cap="none" normalizeH="0" baseline="0">
                        <a:ln>
                          <a:noFill/>
                        </a:ln>
                        <a:solidFill>
                          <a:schemeClr val="tx1"/>
                        </a:solidFill>
                        <a:effectLst/>
                        <a:latin typeface="Times New Roman" panose="02020603050405020304" pitchFamily="18" charset="0"/>
                        <a:ea typeface="黑体" panose="02010609060101010101" pitchFamily="49" charset="-122"/>
                      </a:endParaRPr>
                    </a:p>
                  </a:txBody>
                  <a:tcPr marL="54000" marR="54000" marT="28800" marB="28800" anchor="ct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2"/>
                  </a:ext>
                </a:extLst>
              </a:tr>
              <a:tr h="587375">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r>
                        <a:rPr kumimoji="0" lang="en-US" altLang="zh-CN" sz="2400" b="1" i="1" u="none" strike="noStrike" cap="none" normalizeH="0" baseline="0">
                          <a:ln>
                            <a:noFill/>
                          </a:ln>
                          <a:solidFill>
                            <a:schemeClr val="tx1"/>
                          </a:solidFill>
                          <a:effectLst/>
                          <a:latin typeface="Times New Roman" panose="02020603050405020304" pitchFamily="18" charset="0"/>
                          <a:ea typeface="黑体" panose="02010609060101010101" pitchFamily="49" charset="-122"/>
                        </a:rPr>
                        <a:t>E </a:t>
                      </a:r>
                      <a:r>
                        <a:rPr kumimoji="0" lang="en-US" altLang="zh-CN" sz="2400" b="1" i="0" u="none" strike="noStrike" cap="none" normalizeH="0" baseline="0">
                          <a:ln>
                            <a:noFill/>
                          </a:ln>
                          <a:solidFill>
                            <a:schemeClr val="tx1"/>
                          </a:solidFill>
                          <a:effectLst/>
                          <a:latin typeface="Times New Roman" panose="02020603050405020304" pitchFamily="18" charset="0"/>
                          <a:ea typeface="黑体" panose="02010609060101010101" pitchFamily="49" charset="-122"/>
                          <a:sym typeface="Symbol" panose="05050102010706020507" pitchFamily="18" charset="2"/>
                        </a:rPr>
                        <a:t></a:t>
                      </a:r>
                    </a:p>
                  </a:txBody>
                  <a:tcPr marL="54000" marR="54000" marT="28800" marB="28800" anchor="ct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l"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endParaRPr kumimoji="0" lang="zh-CN" altLang="zh-CN" sz="2400" b="0" i="0" u="none" strike="noStrike" cap="none" normalizeH="0" baseline="0">
                        <a:ln>
                          <a:noFill/>
                        </a:ln>
                        <a:solidFill>
                          <a:schemeClr val="tx1"/>
                        </a:solidFill>
                        <a:effectLst/>
                        <a:latin typeface="Times New Roman" panose="02020603050405020304" pitchFamily="18" charset="0"/>
                        <a:ea typeface="黑体" panose="02010609060101010101" pitchFamily="49" charset="-122"/>
                      </a:endParaRPr>
                    </a:p>
                  </a:txBody>
                  <a:tcPr marL="54000" marR="54000" marT="28800" marB="2880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l"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r>
                        <a:rPr kumimoji="0" lang="en-US" altLang="zh-CN" sz="2400" b="1" i="1" u="none" strike="noStrike" cap="none" normalizeH="0" baseline="0">
                          <a:ln>
                            <a:noFill/>
                          </a:ln>
                          <a:solidFill>
                            <a:schemeClr val="tx1"/>
                          </a:solidFill>
                          <a:effectLst/>
                          <a:latin typeface="Times New Roman" panose="02020603050405020304" pitchFamily="18" charset="0"/>
                          <a:ea typeface="黑体" panose="02010609060101010101" pitchFamily="49" charset="-122"/>
                        </a:rPr>
                        <a:t>E</a:t>
                      </a:r>
                      <a:r>
                        <a:rPr kumimoji="0" lang="en-US" altLang="zh-CN" sz="2400" b="1" i="0" u="none" strike="noStrike" cap="none" normalizeH="0" baseline="0">
                          <a:ln>
                            <a:noFill/>
                          </a:ln>
                          <a:solidFill>
                            <a:schemeClr val="tx1"/>
                          </a:solidFill>
                          <a:effectLst/>
                          <a:latin typeface="Times New Roman" panose="02020603050405020304" pitchFamily="18" charset="0"/>
                          <a:ea typeface="黑体" panose="02010609060101010101" pitchFamily="49" charset="-122"/>
                          <a:sym typeface="Symbol" panose="05050102010706020507" pitchFamily="18" charset="2"/>
                        </a:rPr>
                        <a:t>+</a:t>
                      </a:r>
                      <a:r>
                        <a:rPr kumimoji="0" lang="en-US" altLang="zh-CN" sz="2400" b="1" i="1" u="none" strike="noStrike" cap="none" normalizeH="0" baseline="0">
                          <a:ln>
                            <a:noFill/>
                          </a:ln>
                          <a:solidFill>
                            <a:schemeClr val="tx1"/>
                          </a:solidFill>
                          <a:effectLst/>
                          <a:latin typeface="Times New Roman" panose="02020603050405020304" pitchFamily="18" charset="0"/>
                          <a:ea typeface="黑体" panose="02010609060101010101" pitchFamily="49" charset="-122"/>
                          <a:sym typeface="Symbol" panose="05050102010706020507" pitchFamily="18" charset="2"/>
                        </a:rPr>
                        <a:t>TE</a:t>
                      </a:r>
                      <a:r>
                        <a:rPr kumimoji="0" lang="en-US" altLang="zh-CN" sz="2400" b="1" i="0" u="none" strike="noStrike" cap="none" normalizeH="0" baseline="0">
                          <a:ln>
                            <a:noFill/>
                          </a:ln>
                          <a:solidFill>
                            <a:schemeClr val="tx1"/>
                          </a:solidFill>
                          <a:effectLst/>
                          <a:latin typeface="Times New Roman" panose="02020603050405020304" pitchFamily="18" charset="0"/>
                          <a:ea typeface="黑体" panose="02010609060101010101" pitchFamily="49" charset="-122"/>
                          <a:sym typeface="Symbol" panose="05050102010706020507" pitchFamily="18" charset="2"/>
                        </a:rPr>
                        <a:t></a:t>
                      </a:r>
                    </a:p>
                  </a:txBody>
                  <a:tcPr marL="54000" marR="54000" marT="28800" marB="2880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l"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endParaRPr kumimoji="0" lang="zh-CN" altLang="zh-CN" sz="2400" b="0" i="0" u="none" strike="noStrike" cap="none" normalizeH="0" baseline="0">
                        <a:ln>
                          <a:noFill/>
                        </a:ln>
                        <a:solidFill>
                          <a:schemeClr val="tx1"/>
                        </a:solidFill>
                        <a:effectLst/>
                        <a:latin typeface="Times New Roman" panose="02020603050405020304" pitchFamily="18" charset="0"/>
                        <a:ea typeface="黑体" panose="02010609060101010101" pitchFamily="49" charset="-122"/>
                      </a:endParaRPr>
                    </a:p>
                  </a:txBody>
                  <a:tcPr marL="54000" marR="54000" marT="28800" marB="2880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l"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endParaRPr kumimoji="0" lang="zh-CN" altLang="zh-CN" sz="2400" b="0" i="0" u="none" strike="noStrike" cap="none" normalizeH="0" baseline="0">
                        <a:ln>
                          <a:noFill/>
                        </a:ln>
                        <a:solidFill>
                          <a:schemeClr val="tx1"/>
                        </a:solidFill>
                        <a:effectLst/>
                        <a:latin typeface="Times New Roman" panose="02020603050405020304" pitchFamily="18" charset="0"/>
                        <a:ea typeface="黑体" panose="02010609060101010101" pitchFamily="49" charset="-122"/>
                      </a:endParaRPr>
                    </a:p>
                  </a:txBody>
                  <a:tcPr marL="54000" marR="54000" marT="28800" marB="2880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l"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r>
                        <a:rPr kumimoji="0" lang="en-US" altLang="zh-CN" sz="2400" b="1" i="1" u="none" strike="noStrike" cap="none" normalizeH="0" baseline="0">
                          <a:ln>
                            <a:noFill/>
                          </a:ln>
                          <a:solidFill>
                            <a:schemeClr val="tx1"/>
                          </a:solidFill>
                          <a:effectLst/>
                          <a:latin typeface="Times New Roman" panose="02020603050405020304" pitchFamily="18" charset="0"/>
                          <a:ea typeface="黑体" panose="02010609060101010101" pitchFamily="49" charset="-122"/>
                        </a:rPr>
                        <a:t>E</a:t>
                      </a:r>
                      <a:r>
                        <a:rPr kumimoji="0" lang="en-US" altLang="zh-CN" sz="2400" b="1" i="0" u="none" strike="noStrike" cap="none" normalizeH="0" baseline="0">
                          <a:ln>
                            <a:noFill/>
                          </a:ln>
                          <a:solidFill>
                            <a:schemeClr val="tx1"/>
                          </a:solidFill>
                          <a:effectLst/>
                          <a:latin typeface="Times New Roman" panose="02020603050405020304" pitchFamily="18" charset="0"/>
                          <a:ea typeface="黑体" panose="02010609060101010101" pitchFamily="49" charset="-122"/>
                          <a:sym typeface="Symbol" panose="05050102010706020507" pitchFamily="18" charset="2"/>
                        </a:rPr>
                        <a:t></a:t>
                      </a:r>
                    </a:p>
                  </a:txBody>
                  <a:tcPr marL="54000" marR="54000" marT="28800" marB="2880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l"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r>
                        <a:rPr kumimoji="0" lang="en-US" altLang="zh-CN" sz="2400" b="1" i="1" u="none" strike="noStrike" cap="none" normalizeH="0" baseline="0">
                          <a:ln>
                            <a:noFill/>
                          </a:ln>
                          <a:solidFill>
                            <a:schemeClr val="tx1"/>
                          </a:solidFill>
                          <a:effectLst/>
                          <a:latin typeface="Times New Roman" panose="02020603050405020304" pitchFamily="18" charset="0"/>
                          <a:ea typeface="黑体" panose="02010609060101010101" pitchFamily="49" charset="-122"/>
                        </a:rPr>
                        <a:t>E</a:t>
                      </a:r>
                      <a:r>
                        <a:rPr kumimoji="0" lang="en-US" altLang="zh-CN" sz="2400" b="1" i="0" u="none" strike="noStrike" cap="none" normalizeH="0" baseline="0">
                          <a:ln>
                            <a:noFill/>
                          </a:ln>
                          <a:solidFill>
                            <a:schemeClr val="tx1"/>
                          </a:solidFill>
                          <a:effectLst/>
                          <a:latin typeface="Times New Roman" panose="02020603050405020304" pitchFamily="18" charset="0"/>
                          <a:ea typeface="黑体" panose="02010609060101010101" pitchFamily="49" charset="-122"/>
                          <a:sym typeface="Symbol" panose="05050102010706020507" pitchFamily="18" charset="2"/>
                        </a:rPr>
                        <a:t></a:t>
                      </a:r>
                    </a:p>
                  </a:txBody>
                  <a:tcPr marL="54000" marR="54000" marT="28800" marB="28800" anchor="ct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3"/>
                  </a:ext>
                </a:extLst>
              </a:tr>
              <a:tr h="588963">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r>
                        <a:rPr kumimoji="0" lang="en-US" altLang="zh-CN" sz="2400" b="1" i="1" u="none" strike="noStrike" cap="none" normalizeH="0" baseline="0">
                          <a:ln>
                            <a:noFill/>
                          </a:ln>
                          <a:solidFill>
                            <a:schemeClr val="tx1"/>
                          </a:solidFill>
                          <a:effectLst/>
                          <a:latin typeface="Times New Roman" panose="02020603050405020304" pitchFamily="18" charset="0"/>
                          <a:ea typeface="黑体" panose="02010609060101010101" pitchFamily="49" charset="-122"/>
                        </a:rPr>
                        <a:t>T</a:t>
                      </a:r>
                    </a:p>
                  </a:txBody>
                  <a:tcPr marL="54000" marR="54000" marT="28800" marB="28800" anchor="ct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l"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r>
                        <a:rPr kumimoji="0" lang="en-US" altLang="zh-CN" sz="2400" b="1" i="1" u="none" strike="noStrike" cap="none" normalizeH="0" baseline="0">
                          <a:ln>
                            <a:noFill/>
                          </a:ln>
                          <a:solidFill>
                            <a:schemeClr val="tx1"/>
                          </a:solidFill>
                          <a:effectLst/>
                          <a:latin typeface="Times New Roman" panose="02020603050405020304" pitchFamily="18" charset="0"/>
                          <a:ea typeface="黑体" panose="02010609060101010101" pitchFamily="49" charset="-122"/>
                        </a:rPr>
                        <a:t>T</a:t>
                      </a:r>
                      <a:r>
                        <a:rPr kumimoji="0" lang="en-US" altLang="zh-CN" sz="2400" b="1" i="0" u="none" strike="noStrike" cap="none" normalizeH="0" baseline="0">
                          <a:ln>
                            <a:noFill/>
                          </a:ln>
                          <a:solidFill>
                            <a:schemeClr val="tx1"/>
                          </a:solidFill>
                          <a:effectLst/>
                          <a:latin typeface="Times New Roman" panose="02020603050405020304" pitchFamily="18" charset="0"/>
                          <a:ea typeface="黑体" panose="02010609060101010101" pitchFamily="49" charset="-122"/>
                          <a:sym typeface="Symbol" panose="05050102010706020507" pitchFamily="18" charset="2"/>
                        </a:rPr>
                        <a:t></a:t>
                      </a:r>
                      <a:r>
                        <a:rPr kumimoji="0" lang="en-US" altLang="zh-CN" sz="2400" b="1" i="1" u="none" strike="noStrike" cap="none" normalizeH="0" baseline="0">
                          <a:ln>
                            <a:noFill/>
                          </a:ln>
                          <a:solidFill>
                            <a:schemeClr val="tx1"/>
                          </a:solidFill>
                          <a:effectLst/>
                          <a:latin typeface="Times New Roman" panose="02020603050405020304" pitchFamily="18" charset="0"/>
                          <a:ea typeface="黑体" panose="02010609060101010101" pitchFamily="49" charset="-122"/>
                          <a:sym typeface="Symbol" panose="05050102010706020507" pitchFamily="18" charset="2"/>
                        </a:rPr>
                        <a:t>FT</a:t>
                      </a:r>
                      <a:r>
                        <a:rPr kumimoji="0" lang="en-US" altLang="zh-CN" sz="2400" b="1" i="0" u="none" strike="noStrike" cap="none" normalizeH="0" baseline="0">
                          <a:ln>
                            <a:noFill/>
                          </a:ln>
                          <a:solidFill>
                            <a:schemeClr val="tx1"/>
                          </a:solidFill>
                          <a:effectLst/>
                          <a:latin typeface="Times New Roman" panose="02020603050405020304" pitchFamily="18" charset="0"/>
                          <a:ea typeface="黑体" panose="02010609060101010101" pitchFamily="49" charset="-122"/>
                          <a:sym typeface="Symbol" panose="05050102010706020507" pitchFamily="18" charset="2"/>
                        </a:rPr>
                        <a:t></a:t>
                      </a:r>
                    </a:p>
                  </a:txBody>
                  <a:tcPr marL="54000" marR="54000" marT="28800" marB="2880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l"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endParaRPr kumimoji="0" lang="zh-CN" altLang="zh-CN" sz="2400" b="0" i="0" u="none" strike="noStrike" cap="none" normalizeH="0" baseline="0">
                        <a:ln>
                          <a:noFill/>
                        </a:ln>
                        <a:solidFill>
                          <a:schemeClr val="tx1"/>
                        </a:solidFill>
                        <a:effectLst/>
                        <a:latin typeface="Times New Roman" panose="02020603050405020304" pitchFamily="18" charset="0"/>
                        <a:ea typeface="黑体" panose="02010609060101010101" pitchFamily="49" charset="-122"/>
                      </a:endParaRPr>
                    </a:p>
                  </a:txBody>
                  <a:tcPr marL="54000" marR="54000" marT="28800" marB="2880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l"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endParaRPr kumimoji="0" lang="zh-CN" altLang="zh-CN" sz="2400" b="0" i="0" u="none" strike="noStrike" cap="none" normalizeH="0" baseline="0">
                        <a:ln>
                          <a:noFill/>
                        </a:ln>
                        <a:solidFill>
                          <a:schemeClr val="tx1"/>
                        </a:solidFill>
                        <a:effectLst/>
                        <a:latin typeface="Times New Roman" panose="02020603050405020304" pitchFamily="18" charset="0"/>
                        <a:ea typeface="黑体" panose="02010609060101010101" pitchFamily="49" charset="-122"/>
                      </a:endParaRPr>
                    </a:p>
                  </a:txBody>
                  <a:tcPr marL="54000" marR="54000" marT="28800" marB="2880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l"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r>
                        <a:rPr kumimoji="0" lang="en-US" altLang="zh-CN" sz="2400" b="1" i="1" u="none" strike="noStrike" cap="none" normalizeH="0" baseline="0">
                          <a:ln>
                            <a:noFill/>
                          </a:ln>
                          <a:solidFill>
                            <a:schemeClr val="tx1"/>
                          </a:solidFill>
                          <a:effectLst/>
                          <a:latin typeface="Times New Roman" panose="02020603050405020304" pitchFamily="18" charset="0"/>
                          <a:ea typeface="黑体" panose="02010609060101010101" pitchFamily="49" charset="-122"/>
                        </a:rPr>
                        <a:t>T</a:t>
                      </a:r>
                      <a:r>
                        <a:rPr kumimoji="0" lang="en-US" altLang="zh-CN" sz="2400" b="1" i="0" u="none" strike="noStrike" cap="none" normalizeH="0" baseline="0">
                          <a:ln>
                            <a:noFill/>
                          </a:ln>
                          <a:solidFill>
                            <a:schemeClr val="tx1"/>
                          </a:solidFill>
                          <a:effectLst/>
                          <a:latin typeface="Times New Roman" panose="02020603050405020304" pitchFamily="18" charset="0"/>
                          <a:ea typeface="黑体" panose="02010609060101010101" pitchFamily="49" charset="-122"/>
                          <a:sym typeface="Symbol" panose="05050102010706020507" pitchFamily="18" charset="2"/>
                        </a:rPr>
                        <a:t></a:t>
                      </a:r>
                      <a:r>
                        <a:rPr kumimoji="0" lang="en-US" altLang="zh-CN" sz="2400" b="1" i="1" u="none" strike="noStrike" cap="none" normalizeH="0" baseline="0">
                          <a:ln>
                            <a:noFill/>
                          </a:ln>
                          <a:solidFill>
                            <a:schemeClr val="tx1"/>
                          </a:solidFill>
                          <a:effectLst/>
                          <a:latin typeface="Times New Roman" panose="02020603050405020304" pitchFamily="18" charset="0"/>
                          <a:ea typeface="黑体" panose="02010609060101010101" pitchFamily="49" charset="-122"/>
                          <a:sym typeface="Symbol" panose="05050102010706020507" pitchFamily="18" charset="2"/>
                        </a:rPr>
                        <a:t>FT</a:t>
                      </a:r>
                      <a:r>
                        <a:rPr kumimoji="0" lang="en-US" altLang="zh-CN" sz="2400" b="1" i="0" u="none" strike="noStrike" cap="none" normalizeH="0" baseline="0">
                          <a:ln>
                            <a:noFill/>
                          </a:ln>
                          <a:solidFill>
                            <a:schemeClr val="tx1"/>
                          </a:solidFill>
                          <a:effectLst/>
                          <a:latin typeface="Times New Roman" panose="02020603050405020304" pitchFamily="18" charset="0"/>
                          <a:ea typeface="黑体" panose="02010609060101010101" pitchFamily="49" charset="-122"/>
                          <a:sym typeface="Symbol" panose="05050102010706020507" pitchFamily="18" charset="2"/>
                        </a:rPr>
                        <a:t></a:t>
                      </a:r>
                    </a:p>
                  </a:txBody>
                  <a:tcPr marL="54000" marR="54000" marT="28800" marB="2880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l"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endParaRPr kumimoji="0" lang="zh-CN" altLang="zh-CN" sz="2400" b="0" i="0" u="none" strike="noStrike" cap="none" normalizeH="0" baseline="0">
                        <a:ln>
                          <a:noFill/>
                        </a:ln>
                        <a:solidFill>
                          <a:schemeClr val="tx1"/>
                        </a:solidFill>
                        <a:effectLst/>
                        <a:latin typeface="Times New Roman" panose="02020603050405020304" pitchFamily="18" charset="0"/>
                        <a:ea typeface="黑体" panose="02010609060101010101" pitchFamily="49" charset="-122"/>
                      </a:endParaRPr>
                    </a:p>
                  </a:txBody>
                  <a:tcPr marL="54000" marR="54000" marT="28800" marB="2880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l"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endParaRPr kumimoji="0" lang="zh-CN" altLang="zh-CN" sz="2400" b="0" i="0" u="none" strike="noStrike" cap="none" normalizeH="0" baseline="0">
                        <a:ln>
                          <a:noFill/>
                        </a:ln>
                        <a:solidFill>
                          <a:schemeClr val="tx1"/>
                        </a:solidFill>
                        <a:effectLst/>
                        <a:latin typeface="Times New Roman" panose="02020603050405020304" pitchFamily="18" charset="0"/>
                        <a:ea typeface="黑体" panose="02010609060101010101" pitchFamily="49" charset="-122"/>
                      </a:endParaRPr>
                    </a:p>
                  </a:txBody>
                  <a:tcPr marL="54000" marR="54000" marT="28800" marB="28800" anchor="ct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4"/>
                  </a:ext>
                </a:extLst>
              </a:tr>
              <a:tr h="585788">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r>
                        <a:rPr kumimoji="0" lang="en-US" altLang="zh-CN" sz="2400" b="1" i="1" u="none" strike="noStrike" cap="none" normalizeH="0" baseline="0">
                          <a:ln>
                            <a:noFill/>
                          </a:ln>
                          <a:solidFill>
                            <a:schemeClr val="tx1"/>
                          </a:solidFill>
                          <a:effectLst/>
                          <a:latin typeface="Times New Roman" panose="02020603050405020304" pitchFamily="18" charset="0"/>
                          <a:ea typeface="黑体" panose="02010609060101010101" pitchFamily="49" charset="-122"/>
                        </a:rPr>
                        <a:t>T </a:t>
                      </a:r>
                      <a:r>
                        <a:rPr kumimoji="0" lang="en-US" altLang="zh-CN" sz="2400" b="1" i="0" u="none" strike="noStrike" cap="none" normalizeH="0" baseline="0">
                          <a:ln>
                            <a:noFill/>
                          </a:ln>
                          <a:solidFill>
                            <a:schemeClr val="tx1"/>
                          </a:solidFill>
                          <a:effectLst/>
                          <a:latin typeface="Times New Roman" panose="02020603050405020304" pitchFamily="18" charset="0"/>
                          <a:ea typeface="黑体" panose="02010609060101010101" pitchFamily="49" charset="-122"/>
                          <a:sym typeface="Symbol" panose="05050102010706020507" pitchFamily="18" charset="2"/>
                        </a:rPr>
                        <a:t></a:t>
                      </a:r>
                    </a:p>
                  </a:txBody>
                  <a:tcPr marL="54000" marR="54000" marT="28800" marB="28800" anchor="ct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l"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endParaRPr kumimoji="0" lang="zh-CN" altLang="zh-CN" sz="2400" b="0" i="0" u="none" strike="noStrike" cap="none" normalizeH="0" baseline="0">
                        <a:ln>
                          <a:noFill/>
                        </a:ln>
                        <a:solidFill>
                          <a:schemeClr val="tx1"/>
                        </a:solidFill>
                        <a:effectLst/>
                        <a:latin typeface="Times New Roman" panose="02020603050405020304" pitchFamily="18" charset="0"/>
                        <a:ea typeface="黑体" panose="02010609060101010101" pitchFamily="49" charset="-122"/>
                      </a:endParaRPr>
                    </a:p>
                  </a:txBody>
                  <a:tcPr marL="54000" marR="54000" marT="28800" marB="2880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l"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r>
                        <a:rPr kumimoji="0" lang="en-US" altLang="zh-CN" sz="2400" b="1" i="1" u="none" strike="noStrike" cap="none" normalizeH="0" baseline="0">
                          <a:ln>
                            <a:noFill/>
                          </a:ln>
                          <a:solidFill>
                            <a:schemeClr val="tx1"/>
                          </a:solidFill>
                          <a:effectLst/>
                          <a:latin typeface="Times New Roman" panose="02020603050405020304" pitchFamily="18" charset="0"/>
                          <a:ea typeface="黑体" panose="02010609060101010101" pitchFamily="49" charset="-122"/>
                        </a:rPr>
                        <a:t>T</a:t>
                      </a:r>
                      <a:r>
                        <a:rPr kumimoji="0" lang="en-US" altLang="zh-CN" sz="2400" b="1" i="0" u="none" strike="noStrike" cap="none" normalizeH="0" baseline="0">
                          <a:ln>
                            <a:noFill/>
                          </a:ln>
                          <a:solidFill>
                            <a:schemeClr val="tx1"/>
                          </a:solidFill>
                          <a:effectLst/>
                          <a:latin typeface="Times New Roman" panose="02020603050405020304" pitchFamily="18" charset="0"/>
                          <a:ea typeface="黑体" panose="02010609060101010101" pitchFamily="49" charset="-122"/>
                          <a:sym typeface="Symbol" panose="05050102010706020507" pitchFamily="18" charset="2"/>
                        </a:rPr>
                        <a:t></a:t>
                      </a:r>
                    </a:p>
                  </a:txBody>
                  <a:tcPr marL="54000" marR="54000" marT="28800" marB="2880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l"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r>
                        <a:rPr kumimoji="0" lang="en-US" altLang="zh-CN" sz="2400" b="1" i="1" u="none" strike="noStrike" cap="none" normalizeH="0" baseline="0">
                          <a:ln>
                            <a:noFill/>
                          </a:ln>
                          <a:solidFill>
                            <a:schemeClr val="tx1"/>
                          </a:solidFill>
                          <a:effectLst/>
                          <a:latin typeface="Times New Roman" panose="02020603050405020304" pitchFamily="18" charset="0"/>
                          <a:ea typeface="黑体" panose="02010609060101010101" pitchFamily="49" charset="-122"/>
                        </a:rPr>
                        <a:t>T</a:t>
                      </a:r>
                      <a:r>
                        <a:rPr kumimoji="0" lang="en-US" altLang="zh-CN" sz="2400" b="1" i="0" u="none" strike="noStrike" cap="none" normalizeH="0" baseline="0">
                          <a:ln>
                            <a:noFill/>
                          </a:ln>
                          <a:solidFill>
                            <a:schemeClr val="tx1"/>
                          </a:solidFill>
                          <a:effectLst/>
                          <a:latin typeface="Times New Roman" panose="02020603050405020304" pitchFamily="18" charset="0"/>
                          <a:ea typeface="黑体" panose="02010609060101010101" pitchFamily="49" charset="-122"/>
                          <a:sym typeface="Symbol" panose="05050102010706020507" pitchFamily="18" charset="2"/>
                        </a:rPr>
                        <a:t>*</a:t>
                      </a:r>
                      <a:r>
                        <a:rPr kumimoji="0" lang="en-US" altLang="zh-CN" sz="2400" b="1" i="1" u="none" strike="noStrike" cap="none" normalizeH="0" baseline="0">
                          <a:ln>
                            <a:noFill/>
                          </a:ln>
                          <a:solidFill>
                            <a:schemeClr val="tx1"/>
                          </a:solidFill>
                          <a:effectLst/>
                          <a:latin typeface="Times New Roman" panose="02020603050405020304" pitchFamily="18" charset="0"/>
                          <a:ea typeface="黑体" panose="02010609060101010101" pitchFamily="49" charset="-122"/>
                          <a:sym typeface="Symbol" panose="05050102010706020507" pitchFamily="18" charset="2"/>
                        </a:rPr>
                        <a:t>FT</a:t>
                      </a:r>
                      <a:r>
                        <a:rPr kumimoji="0" lang="en-US" altLang="zh-CN" sz="2400" b="1" i="0" u="none" strike="noStrike" cap="none" normalizeH="0" baseline="0">
                          <a:ln>
                            <a:noFill/>
                          </a:ln>
                          <a:solidFill>
                            <a:schemeClr val="tx1"/>
                          </a:solidFill>
                          <a:effectLst/>
                          <a:latin typeface="Times New Roman" panose="02020603050405020304" pitchFamily="18" charset="0"/>
                          <a:ea typeface="黑体" panose="02010609060101010101" pitchFamily="49" charset="-122"/>
                          <a:sym typeface="Symbol" panose="05050102010706020507" pitchFamily="18" charset="2"/>
                        </a:rPr>
                        <a:t></a:t>
                      </a:r>
                    </a:p>
                  </a:txBody>
                  <a:tcPr marL="54000" marR="54000" marT="28800" marB="2880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l"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endParaRPr kumimoji="0" lang="zh-CN" altLang="zh-CN" sz="2400" b="0" i="0" u="none" strike="noStrike" cap="none" normalizeH="0" baseline="0">
                        <a:ln>
                          <a:noFill/>
                        </a:ln>
                        <a:solidFill>
                          <a:schemeClr val="tx1"/>
                        </a:solidFill>
                        <a:effectLst/>
                        <a:latin typeface="Times New Roman" panose="02020603050405020304" pitchFamily="18" charset="0"/>
                        <a:ea typeface="黑体" panose="02010609060101010101" pitchFamily="49" charset="-122"/>
                      </a:endParaRPr>
                    </a:p>
                  </a:txBody>
                  <a:tcPr marL="54000" marR="54000" marT="28800" marB="2880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l"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r>
                        <a:rPr kumimoji="0" lang="en-US" altLang="zh-CN" sz="2400" b="1" i="1" u="none" strike="noStrike" cap="none" normalizeH="0" baseline="0">
                          <a:ln>
                            <a:noFill/>
                          </a:ln>
                          <a:solidFill>
                            <a:schemeClr val="tx1"/>
                          </a:solidFill>
                          <a:effectLst/>
                          <a:latin typeface="Times New Roman" panose="02020603050405020304" pitchFamily="18" charset="0"/>
                          <a:ea typeface="黑体" panose="02010609060101010101" pitchFamily="49" charset="-122"/>
                        </a:rPr>
                        <a:t>T</a:t>
                      </a:r>
                      <a:r>
                        <a:rPr kumimoji="0" lang="en-US" altLang="zh-CN" sz="2400" b="1" i="0" u="none" strike="noStrike" cap="none" normalizeH="0" baseline="0">
                          <a:ln>
                            <a:noFill/>
                          </a:ln>
                          <a:solidFill>
                            <a:schemeClr val="tx1"/>
                          </a:solidFill>
                          <a:effectLst/>
                          <a:latin typeface="Times New Roman" panose="02020603050405020304" pitchFamily="18" charset="0"/>
                          <a:ea typeface="黑体" panose="02010609060101010101" pitchFamily="49" charset="-122"/>
                          <a:sym typeface="Symbol" panose="05050102010706020507" pitchFamily="18" charset="2"/>
                        </a:rPr>
                        <a:t></a:t>
                      </a:r>
                    </a:p>
                  </a:txBody>
                  <a:tcPr marL="54000" marR="54000" marT="28800" marB="2880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l"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r>
                        <a:rPr kumimoji="0" lang="en-US" altLang="zh-CN" sz="2400" b="1" i="1" u="none" strike="noStrike" cap="none" normalizeH="0" baseline="0">
                          <a:ln>
                            <a:noFill/>
                          </a:ln>
                          <a:solidFill>
                            <a:schemeClr val="tx1"/>
                          </a:solidFill>
                          <a:effectLst/>
                          <a:latin typeface="Times New Roman" panose="02020603050405020304" pitchFamily="18" charset="0"/>
                          <a:ea typeface="黑体" panose="02010609060101010101" pitchFamily="49" charset="-122"/>
                        </a:rPr>
                        <a:t>T</a:t>
                      </a:r>
                      <a:r>
                        <a:rPr kumimoji="0" lang="en-US" altLang="zh-CN" sz="2400" b="1" i="0" u="none" strike="noStrike" cap="none" normalizeH="0" baseline="0">
                          <a:ln>
                            <a:noFill/>
                          </a:ln>
                          <a:solidFill>
                            <a:schemeClr val="tx1"/>
                          </a:solidFill>
                          <a:effectLst/>
                          <a:latin typeface="Times New Roman" panose="02020603050405020304" pitchFamily="18" charset="0"/>
                          <a:ea typeface="黑体" panose="02010609060101010101" pitchFamily="49" charset="-122"/>
                          <a:sym typeface="Symbol" panose="05050102010706020507" pitchFamily="18" charset="2"/>
                        </a:rPr>
                        <a:t></a:t>
                      </a:r>
                    </a:p>
                  </a:txBody>
                  <a:tcPr marL="54000" marR="54000" marT="28800" marB="28800" anchor="ct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5"/>
                  </a:ext>
                </a:extLst>
              </a:tr>
              <a:tr h="588963">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r>
                        <a:rPr kumimoji="0" lang="en-US" altLang="zh-CN" sz="2400" b="1" i="1" u="none" strike="noStrike" cap="none" normalizeH="0" baseline="0">
                          <a:ln>
                            <a:noFill/>
                          </a:ln>
                          <a:solidFill>
                            <a:schemeClr val="tx1"/>
                          </a:solidFill>
                          <a:effectLst/>
                          <a:latin typeface="Times New Roman" panose="02020603050405020304" pitchFamily="18" charset="0"/>
                          <a:ea typeface="黑体" panose="02010609060101010101" pitchFamily="49" charset="-122"/>
                        </a:rPr>
                        <a:t>F</a:t>
                      </a:r>
                    </a:p>
                  </a:txBody>
                  <a:tcPr marL="54000" marR="54000" marT="28800" marB="28800" anchor="ct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l"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r>
                        <a:rPr kumimoji="0" lang="en-US" altLang="zh-CN" sz="2400" b="1" i="1" u="none" strike="noStrike" cap="none" normalizeH="0" baseline="0">
                          <a:ln>
                            <a:noFill/>
                          </a:ln>
                          <a:solidFill>
                            <a:schemeClr val="tx1"/>
                          </a:solidFill>
                          <a:effectLst/>
                          <a:latin typeface="Times New Roman" panose="02020603050405020304" pitchFamily="18" charset="0"/>
                          <a:ea typeface="黑体" panose="02010609060101010101" pitchFamily="49" charset="-122"/>
                        </a:rPr>
                        <a:t>F</a:t>
                      </a:r>
                      <a:r>
                        <a:rPr kumimoji="0" lang="en-US" altLang="zh-CN" sz="2400" b="1" i="0" u="none" strike="noStrike" cap="none" normalizeH="0" baseline="0">
                          <a:ln>
                            <a:noFill/>
                          </a:ln>
                          <a:solidFill>
                            <a:schemeClr val="tx1"/>
                          </a:solidFill>
                          <a:effectLst/>
                          <a:latin typeface="Times New Roman" panose="02020603050405020304" pitchFamily="18" charset="0"/>
                          <a:ea typeface="黑体" panose="02010609060101010101" pitchFamily="49" charset="-122"/>
                          <a:sym typeface="Symbol" panose="05050102010706020507" pitchFamily="18" charset="2"/>
                        </a:rPr>
                        <a:t>id</a:t>
                      </a:r>
                    </a:p>
                  </a:txBody>
                  <a:tcPr marL="54000" marR="54000" marT="28800" marB="2880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l"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endParaRPr kumimoji="0" lang="zh-CN" altLang="zh-CN" sz="2400" b="0" i="0" u="none" strike="noStrike" cap="none" normalizeH="0" baseline="0">
                        <a:ln>
                          <a:noFill/>
                        </a:ln>
                        <a:solidFill>
                          <a:schemeClr val="tx1"/>
                        </a:solidFill>
                        <a:effectLst/>
                        <a:latin typeface="Times New Roman" panose="02020603050405020304" pitchFamily="18" charset="0"/>
                        <a:ea typeface="黑体" panose="02010609060101010101" pitchFamily="49" charset="-122"/>
                      </a:endParaRPr>
                    </a:p>
                  </a:txBody>
                  <a:tcPr marL="54000" marR="54000" marT="28800" marB="2880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l"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endParaRPr kumimoji="0" lang="zh-CN" altLang="zh-CN" sz="2400" b="0" i="0" u="none" strike="noStrike" cap="none" normalizeH="0" baseline="0">
                        <a:ln>
                          <a:noFill/>
                        </a:ln>
                        <a:solidFill>
                          <a:schemeClr val="tx1"/>
                        </a:solidFill>
                        <a:effectLst/>
                        <a:latin typeface="Times New Roman" panose="02020603050405020304" pitchFamily="18" charset="0"/>
                        <a:ea typeface="黑体" panose="02010609060101010101" pitchFamily="49" charset="-122"/>
                      </a:endParaRPr>
                    </a:p>
                  </a:txBody>
                  <a:tcPr marL="54000" marR="54000" marT="28800" marB="2880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l"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endParaRPr kumimoji="0" lang="zh-CN" altLang="zh-CN" sz="2400" b="0" i="0" u="none" strike="noStrike" cap="none" normalizeH="0" baseline="0">
                        <a:ln>
                          <a:noFill/>
                        </a:ln>
                        <a:solidFill>
                          <a:schemeClr val="tx1"/>
                        </a:solidFill>
                        <a:effectLst/>
                        <a:latin typeface="Times New Roman" panose="02020603050405020304" pitchFamily="18" charset="0"/>
                        <a:ea typeface="黑体" panose="02010609060101010101" pitchFamily="49" charset="-122"/>
                      </a:endParaRPr>
                    </a:p>
                  </a:txBody>
                  <a:tcPr marL="54000" marR="54000" marT="28800" marB="2880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l"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endParaRPr kumimoji="0" lang="zh-CN" altLang="zh-CN" sz="2400" b="0" i="0" u="none" strike="noStrike" cap="none" normalizeH="0" baseline="0">
                        <a:ln>
                          <a:noFill/>
                        </a:ln>
                        <a:solidFill>
                          <a:schemeClr val="tx1"/>
                        </a:solidFill>
                        <a:effectLst/>
                        <a:latin typeface="Times New Roman" panose="02020603050405020304" pitchFamily="18" charset="0"/>
                        <a:ea typeface="黑体" panose="02010609060101010101" pitchFamily="49" charset="-122"/>
                      </a:endParaRPr>
                    </a:p>
                  </a:txBody>
                  <a:tcPr marL="54000" marR="54000" marT="28800" marB="2880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l"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endParaRPr kumimoji="0" lang="zh-CN" altLang="zh-CN" sz="2400" b="0" i="0" u="none" strike="noStrike" cap="none" normalizeH="0" baseline="0" dirty="0">
                        <a:ln>
                          <a:noFill/>
                        </a:ln>
                        <a:solidFill>
                          <a:schemeClr val="tx1"/>
                        </a:solidFill>
                        <a:effectLst/>
                        <a:latin typeface="Times New Roman" panose="02020603050405020304" pitchFamily="18" charset="0"/>
                        <a:ea typeface="黑体" panose="02010609060101010101" pitchFamily="49" charset="-122"/>
                      </a:endParaRPr>
                    </a:p>
                  </a:txBody>
                  <a:tcPr marL="54000" marR="54000" marT="28800" marB="28800" anchor="ct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6"/>
                  </a:ext>
                </a:extLst>
              </a:tr>
            </a:tbl>
          </a:graphicData>
        </a:graphic>
      </p:graphicFrame>
      <p:sp>
        <p:nvSpPr>
          <p:cNvPr id="3" name="日期占位符 2">
            <a:extLst>
              <a:ext uri="{FF2B5EF4-FFF2-40B4-BE49-F238E27FC236}">
                <a16:creationId xmlns:a16="http://schemas.microsoft.com/office/drawing/2014/main" id="{FF9BCFBA-CC11-32E1-6434-71DF75FE4DDE}"/>
              </a:ext>
            </a:extLst>
          </p:cNvPr>
          <p:cNvSpPr>
            <a:spLocks noGrp="1"/>
          </p:cNvSpPr>
          <p:nvPr>
            <p:ph type="dt" sz="half" idx="10"/>
          </p:nvPr>
        </p:nvSpPr>
        <p:spPr/>
        <p:txBody>
          <a:bodyPr/>
          <a:lstStyle/>
          <a:p>
            <a:fld id="{6BC5AFF2-A884-4465-90B8-749654DE6FEB}" type="datetime2">
              <a:rPr lang="zh-CN" altLang="en-US" smtClean="0"/>
              <a:pPr/>
              <a:t>2025年11月26日</a:t>
            </a:fld>
            <a:endParaRPr lang="zh-CN" altLang="en-US"/>
          </a:p>
        </p:txBody>
      </p:sp>
      <p:sp>
        <p:nvSpPr>
          <p:cNvPr id="4" name="页脚占位符 3">
            <a:extLst>
              <a:ext uri="{FF2B5EF4-FFF2-40B4-BE49-F238E27FC236}">
                <a16:creationId xmlns:a16="http://schemas.microsoft.com/office/drawing/2014/main" id="{AB36937A-BFC3-6046-46C2-D4E2A35D7900}"/>
              </a:ext>
            </a:extLst>
          </p:cNvPr>
          <p:cNvSpPr>
            <a:spLocks noGrp="1"/>
          </p:cNvSpPr>
          <p:nvPr>
            <p:ph type="ftr" sz="quarter" idx="11"/>
          </p:nvPr>
        </p:nvSpPr>
        <p:spPr/>
        <p:txBody>
          <a:bodyPr/>
          <a:lstStyle/>
          <a:p>
            <a:r>
              <a:rPr lang="zh-CN" altLang="en-US"/>
              <a:t>编译原理</a:t>
            </a:r>
            <a:r>
              <a:rPr lang="en-US" altLang="zh-CN"/>
              <a:t>-</a:t>
            </a:r>
            <a:r>
              <a:rPr lang="zh-CN" altLang="en-US"/>
              <a:t>王欣捷</a:t>
            </a:r>
            <a:r>
              <a:rPr lang="en-US" altLang="zh-CN"/>
              <a:t>-</a:t>
            </a:r>
            <a:r>
              <a:rPr lang="zh-CN" altLang="en-US"/>
              <a:t>第三章 语法分析</a:t>
            </a:r>
            <a:r>
              <a:rPr lang="en-US" altLang="zh-CN"/>
              <a:t>(4)</a:t>
            </a:r>
            <a:endParaRPr lang="zh-CN" altLang="en-US"/>
          </a:p>
        </p:txBody>
      </p:sp>
      <p:sp>
        <p:nvSpPr>
          <p:cNvPr id="5" name="灯片编号占位符 4">
            <a:extLst>
              <a:ext uri="{FF2B5EF4-FFF2-40B4-BE49-F238E27FC236}">
                <a16:creationId xmlns:a16="http://schemas.microsoft.com/office/drawing/2014/main" id="{9D200149-9B5B-3C9D-7EF1-CE70AA23F16D}"/>
              </a:ext>
            </a:extLst>
          </p:cNvPr>
          <p:cNvSpPr>
            <a:spLocks noGrp="1"/>
          </p:cNvSpPr>
          <p:nvPr>
            <p:ph type="sldNum" sz="quarter" idx="12"/>
          </p:nvPr>
        </p:nvSpPr>
        <p:spPr/>
        <p:txBody>
          <a:bodyPr/>
          <a:lstStyle/>
          <a:p>
            <a:fld id="{094DEB03-EFC6-4C20-8FC8-295189A5386F}" type="slidenum">
              <a:rPr lang="zh-CN" altLang="en-US" smtClean="0"/>
              <a:pPr/>
              <a:t>46</a:t>
            </a:fld>
            <a:endParaRPr lang="zh-CN" altLang="en-US"/>
          </a:p>
        </p:txBody>
      </p:sp>
    </p:spTree>
  </p:cSld>
  <p:clrMapOvr>
    <a:masterClrMapping/>
  </p:clrMapOvr>
</p:sld>
</file>

<file path=ppt/slides/slide4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4274" name="Rectangle 2">
            <a:extLst>
              <a:ext uri="{FF2B5EF4-FFF2-40B4-BE49-F238E27FC236}">
                <a16:creationId xmlns:a16="http://schemas.microsoft.com/office/drawing/2014/main" id="{9240DF50-184E-4CA9-8BCD-78BF31869A76}"/>
              </a:ext>
            </a:extLst>
          </p:cNvPr>
          <p:cNvSpPr>
            <a:spLocks noGrp="1" noChangeArrowheads="1"/>
          </p:cNvSpPr>
          <p:nvPr>
            <p:ph type="title"/>
          </p:nvPr>
        </p:nvSpPr>
        <p:spPr/>
        <p:txBody>
          <a:bodyPr/>
          <a:lstStyle/>
          <a:p>
            <a:pPr eaLnBrk="1" hangingPunct="1"/>
            <a:r>
              <a:rPr lang="en-US" altLang="zh-CN" dirty="0"/>
              <a:t>3.3.5 </a:t>
            </a:r>
            <a:r>
              <a:rPr lang="zh-CN" altLang="en-US" dirty="0"/>
              <a:t>构造预测分析表</a:t>
            </a:r>
          </a:p>
        </p:txBody>
      </p:sp>
      <p:sp>
        <p:nvSpPr>
          <p:cNvPr id="2" name="内容占位符 1">
            <a:extLst>
              <a:ext uri="{FF2B5EF4-FFF2-40B4-BE49-F238E27FC236}">
                <a16:creationId xmlns:a16="http://schemas.microsoft.com/office/drawing/2014/main" id="{190AB35A-F8E0-4BA6-BD19-85CBE9B161CF}"/>
              </a:ext>
            </a:extLst>
          </p:cNvPr>
          <p:cNvSpPr>
            <a:spLocks noGrp="1"/>
          </p:cNvSpPr>
          <p:nvPr>
            <p:ph idx="1"/>
          </p:nvPr>
        </p:nvSpPr>
        <p:spPr/>
        <p:txBody>
          <a:bodyPr/>
          <a:lstStyle/>
          <a:p>
            <a:r>
              <a:rPr lang="en-US" altLang="zh-CN" sz="3200" b="1" i="1">
                <a:solidFill>
                  <a:schemeClr val="accent2"/>
                </a:solidFill>
                <a:latin typeface="Times New Roman" panose="02020603050405020304" pitchFamily="18" charset="0"/>
                <a:ea typeface="宋体" panose="02010600030101010101" pitchFamily="2" charset="-122"/>
              </a:rPr>
              <a:t>F</a:t>
            </a:r>
            <a:r>
              <a:rPr lang="en-US" altLang="zh-CN" sz="3200" b="1">
                <a:solidFill>
                  <a:schemeClr val="accent2"/>
                </a:solidFill>
                <a:latin typeface="Times New Roman" panose="02020603050405020304" pitchFamily="18" charset="0"/>
                <a:ea typeface="宋体" panose="02010600030101010101" pitchFamily="2" charset="-122"/>
                <a:sym typeface="Symbol" panose="05050102010706020507" pitchFamily="18" charset="2"/>
              </a:rPr>
              <a:t>(</a:t>
            </a:r>
            <a:r>
              <a:rPr lang="en-US" altLang="zh-CN" sz="3200" b="1" i="1">
                <a:solidFill>
                  <a:schemeClr val="accent2"/>
                </a:solidFill>
                <a:latin typeface="Times New Roman" panose="02020603050405020304" pitchFamily="18" charset="0"/>
                <a:ea typeface="宋体" panose="02010600030101010101" pitchFamily="2" charset="-122"/>
                <a:sym typeface="Symbol" panose="05050102010706020507" pitchFamily="18" charset="2"/>
              </a:rPr>
              <a:t>E</a:t>
            </a:r>
            <a:r>
              <a:rPr lang="en-US" altLang="zh-CN" sz="3200" b="1">
                <a:solidFill>
                  <a:schemeClr val="accent2"/>
                </a:solidFill>
                <a:latin typeface="Times New Roman" panose="02020603050405020304" pitchFamily="18" charset="0"/>
                <a:ea typeface="宋体" panose="02010600030101010101" pitchFamily="2" charset="-122"/>
                <a:sym typeface="Symbol" panose="05050102010706020507" pitchFamily="18" charset="2"/>
              </a:rPr>
              <a:t>)</a:t>
            </a:r>
          </a:p>
          <a:p>
            <a:r>
              <a:rPr lang="en-US" altLang="zh-CN" sz="3200" b="1">
                <a:solidFill>
                  <a:schemeClr val="accent2"/>
                </a:solidFill>
                <a:latin typeface="Times New Roman" panose="02020603050405020304" pitchFamily="18" charset="0"/>
                <a:ea typeface="宋体" panose="02010600030101010101" pitchFamily="2" charset="-122"/>
                <a:sym typeface="Symbol" panose="05050102010706020507" pitchFamily="18" charset="2"/>
              </a:rPr>
              <a:t>FIRST( (E) )={ ( }</a:t>
            </a:r>
            <a:endParaRPr lang="en-US" altLang="zh-CN" sz="3200" b="1">
              <a:solidFill>
                <a:schemeClr val="accent2"/>
              </a:solidFill>
              <a:latin typeface="Times New Roman" panose="02020603050405020304" pitchFamily="18" charset="0"/>
              <a:ea typeface="宋体" panose="02010600030101010101" pitchFamily="2" charset="-122"/>
            </a:endParaRPr>
          </a:p>
          <a:p>
            <a:endParaRPr lang="zh-CN" altLang="en-US"/>
          </a:p>
        </p:txBody>
      </p:sp>
      <p:graphicFrame>
        <p:nvGraphicFramePr>
          <p:cNvPr id="6" name="Group 3">
            <a:extLst>
              <a:ext uri="{FF2B5EF4-FFF2-40B4-BE49-F238E27FC236}">
                <a16:creationId xmlns:a16="http://schemas.microsoft.com/office/drawing/2014/main" id="{F327AD98-B542-4699-BBCC-19C54D71CFA8}"/>
              </a:ext>
            </a:extLst>
          </p:cNvPr>
          <p:cNvGraphicFramePr>
            <a:graphicFrameLocks/>
          </p:cNvGraphicFramePr>
          <p:nvPr>
            <p:extLst>
              <p:ext uri="{D42A27DB-BD31-4B8C-83A1-F6EECF244321}">
                <p14:modId xmlns:p14="http://schemas.microsoft.com/office/powerpoint/2010/main" val="2478068578"/>
              </p:ext>
            </p:extLst>
          </p:nvPr>
        </p:nvGraphicFramePr>
        <p:xfrm>
          <a:off x="208756" y="2520000"/>
          <a:ext cx="8726488" cy="4114803"/>
        </p:xfrm>
        <a:graphic>
          <a:graphicData uri="http://schemas.openxmlformats.org/drawingml/2006/table">
            <a:tbl>
              <a:tblPr/>
              <a:tblGrid>
                <a:gridCol w="1066800">
                  <a:extLst>
                    <a:ext uri="{9D8B030D-6E8A-4147-A177-3AD203B41FA5}">
                      <a16:colId xmlns:a16="http://schemas.microsoft.com/office/drawing/2014/main" val="20000"/>
                    </a:ext>
                  </a:extLst>
                </a:gridCol>
                <a:gridCol w="1295400">
                  <a:extLst>
                    <a:ext uri="{9D8B030D-6E8A-4147-A177-3AD203B41FA5}">
                      <a16:colId xmlns:a16="http://schemas.microsoft.com/office/drawing/2014/main" val="20001"/>
                    </a:ext>
                  </a:extLst>
                </a:gridCol>
                <a:gridCol w="1379538">
                  <a:extLst>
                    <a:ext uri="{9D8B030D-6E8A-4147-A177-3AD203B41FA5}">
                      <a16:colId xmlns:a16="http://schemas.microsoft.com/office/drawing/2014/main" val="20002"/>
                    </a:ext>
                  </a:extLst>
                </a:gridCol>
                <a:gridCol w="1516062">
                  <a:extLst>
                    <a:ext uri="{9D8B030D-6E8A-4147-A177-3AD203B41FA5}">
                      <a16:colId xmlns:a16="http://schemas.microsoft.com/office/drawing/2014/main" val="20003"/>
                    </a:ext>
                  </a:extLst>
                </a:gridCol>
                <a:gridCol w="1143000">
                  <a:extLst>
                    <a:ext uri="{9D8B030D-6E8A-4147-A177-3AD203B41FA5}">
                      <a16:colId xmlns:a16="http://schemas.microsoft.com/office/drawing/2014/main" val="20004"/>
                    </a:ext>
                  </a:extLst>
                </a:gridCol>
                <a:gridCol w="1219200">
                  <a:extLst>
                    <a:ext uri="{9D8B030D-6E8A-4147-A177-3AD203B41FA5}">
                      <a16:colId xmlns:a16="http://schemas.microsoft.com/office/drawing/2014/main" val="20005"/>
                    </a:ext>
                  </a:extLst>
                </a:gridCol>
                <a:gridCol w="1106488">
                  <a:extLst>
                    <a:ext uri="{9D8B030D-6E8A-4147-A177-3AD203B41FA5}">
                      <a16:colId xmlns:a16="http://schemas.microsoft.com/office/drawing/2014/main" val="20006"/>
                    </a:ext>
                  </a:extLst>
                </a:gridCol>
              </a:tblGrid>
              <a:tr h="588963">
                <a:tc rowSpan="2">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r>
                        <a:rPr kumimoji="0" lang="zh-CN" altLang="en-US" sz="2400" b="0" i="0" u="none" strike="noStrike" cap="none" normalizeH="0" baseline="0">
                          <a:ln>
                            <a:noFill/>
                          </a:ln>
                          <a:solidFill>
                            <a:schemeClr val="tx1"/>
                          </a:solidFill>
                          <a:effectLst/>
                          <a:latin typeface="Times New Roman" panose="02020603050405020304" pitchFamily="18" charset="0"/>
                          <a:ea typeface="黑体" panose="02010609060101010101" pitchFamily="49" charset="-122"/>
                        </a:rPr>
                        <a:t>非 终结 符</a:t>
                      </a:r>
                    </a:p>
                  </a:txBody>
                  <a:tcPr marL="54000" marR="54000" marT="28800" marB="28800" anchor="ct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gridSpan="6">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r>
                        <a:rPr kumimoji="0" lang="zh-CN" altLang="en-US" sz="2400" b="0" i="0" u="none" strike="noStrike" cap="none" normalizeH="0" baseline="0">
                          <a:ln>
                            <a:noFill/>
                          </a:ln>
                          <a:solidFill>
                            <a:schemeClr val="tx1"/>
                          </a:solidFill>
                          <a:effectLst/>
                          <a:latin typeface="Times New Roman" panose="02020603050405020304" pitchFamily="18" charset="0"/>
                          <a:ea typeface="黑体" panose="02010609060101010101" pitchFamily="49" charset="-122"/>
                        </a:rPr>
                        <a:t>输 入 符 号</a:t>
                      </a:r>
                    </a:p>
                  </a:txBody>
                  <a:tcPr marL="54000" marR="54000" marT="28800" marB="28800" anchor="ct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extLst>
                  <a:ext uri="{0D108BD9-81ED-4DB2-BD59-A6C34878D82A}">
                    <a16:rowId xmlns:a16="http://schemas.microsoft.com/office/drawing/2014/main" val="10000"/>
                  </a:ext>
                </a:extLst>
              </a:tr>
              <a:tr h="585788">
                <a:tc vMerge="1">
                  <a:txBody>
                    <a:bodyPr/>
                    <a:lstStyle/>
                    <a:p>
                      <a:endParaRPr lang="zh-CN" altLang="en-US"/>
                    </a:p>
                  </a:txBody>
                  <a:tcPr/>
                </a:tc>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r>
                        <a:rPr kumimoji="0" lang="en-US" altLang="zh-CN" sz="2400" b="1" i="0" u="none" strike="noStrike" cap="none" normalizeH="0" baseline="0">
                          <a:ln>
                            <a:noFill/>
                          </a:ln>
                          <a:solidFill>
                            <a:schemeClr val="tx1"/>
                          </a:solidFill>
                          <a:effectLst/>
                          <a:latin typeface="Times New Roman" panose="02020603050405020304" pitchFamily="18" charset="0"/>
                          <a:ea typeface="黑体" panose="02010609060101010101" pitchFamily="49" charset="-122"/>
                        </a:rPr>
                        <a:t>id</a:t>
                      </a:r>
                    </a:p>
                  </a:txBody>
                  <a:tcPr marL="54000" marR="54000" marT="28800" marB="2880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r>
                        <a:rPr kumimoji="0" lang="en-US" altLang="zh-CN" sz="2400" b="1" i="0" u="none" strike="noStrike" cap="none" normalizeH="0" baseline="0">
                          <a:ln>
                            <a:noFill/>
                          </a:ln>
                          <a:solidFill>
                            <a:schemeClr val="tx1"/>
                          </a:solidFill>
                          <a:effectLst/>
                          <a:latin typeface="Times New Roman" panose="02020603050405020304" pitchFamily="18" charset="0"/>
                          <a:ea typeface="黑体" panose="02010609060101010101" pitchFamily="49" charset="-122"/>
                        </a:rPr>
                        <a:t>+</a:t>
                      </a:r>
                    </a:p>
                  </a:txBody>
                  <a:tcPr marL="54000" marR="54000" marT="28800" marB="2880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r>
                        <a:rPr kumimoji="0" lang="en-US" altLang="zh-CN" sz="2400" b="1" i="0" u="none" strike="noStrike" cap="none" normalizeH="0" baseline="0">
                          <a:ln>
                            <a:noFill/>
                          </a:ln>
                          <a:solidFill>
                            <a:schemeClr val="tx1"/>
                          </a:solidFill>
                          <a:effectLst/>
                          <a:latin typeface="Times New Roman" panose="02020603050405020304" pitchFamily="18" charset="0"/>
                          <a:ea typeface="黑体" panose="02010609060101010101" pitchFamily="49" charset="-122"/>
                        </a:rPr>
                        <a:t>*</a:t>
                      </a:r>
                    </a:p>
                  </a:txBody>
                  <a:tcPr marL="54000" marR="54000" marT="28800" marB="2880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r>
                        <a:rPr kumimoji="0" lang="en-US" altLang="zh-CN" sz="2400" b="1" i="0" u="none" strike="noStrike" cap="none" normalizeH="0" baseline="0">
                          <a:ln>
                            <a:noFill/>
                          </a:ln>
                          <a:solidFill>
                            <a:schemeClr val="tx1"/>
                          </a:solidFill>
                          <a:effectLst/>
                          <a:latin typeface="Times New Roman" panose="02020603050405020304" pitchFamily="18" charset="0"/>
                          <a:ea typeface="黑体" panose="02010609060101010101" pitchFamily="49" charset="-122"/>
                        </a:rPr>
                        <a:t>(</a:t>
                      </a:r>
                    </a:p>
                  </a:txBody>
                  <a:tcPr marL="54000" marR="54000" marT="28800" marB="2880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r>
                        <a:rPr kumimoji="0" lang="en-US" altLang="zh-CN" sz="2400" b="1" i="0" u="none" strike="noStrike" cap="none" normalizeH="0" baseline="0">
                          <a:ln>
                            <a:noFill/>
                          </a:ln>
                          <a:solidFill>
                            <a:schemeClr val="tx1"/>
                          </a:solidFill>
                          <a:effectLst/>
                          <a:latin typeface="Times New Roman" panose="02020603050405020304" pitchFamily="18" charset="0"/>
                          <a:ea typeface="黑体" panose="02010609060101010101" pitchFamily="49" charset="-122"/>
                        </a:rPr>
                        <a:t>)</a:t>
                      </a:r>
                    </a:p>
                  </a:txBody>
                  <a:tcPr marL="54000" marR="54000" marT="28800" marB="2880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r>
                        <a:rPr kumimoji="0" lang="en-US" altLang="zh-CN" sz="2400" b="1" i="0" u="none" strike="noStrike" cap="none" normalizeH="0" baseline="0">
                          <a:ln>
                            <a:noFill/>
                          </a:ln>
                          <a:solidFill>
                            <a:schemeClr val="tx1"/>
                          </a:solidFill>
                          <a:effectLst/>
                          <a:latin typeface="Times New Roman" panose="02020603050405020304" pitchFamily="18" charset="0"/>
                          <a:ea typeface="黑体" panose="02010609060101010101" pitchFamily="49" charset="-122"/>
                        </a:rPr>
                        <a:t>$</a:t>
                      </a:r>
                    </a:p>
                  </a:txBody>
                  <a:tcPr marL="54000" marR="54000" marT="28800" marB="28800" anchor="ct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1"/>
                  </a:ext>
                </a:extLst>
              </a:tr>
              <a:tr h="588963">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r>
                        <a:rPr kumimoji="0" lang="en-US" altLang="zh-CN" sz="2400" b="1" i="1" u="none" strike="noStrike" cap="none" normalizeH="0" baseline="0">
                          <a:ln>
                            <a:noFill/>
                          </a:ln>
                          <a:solidFill>
                            <a:schemeClr val="tx1"/>
                          </a:solidFill>
                          <a:effectLst/>
                          <a:latin typeface="Times New Roman" panose="02020603050405020304" pitchFamily="18" charset="0"/>
                          <a:ea typeface="黑体" panose="02010609060101010101" pitchFamily="49" charset="-122"/>
                        </a:rPr>
                        <a:t>E</a:t>
                      </a:r>
                    </a:p>
                  </a:txBody>
                  <a:tcPr marL="54000" marR="54000" marT="28800" marB="28800" anchor="ct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l"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r>
                        <a:rPr kumimoji="0" lang="en-US" altLang="zh-CN" sz="2400" b="1" i="1" u="none" strike="noStrike" cap="none" normalizeH="0" baseline="0">
                          <a:ln>
                            <a:noFill/>
                          </a:ln>
                          <a:solidFill>
                            <a:schemeClr val="tx1"/>
                          </a:solidFill>
                          <a:effectLst/>
                          <a:latin typeface="Times New Roman" panose="02020603050405020304" pitchFamily="18" charset="0"/>
                          <a:ea typeface="黑体" panose="02010609060101010101" pitchFamily="49" charset="-122"/>
                        </a:rPr>
                        <a:t>E</a:t>
                      </a:r>
                      <a:r>
                        <a:rPr kumimoji="0" lang="en-US" altLang="zh-CN" sz="2400" b="1" i="0" u="none" strike="noStrike" cap="none" normalizeH="0" baseline="0">
                          <a:ln>
                            <a:noFill/>
                          </a:ln>
                          <a:solidFill>
                            <a:schemeClr val="tx1"/>
                          </a:solidFill>
                          <a:effectLst/>
                          <a:latin typeface="Times New Roman" panose="02020603050405020304" pitchFamily="18" charset="0"/>
                          <a:ea typeface="黑体" panose="02010609060101010101" pitchFamily="49" charset="-122"/>
                          <a:sym typeface="Symbol" panose="05050102010706020507" pitchFamily="18" charset="2"/>
                        </a:rPr>
                        <a:t></a:t>
                      </a:r>
                      <a:r>
                        <a:rPr kumimoji="0" lang="en-US" altLang="zh-CN" sz="2400" b="1" i="1" u="none" strike="noStrike" cap="none" normalizeH="0" baseline="0">
                          <a:ln>
                            <a:noFill/>
                          </a:ln>
                          <a:solidFill>
                            <a:schemeClr val="tx1"/>
                          </a:solidFill>
                          <a:effectLst/>
                          <a:latin typeface="Times New Roman" panose="02020603050405020304" pitchFamily="18" charset="0"/>
                          <a:ea typeface="黑体" panose="02010609060101010101" pitchFamily="49" charset="-122"/>
                          <a:sym typeface="Symbol" panose="05050102010706020507" pitchFamily="18" charset="2"/>
                        </a:rPr>
                        <a:t>TE</a:t>
                      </a:r>
                      <a:r>
                        <a:rPr kumimoji="0" lang="en-US" altLang="zh-CN" sz="2400" b="1" i="0" u="none" strike="noStrike" cap="none" normalizeH="0" baseline="0">
                          <a:ln>
                            <a:noFill/>
                          </a:ln>
                          <a:solidFill>
                            <a:schemeClr val="tx1"/>
                          </a:solidFill>
                          <a:effectLst/>
                          <a:latin typeface="Times New Roman" panose="02020603050405020304" pitchFamily="18" charset="0"/>
                          <a:ea typeface="黑体" panose="02010609060101010101" pitchFamily="49" charset="-122"/>
                          <a:sym typeface="Symbol" panose="05050102010706020507" pitchFamily="18" charset="2"/>
                        </a:rPr>
                        <a:t></a:t>
                      </a:r>
                    </a:p>
                  </a:txBody>
                  <a:tcPr marL="54000" marR="54000" marT="28800" marB="2880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l"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endParaRPr kumimoji="0" lang="zh-CN" altLang="zh-CN" sz="2400" b="0" i="0" u="none" strike="noStrike" cap="none" normalizeH="0" baseline="0">
                        <a:ln>
                          <a:noFill/>
                        </a:ln>
                        <a:solidFill>
                          <a:schemeClr val="tx1"/>
                        </a:solidFill>
                        <a:effectLst/>
                        <a:latin typeface="Times New Roman" panose="02020603050405020304" pitchFamily="18" charset="0"/>
                        <a:ea typeface="黑体" panose="02010609060101010101" pitchFamily="49" charset="-122"/>
                      </a:endParaRPr>
                    </a:p>
                  </a:txBody>
                  <a:tcPr marL="54000" marR="54000" marT="28800" marB="2880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l"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endParaRPr kumimoji="0" lang="zh-CN" altLang="zh-CN" sz="2400" b="0" i="0" u="none" strike="noStrike" cap="none" normalizeH="0" baseline="0">
                        <a:ln>
                          <a:noFill/>
                        </a:ln>
                        <a:solidFill>
                          <a:schemeClr val="tx1"/>
                        </a:solidFill>
                        <a:effectLst/>
                        <a:latin typeface="Times New Roman" panose="02020603050405020304" pitchFamily="18" charset="0"/>
                        <a:ea typeface="黑体" panose="02010609060101010101" pitchFamily="49" charset="-122"/>
                      </a:endParaRPr>
                    </a:p>
                  </a:txBody>
                  <a:tcPr marL="54000" marR="54000" marT="28800" marB="2880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l"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r>
                        <a:rPr kumimoji="0" lang="en-US" altLang="zh-CN" sz="2400" b="1" i="1" u="none" strike="noStrike" cap="none" normalizeH="0" baseline="0">
                          <a:ln>
                            <a:noFill/>
                          </a:ln>
                          <a:solidFill>
                            <a:schemeClr val="tx1"/>
                          </a:solidFill>
                          <a:effectLst/>
                          <a:latin typeface="Times New Roman" panose="02020603050405020304" pitchFamily="18" charset="0"/>
                          <a:ea typeface="黑体" panose="02010609060101010101" pitchFamily="49" charset="-122"/>
                        </a:rPr>
                        <a:t>E</a:t>
                      </a:r>
                      <a:r>
                        <a:rPr kumimoji="0" lang="en-US" altLang="zh-CN" sz="2400" b="1" i="1" u="none" strike="noStrike" cap="none" normalizeH="0" baseline="0">
                          <a:ln>
                            <a:noFill/>
                          </a:ln>
                          <a:solidFill>
                            <a:schemeClr val="tx1"/>
                          </a:solidFill>
                          <a:effectLst/>
                          <a:latin typeface="Times New Roman" panose="02020603050405020304" pitchFamily="18" charset="0"/>
                          <a:ea typeface="黑体" panose="02010609060101010101" pitchFamily="49" charset="-122"/>
                          <a:sym typeface="Symbol" panose="05050102010706020507" pitchFamily="18" charset="2"/>
                        </a:rPr>
                        <a:t>TE</a:t>
                      </a:r>
                      <a:r>
                        <a:rPr kumimoji="0" lang="en-US" altLang="zh-CN" sz="2400" b="1" i="0" u="none" strike="noStrike" cap="none" normalizeH="0" baseline="0">
                          <a:ln>
                            <a:noFill/>
                          </a:ln>
                          <a:solidFill>
                            <a:schemeClr val="tx1"/>
                          </a:solidFill>
                          <a:effectLst/>
                          <a:latin typeface="Times New Roman" panose="02020603050405020304" pitchFamily="18" charset="0"/>
                          <a:ea typeface="黑体" panose="02010609060101010101" pitchFamily="49" charset="-122"/>
                          <a:sym typeface="Symbol" panose="05050102010706020507" pitchFamily="18" charset="2"/>
                        </a:rPr>
                        <a:t></a:t>
                      </a:r>
                    </a:p>
                  </a:txBody>
                  <a:tcPr marL="54000" marR="54000" marT="28800" marB="2880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l"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endParaRPr kumimoji="0" lang="zh-CN" altLang="zh-CN" sz="2400" b="0" i="0" u="none" strike="noStrike" cap="none" normalizeH="0" baseline="0">
                        <a:ln>
                          <a:noFill/>
                        </a:ln>
                        <a:solidFill>
                          <a:schemeClr val="tx1"/>
                        </a:solidFill>
                        <a:effectLst/>
                        <a:latin typeface="Times New Roman" panose="02020603050405020304" pitchFamily="18" charset="0"/>
                        <a:ea typeface="黑体" panose="02010609060101010101" pitchFamily="49" charset="-122"/>
                      </a:endParaRPr>
                    </a:p>
                  </a:txBody>
                  <a:tcPr marL="54000" marR="54000" marT="28800" marB="2880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l"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endParaRPr kumimoji="0" lang="zh-CN" altLang="zh-CN" sz="2400" b="0" i="0" u="none" strike="noStrike" cap="none" normalizeH="0" baseline="0">
                        <a:ln>
                          <a:noFill/>
                        </a:ln>
                        <a:solidFill>
                          <a:schemeClr val="tx1"/>
                        </a:solidFill>
                        <a:effectLst/>
                        <a:latin typeface="Times New Roman" panose="02020603050405020304" pitchFamily="18" charset="0"/>
                        <a:ea typeface="黑体" panose="02010609060101010101" pitchFamily="49" charset="-122"/>
                      </a:endParaRPr>
                    </a:p>
                  </a:txBody>
                  <a:tcPr marL="54000" marR="54000" marT="28800" marB="28800" anchor="ct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2"/>
                  </a:ext>
                </a:extLst>
              </a:tr>
              <a:tr h="587375">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r>
                        <a:rPr kumimoji="0" lang="en-US" altLang="zh-CN" sz="2400" b="1" i="1" u="none" strike="noStrike" cap="none" normalizeH="0" baseline="0">
                          <a:ln>
                            <a:noFill/>
                          </a:ln>
                          <a:solidFill>
                            <a:schemeClr val="tx1"/>
                          </a:solidFill>
                          <a:effectLst/>
                          <a:latin typeface="Times New Roman" panose="02020603050405020304" pitchFamily="18" charset="0"/>
                          <a:ea typeface="黑体" panose="02010609060101010101" pitchFamily="49" charset="-122"/>
                        </a:rPr>
                        <a:t>E </a:t>
                      </a:r>
                      <a:r>
                        <a:rPr kumimoji="0" lang="en-US" altLang="zh-CN" sz="2400" b="1" i="0" u="none" strike="noStrike" cap="none" normalizeH="0" baseline="0">
                          <a:ln>
                            <a:noFill/>
                          </a:ln>
                          <a:solidFill>
                            <a:schemeClr val="tx1"/>
                          </a:solidFill>
                          <a:effectLst/>
                          <a:latin typeface="Times New Roman" panose="02020603050405020304" pitchFamily="18" charset="0"/>
                          <a:ea typeface="黑体" panose="02010609060101010101" pitchFamily="49" charset="-122"/>
                          <a:sym typeface="Symbol" panose="05050102010706020507" pitchFamily="18" charset="2"/>
                        </a:rPr>
                        <a:t></a:t>
                      </a:r>
                    </a:p>
                  </a:txBody>
                  <a:tcPr marL="54000" marR="54000" marT="28800" marB="28800" anchor="ct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l"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endParaRPr kumimoji="0" lang="zh-CN" altLang="zh-CN" sz="2400" b="0" i="0" u="none" strike="noStrike" cap="none" normalizeH="0" baseline="0">
                        <a:ln>
                          <a:noFill/>
                        </a:ln>
                        <a:solidFill>
                          <a:schemeClr val="tx1"/>
                        </a:solidFill>
                        <a:effectLst/>
                        <a:latin typeface="Times New Roman" panose="02020603050405020304" pitchFamily="18" charset="0"/>
                        <a:ea typeface="黑体" panose="02010609060101010101" pitchFamily="49" charset="-122"/>
                      </a:endParaRPr>
                    </a:p>
                  </a:txBody>
                  <a:tcPr marL="54000" marR="54000" marT="28800" marB="2880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l"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r>
                        <a:rPr kumimoji="0" lang="en-US" altLang="zh-CN" sz="2400" b="1" i="1" u="none" strike="noStrike" cap="none" normalizeH="0" baseline="0">
                          <a:ln>
                            <a:noFill/>
                          </a:ln>
                          <a:solidFill>
                            <a:schemeClr val="tx1"/>
                          </a:solidFill>
                          <a:effectLst/>
                          <a:latin typeface="Times New Roman" panose="02020603050405020304" pitchFamily="18" charset="0"/>
                          <a:ea typeface="黑体" panose="02010609060101010101" pitchFamily="49" charset="-122"/>
                        </a:rPr>
                        <a:t>E</a:t>
                      </a:r>
                      <a:r>
                        <a:rPr kumimoji="0" lang="en-US" altLang="zh-CN" sz="2400" b="1" i="0" u="none" strike="noStrike" cap="none" normalizeH="0" baseline="0">
                          <a:ln>
                            <a:noFill/>
                          </a:ln>
                          <a:solidFill>
                            <a:schemeClr val="tx1"/>
                          </a:solidFill>
                          <a:effectLst/>
                          <a:latin typeface="Times New Roman" panose="02020603050405020304" pitchFamily="18" charset="0"/>
                          <a:ea typeface="黑体" panose="02010609060101010101" pitchFamily="49" charset="-122"/>
                          <a:sym typeface="Symbol" panose="05050102010706020507" pitchFamily="18" charset="2"/>
                        </a:rPr>
                        <a:t>+</a:t>
                      </a:r>
                      <a:r>
                        <a:rPr kumimoji="0" lang="en-US" altLang="zh-CN" sz="2400" b="1" i="1" u="none" strike="noStrike" cap="none" normalizeH="0" baseline="0">
                          <a:ln>
                            <a:noFill/>
                          </a:ln>
                          <a:solidFill>
                            <a:schemeClr val="tx1"/>
                          </a:solidFill>
                          <a:effectLst/>
                          <a:latin typeface="Times New Roman" panose="02020603050405020304" pitchFamily="18" charset="0"/>
                          <a:ea typeface="黑体" panose="02010609060101010101" pitchFamily="49" charset="-122"/>
                          <a:sym typeface="Symbol" panose="05050102010706020507" pitchFamily="18" charset="2"/>
                        </a:rPr>
                        <a:t>TE</a:t>
                      </a:r>
                      <a:r>
                        <a:rPr kumimoji="0" lang="en-US" altLang="zh-CN" sz="2400" b="1" i="0" u="none" strike="noStrike" cap="none" normalizeH="0" baseline="0">
                          <a:ln>
                            <a:noFill/>
                          </a:ln>
                          <a:solidFill>
                            <a:schemeClr val="tx1"/>
                          </a:solidFill>
                          <a:effectLst/>
                          <a:latin typeface="Times New Roman" panose="02020603050405020304" pitchFamily="18" charset="0"/>
                          <a:ea typeface="黑体" panose="02010609060101010101" pitchFamily="49" charset="-122"/>
                          <a:sym typeface="Symbol" panose="05050102010706020507" pitchFamily="18" charset="2"/>
                        </a:rPr>
                        <a:t></a:t>
                      </a:r>
                    </a:p>
                  </a:txBody>
                  <a:tcPr marL="54000" marR="54000" marT="28800" marB="2880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l"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endParaRPr kumimoji="0" lang="zh-CN" altLang="zh-CN" sz="2400" b="0" i="0" u="none" strike="noStrike" cap="none" normalizeH="0" baseline="0">
                        <a:ln>
                          <a:noFill/>
                        </a:ln>
                        <a:solidFill>
                          <a:schemeClr val="tx1"/>
                        </a:solidFill>
                        <a:effectLst/>
                        <a:latin typeface="Times New Roman" panose="02020603050405020304" pitchFamily="18" charset="0"/>
                        <a:ea typeface="黑体" panose="02010609060101010101" pitchFamily="49" charset="-122"/>
                      </a:endParaRPr>
                    </a:p>
                  </a:txBody>
                  <a:tcPr marL="54000" marR="54000" marT="28800" marB="2880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l"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endParaRPr kumimoji="0" lang="zh-CN" altLang="zh-CN" sz="2400" b="0" i="0" u="none" strike="noStrike" cap="none" normalizeH="0" baseline="0">
                        <a:ln>
                          <a:noFill/>
                        </a:ln>
                        <a:solidFill>
                          <a:schemeClr val="tx1"/>
                        </a:solidFill>
                        <a:effectLst/>
                        <a:latin typeface="Times New Roman" panose="02020603050405020304" pitchFamily="18" charset="0"/>
                        <a:ea typeface="黑体" panose="02010609060101010101" pitchFamily="49" charset="-122"/>
                      </a:endParaRPr>
                    </a:p>
                  </a:txBody>
                  <a:tcPr marL="54000" marR="54000" marT="28800" marB="2880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l"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r>
                        <a:rPr kumimoji="0" lang="en-US" altLang="zh-CN" sz="2400" b="1" i="1" u="none" strike="noStrike" cap="none" normalizeH="0" baseline="0">
                          <a:ln>
                            <a:noFill/>
                          </a:ln>
                          <a:solidFill>
                            <a:schemeClr val="tx1"/>
                          </a:solidFill>
                          <a:effectLst/>
                          <a:latin typeface="Times New Roman" panose="02020603050405020304" pitchFamily="18" charset="0"/>
                          <a:ea typeface="黑体" panose="02010609060101010101" pitchFamily="49" charset="-122"/>
                        </a:rPr>
                        <a:t>E</a:t>
                      </a:r>
                      <a:r>
                        <a:rPr kumimoji="0" lang="en-US" altLang="zh-CN" sz="2400" b="1" i="0" u="none" strike="noStrike" cap="none" normalizeH="0" baseline="0">
                          <a:ln>
                            <a:noFill/>
                          </a:ln>
                          <a:solidFill>
                            <a:schemeClr val="tx1"/>
                          </a:solidFill>
                          <a:effectLst/>
                          <a:latin typeface="Times New Roman" panose="02020603050405020304" pitchFamily="18" charset="0"/>
                          <a:ea typeface="黑体" panose="02010609060101010101" pitchFamily="49" charset="-122"/>
                          <a:sym typeface="Symbol" panose="05050102010706020507" pitchFamily="18" charset="2"/>
                        </a:rPr>
                        <a:t></a:t>
                      </a:r>
                    </a:p>
                  </a:txBody>
                  <a:tcPr marL="54000" marR="54000" marT="28800" marB="2880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l"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r>
                        <a:rPr kumimoji="0" lang="en-US" altLang="zh-CN" sz="2400" b="1" i="1" u="none" strike="noStrike" cap="none" normalizeH="0" baseline="0">
                          <a:ln>
                            <a:noFill/>
                          </a:ln>
                          <a:solidFill>
                            <a:schemeClr val="tx1"/>
                          </a:solidFill>
                          <a:effectLst/>
                          <a:latin typeface="Times New Roman" panose="02020603050405020304" pitchFamily="18" charset="0"/>
                          <a:ea typeface="黑体" panose="02010609060101010101" pitchFamily="49" charset="-122"/>
                        </a:rPr>
                        <a:t>E</a:t>
                      </a:r>
                      <a:r>
                        <a:rPr kumimoji="0" lang="en-US" altLang="zh-CN" sz="2400" b="1" i="0" u="none" strike="noStrike" cap="none" normalizeH="0" baseline="0">
                          <a:ln>
                            <a:noFill/>
                          </a:ln>
                          <a:solidFill>
                            <a:schemeClr val="tx1"/>
                          </a:solidFill>
                          <a:effectLst/>
                          <a:latin typeface="Times New Roman" panose="02020603050405020304" pitchFamily="18" charset="0"/>
                          <a:ea typeface="黑体" panose="02010609060101010101" pitchFamily="49" charset="-122"/>
                          <a:sym typeface="Symbol" panose="05050102010706020507" pitchFamily="18" charset="2"/>
                        </a:rPr>
                        <a:t></a:t>
                      </a:r>
                    </a:p>
                  </a:txBody>
                  <a:tcPr marL="54000" marR="54000" marT="28800" marB="28800" anchor="ct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3"/>
                  </a:ext>
                </a:extLst>
              </a:tr>
              <a:tr h="588963">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r>
                        <a:rPr kumimoji="0" lang="en-US" altLang="zh-CN" sz="2400" b="1" i="1" u="none" strike="noStrike" cap="none" normalizeH="0" baseline="0">
                          <a:ln>
                            <a:noFill/>
                          </a:ln>
                          <a:solidFill>
                            <a:schemeClr val="tx1"/>
                          </a:solidFill>
                          <a:effectLst/>
                          <a:latin typeface="Times New Roman" panose="02020603050405020304" pitchFamily="18" charset="0"/>
                          <a:ea typeface="黑体" panose="02010609060101010101" pitchFamily="49" charset="-122"/>
                        </a:rPr>
                        <a:t>T</a:t>
                      </a:r>
                    </a:p>
                  </a:txBody>
                  <a:tcPr marL="54000" marR="54000" marT="28800" marB="28800" anchor="ct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l"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r>
                        <a:rPr kumimoji="0" lang="en-US" altLang="zh-CN" sz="2400" b="1" i="1" u="none" strike="noStrike" cap="none" normalizeH="0" baseline="0">
                          <a:ln>
                            <a:noFill/>
                          </a:ln>
                          <a:solidFill>
                            <a:schemeClr val="tx1"/>
                          </a:solidFill>
                          <a:effectLst/>
                          <a:latin typeface="Times New Roman" panose="02020603050405020304" pitchFamily="18" charset="0"/>
                          <a:ea typeface="黑体" panose="02010609060101010101" pitchFamily="49" charset="-122"/>
                        </a:rPr>
                        <a:t>T</a:t>
                      </a:r>
                      <a:r>
                        <a:rPr kumimoji="0" lang="en-US" altLang="zh-CN" sz="2400" b="1" i="0" u="none" strike="noStrike" cap="none" normalizeH="0" baseline="0">
                          <a:ln>
                            <a:noFill/>
                          </a:ln>
                          <a:solidFill>
                            <a:schemeClr val="tx1"/>
                          </a:solidFill>
                          <a:effectLst/>
                          <a:latin typeface="Times New Roman" panose="02020603050405020304" pitchFamily="18" charset="0"/>
                          <a:ea typeface="黑体" panose="02010609060101010101" pitchFamily="49" charset="-122"/>
                          <a:sym typeface="Symbol" panose="05050102010706020507" pitchFamily="18" charset="2"/>
                        </a:rPr>
                        <a:t></a:t>
                      </a:r>
                      <a:r>
                        <a:rPr kumimoji="0" lang="en-US" altLang="zh-CN" sz="2400" b="1" i="1" u="none" strike="noStrike" cap="none" normalizeH="0" baseline="0">
                          <a:ln>
                            <a:noFill/>
                          </a:ln>
                          <a:solidFill>
                            <a:schemeClr val="tx1"/>
                          </a:solidFill>
                          <a:effectLst/>
                          <a:latin typeface="Times New Roman" panose="02020603050405020304" pitchFamily="18" charset="0"/>
                          <a:ea typeface="黑体" panose="02010609060101010101" pitchFamily="49" charset="-122"/>
                          <a:sym typeface="Symbol" panose="05050102010706020507" pitchFamily="18" charset="2"/>
                        </a:rPr>
                        <a:t>FT</a:t>
                      </a:r>
                      <a:r>
                        <a:rPr kumimoji="0" lang="en-US" altLang="zh-CN" sz="2400" b="1" i="0" u="none" strike="noStrike" cap="none" normalizeH="0" baseline="0">
                          <a:ln>
                            <a:noFill/>
                          </a:ln>
                          <a:solidFill>
                            <a:schemeClr val="tx1"/>
                          </a:solidFill>
                          <a:effectLst/>
                          <a:latin typeface="Times New Roman" panose="02020603050405020304" pitchFamily="18" charset="0"/>
                          <a:ea typeface="黑体" panose="02010609060101010101" pitchFamily="49" charset="-122"/>
                          <a:sym typeface="Symbol" panose="05050102010706020507" pitchFamily="18" charset="2"/>
                        </a:rPr>
                        <a:t></a:t>
                      </a:r>
                    </a:p>
                  </a:txBody>
                  <a:tcPr marL="54000" marR="54000" marT="28800" marB="2880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l"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endParaRPr kumimoji="0" lang="zh-CN" altLang="zh-CN" sz="2400" b="0" i="0" u="none" strike="noStrike" cap="none" normalizeH="0" baseline="0">
                        <a:ln>
                          <a:noFill/>
                        </a:ln>
                        <a:solidFill>
                          <a:schemeClr val="tx1"/>
                        </a:solidFill>
                        <a:effectLst/>
                        <a:latin typeface="Times New Roman" panose="02020603050405020304" pitchFamily="18" charset="0"/>
                        <a:ea typeface="黑体" panose="02010609060101010101" pitchFamily="49" charset="-122"/>
                      </a:endParaRPr>
                    </a:p>
                  </a:txBody>
                  <a:tcPr marL="54000" marR="54000" marT="28800" marB="2880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l"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endParaRPr kumimoji="0" lang="zh-CN" altLang="zh-CN" sz="2400" b="0" i="0" u="none" strike="noStrike" cap="none" normalizeH="0" baseline="0">
                        <a:ln>
                          <a:noFill/>
                        </a:ln>
                        <a:solidFill>
                          <a:schemeClr val="tx1"/>
                        </a:solidFill>
                        <a:effectLst/>
                        <a:latin typeface="Times New Roman" panose="02020603050405020304" pitchFamily="18" charset="0"/>
                        <a:ea typeface="黑体" panose="02010609060101010101" pitchFamily="49" charset="-122"/>
                      </a:endParaRPr>
                    </a:p>
                  </a:txBody>
                  <a:tcPr marL="54000" marR="54000" marT="28800" marB="2880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l"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r>
                        <a:rPr kumimoji="0" lang="en-US" altLang="zh-CN" sz="2400" b="1" i="1" u="none" strike="noStrike" cap="none" normalizeH="0" baseline="0">
                          <a:ln>
                            <a:noFill/>
                          </a:ln>
                          <a:solidFill>
                            <a:schemeClr val="tx1"/>
                          </a:solidFill>
                          <a:effectLst/>
                          <a:latin typeface="Times New Roman" panose="02020603050405020304" pitchFamily="18" charset="0"/>
                          <a:ea typeface="黑体" panose="02010609060101010101" pitchFamily="49" charset="-122"/>
                        </a:rPr>
                        <a:t>T</a:t>
                      </a:r>
                      <a:r>
                        <a:rPr kumimoji="0" lang="en-US" altLang="zh-CN" sz="2400" b="1" i="0" u="none" strike="noStrike" cap="none" normalizeH="0" baseline="0">
                          <a:ln>
                            <a:noFill/>
                          </a:ln>
                          <a:solidFill>
                            <a:schemeClr val="tx1"/>
                          </a:solidFill>
                          <a:effectLst/>
                          <a:latin typeface="Times New Roman" panose="02020603050405020304" pitchFamily="18" charset="0"/>
                          <a:ea typeface="黑体" panose="02010609060101010101" pitchFamily="49" charset="-122"/>
                          <a:sym typeface="Symbol" panose="05050102010706020507" pitchFamily="18" charset="2"/>
                        </a:rPr>
                        <a:t></a:t>
                      </a:r>
                      <a:r>
                        <a:rPr kumimoji="0" lang="en-US" altLang="zh-CN" sz="2400" b="1" i="1" u="none" strike="noStrike" cap="none" normalizeH="0" baseline="0">
                          <a:ln>
                            <a:noFill/>
                          </a:ln>
                          <a:solidFill>
                            <a:schemeClr val="tx1"/>
                          </a:solidFill>
                          <a:effectLst/>
                          <a:latin typeface="Times New Roman" panose="02020603050405020304" pitchFamily="18" charset="0"/>
                          <a:ea typeface="黑体" panose="02010609060101010101" pitchFamily="49" charset="-122"/>
                          <a:sym typeface="Symbol" panose="05050102010706020507" pitchFamily="18" charset="2"/>
                        </a:rPr>
                        <a:t>FT</a:t>
                      </a:r>
                      <a:r>
                        <a:rPr kumimoji="0" lang="en-US" altLang="zh-CN" sz="2400" b="1" i="0" u="none" strike="noStrike" cap="none" normalizeH="0" baseline="0">
                          <a:ln>
                            <a:noFill/>
                          </a:ln>
                          <a:solidFill>
                            <a:schemeClr val="tx1"/>
                          </a:solidFill>
                          <a:effectLst/>
                          <a:latin typeface="Times New Roman" panose="02020603050405020304" pitchFamily="18" charset="0"/>
                          <a:ea typeface="黑体" panose="02010609060101010101" pitchFamily="49" charset="-122"/>
                          <a:sym typeface="Symbol" panose="05050102010706020507" pitchFamily="18" charset="2"/>
                        </a:rPr>
                        <a:t></a:t>
                      </a:r>
                    </a:p>
                  </a:txBody>
                  <a:tcPr marL="54000" marR="54000" marT="28800" marB="2880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l"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endParaRPr kumimoji="0" lang="zh-CN" altLang="zh-CN" sz="2400" b="0" i="0" u="none" strike="noStrike" cap="none" normalizeH="0" baseline="0">
                        <a:ln>
                          <a:noFill/>
                        </a:ln>
                        <a:solidFill>
                          <a:schemeClr val="tx1"/>
                        </a:solidFill>
                        <a:effectLst/>
                        <a:latin typeface="Times New Roman" panose="02020603050405020304" pitchFamily="18" charset="0"/>
                        <a:ea typeface="黑体" panose="02010609060101010101" pitchFamily="49" charset="-122"/>
                      </a:endParaRPr>
                    </a:p>
                  </a:txBody>
                  <a:tcPr marL="54000" marR="54000" marT="28800" marB="2880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l"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endParaRPr kumimoji="0" lang="zh-CN" altLang="zh-CN" sz="2400" b="0" i="0" u="none" strike="noStrike" cap="none" normalizeH="0" baseline="0">
                        <a:ln>
                          <a:noFill/>
                        </a:ln>
                        <a:solidFill>
                          <a:schemeClr val="tx1"/>
                        </a:solidFill>
                        <a:effectLst/>
                        <a:latin typeface="Times New Roman" panose="02020603050405020304" pitchFamily="18" charset="0"/>
                        <a:ea typeface="黑体" panose="02010609060101010101" pitchFamily="49" charset="-122"/>
                      </a:endParaRPr>
                    </a:p>
                  </a:txBody>
                  <a:tcPr marL="54000" marR="54000" marT="28800" marB="28800" anchor="ct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4"/>
                  </a:ext>
                </a:extLst>
              </a:tr>
              <a:tr h="585788">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r>
                        <a:rPr kumimoji="0" lang="en-US" altLang="zh-CN" sz="2400" b="1" i="1" u="none" strike="noStrike" cap="none" normalizeH="0" baseline="0">
                          <a:ln>
                            <a:noFill/>
                          </a:ln>
                          <a:solidFill>
                            <a:schemeClr val="tx1"/>
                          </a:solidFill>
                          <a:effectLst/>
                          <a:latin typeface="Times New Roman" panose="02020603050405020304" pitchFamily="18" charset="0"/>
                          <a:ea typeface="黑体" panose="02010609060101010101" pitchFamily="49" charset="-122"/>
                        </a:rPr>
                        <a:t>T </a:t>
                      </a:r>
                      <a:r>
                        <a:rPr kumimoji="0" lang="en-US" altLang="zh-CN" sz="2400" b="1" i="0" u="none" strike="noStrike" cap="none" normalizeH="0" baseline="0">
                          <a:ln>
                            <a:noFill/>
                          </a:ln>
                          <a:solidFill>
                            <a:schemeClr val="tx1"/>
                          </a:solidFill>
                          <a:effectLst/>
                          <a:latin typeface="Times New Roman" panose="02020603050405020304" pitchFamily="18" charset="0"/>
                          <a:ea typeface="黑体" panose="02010609060101010101" pitchFamily="49" charset="-122"/>
                          <a:sym typeface="Symbol" panose="05050102010706020507" pitchFamily="18" charset="2"/>
                        </a:rPr>
                        <a:t></a:t>
                      </a:r>
                    </a:p>
                  </a:txBody>
                  <a:tcPr marL="54000" marR="54000" marT="28800" marB="28800" anchor="ct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l"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endParaRPr kumimoji="0" lang="zh-CN" altLang="zh-CN" sz="2400" b="0" i="0" u="none" strike="noStrike" cap="none" normalizeH="0" baseline="0">
                        <a:ln>
                          <a:noFill/>
                        </a:ln>
                        <a:solidFill>
                          <a:schemeClr val="tx1"/>
                        </a:solidFill>
                        <a:effectLst/>
                        <a:latin typeface="Times New Roman" panose="02020603050405020304" pitchFamily="18" charset="0"/>
                        <a:ea typeface="黑体" panose="02010609060101010101" pitchFamily="49" charset="-122"/>
                      </a:endParaRPr>
                    </a:p>
                  </a:txBody>
                  <a:tcPr marL="54000" marR="54000" marT="28800" marB="2880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l"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r>
                        <a:rPr kumimoji="0" lang="en-US" altLang="zh-CN" sz="2400" b="1" i="1" u="none" strike="noStrike" cap="none" normalizeH="0" baseline="0">
                          <a:ln>
                            <a:noFill/>
                          </a:ln>
                          <a:solidFill>
                            <a:schemeClr val="tx1"/>
                          </a:solidFill>
                          <a:effectLst/>
                          <a:latin typeface="Times New Roman" panose="02020603050405020304" pitchFamily="18" charset="0"/>
                          <a:ea typeface="黑体" panose="02010609060101010101" pitchFamily="49" charset="-122"/>
                        </a:rPr>
                        <a:t>T</a:t>
                      </a:r>
                      <a:r>
                        <a:rPr kumimoji="0" lang="en-US" altLang="zh-CN" sz="2400" b="1" i="0" u="none" strike="noStrike" cap="none" normalizeH="0" baseline="0">
                          <a:ln>
                            <a:noFill/>
                          </a:ln>
                          <a:solidFill>
                            <a:schemeClr val="tx1"/>
                          </a:solidFill>
                          <a:effectLst/>
                          <a:latin typeface="Times New Roman" panose="02020603050405020304" pitchFamily="18" charset="0"/>
                          <a:ea typeface="黑体" panose="02010609060101010101" pitchFamily="49" charset="-122"/>
                          <a:sym typeface="Symbol" panose="05050102010706020507" pitchFamily="18" charset="2"/>
                        </a:rPr>
                        <a:t></a:t>
                      </a:r>
                    </a:p>
                  </a:txBody>
                  <a:tcPr marL="54000" marR="54000" marT="28800" marB="2880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l"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r>
                        <a:rPr kumimoji="0" lang="en-US" altLang="zh-CN" sz="2400" b="1" i="1" u="none" strike="noStrike" cap="none" normalizeH="0" baseline="0">
                          <a:ln>
                            <a:noFill/>
                          </a:ln>
                          <a:solidFill>
                            <a:schemeClr val="tx1"/>
                          </a:solidFill>
                          <a:effectLst/>
                          <a:latin typeface="Times New Roman" panose="02020603050405020304" pitchFamily="18" charset="0"/>
                          <a:ea typeface="黑体" panose="02010609060101010101" pitchFamily="49" charset="-122"/>
                        </a:rPr>
                        <a:t>T</a:t>
                      </a:r>
                      <a:r>
                        <a:rPr kumimoji="0" lang="en-US" altLang="zh-CN" sz="2400" b="1" i="0" u="none" strike="noStrike" cap="none" normalizeH="0" baseline="0">
                          <a:ln>
                            <a:noFill/>
                          </a:ln>
                          <a:solidFill>
                            <a:schemeClr val="tx1"/>
                          </a:solidFill>
                          <a:effectLst/>
                          <a:latin typeface="Times New Roman" panose="02020603050405020304" pitchFamily="18" charset="0"/>
                          <a:ea typeface="黑体" panose="02010609060101010101" pitchFamily="49" charset="-122"/>
                          <a:sym typeface="Symbol" panose="05050102010706020507" pitchFamily="18" charset="2"/>
                        </a:rPr>
                        <a:t>*</a:t>
                      </a:r>
                      <a:r>
                        <a:rPr kumimoji="0" lang="en-US" altLang="zh-CN" sz="2400" b="1" i="1" u="none" strike="noStrike" cap="none" normalizeH="0" baseline="0">
                          <a:ln>
                            <a:noFill/>
                          </a:ln>
                          <a:solidFill>
                            <a:schemeClr val="tx1"/>
                          </a:solidFill>
                          <a:effectLst/>
                          <a:latin typeface="Times New Roman" panose="02020603050405020304" pitchFamily="18" charset="0"/>
                          <a:ea typeface="黑体" panose="02010609060101010101" pitchFamily="49" charset="-122"/>
                          <a:sym typeface="Symbol" panose="05050102010706020507" pitchFamily="18" charset="2"/>
                        </a:rPr>
                        <a:t>FT</a:t>
                      </a:r>
                      <a:r>
                        <a:rPr kumimoji="0" lang="en-US" altLang="zh-CN" sz="2400" b="1" i="0" u="none" strike="noStrike" cap="none" normalizeH="0" baseline="0">
                          <a:ln>
                            <a:noFill/>
                          </a:ln>
                          <a:solidFill>
                            <a:schemeClr val="tx1"/>
                          </a:solidFill>
                          <a:effectLst/>
                          <a:latin typeface="Times New Roman" panose="02020603050405020304" pitchFamily="18" charset="0"/>
                          <a:ea typeface="黑体" panose="02010609060101010101" pitchFamily="49" charset="-122"/>
                          <a:sym typeface="Symbol" panose="05050102010706020507" pitchFamily="18" charset="2"/>
                        </a:rPr>
                        <a:t></a:t>
                      </a:r>
                    </a:p>
                  </a:txBody>
                  <a:tcPr marL="54000" marR="54000" marT="28800" marB="2880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l"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endParaRPr kumimoji="0" lang="zh-CN" altLang="zh-CN" sz="2400" b="0" i="0" u="none" strike="noStrike" cap="none" normalizeH="0" baseline="0">
                        <a:ln>
                          <a:noFill/>
                        </a:ln>
                        <a:solidFill>
                          <a:schemeClr val="tx1"/>
                        </a:solidFill>
                        <a:effectLst/>
                        <a:latin typeface="Times New Roman" panose="02020603050405020304" pitchFamily="18" charset="0"/>
                        <a:ea typeface="黑体" panose="02010609060101010101" pitchFamily="49" charset="-122"/>
                      </a:endParaRPr>
                    </a:p>
                  </a:txBody>
                  <a:tcPr marL="54000" marR="54000" marT="28800" marB="2880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l"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r>
                        <a:rPr kumimoji="0" lang="en-US" altLang="zh-CN" sz="2400" b="1" i="1" u="none" strike="noStrike" cap="none" normalizeH="0" baseline="0">
                          <a:ln>
                            <a:noFill/>
                          </a:ln>
                          <a:solidFill>
                            <a:schemeClr val="tx1"/>
                          </a:solidFill>
                          <a:effectLst/>
                          <a:latin typeface="Times New Roman" panose="02020603050405020304" pitchFamily="18" charset="0"/>
                          <a:ea typeface="黑体" panose="02010609060101010101" pitchFamily="49" charset="-122"/>
                        </a:rPr>
                        <a:t>T</a:t>
                      </a:r>
                      <a:r>
                        <a:rPr kumimoji="0" lang="en-US" altLang="zh-CN" sz="2400" b="1" i="0" u="none" strike="noStrike" cap="none" normalizeH="0" baseline="0">
                          <a:ln>
                            <a:noFill/>
                          </a:ln>
                          <a:solidFill>
                            <a:schemeClr val="tx1"/>
                          </a:solidFill>
                          <a:effectLst/>
                          <a:latin typeface="Times New Roman" panose="02020603050405020304" pitchFamily="18" charset="0"/>
                          <a:ea typeface="黑体" panose="02010609060101010101" pitchFamily="49" charset="-122"/>
                          <a:sym typeface="Symbol" panose="05050102010706020507" pitchFamily="18" charset="2"/>
                        </a:rPr>
                        <a:t></a:t>
                      </a:r>
                    </a:p>
                  </a:txBody>
                  <a:tcPr marL="54000" marR="54000" marT="28800" marB="2880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l"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r>
                        <a:rPr kumimoji="0" lang="en-US" altLang="zh-CN" sz="2400" b="1" i="1" u="none" strike="noStrike" cap="none" normalizeH="0" baseline="0">
                          <a:ln>
                            <a:noFill/>
                          </a:ln>
                          <a:solidFill>
                            <a:schemeClr val="tx1"/>
                          </a:solidFill>
                          <a:effectLst/>
                          <a:latin typeface="Times New Roman" panose="02020603050405020304" pitchFamily="18" charset="0"/>
                          <a:ea typeface="黑体" panose="02010609060101010101" pitchFamily="49" charset="-122"/>
                        </a:rPr>
                        <a:t>T</a:t>
                      </a:r>
                      <a:r>
                        <a:rPr kumimoji="0" lang="en-US" altLang="zh-CN" sz="2400" b="1" i="0" u="none" strike="noStrike" cap="none" normalizeH="0" baseline="0">
                          <a:ln>
                            <a:noFill/>
                          </a:ln>
                          <a:solidFill>
                            <a:schemeClr val="tx1"/>
                          </a:solidFill>
                          <a:effectLst/>
                          <a:latin typeface="Times New Roman" panose="02020603050405020304" pitchFamily="18" charset="0"/>
                          <a:ea typeface="黑体" panose="02010609060101010101" pitchFamily="49" charset="-122"/>
                          <a:sym typeface="Symbol" panose="05050102010706020507" pitchFamily="18" charset="2"/>
                        </a:rPr>
                        <a:t></a:t>
                      </a:r>
                    </a:p>
                  </a:txBody>
                  <a:tcPr marL="54000" marR="54000" marT="28800" marB="28800" anchor="ct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5"/>
                  </a:ext>
                </a:extLst>
              </a:tr>
              <a:tr h="588963">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r>
                        <a:rPr kumimoji="0" lang="en-US" altLang="zh-CN" sz="2400" b="1" i="1" u="none" strike="noStrike" cap="none" normalizeH="0" baseline="0">
                          <a:ln>
                            <a:noFill/>
                          </a:ln>
                          <a:solidFill>
                            <a:schemeClr val="tx1"/>
                          </a:solidFill>
                          <a:effectLst/>
                          <a:latin typeface="Times New Roman" panose="02020603050405020304" pitchFamily="18" charset="0"/>
                          <a:ea typeface="黑体" panose="02010609060101010101" pitchFamily="49" charset="-122"/>
                        </a:rPr>
                        <a:t>F</a:t>
                      </a:r>
                    </a:p>
                  </a:txBody>
                  <a:tcPr marL="54000" marR="54000" marT="28800" marB="28800" anchor="ct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l"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r>
                        <a:rPr kumimoji="0" lang="en-US" altLang="zh-CN" sz="2400" b="1" i="1" u="none" strike="noStrike" cap="none" normalizeH="0" baseline="0">
                          <a:ln>
                            <a:noFill/>
                          </a:ln>
                          <a:solidFill>
                            <a:schemeClr val="tx1"/>
                          </a:solidFill>
                          <a:effectLst/>
                          <a:latin typeface="Times New Roman" panose="02020603050405020304" pitchFamily="18" charset="0"/>
                          <a:ea typeface="黑体" panose="02010609060101010101" pitchFamily="49" charset="-122"/>
                        </a:rPr>
                        <a:t>F</a:t>
                      </a:r>
                      <a:r>
                        <a:rPr kumimoji="0" lang="en-US" altLang="zh-CN" sz="2400" b="1" i="0" u="none" strike="noStrike" cap="none" normalizeH="0" baseline="0">
                          <a:ln>
                            <a:noFill/>
                          </a:ln>
                          <a:solidFill>
                            <a:schemeClr val="tx1"/>
                          </a:solidFill>
                          <a:effectLst/>
                          <a:latin typeface="Times New Roman" panose="02020603050405020304" pitchFamily="18" charset="0"/>
                          <a:ea typeface="黑体" panose="02010609060101010101" pitchFamily="49" charset="-122"/>
                          <a:sym typeface="Symbol" panose="05050102010706020507" pitchFamily="18" charset="2"/>
                        </a:rPr>
                        <a:t>id</a:t>
                      </a:r>
                    </a:p>
                  </a:txBody>
                  <a:tcPr marL="54000" marR="54000" marT="28800" marB="2880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l"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endParaRPr kumimoji="0" lang="zh-CN" altLang="zh-CN" sz="2400" b="0" i="0" u="none" strike="noStrike" cap="none" normalizeH="0" baseline="0">
                        <a:ln>
                          <a:noFill/>
                        </a:ln>
                        <a:solidFill>
                          <a:schemeClr val="tx1"/>
                        </a:solidFill>
                        <a:effectLst/>
                        <a:latin typeface="Times New Roman" panose="02020603050405020304" pitchFamily="18" charset="0"/>
                        <a:ea typeface="黑体" panose="02010609060101010101" pitchFamily="49" charset="-122"/>
                      </a:endParaRPr>
                    </a:p>
                  </a:txBody>
                  <a:tcPr marL="54000" marR="54000" marT="28800" marB="2880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l"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endParaRPr kumimoji="0" lang="zh-CN" altLang="zh-CN" sz="2400" b="0" i="0" u="none" strike="noStrike" cap="none" normalizeH="0" baseline="0">
                        <a:ln>
                          <a:noFill/>
                        </a:ln>
                        <a:solidFill>
                          <a:schemeClr val="tx1"/>
                        </a:solidFill>
                        <a:effectLst/>
                        <a:latin typeface="Times New Roman" panose="02020603050405020304" pitchFamily="18" charset="0"/>
                        <a:ea typeface="黑体" panose="02010609060101010101" pitchFamily="49" charset="-122"/>
                      </a:endParaRPr>
                    </a:p>
                  </a:txBody>
                  <a:tcPr marL="54000" marR="54000" marT="28800" marB="2880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l"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r>
                        <a:rPr kumimoji="0" lang="en-US" altLang="zh-CN" sz="2400" b="1" i="1" u="none" strike="noStrike" cap="none" normalizeH="0" baseline="0">
                          <a:ln>
                            <a:noFill/>
                          </a:ln>
                          <a:solidFill>
                            <a:schemeClr val="tx1"/>
                          </a:solidFill>
                          <a:effectLst/>
                          <a:latin typeface="Times New Roman" panose="02020603050405020304" pitchFamily="18" charset="0"/>
                          <a:ea typeface="黑体" panose="02010609060101010101" pitchFamily="49" charset="-122"/>
                        </a:rPr>
                        <a:t>F</a:t>
                      </a:r>
                      <a:r>
                        <a:rPr kumimoji="0" lang="en-US" altLang="zh-CN" sz="2400" b="1" i="0" u="none" strike="noStrike" cap="none" normalizeH="0" baseline="0">
                          <a:ln>
                            <a:noFill/>
                          </a:ln>
                          <a:solidFill>
                            <a:schemeClr val="tx1"/>
                          </a:solidFill>
                          <a:effectLst/>
                          <a:latin typeface="Times New Roman" panose="02020603050405020304" pitchFamily="18" charset="0"/>
                          <a:ea typeface="黑体" panose="02010609060101010101" pitchFamily="49" charset="-122"/>
                          <a:sym typeface="Symbol" panose="05050102010706020507" pitchFamily="18" charset="2"/>
                        </a:rPr>
                        <a:t>(</a:t>
                      </a:r>
                      <a:r>
                        <a:rPr kumimoji="0" lang="en-US" altLang="zh-CN" sz="2400" b="1" i="1" u="none" strike="noStrike" cap="none" normalizeH="0" baseline="0">
                          <a:ln>
                            <a:noFill/>
                          </a:ln>
                          <a:solidFill>
                            <a:schemeClr val="tx1"/>
                          </a:solidFill>
                          <a:effectLst/>
                          <a:latin typeface="Times New Roman" panose="02020603050405020304" pitchFamily="18" charset="0"/>
                          <a:ea typeface="黑体" panose="02010609060101010101" pitchFamily="49" charset="-122"/>
                          <a:sym typeface="Symbol" panose="05050102010706020507" pitchFamily="18" charset="2"/>
                        </a:rPr>
                        <a:t>E</a:t>
                      </a:r>
                      <a:r>
                        <a:rPr kumimoji="0" lang="en-US" altLang="zh-CN" sz="2400" b="1" i="0" u="none" strike="noStrike" cap="none" normalizeH="0" baseline="0">
                          <a:ln>
                            <a:noFill/>
                          </a:ln>
                          <a:solidFill>
                            <a:schemeClr val="tx1"/>
                          </a:solidFill>
                          <a:effectLst/>
                          <a:latin typeface="Times New Roman" panose="02020603050405020304" pitchFamily="18" charset="0"/>
                          <a:ea typeface="黑体" panose="02010609060101010101" pitchFamily="49" charset="-122"/>
                          <a:sym typeface="Symbol" panose="05050102010706020507" pitchFamily="18" charset="2"/>
                        </a:rPr>
                        <a:t>)</a:t>
                      </a:r>
                      <a:endParaRPr kumimoji="0" lang="en-US" altLang="zh-CN" sz="2400" b="0" i="0" u="none" strike="noStrike" cap="none" normalizeH="0" baseline="0">
                        <a:ln>
                          <a:noFill/>
                        </a:ln>
                        <a:solidFill>
                          <a:schemeClr val="tx1"/>
                        </a:solidFill>
                        <a:effectLst/>
                        <a:latin typeface="Times New Roman" panose="02020603050405020304" pitchFamily="18" charset="0"/>
                        <a:ea typeface="黑体" panose="02010609060101010101" pitchFamily="49" charset="-122"/>
                      </a:endParaRPr>
                    </a:p>
                  </a:txBody>
                  <a:tcPr marL="54000" marR="54000" marT="28800" marB="2880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l"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endParaRPr kumimoji="0" lang="zh-CN" altLang="zh-CN" sz="2400" b="0" i="0" u="none" strike="noStrike" cap="none" normalizeH="0" baseline="0">
                        <a:ln>
                          <a:noFill/>
                        </a:ln>
                        <a:solidFill>
                          <a:schemeClr val="tx1"/>
                        </a:solidFill>
                        <a:effectLst/>
                        <a:latin typeface="Times New Roman" panose="02020603050405020304" pitchFamily="18" charset="0"/>
                        <a:ea typeface="黑体" panose="02010609060101010101" pitchFamily="49" charset="-122"/>
                      </a:endParaRPr>
                    </a:p>
                  </a:txBody>
                  <a:tcPr marL="54000" marR="54000" marT="28800" marB="2880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l"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endParaRPr kumimoji="0" lang="zh-CN" altLang="zh-CN" sz="2400" b="0" i="0" u="none" strike="noStrike" cap="none" normalizeH="0" baseline="0" dirty="0">
                        <a:ln>
                          <a:noFill/>
                        </a:ln>
                        <a:solidFill>
                          <a:schemeClr val="tx1"/>
                        </a:solidFill>
                        <a:effectLst/>
                        <a:latin typeface="Times New Roman" panose="02020603050405020304" pitchFamily="18" charset="0"/>
                        <a:ea typeface="黑体" panose="02010609060101010101" pitchFamily="49" charset="-122"/>
                      </a:endParaRPr>
                    </a:p>
                  </a:txBody>
                  <a:tcPr marL="54000" marR="54000" marT="28800" marB="28800" anchor="ct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6"/>
                  </a:ext>
                </a:extLst>
              </a:tr>
            </a:tbl>
          </a:graphicData>
        </a:graphic>
      </p:graphicFrame>
      <p:sp>
        <p:nvSpPr>
          <p:cNvPr id="3" name="日期占位符 2">
            <a:extLst>
              <a:ext uri="{FF2B5EF4-FFF2-40B4-BE49-F238E27FC236}">
                <a16:creationId xmlns:a16="http://schemas.microsoft.com/office/drawing/2014/main" id="{56F6DC48-DA76-614C-39A7-6B8F2E324110}"/>
              </a:ext>
            </a:extLst>
          </p:cNvPr>
          <p:cNvSpPr>
            <a:spLocks noGrp="1"/>
          </p:cNvSpPr>
          <p:nvPr>
            <p:ph type="dt" sz="half" idx="10"/>
          </p:nvPr>
        </p:nvSpPr>
        <p:spPr/>
        <p:txBody>
          <a:bodyPr/>
          <a:lstStyle/>
          <a:p>
            <a:fld id="{9B23A560-7A19-4968-9305-554B6B811E88}" type="datetime2">
              <a:rPr lang="zh-CN" altLang="en-US" smtClean="0"/>
              <a:pPr/>
              <a:t>2025年11月26日</a:t>
            </a:fld>
            <a:endParaRPr lang="zh-CN" altLang="en-US"/>
          </a:p>
        </p:txBody>
      </p:sp>
      <p:sp>
        <p:nvSpPr>
          <p:cNvPr id="4" name="页脚占位符 3">
            <a:extLst>
              <a:ext uri="{FF2B5EF4-FFF2-40B4-BE49-F238E27FC236}">
                <a16:creationId xmlns:a16="http://schemas.microsoft.com/office/drawing/2014/main" id="{0D91DAE1-2917-D0B0-FDE4-94486C2B80AC}"/>
              </a:ext>
            </a:extLst>
          </p:cNvPr>
          <p:cNvSpPr>
            <a:spLocks noGrp="1"/>
          </p:cNvSpPr>
          <p:nvPr>
            <p:ph type="ftr" sz="quarter" idx="11"/>
          </p:nvPr>
        </p:nvSpPr>
        <p:spPr/>
        <p:txBody>
          <a:bodyPr/>
          <a:lstStyle/>
          <a:p>
            <a:r>
              <a:rPr lang="zh-CN" altLang="en-US"/>
              <a:t>编译原理</a:t>
            </a:r>
            <a:r>
              <a:rPr lang="en-US" altLang="zh-CN"/>
              <a:t>-</a:t>
            </a:r>
            <a:r>
              <a:rPr lang="zh-CN" altLang="en-US"/>
              <a:t>王欣捷</a:t>
            </a:r>
            <a:r>
              <a:rPr lang="en-US" altLang="zh-CN"/>
              <a:t>-</a:t>
            </a:r>
            <a:r>
              <a:rPr lang="zh-CN" altLang="en-US"/>
              <a:t>第三章 语法分析</a:t>
            </a:r>
            <a:r>
              <a:rPr lang="en-US" altLang="zh-CN"/>
              <a:t>(4)</a:t>
            </a:r>
            <a:endParaRPr lang="zh-CN" altLang="en-US"/>
          </a:p>
        </p:txBody>
      </p:sp>
      <p:sp>
        <p:nvSpPr>
          <p:cNvPr id="5" name="灯片编号占位符 4">
            <a:extLst>
              <a:ext uri="{FF2B5EF4-FFF2-40B4-BE49-F238E27FC236}">
                <a16:creationId xmlns:a16="http://schemas.microsoft.com/office/drawing/2014/main" id="{4D665D9E-0F8F-E987-B851-2836439D8CED}"/>
              </a:ext>
            </a:extLst>
          </p:cNvPr>
          <p:cNvSpPr>
            <a:spLocks noGrp="1"/>
          </p:cNvSpPr>
          <p:nvPr>
            <p:ph type="sldNum" sz="quarter" idx="12"/>
          </p:nvPr>
        </p:nvSpPr>
        <p:spPr/>
        <p:txBody>
          <a:bodyPr/>
          <a:lstStyle/>
          <a:p>
            <a:fld id="{094DEB03-EFC6-4C20-8FC8-295189A5386F}" type="slidenum">
              <a:rPr lang="zh-CN" altLang="en-US" smtClean="0"/>
              <a:pPr/>
              <a:t>47</a:t>
            </a:fld>
            <a:endParaRPr lang="zh-CN" altLang="en-US"/>
          </a:p>
        </p:txBody>
      </p:sp>
    </p:spTree>
  </p:cSld>
  <p:clrMapOvr>
    <a:masterClrMapping/>
  </p:clrMapOvr>
</p:sld>
</file>

<file path=ppt/slides/slide4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5298" name="Rectangle 2">
            <a:extLst>
              <a:ext uri="{FF2B5EF4-FFF2-40B4-BE49-F238E27FC236}">
                <a16:creationId xmlns:a16="http://schemas.microsoft.com/office/drawing/2014/main" id="{9153DADF-1DEE-4E8F-9A3C-A8DE7372F41B}"/>
              </a:ext>
            </a:extLst>
          </p:cNvPr>
          <p:cNvSpPr>
            <a:spLocks noGrp="1" noChangeArrowheads="1"/>
          </p:cNvSpPr>
          <p:nvPr>
            <p:ph type="title"/>
          </p:nvPr>
        </p:nvSpPr>
        <p:spPr/>
        <p:txBody>
          <a:bodyPr/>
          <a:lstStyle/>
          <a:p>
            <a:pPr eaLnBrk="1" hangingPunct="1"/>
            <a:r>
              <a:rPr lang="en-US" altLang="zh-CN"/>
              <a:t>3.3.5 </a:t>
            </a:r>
            <a:r>
              <a:rPr lang="zh-CN" altLang="en-US"/>
              <a:t>构造预测分析表</a:t>
            </a:r>
          </a:p>
        </p:txBody>
      </p:sp>
      <p:sp>
        <p:nvSpPr>
          <p:cNvPr id="55299" name="Rectangle 3">
            <a:extLst>
              <a:ext uri="{FF2B5EF4-FFF2-40B4-BE49-F238E27FC236}">
                <a16:creationId xmlns:a16="http://schemas.microsoft.com/office/drawing/2014/main" id="{3D704A07-EA9E-4165-93ED-A179A1B739AF}"/>
              </a:ext>
            </a:extLst>
          </p:cNvPr>
          <p:cNvSpPr>
            <a:spLocks noGrp="1" noChangeArrowheads="1"/>
          </p:cNvSpPr>
          <p:nvPr>
            <p:ph idx="1"/>
          </p:nvPr>
        </p:nvSpPr>
        <p:spPr/>
        <p:txBody>
          <a:bodyPr>
            <a:normAutofit fontScale="92500" lnSpcReduction="10000"/>
          </a:bodyPr>
          <a:lstStyle/>
          <a:p>
            <a:pPr eaLnBrk="1" hangingPunct="1"/>
            <a:r>
              <a:rPr lang="zh-CN" altLang="en-US" sz="2400" dirty="0">
                <a:latin typeface="Times New Roman" panose="02020603050405020304" pitchFamily="18" charset="0"/>
              </a:rPr>
              <a:t>例</a:t>
            </a:r>
            <a:r>
              <a:rPr lang="zh-CN" altLang="en-US" sz="2400" b="1" dirty="0">
                <a:latin typeface="Times New Roman" panose="02020603050405020304" pitchFamily="18" charset="0"/>
              </a:rPr>
              <a:t> </a:t>
            </a:r>
            <a:r>
              <a:rPr lang="en-US" altLang="zh-CN" sz="2400" b="1" dirty="0">
                <a:latin typeface="Times New Roman" panose="02020603050405020304" pitchFamily="18" charset="0"/>
              </a:rPr>
              <a:t>3.15 </a:t>
            </a:r>
            <a:r>
              <a:rPr lang="en-US" altLang="zh-CN" sz="2400" dirty="0">
                <a:latin typeface="Times New Roman" panose="02020603050405020304" pitchFamily="18" charset="0"/>
              </a:rPr>
              <a:t> </a:t>
            </a:r>
          </a:p>
          <a:p>
            <a:pPr eaLnBrk="1" hangingPunct="1">
              <a:buFont typeface="Wingdings" panose="05000000000000000000" pitchFamily="2" charset="2"/>
              <a:buNone/>
            </a:pPr>
            <a:r>
              <a:rPr lang="en-US" altLang="zh-CN" sz="2400" dirty="0">
                <a:latin typeface="Times New Roman" panose="02020603050405020304" pitchFamily="18" charset="0"/>
              </a:rPr>
              <a:t>  </a:t>
            </a:r>
            <a:r>
              <a:rPr lang="en-US" altLang="zh-CN" sz="2400" b="1" i="1" dirty="0" err="1">
                <a:latin typeface="Times New Roman" panose="02020603050405020304" pitchFamily="18" charset="0"/>
              </a:rPr>
              <a:t>stmt</a:t>
            </a:r>
            <a:r>
              <a:rPr lang="en-US" altLang="zh-CN" sz="2400" b="1" dirty="0" err="1">
                <a:latin typeface="Times New Roman" panose="02020603050405020304" pitchFamily="18" charset="0"/>
                <a:sym typeface="Symbol" panose="05050102010706020507" pitchFamily="18" charset="2"/>
              </a:rPr>
              <a:t>if</a:t>
            </a:r>
            <a:r>
              <a:rPr lang="en-US" altLang="zh-CN" sz="2400" dirty="0">
                <a:latin typeface="Times New Roman" panose="02020603050405020304" pitchFamily="18" charset="0"/>
                <a:sym typeface="Symbol" panose="05050102010706020507" pitchFamily="18" charset="2"/>
              </a:rPr>
              <a:t> </a:t>
            </a:r>
            <a:r>
              <a:rPr lang="en-US" altLang="zh-CN" sz="2400" b="1" i="1" dirty="0">
                <a:latin typeface="Times New Roman" panose="02020603050405020304" pitchFamily="18" charset="0"/>
                <a:sym typeface="Symbol" panose="05050102010706020507" pitchFamily="18" charset="2"/>
              </a:rPr>
              <a:t>expr</a:t>
            </a:r>
            <a:r>
              <a:rPr lang="en-US" altLang="zh-CN" sz="2400" dirty="0">
                <a:latin typeface="Times New Roman" panose="02020603050405020304" pitchFamily="18" charset="0"/>
                <a:sym typeface="Symbol" panose="05050102010706020507" pitchFamily="18" charset="2"/>
              </a:rPr>
              <a:t> </a:t>
            </a:r>
            <a:r>
              <a:rPr lang="en-US" altLang="zh-CN" sz="2400" b="1" dirty="0">
                <a:latin typeface="Times New Roman" panose="02020603050405020304" pitchFamily="18" charset="0"/>
                <a:sym typeface="Symbol" panose="05050102010706020507" pitchFamily="18" charset="2"/>
              </a:rPr>
              <a:t>then</a:t>
            </a:r>
            <a:r>
              <a:rPr lang="en-US" altLang="zh-CN" sz="2400" dirty="0">
                <a:latin typeface="Times New Roman" panose="02020603050405020304" pitchFamily="18" charset="0"/>
                <a:sym typeface="Symbol" panose="05050102010706020507" pitchFamily="18" charset="2"/>
              </a:rPr>
              <a:t> </a:t>
            </a:r>
            <a:r>
              <a:rPr lang="en-US" altLang="zh-CN" sz="2400" b="1" i="1" dirty="0" err="1">
                <a:latin typeface="Times New Roman" panose="02020603050405020304" pitchFamily="18" charset="0"/>
                <a:sym typeface="Symbol" panose="05050102010706020507" pitchFamily="18" charset="2"/>
              </a:rPr>
              <a:t>stmt</a:t>
            </a:r>
            <a:r>
              <a:rPr lang="en-US" altLang="zh-CN" sz="2400" dirty="0">
                <a:latin typeface="Times New Roman" panose="02020603050405020304" pitchFamily="18" charset="0"/>
                <a:sym typeface="Symbol" panose="05050102010706020507" pitchFamily="18" charset="2"/>
              </a:rPr>
              <a:t> </a:t>
            </a:r>
            <a:r>
              <a:rPr lang="en-US" altLang="zh-CN" sz="2400" b="1" i="1" dirty="0" err="1">
                <a:latin typeface="Times New Roman" panose="02020603050405020304" pitchFamily="18" charset="0"/>
                <a:sym typeface="Symbol" panose="05050102010706020507" pitchFamily="18" charset="2"/>
              </a:rPr>
              <a:t>e_part</a:t>
            </a:r>
            <a:r>
              <a:rPr lang="en-US" altLang="zh-CN" sz="2400" b="1" dirty="0">
                <a:latin typeface="Times New Roman" panose="02020603050405020304" pitchFamily="18" charset="0"/>
                <a:sym typeface="Symbol" panose="05050102010706020507" pitchFamily="18" charset="2"/>
              </a:rPr>
              <a:t> | other</a:t>
            </a:r>
          </a:p>
          <a:p>
            <a:pPr eaLnBrk="1" hangingPunct="1">
              <a:buFont typeface="Wingdings" panose="05000000000000000000" pitchFamily="2" charset="2"/>
              <a:buNone/>
            </a:pPr>
            <a:r>
              <a:rPr lang="en-US" altLang="zh-CN" sz="2400" b="1" i="1" dirty="0">
                <a:latin typeface="Times New Roman" panose="02020603050405020304" pitchFamily="18" charset="0"/>
                <a:sym typeface="Symbol" panose="05050102010706020507" pitchFamily="18" charset="2"/>
              </a:rPr>
              <a:t>  </a:t>
            </a:r>
            <a:r>
              <a:rPr lang="en-US" altLang="zh-CN" sz="2400" b="1" i="1" dirty="0" err="1">
                <a:latin typeface="Times New Roman" panose="02020603050405020304" pitchFamily="18" charset="0"/>
                <a:sym typeface="Symbol" panose="05050102010706020507" pitchFamily="18" charset="2"/>
              </a:rPr>
              <a:t>e_part</a:t>
            </a:r>
            <a:r>
              <a:rPr lang="en-US" altLang="zh-CN" sz="2400" b="1" dirty="0" err="1">
                <a:latin typeface="Times New Roman" panose="02020603050405020304" pitchFamily="18" charset="0"/>
                <a:sym typeface="Symbol" panose="05050102010706020507" pitchFamily="18" charset="2"/>
              </a:rPr>
              <a:t>else</a:t>
            </a:r>
            <a:r>
              <a:rPr lang="en-US" altLang="zh-CN" sz="2400" b="1" dirty="0">
                <a:latin typeface="Times New Roman" panose="02020603050405020304" pitchFamily="18" charset="0"/>
                <a:sym typeface="Symbol" panose="05050102010706020507" pitchFamily="18" charset="2"/>
              </a:rPr>
              <a:t> </a:t>
            </a:r>
            <a:r>
              <a:rPr lang="en-US" altLang="zh-CN" sz="2400" b="1" i="1" dirty="0" err="1">
                <a:latin typeface="Times New Roman" panose="02020603050405020304" pitchFamily="18" charset="0"/>
                <a:sym typeface="Symbol" panose="05050102010706020507" pitchFamily="18" charset="2"/>
              </a:rPr>
              <a:t>stmt</a:t>
            </a:r>
            <a:r>
              <a:rPr lang="en-US" altLang="zh-CN" sz="2400" b="1" dirty="0">
                <a:latin typeface="Times New Roman" panose="02020603050405020304" pitchFamily="18" charset="0"/>
                <a:sym typeface="Symbol" panose="05050102010706020507" pitchFamily="18" charset="2"/>
              </a:rPr>
              <a:t> | </a:t>
            </a:r>
          </a:p>
          <a:p>
            <a:pPr eaLnBrk="1" hangingPunct="1">
              <a:buFont typeface="Wingdings" panose="05000000000000000000" pitchFamily="2" charset="2"/>
              <a:buNone/>
            </a:pPr>
            <a:r>
              <a:rPr lang="en-US" altLang="zh-CN" sz="2400" b="1" i="1" dirty="0">
                <a:latin typeface="Times New Roman" panose="02020603050405020304" pitchFamily="18" charset="0"/>
                <a:sym typeface="Symbol" panose="05050102010706020507" pitchFamily="18" charset="2"/>
              </a:rPr>
              <a:t>  </a:t>
            </a:r>
            <a:r>
              <a:rPr lang="en-US" altLang="zh-CN" sz="2400" b="1" i="1" dirty="0" err="1">
                <a:latin typeface="Times New Roman" panose="02020603050405020304" pitchFamily="18" charset="0"/>
                <a:sym typeface="Symbol" panose="05050102010706020507" pitchFamily="18" charset="2"/>
              </a:rPr>
              <a:t>expr</a:t>
            </a:r>
            <a:r>
              <a:rPr lang="en-US" altLang="zh-CN" sz="2400" b="1" dirty="0" err="1">
                <a:latin typeface="Times New Roman" panose="02020603050405020304" pitchFamily="18" charset="0"/>
                <a:sym typeface="Symbol" panose="05050102010706020507" pitchFamily="18" charset="2"/>
              </a:rPr>
              <a:t></a:t>
            </a:r>
            <a:r>
              <a:rPr lang="en-US" altLang="zh-CN" sz="2400" b="1" i="1" dirty="0" err="1">
                <a:latin typeface="Times New Roman" panose="02020603050405020304" pitchFamily="18" charset="0"/>
                <a:sym typeface="Symbol" panose="05050102010706020507" pitchFamily="18" charset="2"/>
              </a:rPr>
              <a:t>b</a:t>
            </a:r>
            <a:endParaRPr lang="en-US" altLang="zh-CN" sz="2400" b="1" i="1" dirty="0">
              <a:latin typeface="Times New Roman" panose="02020603050405020304" pitchFamily="18" charset="0"/>
              <a:sym typeface="Symbol" panose="05050102010706020507" pitchFamily="18" charset="2"/>
            </a:endParaRPr>
          </a:p>
          <a:p>
            <a:pPr eaLnBrk="1" hangingPunct="1">
              <a:buFont typeface="Wingdings" panose="05000000000000000000" pitchFamily="2" charset="2"/>
              <a:buNone/>
            </a:pPr>
            <a:endParaRPr lang="en-US" altLang="zh-CN" sz="2400" b="1" i="1" dirty="0">
              <a:latin typeface="Times New Roman" panose="02020603050405020304" pitchFamily="18" charset="0"/>
              <a:sym typeface="Symbol" panose="05050102010706020507" pitchFamily="18" charset="2"/>
            </a:endParaRPr>
          </a:p>
          <a:p>
            <a:pPr eaLnBrk="1" hangingPunct="1">
              <a:buFont typeface="Wingdings" panose="05000000000000000000" pitchFamily="2" charset="2"/>
              <a:buNone/>
            </a:pPr>
            <a:r>
              <a:rPr lang="en-US" altLang="zh-CN" sz="2400" b="1" dirty="0">
                <a:latin typeface="Times New Roman" panose="02020603050405020304" pitchFamily="18" charset="0"/>
                <a:sym typeface="Symbol" panose="05050102010706020507" pitchFamily="18" charset="2"/>
              </a:rPr>
              <a:t>FIRST(</a:t>
            </a:r>
            <a:r>
              <a:rPr lang="en-US" altLang="zh-CN" sz="2400" b="1" i="1" dirty="0" err="1">
                <a:latin typeface="Times New Roman" panose="02020603050405020304" pitchFamily="18" charset="0"/>
                <a:sym typeface="Symbol" panose="05050102010706020507" pitchFamily="18" charset="2"/>
              </a:rPr>
              <a:t>stmt</a:t>
            </a:r>
            <a:r>
              <a:rPr lang="en-US" altLang="zh-CN" sz="2400" b="1" dirty="0">
                <a:latin typeface="Times New Roman" panose="02020603050405020304" pitchFamily="18" charset="0"/>
                <a:sym typeface="Symbol" panose="05050102010706020507" pitchFamily="18" charset="2"/>
              </a:rPr>
              <a:t>)={if, other}</a:t>
            </a:r>
          </a:p>
          <a:p>
            <a:pPr eaLnBrk="1" hangingPunct="1">
              <a:buFont typeface="Wingdings" panose="05000000000000000000" pitchFamily="2" charset="2"/>
              <a:buNone/>
            </a:pPr>
            <a:r>
              <a:rPr lang="en-US" altLang="zh-CN" sz="2400" b="1" dirty="0">
                <a:latin typeface="Times New Roman" panose="02020603050405020304" pitchFamily="18" charset="0"/>
                <a:sym typeface="Symbol" panose="05050102010706020507" pitchFamily="18" charset="2"/>
              </a:rPr>
              <a:t>FIRST(</a:t>
            </a:r>
            <a:r>
              <a:rPr lang="en-US" altLang="zh-CN" sz="2400" b="1" i="1" dirty="0" err="1">
                <a:latin typeface="Times New Roman" panose="02020603050405020304" pitchFamily="18" charset="0"/>
                <a:sym typeface="Symbol" panose="05050102010706020507" pitchFamily="18" charset="2"/>
              </a:rPr>
              <a:t>e_part</a:t>
            </a:r>
            <a:r>
              <a:rPr lang="en-US" altLang="zh-CN" sz="2400" b="1" dirty="0">
                <a:latin typeface="Times New Roman" panose="02020603050405020304" pitchFamily="18" charset="0"/>
                <a:sym typeface="Symbol" panose="05050102010706020507" pitchFamily="18" charset="2"/>
              </a:rPr>
              <a:t>)={else, }</a:t>
            </a:r>
          </a:p>
          <a:p>
            <a:pPr eaLnBrk="1" hangingPunct="1">
              <a:buFont typeface="Wingdings" panose="05000000000000000000" pitchFamily="2" charset="2"/>
              <a:buNone/>
            </a:pPr>
            <a:r>
              <a:rPr lang="en-US" altLang="zh-CN" sz="2400" b="1" dirty="0">
                <a:latin typeface="Times New Roman" panose="02020603050405020304" pitchFamily="18" charset="0"/>
                <a:sym typeface="Symbol" panose="05050102010706020507" pitchFamily="18" charset="2"/>
              </a:rPr>
              <a:t>FIRST(</a:t>
            </a:r>
            <a:r>
              <a:rPr lang="en-US" altLang="zh-CN" sz="2400" b="1" i="1" dirty="0">
                <a:latin typeface="Times New Roman" panose="02020603050405020304" pitchFamily="18" charset="0"/>
                <a:sym typeface="Symbol" panose="05050102010706020507" pitchFamily="18" charset="2"/>
              </a:rPr>
              <a:t>expr</a:t>
            </a:r>
            <a:r>
              <a:rPr lang="en-US" altLang="zh-CN" sz="2400" b="1" dirty="0">
                <a:latin typeface="Times New Roman" panose="02020603050405020304" pitchFamily="18" charset="0"/>
                <a:sym typeface="Symbol" panose="05050102010706020507" pitchFamily="18" charset="2"/>
              </a:rPr>
              <a:t>)={</a:t>
            </a:r>
            <a:r>
              <a:rPr lang="en-US" altLang="zh-CN" sz="2400" b="1" i="1" dirty="0">
                <a:latin typeface="Times New Roman" panose="02020603050405020304" pitchFamily="18" charset="0"/>
                <a:sym typeface="Symbol" panose="05050102010706020507" pitchFamily="18" charset="2"/>
              </a:rPr>
              <a:t>b</a:t>
            </a:r>
            <a:r>
              <a:rPr lang="en-US" altLang="zh-CN" sz="2400" b="1" dirty="0">
                <a:latin typeface="Times New Roman" panose="02020603050405020304" pitchFamily="18" charset="0"/>
                <a:sym typeface="Symbol" panose="05050102010706020507" pitchFamily="18" charset="2"/>
              </a:rPr>
              <a:t>}</a:t>
            </a:r>
          </a:p>
          <a:p>
            <a:pPr eaLnBrk="1" hangingPunct="1">
              <a:buFont typeface="Wingdings" panose="05000000000000000000" pitchFamily="2" charset="2"/>
              <a:buNone/>
            </a:pPr>
            <a:r>
              <a:rPr lang="en-US" altLang="zh-CN" sz="2400" b="1" dirty="0">
                <a:latin typeface="Times New Roman" panose="02020603050405020304" pitchFamily="18" charset="0"/>
                <a:sym typeface="Symbol" panose="05050102010706020507" pitchFamily="18" charset="2"/>
              </a:rPr>
              <a:t>FOLLOW(</a:t>
            </a:r>
            <a:r>
              <a:rPr lang="en-US" altLang="zh-CN" sz="2400" b="1" i="1" dirty="0" err="1">
                <a:latin typeface="Times New Roman" panose="02020603050405020304" pitchFamily="18" charset="0"/>
                <a:sym typeface="Symbol" panose="05050102010706020507" pitchFamily="18" charset="2"/>
              </a:rPr>
              <a:t>stmt</a:t>
            </a:r>
            <a:r>
              <a:rPr lang="en-US" altLang="zh-CN" sz="2400" b="1" dirty="0">
                <a:latin typeface="Times New Roman" panose="02020603050405020304" pitchFamily="18" charset="0"/>
                <a:sym typeface="Symbol" panose="05050102010706020507" pitchFamily="18" charset="2"/>
              </a:rPr>
              <a:t>)={else, $}</a:t>
            </a:r>
          </a:p>
          <a:p>
            <a:pPr eaLnBrk="1" hangingPunct="1">
              <a:buFont typeface="Wingdings" panose="05000000000000000000" pitchFamily="2" charset="2"/>
              <a:buNone/>
            </a:pPr>
            <a:r>
              <a:rPr lang="en-US" altLang="zh-CN" sz="2400" b="1" dirty="0">
                <a:latin typeface="Times New Roman" panose="02020603050405020304" pitchFamily="18" charset="0"/>
                <a:sym typeface="Symbol" panose="05050102010706020507" pitchFamily="18" charset="2"/>
              </a:rPr>
              <a:t>FOLLOW(</a:t>
            </a:r>
            <a:r>
              <a:rPr lang="en-US" altLang="zh-CN" sz="2400" b="1" i="1" dirty="0" err="1">
                <a:latin typeface="Times New Roman" panose="02020603050405020304" pitchFamily="18" charset="0"/>
                <a:sym typeface="Symbol" panose="05050102010706020507" pitchFamily="18" charset="2"/>
              </a:rPr>
              <a:t>e_part</a:t>
            </a:r>
            <a:r>
              <a:rPr lang="en-US" altLang="zh-CN" sz="2400" b="1" dirty="0">
                <a:latin typeface="Times New Roman" panose="02020603050405020304" pitchFamily="18" charset="0"/>
                <a:sym typeface="Symbol" panose="05050102010706020507" pitchFamily="18" charset="2"/>
              </a:rPr>
              <a:t>)={else, $}</a:t>
            </a:r>
          </a:p>
          <a:p>
            <a:pPr eaLnBrk="1" hangingPunct="1">
              <a:buFont typeface="Wingdings" panose="05000000000000000000" pitchFamily="2" charset="2"/>
              <a:buNone/>
            </a:pPr>
            <a:r>
              <a:rPr lang="en-US" altLang="zh-CN" sz="2400" b="1" dirty="0">
                <a:latin typeface="Times New Roman" panose="02020603050405020304" pitchFamily="18" charset="0"/>
                <a:sym typeface="Symbol" panose="05050102010706020507" pitchFamily="18" charset="2"/>
              </a:rPr>
              <a:t>FOLLOW(</a:t>
            </a:r>
            <a:r>
              <a:rPr lang="en-US" altLang="zh-CN" sz="2400" b="1" i="1" dirty="0">
                <a:latin typeface="Times New Roman" panose="02020603050405020304" pitchFamily="18" charset="0"/>
                <a:sym typeface="Symbol" panose="05050102010706020507" pitchFamily="18" charset="2"/>
              </a:rPr>
              <a:t>expr</a:t>
            </a:r>
            <a:r>
              <a:rPr lang="en-US" altLang="zh-CN" sz="2400" b="1" dirty="0">
                <a:latin typeface="Times New Roman" panose="02020603050405020304" pitchFamily="18" charset="0"/>
                <a:sym typeface="Symbol" panose="05050102010706020507" pitchFamily="18" charset="2"/>
              </a:rPr>
              <a:t>)={then}</a:t>
            </a:r>
          </a:p>
        </p:txBody>
      </p:sp>
      <p:sp>
        <p:nvSpPr>
          <p:cNvPr id="2" name="日期占位符 1">
            <a:extLst>
              <a:ext uri="{FF2B5EF4-FFF2-40B4-BE49-F238E27FC236}">
                <a16:creationId xmlns:a16="http://schemas.microsoft.com/office/drawing/2014/main" id="{16AFA638-AB00-41AE-74F8-9573A46B5AD5}"/>
              </a:ext>
            </a:extLst>
          </p:cNvPr>
          <p:cNvSpPr>
            <a:spLocks noGrp="1"/>
          </p:cNvSpPr>
          <p:nvPr>
            <p:ph type="dt" sz="half" idx="10"/>
          </p:nvPr>
        </p:nvSpPr>
        <p:spPr/>
        <p:txBody>
          <a:bodyPr/>
          <a:lstStyle/>
          <a:p>
            <a:fld id="{C2BC56C1-BCA4-471E-9CA4-978704081BF0}" type="datetime2">
              <a:rPr lang="zh-CN" altLang="en-US" smtClean="0"/>
              <a:pPr/>
              <a:t>2025年11月26日</a:t>
            </a:fld>
            <a:endParaRPr lang="zh-CN" altLang="en-US"/>
          </a:p>
        </p:txBody>
      </p:sp>
      <p:sp>
        <p:nvSpPr>
          <p:cNvPr id="3" name="页脚占位符 2">
            <a:extLst>
              <a:ext uri="{FF2B5EF4-FFF2-40B4-BE49-F238E27FC236}">
                <a16:creationId xmlns:a16="http://schemas.microsoft.com/office/drawing/2014/main" id="{B17B4FAB-08D7-97CE-B04E-7C45C0CA56A1}"/>
              </a:ext>
            </a:extLst>
          </p:cNvPr>
          <p:cNvSpPr>
            <a:spLocks noGrp="1"/>
          </p:cNvSpPr>
          <p:nvPr>
            <p:ph type="ftr" sz="quarter" idx="11"/>
          </p:nvPr>
        </p:nvSpPr>
        <p:spPr/>
        <p:txBody>
          <a:bodyPr/>
          <a:lstStyle/>
          <a:p>
            <a:r>
              <a:rPr lang="zh-CN" altLang="en-US"/>
              <a:t>编译原理</a:t>
            </a:r>
            <a:r>
              <a:rPr lang="en-US" altLang="zh-CN"/>
              <a:t>-</a:t>
            </a:r>
            <a:r>
              <a:rPr lang="zh-CN" altLang="en-US"/>
              <a:t>王欣捷</a:t>
            </a:r>
            <a:r>
              <a:rPr lang="en-US" altLang="zh-CN"/>
              <a:t>-</a:t>
            </a:r>
            <a:r>
              <a:rPr lang="zh-CN" altLang="en-US"/>
              <a:t>第三章 语法分析</a:t>
            </a:r>
            <a:r>
              <a:rPr lang="en-US" altLang="zh-CN"/>
              <a:t>(4)</a:t>
            </a:r>
            <a:endParaRPr lang="zh-CN" altLang="en-US"/>
          </a:p>
        </p:txBody>
      </p:sp>
      <p:sp>
        <p:nvSpPr>
          <p:cNvPr id="4" name="灯片编号占位符 3">
            <a:extLst>
              <a:ext uri="{FF2B5EF4-FFF2-40B4-BE49-F238E27FC236}">
                <a16:creationId xmlns:a16="http://schemas.microsoft.com/office/drawing/2014/main" id="{8406D6A9-B575-CE9C-B485-9814CCC04259}"/>
              </a:ext>
            </a:extLst>
          </p:cNvPr>
          <p:cNvSpPr>
            <a:spLocks noGrp="1"/>
          </p:cNvSpPr>
          <p:nvPr>
            <p:ph type="sldNum" sz="quarter" idx="12"/>
          </p:nvPr>
        </p:nvSpPr>
        <p:spPr/>
        <p:txBody>
          <a:bodyPr/>
          <a:lstStyle/>
          <a:p>
            <a:fld id="{094DEB03-EFC6-4C20-8FC8-295189A5386F}" type="slidenum">
              <a:rPr lang="zh-CN" altLang="en-US" smtClean="0"/>
              <a:pPr/>
              <a:t>48</a:t>
            </a:fld>
            <a:endParaRPr lang="zh-CN" altLang="en-US"/>
          </a:p>
        </p:txBody>
      </p:sp>
      <p:pic>
        <p:nvPicPr>
          <p:cNvPr id="7" name="图片 6" descr="图标&#10;&#10;描述已自动生成">
            <a:extLst>
              <a:ext uri="{FF2B5EF4-FFF2-40B4-BE49-F238E27FC236}">
                <a16:creationId xmlns:a16="http://schemas.microsoft.com/office/drawing/2014/main" id="{58E36384-D3ED-45BD-44A9-E8887AE2DCDB}"/>
              </a:ext>
            </a:extLst>
          </p:cNvPr>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flipH="1">
            <a:off x="8246733" y="321851"/>
            <a:ext cx="804397" cy="804397"/>
          </a:xfrm>
          <a:prstGeom prst="rect">
            <a:avLst/>
          </a:prstGeom>
        </p:spPr>
      </p:pic>
    </p:spTree>
  </p:cSld>
  <p:clrMapOvr>
    <a:masterClrMapping/>
  </p:clrMapOvr>
</p:sld>
</file>

<file path=ppt/slides/slide4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6322" name="Rectangle 2">
            <a:extLst>
              <a:ext uri="{FF2B5EF4-FFF2-40B4-BE49-F238E27FC236}">
                <a16:creationId xmlns:a16="http://schemas.microsoft.com/office/drawing/2014/main" id="{9BCC12AF-1352-4109-9EEA-2EE72ED02D3E}"/>
              </a:ext>
            </a:extLst>
          </p:cNvPr>
          <p:cNvSpPr>
            <a:spLocks noGrp="1" noChangeArrowheads="1"/>
          </p:cNvSpPr>
          <p:nvPr>
            <p:ph type="title"/>
          </p:nvPr>
        </p:nvSpPr>
        <p:spPr>
          <a:xfrm>
            <a:off x="628650" y="230400"/>
            <a:ext cx="7886700" cy="953133"/>
          </a:xfrm>
        </p:spPr>
        <p:txBody>
          <a:bodyPr/>
          <a:lstStyle/>
          <a:p>
            <a:pPr eaLnBrk="1" hangingPunct="1"/>
            <a:r>
              <a:rPr lang="en-US" altLang="zh-CN"/>
              <a:t>3.3.5 </a:t>
            </a:r>
            <a:r>
              <a:rPr lang="zh-CN" altLang="en-US"/>
              <a:t>构造预测分析表</a:t>
            </a:r>
          </a:p>
        </p:txBody>
      </p:sp>
      <p:graphicFrame>
        <p:nvGraphicFramePr>
          <p:cNvPr id="4" name="Group 3">
            <a:extLst>
              <a:ext uri="{FF2B5EF4-FFF2-40B4-BE49-F238E27FC236}">
                <a16:creationId xmlns:a16="http://schemas.microsoft.com/office/drawing/2014/main" id="{98741C43-30A4-4DB2-BA1B-EC9FC561CE0A}"/>
              </a:ext>
            </a:extLst>
          </p:cNvPr>
          <p:cNvGraphicFramePr>
            <a:graphicFrameLocks/>
          </p:cNvGraphicFramePr>
          <p:nvPr>
            <p:extLst>
              <p:ext uri="{D42A27DB-BD31-4B8C-83A1-F6EECF244321}">
                <p14:modId xmlns:p14="http://schemas.microsoft.com/office/powerpoint/2010/main" val="3743516075"/>
              </p:ext>
            </p:extLst>
          </p:nvPr>
        </p:nvGraphicFramePr>
        <p:xfrm>
          <a:off x="170656" y="1440000"/>
          <a:ext cx="8802687" cy="4632324"/>
        </p:xfrm>
        <a:graphic>
          <a:graphicData uri="http://schemas.openxmlformats.org/drawingml/2006/table">
            <a:tbl>
              <a:tblPr/>
              <a:tblGrid>
                <a:gridCol w="990600">
                  <a:extLst>
                    <a:ext uri="{9D8B030D-6E8A-4147-A177-3AD203B41FA5}">
                      <a16:colId xmlns:a16="http://schemas.microsoft.com/office/drawing/2014/main" val="20000"/>
                    </a:ext>
                  </a:extLst>
                </a:gridCol>
                <a:gridCol w="1752600">
                  <a:extLst>
                    <a:ext uri="{9D8B030D-6E8A-4147-A177-3AD203B41FA5}">
                      <a16:colId xmlns:a16="http://schemas.microsoft.com/office/drawing/2014/main" val="20001"/>
                    </a:ext>
                  </a:extLst>
                </a:gridCol>
                <a:gridCol w="1219200">
                  <a:extLst>
                    <a:ext uri="{9D8B030D-6E8A-4147-A177-3AD203B41FA5}">
                      <a16:colId xmlns:a16="http://schemas.microsoft.com/office/drawing/2014/main" val="20002"/>
                    </a:ext>
                  </a:extLst>
                </a:gridCol>
                <a:gridCol w="1371600">
                  <a:extLst>
                    <a:ext uri="{9D8B030D-6E8A-4147-A177-3AD203B41FA5}">
                      <a16:colId xmlns:a16="http://schemas.microsoft.com/office/drawing/2014/main" val="20003"/>
                    </a:ext>
                  </a:extLst>
                </a:gridCol>
                <a:gridCol w="1066800">
                  <a:extLst>
                    <a:ext uri="{9D8B030D-6E8A-4147-A177-3AD203B41FA5}">
                      <a16:colId xmlns:a16="http://schemas.microsoft.com/office/drawing/2014/main" val="20004"/>
                    </a:ext>
                  </a:extLst>
                </a:gridCol>
                <a:gridCol w="914400">
                  <a:extLst>
                    <a:ext uri="{9D8B030D-6E8A-4147-A177-3AD203B41FA5}">
                      <a16:colId xmlns:a16="http://schemas.microsoft.com/office/drawing/2014/main" val="20005"/>
                    </a:ext>
                  </a:extLst>
                </a:gridCol>
                <a:gridCol w="1487487">
                  <a:extLst>
                    <a:ext uri="{9D8B030D-6E8A-4147-A177-3AD203B41FA5}">
                      <a16:colId xmlns:a16="http://schemas.microsoft.com/office/drawing/2014/main" val="20006"/>
                    </a:ext>
                  </a:extLst>
                </a:gridCol>
              </a:tblGrid>
              <a:tr h="822269">
                <a:tc rowSpan="2">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endParaRPr kumimoji="0" lang="en-US" altLang="zh-CN" sz="2400" b="0" i="0" u="none" strike="noStrike" cap="none" normalizeH="0" baseline="0">
                        <a:ln>
                          <a:noFill/>
                        </a:ln>
                        <a:solidFill>
                          <a:schemeClr val="tx1"/>
                        </a:solidFill>
                        <a:effectLst/>
                        <a:latin typeface="Times New Roman" panose="02020603050405020304" pitchFamily="18" charset="0"/>
                        <a:ea typeface="黑体" panose="02010609060101010101" pitchFamily="49" charset="-122"/>
                      </a:endParaRPr>
                    </a:p>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r>
                        <a:rPr kumimoji="0" lang="zh-CN" altLang="en-US" sz="2400" b="0" i="0" u="none" strike="noStrike" cap="none" normalizeH="0" baseline="0">
                          <a:ln>
                            <a:noFill/>
                          </a:ln>
                          <a:solidFill>
                            <a:schemeClr val="tx1"/>
                          </a:solidFill>
                          <a:effectLst/>
                          <a:latin typeface="Times New Roman" panose="02020603050405020304" pitchFamily="18" charset="0"/>
                          <a:ea typeface="黑体" panose="02010609060101010101" pitchFamily="49" charset="-122"/>
                        </a:rPr>
                        <a:t>非 终 结 符</a:t>
                      </a:r>
                    </a:p>
                  </a:txBody>
                  <a:tcPr marL="54000" marR="54000" marT="28798" marB="28798" anchor="ct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gridSpan="6">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r>
                        <a:rPr kumimoji="0" lang="zh-CN" altLang="en-US" sz="2400" b="0" i="0" u="none" strike="noStrike" cap="none" normalizeH="0" baseline="0">
                          <a:ln>
                            <a:noFill/>
                          </a:ln>
                          <a:solidFill>
                            <a:schemeClr val="tx1"/>
                          </a:solidFill>
                          <a:effectLst/>
                          <a:latin typeface="Times New Roman" panose="02020603050405020304" pitchFamily="18" charset="0"/>
                          <a:ea typeface="黑体" panose="02010609060101010101" pitchFamily="49" charset="-122"/>
                        </a:rPr>
                        <a:t>输 入 符 号</a:t>
                      </a:r>
                    </a:p>
                  </a:txBody>
                  <a:tcPr marL="54000" marR="54000" marT="28798" marB="28798" anchor="ct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extLst>
                  <a:ext uri="{0D108BD9-81ED-4DB2-BD59-A6C34878D82A}">
                    <a16:rowId xmlns:a16="http://schemas.microsoft.com/office/drawing/2014/main" val="10000"/>
                  </a:ext>
                </a:extLst>
              </a:tr>
              <a:tr h="823857">
                <a:tc vMerge="1">
                  <a:txBody>
                    <a:bodyPr/>
                    <a:lstStyle/>
                    <a:p>
                      <a:endParaRPr lang="zh-CN" altLang="en-US"/>
                    </a:p>
                  </a:txBody>
                  <a:tcPr/>
                </a:tc>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r>
                        <a:rPr kumimoji="0" lang="en-US" altLang="zh-CN" sz="2400" b="1" i="0" u="none" strike="noStrike" cap="none" normalizeH="0" baseline="0">
                          <a:ln>
                            <a:noFill/>
                          </a:ln>
                          <a:solidFill>
                            <a:schemeClr val="tx1"/>
                          </a:solidFill>
                          <a:effectLst/>
                          <a:latin typeface="Times New Roman" panose="02020603050405020304" pitchFamily="18" charset="0"/>
                          <a:ea typeface="黑体" panose="02010609060101010101" pitchFamily="49" charset="-122"/>
                        </a:rPr>
                        <a:t>other</a:t>
                      </a:r>
                    </a:p>
                  </a:txBody>
                  <a:tcPr marL="54000" marR="54000" marT="28798" marB="28798"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r>
                        <a:rPr kumimoji="0" lang="en-US" altLang="zh-CN" sz="2400" b="1" i="1" u="none" strike="noStrike" cap="none" normalizeH="0" baseline="0">
                          <a:ln>
                            <a:noFill/>
                          </a:ln>
                          <a:solidFill>
                            <a:schemeClr val="tx1"/>
                          </a:solidFill>
                          <a:effectLst/>
                          <a:latin typeface="Times New Roman" panose="02020603050405020304" pitchFamily="18" charset="0"/>
                          <a:ea typeface="黑体" panose="02010609060101010101" pitchFamily="49" charset="-122"/>
                        </a:rPr>
                        <a:t>b</a:t>
                      </a:r>
                    </a:p>
                  </a:txBody>
                  <a:tcPr marL="54000" marR="54000" marT="28798" marB="28798"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r>
                        <a:rPr kumimoji="0" lang="en-US" altLang="zh-CN" sz="2400" b="1" i="0" u="none" strike="noStrike" cap="none" normalizeH="0" baseline="0">
                          <a:ln>
                            <a:noFill/>
                          </a:ln>
                          <a:solidFill>
                            <a:schemeClr val="tx1"/>
                          </a:solidFill>
                          <a:effectLst/>
                          <a:latin typeface="Times New Roman" panose="02020603050405020304" pitchFamily="18" charset="0"/>
                          <a:ea typeface="黑体" panose="02010609060101010101" pitchFamily="49" charset="-122"/>
                        </a:rPr>
                        <a:t>else</a:t>
                      </a:r>
                    </a:p>
                  </a:txBody>
                  <a:tcPr marL="54000" marR="54000" marT="28798" marB="28798"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r>
                        <a:rPr kumimoji="0" lang="en-US" altLang="zh-CN" sz="2400" b="1" i="0" u="none" strike="noStrike" cap="none" normalizeH="0" baseline="0">
                          <a:ln>
                            <a:noFill/>
                          </a:ln>
                          <a:solidFill>
                            <a:schemeClr val="tx1"/>
                          </a:solidFill>
                          <a:effectLst/>
                          <a:latin typeface="Times New Roman" panose="02020603050405020304" pitchFamily="18" charset="0"/>
                          <a:ea typeface="黑体" panose="02010609060101010101" pitchFamily="49" charset="-122"/>
                        </a:rPr>
                        <a:t>if</a:t>
                      </a:r>
                    </a:p>
                  </a:txBody>
                  <a:tcPr marL="54000" marR="54000" marT="28798" marB="28798"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r>
                        <a:rPr kumimoji="0" lang="en-US" altLang="zh-CN" sz="2400" b="1" i="0" u="none" strike="noStrike" cap="none" normalizeH="0" baseline="0">
                          <a:ln>
                            <a:noFill/>
                          </a:ln>
                          <a:solidFill>
                            <a:schemeClr val="tx1"/>
                          </a:solidFill>
                          <a:effectLst/>
                          <a:latin typeface="Times New Roman" panose="02020603050405020304" pitchFamily="18" charset="0"/>
                          <a:ea typeface="黑体" panose="02010609060101010101" pitchFamily="49" charset="-122"/>
                        </a:rPr>
                        <a:t>then</a:t>
                      </a:r>
                    </a:p>
                  </a:txBody>
                  <a:tcPr marL="54000" marR="54000" marT="28798" marB="28798"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r>
                        <a:rPr kumimoji="0" lang="en-US" altLang="zh-CN" sz="2400" b="1" i="0" u="none" strike="noStrike" cap="none" normalizeH="0" baseline="0">
                          <a:ln>
                            <a:noFill/>
                          </a:ln>
                          <a:solidFill>
                            <a:schemeClr val="tx1"/>
                          </a:solidFill>
                          <a:effectLst/>
                          <a:latin typeface="Times New Roman" panose="02020603050405020304" pitchFamily="18" charset="0"/>
                          <a:ea typeface="黑体" panose="02010609060101010101" pitchFamily="49" charset="-122"/>
                        </a:rPr>
                        <a:t>$</a:t>
                      </a:r>
                    </a:p>
                  </a:txBody>
                  <a:tcPr marL="54000" marR="54000" marT="28798" marB="28798" anchor="ct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1"/>
                  </a:ext>
                </a:extLst>
              </a:tr>
              <a:tr h="862268">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l"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r>
                        <a:rPr kumimoji="0" lang="en-US" altLang="zh-CN" sz="2400" b="1" i="1" u="none" strike="noStrike" cap="none" normalizeH="0" baseline="0">
                          <a:ln>
                            <a:noFill/>
                          </a:ln>
                          <a:solidFill>
                            <a:schemeClr val="tx1"/>
                          </a:solidFill>
                          <a:effectLst/>
                          <a:latin typeface="Times New Roman" panose="02020603050405020304" pitchFamily="18" charset="0"/>
                          <a:ea typeface="黑体" panose="02010609060101010101" pitchFamily="49" charset="-122"/>
                        </a:rPr>
                        <a:t>stmt</a:t>
                      </a:r>
                    </a:p>
                  </a:txBody>
                  <a:tcPr marL="54000" marR="54000" marT="28798" marB="28798" anchor="ct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l"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endParaRPr kumimoji="0" lang="zh-CN" altLang="zh-CN" sz="2400" b="1" i="0" u="none" strike="noStrike" cap="none" normalizeH="0" baseline="0">
                        <a:ln>
                          <a:noFill/>
                        </a:ln>
                        <a:solidFill>
                          <a:schemeClr val="tx1"/>
                        </a:solidFill>
                        <a:effectLst/>
                        <a:latin typeface="Times New Roman" panose="02020603050405020304" pitchFamily="18" charset="0"/>
                        <a:ea typeface="黑体" panose="02010609060101010101" pitchFamily="49" charset="-122"/>
                        <a:sym typeface="Symbol" panose="05050102010706020507" pitchFamily="18" charset="2"/>
                      </a:endParaRPr>
                    </a:p>
                  </a:txBody>
                  <a:tcPr marL="54000" marR="54000" marT="28798" marB="28798"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l"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endParaRPr kumimoji="0" lang="zh-CN" altLang="zh-CN" sz="2400" b="1" i="0" u="none" strike="noStrike" cap="none" normalizeH="0" baseline="0">
                        <a:ln>
                          <a:noFill/>
                        </a:ln>
                        <a:solidFill>
                          <a:schemeClr val="tx1"/>
                        </a:solidFill>
                        <a:effectLst/>
                        <a:latin typeface="Times New Roman" panose="02020603050405020304" pitchFamily="18" charset="0"/>
                        <a:ea typeface="黑体" panose="02010609060101010101" pitchFamily="49" charset="-122"/>
                      </a:endParaRPr>
                    </a:p>
                  </a:txBody>
                  <a:tcPr marL="54000" marR="54000" marT="28798" marB="28798"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l"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endParaRPr kumimoji="0" lang="zh-CN" altLang="zh-CN" sz="2400" b="1" i="0" u="none" strike="noStrike" cap="none" normalizeH="0" baseline="0">
                        <a:ln>
                          <a:noFill/>
                        </a:ln>
                        <a:solidFill>
                          <a:schemeClr val="tx1"/>
                        </a:solidFill>
                        <a:effectLst/>
                        <a:latin typeface="Times New Roman" panose="02020603050405020304" pitchFamily="18" charset="0"/>
                        <a:ea typeface="黑体" panose="02010609060101010101" pitchFamily="49" charset="-122"/>
                      </a:endParaRPr>
                    </a:p>
                  </a:txBody>
                  <a:tcPr marL="54000" marR="54000" marT="28798" marB="28798"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l"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r>
                        <a:rPr kumimoji="0" lang="en-US" altLang="zh-CN" sz="2400" b="1" i="1" u="none" strike="noStrike" cap="none" normalizeH="0" baseline="0">
                          <a:ln>
                            <a:noFill/>
                          </a:ln>
                          <a:solidFill>
                            <a:schemeClr val="tx1"/>
                          </a:solidFill>
                          <a:effectLst/>
                          <a:latin typeface="Times New Roman" panose="02020603050405020304" pitchFamily="18" charset="0"/>
                          <a:ea typeface="黑体" panose="02010609060101010101" pitchFamily="49" charset="-122"/>
                        </a:rPr>
                        <a:t>stmt</a:t>
                      </a:r>
                      <a:r>
                        <a:rPr kumimoji="0" lang="en-US" altLang="zh-CN" sz="2400" b="1" i="0" u="none" strike="noStrike" cap="none" normalizeH="0" baseline="0">
                          <a:ln>
                            <a:noFill/>
                          </a:ln>
                          <a:solidFill>
                            <a:schemeClr val="tx1"/>
                          </a:solidFill>
                          <a:effectLst/>
                          <a:latin typeface="Times New Roman" panose="02020603050405020304" pitchFamily="18" charset="0"/>
                          <a:ea typeface="黑体" panose="02010609060101010101" pitchFamily="49" charset="-122"/>
                          <a:sym typeface="Symbol" panose="05050102010706020507" pitchFamily="18" charset="2"/>
                        </a:rPr>
                        <a:t></a:t>
                      </a:r>
                    </a:p>
                    <a:p>
                      <a:pPr marL="0" marR="0" lvl="0" indent="0" algn="l"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r>
                        <a:rPr kumimoji="0" lang="en-US" altLang="zh-CN" sz="2400" b="1" i="0" u="none" strike="noStrike" cap="none" normalizeH="0" baseline="0">
                          <a:ln>
                            <a:noFill/>
                          </a:ln>
                          <a:solidFill>
                            <a:schemeClr val="tx1"/>
                          </a:solidFill>
                          <a:effectLst/>
                          <a:latin typeface="Times New Roman" panose="02020603050405020304" pitchFamily="18" charset="0"/>
                          <a:ea typeface="黑体" panose="02010609060101010101" pitchFamily="49" charset="-122"/>
                          <a:sym typeface="Symbol" panose="05050102010706020507" pitchFamily="18" charset="2"/>
                        </a:rPr>
                        <a:t>if…</a:t>
                      </a:r>
                    </a:p>
                  </a:txBody>
                  <a:tcPr marL="54000" marR="54000" marT="28798" marB="28798"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l"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endParaRPr kumimoji="0" lang="zh-CN" altLang="zh-CN" sz="2400" b="1" i="0" u="none" strike="noStrike" cap="none" normalizeH="0" baseline="0">
                        <a:ln>
                          <a:noFill/>
                        </a:ln>
                        <a:solidFill>
                          <a:schemeClr val="tx1"/>
                        </a:solidFill>
                        <a:effectLst/>
                        <a:latin typeface="Times New Roman" panose="02020603050405020304" pitchFamily="18" charset="0"/>
                        <a:ea typeface="黑体" panose="02010609060101010101" pitchFamily="49" charset="-122"/>
                      </a:endParaRPr>
                    </a:p>
                  </a:txBody>
                  <a:tcPr marL="54000" marR="54000" marT="28798" marB="28798"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l"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endParaRPr kumimoji="0" lang="zh-CN" altLang="zh-CN" sz="2400" b="1" i="0" u="none" strike="noStrike" cap="none" normalizeH="0" baseline="0">
                        <a:ln>
                          <a:noFill/>
                        </a:ln>
                        <a:solidFill>
                          <a:schemeClr val="tx1"/>
                        </a:solidFill>
                        <a:effectLst/>
                        <a:latin typeface="Times New Roman" panose="02020603050405020304" pitchFamily="18" charset="0"/>
                        <a:ea typeface="黑体" panose="02010609060101010101" pitchFamily="49" charset="-122"/>
                      </a:endParaRPr>
                    </a:p>
                  </a:txBody>
                  <a:tcPr marL="54000" marR="54000" marT="28798" marB="28798" anchor="ct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2"/>
                  </a:ext>
                </a:extLst>
              </a:tr>
              <a:tr h="1301661">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l"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r>
                        <a:rPr kumimoji="0" lang="en-US" altLang="zh-CN" sz="2400" b="1" i="1" u="none" strike="noStrike" cap="none" normalizeH="0" baseline="0">
                          <a:ln>
                            <a:noFill/>
                          </a:ln>
                          <a:solidFill>
                            <a:schemeClr val="tx1"/>
                          </a:solidFill>
                          <a:effectLst/>
                          <a:latin typeface="Times New Roman" panose="02020603050405020304" pitchFamily="18" charset="0"/>
                          <a:ea typeface="黑体" panose="02010609060101010101" pitchFamily="49" charset="-122"/>
                        </a:rPr>
                        <a:t>e_part</a:t>
                      </a:r>
                    </a:p>
                  </a:txBody>
                  <a:tcPr marL="54000" marR="54000" marT="28798" marB="28798" anchor="ct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l"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endParaRPr kumimoji="0" lang="zh-CN" altLang="zh-CN" sz="2400" b="1" i="0" u="none" strike="noStrike" cap="none" normalizeH="0" baseline="0">
                        <a:ln>
                          <a:noFill/>
                        </a:ln>
                        <a:solidFill>
                          <a:schemeClr val="tx1"/>
                        </a:solidFill>
                        <a:effectLst/>
                        <a:latin typeface="Times New Roman" panose="02020603050405020304" pitchFamily="18" charset="0"/>
                        <a:ea typeface="黑体" panose="02010609060101010101" pitchFamily="49" charset="-122"/>
                      </a:endParaRPr>
                    </a:p>
                  </a:txBody>
                  <a:tcPr marL="54000" marR="54000" marT="28798" marB="28798"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l"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endParaRPr kumimoji="0" lang="zh-CN" altLang="zh-CN" sz="2400" b="1" i="0" u="none" strike="noStrike" cap="none" normalizeH="0" baseline="0">
                        <a:ln>
                          <a:noFill/>
                        </a:ln>
                        <a:solidFill>
                          <a:schemeClr val="tx1"/>
                        </a:solidFill>
                        <a:effectLst/>
                        <a:latin typeface="Times New Roman" panose="02020603050405020304" pitchFamily="18" charset="0"/>
                        <a:ea typeface="黑体" panose="02010609060101010101" pitchFamily="49" charset="-122"/>
                      </a:endParaRPr>
                    </a:p>
                  </a:txBody>
                  <a:tcPr marL="54000" marR="54000" marT="28798" marB="28798"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l"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endParaRPr kumimoji="0" lang="en-US" altLang="zh-CN" sz="2400" b="1" i="0" u="none" strike="noStrike" cap="none" normalizeH="0" baseline="0">
                        <a:ln>
                          <a:noFill/>
                        </a:ln>
                        <a:solidFill>
                          <a:schemeClr val="tx1"/>
                        </a:solidFill>
                        <a:effectLst/>
                        <a:latin typeface="Times New Roman" panose="02020603050405020304" pitchFamily="18" charset="0"/>
                        <a:ea typeface="黑体" panose="02010609060101010101" pitchFamily="49" charset="-122"/>
                        <a:sym typeface="Symbol" panose="05050102010706020507" pitchFamily="18" charset="2"/>
                      </a:endParaRPr>
                    </a:p>
                    <a:p>
                      <a:pPr marL="0" marR="0" lvl="0" indent="0" algn="l"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endParaRPr kumimoji="0" lang="en-US" altLang="zh-CN" sz="2400" b="1" i="0" u="none" strike="noStrike" cap="none" normalizeH="0" baseline="0">
                        <a:ln>
                          <a:noFill/>
                        </a:ln>
                        <a:solidFill>
                          <a:schemeClr val="tx1"/>
                        </a:solidFill>
                        <a:effectLst/>
                        <a:latin typeface="Times New Roman" panose="02020603050405020304" pitchFamily="18" charset="0"/>
                        <a:ea typeface="黑体" panose="02010609060101010101" pitchFamily="49" charset="-122"/>
                        <a:sym typeface="Symbol" panose="05050102010706020507" pitchFamily="18" charset="2"/>
                      </a:endParaRPr>
                    </a:p>
                    <a:p>
                      <a:pPr marL="0" marR="0" lvl="0" indent="0" algn="l"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endParaRPr kumimoji="0" lang="en-US" altLang="zh-CN" sz="2400" b="1" i="0" u="none" strike="noStrike" cap="none" normalizeH="0" baseline="0">
                        <a:ln>
                          <a:noFill/>
                        </a:ln>
                        <a:solidFill>
                          <a:schemeClr val="tx1"/>
                        </a:solidFill>
                        <a:effectLst/>
                        <a:latin typeface="Times New Roman" panose="02020603050405020304" pitchFamily="18" charset="0"/>
                        <a:ea typeface="黑体" panose="02010609060101010101" pitchFamily="49" charset="-122"/>
                        <a:sym typeface="Symbol" panose="05050102010706020507" pitchFamily="18" charset="2"/>
                      </a:endParaRPr>
                    </a:p>
                  </a:txBody>
                  <a:tcPr marL="54000" marR="54000" marT="28798" marB="28798"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l"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endParaRPr kumimoji="0" lang="zh-CN" altLang="zh-CN" sz="2400" b="1" i="0" u="none" strike="noStrike" cap="none" normalizeH="0" baseline="0">
                        <a:ln>
                          <a:noFill/>
                        </a:ln>
                        <a:solidFill>
                          <a:schemeClr val="tx1"/>
                        </a:solidFill>
                        <a:effectLst/>
                        <a:latin typeface="Times New Roman" panose="02020603050405020304" pitchFamily="18" charset="0"/>
                        <a:ea typeface="黑体" panose="02010609060101010101" pitchFamily="49" charset="-122"/>
                      </a:endParaRPr>
                    </a:p>
                  </a:txBody>
                  <a:tcPr marL="54000" marR="54000" marT="28798" marB="28798"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l"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endParaRPr kumimoji="0" lang="zh-CN" altLang="zh-CN" sz="2400" b="1" i="0" u="none" strike="noStrike" cap="none" normalizeH="0" baseline="0">
                        <a:ln>
                          <a:noFill/>
                        </a:ln>
                        <a:solidFill>
                          <a:schemeClr val="tx1"/>
                        </a:solidFill>
                        <a:effectLst/>
                        <a:latin typeface="Times New Roman" panose="02020603050405020304" pitchFamily="18" charset="0"/>
                        <a:ea typeface="黑体" panose="02010609060101010101" pitchFamily="49" charset="-122"/>
                      </a:endParaRPr>
                    </a:p>
                  </a:txBody>
                  <a:tcPr marL="54000" marR="54000" marT="28798" marB="28798"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l"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endParaRPr kumimoji="0" lang="zh-CN" altLang="zh-CN" sz="2400" b="1" i="0" u="none" strike="noStrike" cap="none" normalizeH="0" baseline="0">
                        <a:ln>
                          <a:noFill/>
                        </a:ln>
                        <a:solidFill>
                          <a:schemeClr val="tx1"/>
                        </a:solidFill>
                        <a:effectLst/>
                        <a:latin typeface="Times New Roman" panose="02020603050405020304" pitchFamily="18" charset="0"/>
                        <a:ea typeface="黑体" panose="02010609060101010101" pitchFamily="49" charset="-122"/>
                        <a:sym typeface="Symbol" panose="05050102010706020507" pitchFamily="18" charset="2"/>
                      </a:endParaRPr>
                    </a:p>
                  </a:txBody>
                  <a:tcPr marL="54000" marR="54000" marT="28798" marB="28798" anchor="ct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3"/>
                  </a:ext>
                </a:extLst>
              </a:tr>
              <a:tr h="822269">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l"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r>
                        <a:rPr kumimoji="0" lang="en-US" altLang="zh-CN" sz="2400" b="1" i="1" u="none" strike="noStrike" cap="none" normalizeH="0" baseline="0">
                          <a:ln>
                            <a:noFill/>
                          </a:ln>
                          <a:solidFill>
                            <a:schemeClr val="tx1"/>
                          </a:solidFill>
                          <a:effectLst/>
                          <a:latin typeface="Times New Roman" panose="02020603050405020304" pitchFamily="18" charset="0"/>
                          <a:ea typeface="黑体" panose="02010609060101010101" pitchFamily="49" charset="-122"/>
                        </a:rPr>
                        <a:t>expr</a:t>
                      </a:r>
                    </a:p>
                  </a:txBody>
                  <a:tcPr marL="54000" marR="54000" marT="28798" marB="28798" anchor="ct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l"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endParaRPr kumimoji="0" lang="zh-CN" altLang="zh-CN" sz="2400" b="1" i="0" u="none" strike="noStrike" cap="none" normalizeH="0" baseline="0">
                        <a:ln>
                          <a:noFill/>
                        </a:ln>
                        <a:solidFill>
                          <a:schemeClr val="tx1"/>
                        </a:solidFill>
                        <a:effectLst/>
                        <a:latin typeface="Times New Roman" panose="02020603050405020304" pitchFamily="18" charset="0"/>
                        <a:ea typeface="黑体" panose="02010609060101010101" pitchFamily="49" charset="-122"/>
                      </a:endParaRPr>
                    </a:p>
                  </a:txBody>
                  <a:tcPr marL="54000" marR="54000" marT="28798" marB="28798"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l"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endParaRPr kumimoji="0" lang="zh-CN" altLang="zh-CN" sz="2400" b="1" i="1" u="none" strike="noStrike" cap="none" normalizeH="0" baseline="0">
                        <a:ln>
                          <a:noFill/>
                        </a:ln>
                        <a:solidFill>
                          <a:schemeClr val="tx1"/>
                        </a:solidFill>
                        <a:effectLst/>
                        <a:latin typeface="Times New Roman" panose="02020603050405020304" pitchFamily="18" charset="0"/>
                        <a:ea typeface="黑体" panose="02010609060101010101" pitchFamily="49" charset="-122"/>
                        <a:sym typeface="Symbol" panose="05050102010706020507" pitchFamily="18" charset="2"/>
                      </a:endParaRPr>
                    </a:p>
                  </a:txBody>
                  <a:tcPr marL="54000" marR="54000" marT="28798" marB="28798"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l"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endParaRPr kumimoji="0" lang="zh-CN" altLang="zh-CN" sz="2400" b="1" i="0" u="none" strike="noStrike" cap="none" normalizeH="0" baseline="0">
                        <a:ln>
                          <a:noFill/>
                        </a:ln>
                        <a:solidFill>
                          <a:schemeClr val="tx1"/>
                        </a:solidFill>
                        <a:effectLst/>
                        <a:latin typeface="Times New Roman" panose="02020603050405020304" pitchFamily="18" charset="0"/>
                        <a:ea typeface="黑体" panose="02010609060101010101" pitchFamily="49" charset="-122"/>
                      </a:endParaRPr>
                    </a:p>
                  </a:txBody>
                  <a:tcPr marL="54000" marR="54000" marT="28798" marB="28798"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l"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endParaRPr kumimoji="0" lang="zh-CN" altLang="zh-CN" sz="2400" b="1" i="0" u="none" strike="noStrike" cap="none" normalizeH="0" baseline="0">
                        <a:ln>
                          <a:noFill/>
                        </a:ln>
                        <a:solidFill>
                          <a:schemeClr val="tx1"/>
                        </a:solidFill>
                        <a:effectLst/>
                        <a:latin typeface="Times New Roman" panose="02020603050405020304" pitchFamily="18" charset="0"/>
                        <a:ea typeface="黑体" panose="02010609060101010101" pitchFamily="49" charset="-122"/>
                      </a:endParaRPr>
                    </a:p>
                  </a:txBody>
                  <a:tcPr marL="54000" marR="54000" marT="28798" marB="28798"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l"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endParaRPr kumimoji="0" lang="zh-CN" altLang="zh-CN" sz="2400" b="1" i="0" u="none" strike="noStrike" cap="none" normalizeH="0" baseline="0">
                        <a:ln>
                          <a:noFill/>
                        </a:ln>
                        <a:solidFill>
                          <a:schemeClr val="tx1"/>
                        </a:solidFill>
                        <a:effectLst/>
                        <a:latin typeface="Times New Roman" panose="02020603050405020304" pitchFamily="18" charset="0"/>
                        <a:ea typeface="黑体" panose="02010609060101010101" pitchFamily="49" charset="-122"/>
                      </a:endParaRPr>
                    </a:p>
                  </a:txBody>
                  <a:tcPr marL="54000" marR="54000" marT="28798" marB="28798"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l"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endParaRPr kumimoji="0" lang="zh-CN" altLang="zh-CN" sz="2400" b="1" i="0" u="none" strike="noStrike" cap="none" normalizeH="0" baseline="0" dirty="0">
                        <a:ln>
                          <a:noFill/>
                        </a:ln>
                        <a:solidFill>
                          <a:schemeClr val="tx1"/>
                        </a:solidFill>
                        <a:effectLst/>
                        <a:latin typeface="Times New Roman" panose="02020603050405020304" pitchFamily="18" charset="0"/>
                        <a:ea typeface="黑体" panose="02010609060101010101" pitchFamily="49" charset="-122"/>
                      </a:endParaRPr>
                    </a:p>
                  </a:txBody>
                  <a:tcPr marL="54000" marR="54000" marT="28798" marB="28798" anchor="ct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4"/>
                  </a:ext>
                </a:extLst>
              </a:tr>
            </a:tbl>
          </a:graphicData>
        </a:graphic>
      </p:graphicFrame>
      <p:sp>
        <p:nvSpPr>
          <p:cNvPr id="2" name="日期占位符 1">
            <a:extLst>
              <a:ext uri="{FF2B5EF4-FFF2-40B4-BE49-F238E27FC236}">
                <a16:creationId xmlns:a16="http://schemas.microsoft.com/office/drawing/2014/main" id="{F79B14BD-1B43-FC72-67A0-8829F494D245}"/>
              </a:ext>
            </a:extLst>
          </p:cNvPr>
          <p:cNvSpPr>
            <a:spLocks noGrp="1"/>
          </p:cNvSpPr>
          <p:nvPr>
            <p:ph type="dt" sz="half" idx="10"/>
          </p:nvPr>
        </p:nvSpPr>
        <p:spPr/>
        <p:txBody>
          <a:bodyPr/>
          <a:lstStyle/>
          <a:p>
            <a:fld id="{8F2B30ED-80BD-4BAC-919F-CDBDEC4EBF4D}" type="datetime2">
              <a:rPr lang="zh-CN" altLang="en-US" smtClean="0"/>
              <a:pPr/>
              <a:t>2025年11月26日</a:t>
            </a:fld>
            <a:endParaRPr lang="zh-CN" altLang="en-US"/>
          </a:p>
        </p:txBody>
      </p:sp>
      <p:sp>
        <p:nvSpPr>
          <p:cNvPr id="3" name="页脚占位符 2">
            <a:extLst>
              <a:ext uri="{FF2B5EF4-FFF2-40B4-BE49-F238E27FC236}">
                <a16:creationId xmlns:a16="http://schemas.microsoft.com/office/drawing/2014/main" id="{B917CF78-30AC-8129-ECCC-44AE91069318}"/>
              </a:ext>
            </a:extLst>
          </p:cNvPr>
          <p:cNvSpPr>
            <a:spLocks noGrp="1"/>
          </p:cNvSpPr>
          <p:nvPr>
            <p:ph type="ftr" sz="quarter" idx="11"/>
          </p:nvPr>
        </p:nvSpPr>
        <p:spPr/>
        <p:txBody>
          <a:bodyPr/>
          <a:lstStyle/>
          <a:p>
            <a:r>
              <a:rPr lang="zh-CN" altLang="en-US"/>
              <a:t>编译原理</a:t>
            </a:r>
            <a:r>
              <a:rPr lang="en-US" altLang="zh-CN"/>
              <a:t>-</a:t>
            </a:r>
            <a:r>
              <a:rPr lang="zh-CN" altLang="en-US"/>
              <a:t>王欣捷</a:t>
            </a:r>
            <a:r>
              <a:rPr lang="en-US" altLang="zh-CN"/>
              <a:t>-</a:t>
            </a:r>
            <a:r>
              <a:rPr lang="zh-CN" altLang="en-US"/>
              <a:t>第三章 语法分析</a:t>
            </a:r>
            <a:r>
              <a:rPr lang="en-US" altLang="zh-CN"/>
              <a:t>(4)</a:t>
            </a:r>
            <a:endParaRPr lang="zh-CN" altLang="en-US"/>
          </a:p>
        </p:txBody>
      </p:sp>
      <p:sp>
        <p:nvSpPr>
          <p:cNvPr id="5" name="灯片编号占位符 4">
            <a:extLst>
              <a:ext uri="{FF2B5EF4-FFF2-40B4-BE49-F238E27FC236}">
                <a16:creationId xmlns:a16="http://schemas.microsoft.com/office/drawing/2014/main" id="{A35D2F2B-1D23-48E5-214E-7A874812E13F}"/>
              </a:ext>
            </a:extLst>
          </p:cNvPr>
          <p:cNvSpPr>
            <a:spLocks noGrp="1"/>
          </p:cNvSpPr>
          <p:nvPr>
            <p:ph type="sldNum" sz="quarter" idx="12"/>
          </p:nvPr>
        </p:nvSpPr>
        <p:spPr/>
        <p:txBody>
          <a:bodyPr/>
          <a:lstStyle/>
          <a:p>
            <a:fld id="{094DEB03-EFC6-4C20-8FC8-295189A5386F}" type="slidenum">
              <a:rPr lang="zh-CN" altLang="en-US" smtClean="0"/>
              <a:pPr/>
              <a:t>49</a:t>
            </a:fld>
            <a:endParaRPr lang="zh-CN" altLang="en-US"/>
          </a:p>
        </p:txBody>
      </p:sp>
    </p:spTree>
  </p:cSld>
  <p:clrMapOvr>
    <a:masterClrMapping/>
  </p:clrMapOvr>
</p:sld>
</file>

<file path=ppt/slides/slide5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7346" name="Rectangle 2">
            <a:extLst>
              <a:ext uri="{FF2B5EF4-FFF2-40B4-BE49-F238E27FC236}">
                <a16:creationId xmlns:a16="http://schemas.microsoft.com/office/drawing/2014/main" id="{9EF2AE1B-E156-49E9-AAE3-492A91931EF2}"/>
              </a:ext>
            </a:extLst>
          </p:cNvPr>
          <p:cNvSpPr>
            <a:spLocks noGrp="1" noChangeArrowheads="1"/>
          </p:cNvSpPr>
          <p:nvPr>
            <p:ph type="title"/>
          </p:nvPr>
        </p:nvSpPr>
        <p:spPr/>
        <p:txBody>
          <a:bodyPr/>
          <a:lstStyle/>
          <a:p>
            <a:pPr eaLnBrk="1" hangingPunct="1"/>
            <a:r>
              <a:rPr lang="en-US" altLang="zh-CN"/>
              <a:t>3.3.5 </a:t>
            </a:r>
            <a:r>
              <a:rPr lang="zh-CN" altLang="en-US"/>
              <a:t>构造预测分析表</a:t>
            </a:r>
          </a:p>
        </p:txBody>
      </p:sp>
      <p:graphicFrame>
        <p:nvGraphicFramePr>
          <p:cNvPr id="4" name="Group 3">
            <a:extLst>
              <a:ext uri="{FF2B5EF4-FFF2-40B4-BE49-F238E27FC236}">
                <a16:creationId xmlns:a16="http://schemas.microsoft.com/office/drawing/2014/main" id="{BE41707B-CF46-405E-952F-C4658F86F221}"/>
              </a:ext>
            </a:extLst>
          </p:cNvPr>
          <p:cNvGraphicFramePr>
            <a:graphicFrameLocks/>
          </p:cNvGraphicFramePr>
          <p:nvPr>
            <p:extLst>
              <p:ext uri="{D42A27DB-BD31-4B8C-83A1-F6EECF244321}">
                <p14:modId xmlns:p14="http://schemas.microsoft.com/office/powerpoint/2010/main" val="2713696315"/>
              </p:ext>
            </p:extLst>
          </p:nvPr>
        </p:nvGraphicFramePr>
        <p:xfrm>
          <a:off x="170656" y="1440000"/>
          <a:ext cx="8802687" cy="4632324"/>
        </p:xfrm>
        <a:graphic>
          <a:graphicData uri="http://schemas.openxmlformats.org/drawingml/2006/table">
            <a:tbl>
              <a:tblPr/>
              <a:tblGrid>
                <a:gridCol w="990600">
                  <a:extLst>
                    <a:ext uri="{9D8B030D-6E8A-4147-A177-3AD203B41FA5}">
                      <a16:colId xmlns:a16="http://schemas.microsoft.com/office/drawing/2014/main" val="20000"/>
                    </a:ext>
                  </a:extLst>
                </a:gridCol>
                <a:gridCol w="1752600">
                  <a:extLst>
                    <a:ext uri="{9D8B030D-6E8A-4147-A177-3AD203B41FA5}">
                      <a16:colId xmlns:a16="http://schemas.microsoft.com/office/drawing/2014/main" val="20001"/>
                    </a:ext>
                  </a:extLst>
                </a:gridCol>
                <a:gridCol w="1219200">
                  <a:extLst>
                    <a:ext uri="{9D8B030D-6E8A-4147-A177-3AD203B41FA5}">
                      <a16:colId xmlns:a16="http://schemas.microsoft.com/office/drawing/2014/main" val="20002"/>
                    </a:ext>
                  </a:extLst>
                </a:gridCol>
                <a:gridCol w="1371600">
                  <a:extLst>
                    <a:ext uri="{9D8B030D-6E8A-4147-A177-3AD203B41FA5}">
                      <a16:colId xmlns:a16="http://schemas.microsoft.com/office/drawing/2014/main" val="20003"/>
                    </a:ext>
                  </a:extLst>
                </a:gridCol>
                <a:gridCol w="1066800">
                  <a:extLst>
                    <a:ext uri="{9D8B030D-6E8A-4147-A177-3AD203B41FA5}">
                      <a16:colId xmlns:a16="http://schemas.microsoft.com/office/drawing/2014/main" val="20004"/>
                    </a:ext>
                  </a:extLst>
                </a:gridCol>
                <a:gridCol w="914400">
                  <a:extLst>
                    <a:ext uri="{9D8B030D-6E8A-4147-A177-3AD203B41FA5}">
                      <a16:colId xmlns:a16="http://schemas.microsoft.com/office/drawing/2014/main" val="20005"/>
                    </a:ext>
                  </a:extLst>
                </a:gridCol>
                <a:gridCol w="1487487">
                  <a:extLst>
                    <a:ext uri="{9D8B030D-6E8A-4147-A177-3AD203B41FA5}">
                      <a16:colId xmlns:a16="http://schemas.microsoft.com/office/drawing/2014/main" val="20006"/>
                    </a:ext>
                  </a:extLst>
                </a:gridCol>
              </a:tblGrid>
              <a:tr h="822269">
                <a:tc rowSpan="2">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endParaRPr kumimoji="0" lang="en-US" altLang="zh-CN" sz="2400" b="0" i="0" u="none" strike="noStrike" cap="none" normalizeH="0" baseline="0">
                        <a:ln>
                          <a:noFill/>
                        </a:ln>
                        <a:solidFill>
                          <a:schemeClr val="tx1"/>
                        </a:solidFill>
                        <a:effectLst/>
                        <a:latin typeface="Times New Roman" panose="02020603050405020304" pitchFamily="18" charset="0"/>
                        <a:ea typeface="黑体" panose="02010609060101010101" pitchFamily="49" charset="-122"/>
                      </a:endParaRPr>
                    </a:p>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r>
                        <a:rPr kumimoji="0" lang="zh-CN" altLang="en-US" sz="2400" b="0" i="0" u="none" strike="noStrike" cap="none" normalizeH="0" baseline="0">
                          <a:ln>
                            <a:noFill/>
                          </a:ln>
                          <a:solidFill>
                            <a:schemeClr val="tx1"/>
                          </a:solidFill>
                          <a:effectLst/>
                          <a:latin typeface="Times New Roman" panose="02020603050405020304" pitchFamily="18" charset="0"/>
                          <a:ea typeface="黑体" panose="02010609060101010101" pitchFamily="49" charset="-122"/>
                        </a:rPr>
                        <a:t>非 终 结 符</a:t>
                      </a:r>
                    </a:p>
                  </a:txBody>
                  <a:tcPr marL="54000" marR="54000" marT="28798" marB="28798" anchor="ct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gridSpan="6">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r>
                        <a:rPr kumimoji="0" lang="zh-CN" altLang="en-US" sz="2400" b="0" i="0" u="none" strike="noStrike" cap="none" normalizeH="0" baseline="0">
                          <a:ln>
                            <a:noFill/>
                          </a:ln>
                          <a:solidFill>
                            <a:schemeClr val="tx1"/>
                          </a:solidFill>
                          <a:effectLst/>
                          <a:latin typeface="Times New Roman" panose="02020603050405020304" pitchFamily="18" charset="0"/>
                          <a:ea typeface="黑体" panose="02010609060101010101" pitchFamily="49" charset="-122"/>
                        </a:rPr>
                        <a:t>输 入 符 号</a:t>
                      </a:r>
                    </a:p>
                  </a:txBody>
                  <a:tcPr marL="54000" marR="54000" marT="28798" marB="28798" anchor="ct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extLst>
                  <a:ext uri="{0D108BD9-81ED-4DB2-BD59-A6C34878D82A}">
                    <a16:rowId xmlns:a16="http://schemas.microsoft.com/office/drawing/2014/main" val="10000"/>
                  </a:ext>
                </a:extLst>
              </a:tr>
              <a:tr h="823857">
                <a:tc vMerge="1">
                  <a:txBody>
                    <a:bodyPr/>
                    <a:lstStyle/>
                    <a:p>
                      <a:endParaRPr lang="zh-CN" altLang="en-US"/>
                    </a:p>
                  </a:txBody>
                  <a:tcPr/>
                </a:tc>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r>
                        <a:rPr kumimoji="0" lang="en-US" altLang="zh-CN" sz="2400" b="1" i="0" u="none" strike="noStrike" cap="none" normalizeH="0" baseline="0">
                          <a:ln>
                            <a:noFill/>
                          </a:ln>
                          <a:solidFill>
                            <a:schemeClr val="tx1"/>
                          </a:solidFill>
                          <a:effectLst/>
                          <a:latin typeface="Times New Roman" panose="02020603050405020304" pitchFamily="18" charset="0"/>
                          <a:ea typeface="黑体" panose="02010609060101010101" pitchFamily="49" charset="-122"/>
                        </a:rPr>
                        <a:t>other</a:t>
                      </a:r>
                    </a:p>
                  </a:txBody>
                  <a:tcPr marL="54000" marR="54000" marT="28798" marB="28798"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r>
                        <a:rPr kumimoji="0" lang="en-US" altLang="zh-CN" sz="2400" b="1" i="1" u="none" strike="noStrike" cap="none" normalizeH="0" baseline="0">
                          <a:ln>
                            <a:noFill/>
                          </a:ln>
                          <a:solidFill>
                            <a:schemeClr val="tx1"/>
                          </a:solidFill>
                          <a:effectLst/>
                          <a:latin typeface="Times New Roman" panose="02020603050405020304" pitchFamily="18" charset="0"/>
                          <a:ea typeface="黑体" panose="02010609060101010101" pitchFamily="49" charset="-122"/>
                        </a:rPr>
                        <a:t>b</a:t>
                      </a:r>
                    </a:p>
                  </a:txBody>
                  <a:tcPr marL="54000" marR="54000" marT="28798" marB="28798"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r>
                        <a:rPr kumimoji="0" lang="en-US" altLang="zh-CN" sz="2400" b="1" i="0" u="none" strike="noStrike" cap="none" normalizeH="0" baseline="0">
                          <a:ln>
                            <a:noFill/>
                          </a:ln>
                          <a:solidFill>
                            <a:schemeClr val="tx1"/>
                          </a:solidFill>
                          <a:effectLst/>
                          <a:latin typeface="Times New Roman" panose="02020603050405020304" pitchFamily="18" charset="0"/>
                          <a:ea typeface="黑体" panose="02010609060101010101" pitchFamily="49" charset="-122"/>
                        </a:rPr>
                        <a:t>else</a:t>
                      </a:r>
                    </a:p>
                  </a:txBody>
                  <a:tcPr marL="54000" marR="54000" marT="28798" marB="28798"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r>
                        <a:rPr kumimoji="0" lang="en-US" altLang="zh-CN" sz="2400" b="1" i="0" u="none" strike="noStrike" cap="none" normalizeH="0" baseline="0">
                          <a:ln>
                            <a:noFill/>
                          </a:ln>
                          <a:solidFill>
                            <a:schemeClr val="tx1"/>
                          </a:solidFill>
                          <a:effectLst/>
                          <a:latin typeface="Times New Roman" panose="02020603050405020304" pitchFamily="18" charset="0"/>
                          <a:ea typeface="黑体" panose="02010609060101010101" pitchFamily="49" charset="-122"/>
                        </a:rPr>
                        <a:t>if</a:t>
                      </a:r>
                    </a:p>
                  </a:txBody>
                  <a:tcPr marL="54000" marR="54000" marT="28798" marB="28798"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r>
                        <a:rPr kumimoji="0" lang="en-US" altLang="zh-CN" sz="2400" b="1" i="0" u="none" strike="noStrike" cap="none" normalizeH="0" baseline="0">
                          <a:ln>
                            <a:noFill/>
                          </a:ln>
                          <a:solidFill>
                            <a:schemeClr val="tx1"/>
                          </a:solidFill>
                          <a:effectLst/>
                          <a:latin typeface="Times New Roman" panose="02020603050405020304" pitchFamily="18" charset="0"/>
                          <a:ea typeface="黑体" panose="02010609060101010101" pitchFamily="49" charset="-122"/>
                        </a:rPr>
                        <a:t>then</a:t>
                      </a:r>
                    </a:p>
                  </a:txBody>
                  <a:tcPr marL="54000" marR="54000" marT="28798" marB="28798"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r>
                        <a:rPr kumimoji="0" lang="en-US" altLang="zh-CN" sz="2400" b="1" i="0" u="none" strike="noStrike" cap="none" normalizeH="0" baseline="0">
                          <a:ln>
                            <a:noFill/>
                          </a:ln>
                          <a:solidFill>
                            <a:schemeClr val="tx1"/>
                          </a:solidFill>
                          <a:effectLst/>
                          <a:latin typeface="Times New Roman" panose="02020603050405020304" pitchFamily="18" charset="0"/>
                          <a:ea typeface="黑体" panose="02010609060101010101" pitchFamily="49" charset="-122"/>
                        </a:rPr>
                        <a:t>$</a:t>
                      </a:r>
                    </a:p>
                  </a:txBody>
                  <a:tcPr marL="54000" marR="54000" marT="28798" marB="28798" anchor="ct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1"/>
                  </a:ext>
                </a:extLst>
              </a:tr>
              <a:tr h="862268">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l"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r>
                        <a:rPr kumimoji="0" lang="en-US" altLang="zh-CN" sz="2400" b="1" i="1" u="none" strike="noStrike" cap="none" normalizeH="0" baseline="0">
                          <a:ln>
                            <a:noFill/>
                          </a:ln>
                          <a:solidFill>
                            <a:schemeClr val="tx1"/>
                          </a:solidFill>
                          <a:effectLst/>
                          <a:latin typeface="Times New Roman" panose="02020603050405020304" pitchFamily="18" charset="0"/>
                          <a:ea typeface="黑体" panose="02010609060101010101" pitchFamily="49" charset="-122"/>
                        </a:rPr>
                        <a:t>stmt</a:t>
                      </a:r>
                    </a:p>
                  </a:txBody>
                  <a:tcPr marL="54000" marR="54000" marT="28798" marB="28798" anchor="ct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l"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r>
                        <a:rPr kumimoji="0" lang="en-US" altLang="zh-CN" sz="2400" b="1" i="1" u="none" strike="noStrike" cap="none" normalizeH="0" baseline="0">
                          <a:ln>
                            <a:noFill/>
                          </a:ln>
                          <a:solidFill>
                            <a:schemeClr val="tx1"/>
                          </a:solidFill>
                          <a:effectLst/>
                          <a:latin typeface="Times New Roman" panose="02020603050405020304" pitchFamily="18" charset="0"/>
                          <a:ea typeface="黑体" panose="02010609060101010101" pitchFamily="49" charset="-122"/>
                        </a:rPr>
                        <a:t>stmt</a:t>
                      </a:r>
                      <a:r>
                        <a:rPr kumimoji="0" lang="en-US" altLang="zh-CN" sz="2400" b="1" i="0" u="none" strike="noStrike" cap="none" normalizeH="0" baseline="0">
                          <a:ln>
                            <a:noFill/>
                          </a:ln>
                          <a:solidFill>
                            <a:schemeClr val="tx1"/>
                          </a:solidFill>
                          <a:effectLst/>
                          <a:latin typeface="Times New Roman" panose="02020603050405020304" pitchFamily="18" charset="0"/>
                          <a:ea typeface="黑体" panose="02010609060101010101" pitchFamily="49" charset="-122"/>
                          <a:sym typeface="Symbol" panose="05050102010706020507" pitchFamily="18" charset="2"/>
                        </a:rPr>
                        <a:t>other</a:t>
                      </a:r>
                    </a:p>
                  </a:txBody>
                  <a:tcPr marL="54000" marR="54000" marT="28798" marB="28798"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l"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endParaRPr kumimoji="0" lang="zh-CN" altLang="zh-CN" sz="2400" b="1" i="0" u="none" strike="noStrike" cap="none" normalizeH="0" baseline="0">
                        <a:ln>
                          <a:noFill/>
                        </a:ln>
                        <a:solidFill>
                          <a:schemeClr val="tx1"/>
                        </a:solidFill>
                        <a:effectLst/>
                        <a:latin typeface="Times New Roman" panose="02020603050405020304" pitchFamily="18" charset="0"/>
                        <a:ea typeface="黑体" panose="02010609060101010101" pitchFamily="49" charset="-122"/>
                      </a:endParaRPr>
                    </a:p>
                  </a:txBody>
                  <a:tcPr marL="54000" marR="54000" marT="28798" marB="28798"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l"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endParaRPr kumimoji="0" lang="zh-CN" altLang="zh-CN" sz="2400" b="1" i="0" u="none" strike="noStrike" cap="none" normalizeH="0" baseline="0">
                        <a:ln>
                          <a:noFill/>
                        </a:ln>
                        <a:solidFill>
                          <a:schemeClr val="tx1"/>
                        </a:solidFill>
                        <a:effectLst/>
                        <a:latin typeface="Times New Roman" panose="02020603050405020304" pitchFamily="18" charset="0"/>
                        <a:ea typeface="黑体" panose="02010609060101010101" pitchFamily="49" charset="-122"/>
                      </a:endParaRPr>
                    </a:p>
                  </a:txBody>
                  <a:tcPr marL="54000" marR="54000" marT="28798" marB="28798"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l"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r>
                        <a:rPr kumimoji="0" lang="en-US" altLang="zh-CN" sz="2400" b="1" i="1" u="none" strike="noStrike" cap="none" normalizeH="0" baseline="0">
                          <a:ln>
                            <a:noFill/>
                          </a:ln>
                          <a:solidFill>
                            <a:schemeClr val="tx1"/>
                          </a:solidFill>
                          <a:effectLst/>
                          <a:latin typeface="Times New Roman" panose="02020603050405020304" pitchFamily="18" charset="0"/>
                          <a:ea typeface="黑体" panose="02010609060101010101" pitchFamily="49" charset="-122"/>
                        </a:rPr>
                        <a:t>stmt</a:t>
                      </a:r>
                      <a:r>
                        <a:rPr kumimoji="0" lang="en-US" altLang="zh-CN" sz="2400" b="1" i="0" u="none" strike="noStrike" cap="none" normalizeH="0" baseline="0">
                          <a:ln>
                            <a:noFill/>
                          </a:ln>
                          <a:solidFill>
                            <a:schemeClr val="tx1"/>
                          </a:solidFill>
                          <a:effectLst/>
                          <a:latin typeface="Times New Roman" panose="02020603050405020304" pitchFamily="18" charset="0"/>
                          <a:ea typeface="黑体" panose="02010609060101010101" pitchFamily="49" charset="-122"/>
                          <a:sym typeface="Symbol" panose="05050102010706020507" pitchFamily="18" charset="2"/>
                        </a:rPr>
                        <a:t></a:t>
                      </a:r>
                    </a:p>
                    <a:p>
                      <a:pPr marL="0" marR="0" lvl="0" indent="0" algn="l"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r>
                        <a:rPr kumimoji="0" lang="en-US" altLang="zh-CN" sz="2400" b="1" i="0" u="none" strike="noStrike" cap="none" normalizeH="0" baseline="0">
                          <a:ln>
                            <a:noFill/>
                          </a:ln>
                          <a:solidFill>
                            <a:schemeClr val="tx1"/>
                          </a:solidFill>
                          <a:effectLst/>
                          <a:latin typeface="Times New Roman" panose="02020603050405020304" pitchFamily="18" charset="0"/>
                          <a:ea typeface="黑体" panose="02010609060101010101" pitchFamily="49" charset="-122"/>
                          <a:sym typeface="Symbol" panose="05050102010706020507" pitchFamily="18" charset="2"/>
                        </a:rPr>
                        <a:t>if…</a:t>
                      </a:r>
                    </a:p>
                  </a:txBody>
                  <a:tcPr marL="54000" marR="54000" marT="28798" marB="28798"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l"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endParaRPr kumimoji="0" lang="zh-CN" altLang="zh-CN" sz="2400" b="1" i="0" u="none" strike="noStrike" cap="none" normalizeH="0" baseline="0">
                        <a:ln>
                          <a:noFill/>
                        </a:ln>
                        <a:solidFill>
                          <a:schemeClr val="tx1"/>
                        </a:solidFill>
                        <a:effectLst/>
                        <a:latin typeface="Times New Roman" panose="02020603050405020304" pitchFamily="18" charset="0"/>
                        <a:ea typeface="黑体" panose="02010609060101010101" pitchFamily="49" charset="-122"/>
                      </a:endParaRPr>
                    </a:p>
                  </a:txBody>
                  <a:tcPr marL="54000" marR="54000" marT="28798" marB="28798"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l"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endParaRPr kumimoji="0" lang="zh-CN" altLang="zh-CN" sz="2400" b="1" i="0" u="none" strike="noStrike" cap="none" normalizeH="0" baseline="0">
                        <a:ln>
                          <a:noFill/>
                        </a:ln>
                        <a:solidFill>
                          <a:schemeClr val="tx1"/>
                        </a:solidFill>
                        <a:effectLst/>
                        <a:latin typeface="Times New Roman" panose="02020603050405020304" pitchFamily="18" charset="0"/>
                        <a:ea typeface="黑体" panose="02010609060101010101" pitchFamily="49" charset="-122"/>
                      </a:endParaRPr>
                    </a:p>
                  </a:txBody>
                  <a:tcPr marL="54000" marR="54000" marT="28798" marB="28798" anchor="ct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2"/>
                  </a:ext>
                </a:extLst>
              </a:tr>
              <a:tr h="1301661">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l"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r>
                        <a:rPr kumimoji="0" lang="en-US" altLang="zh-CN" sz="2400" b="1" i="1" u="none" strike="noStrike" cap="none" normalizeH="0" baseline="0">
                          <a:ln>
                            <a:noFill/>
                          </a:ln>
                          <a:solidFill>
                            <a:schemeClr val="tx1"/>
                          </a:solidFill>
                          <a:effectLst/>
                          <a:latin typeface="Times New Roman" panose="02020603050405020304" pitchFamily="18" charset="0"/>
                          <a:ea typeface="黑体" panose="02010609060101010101" pitchFamily="49" charset="-122"/>
                        </a:rPr>
                        <a:t>e_part</a:t>
                      </a:r>
                    </a:p>
                  </a:txBody>
                  <a:tcPr marL="54000" marR="54000" marT="28798" marB="28798" anchor="ct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l"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endParaRPr kumimoji="0" lang="zh-CN" altLang="zh-CN" sz="2400" b="1" i="0" u="none" strike="noStrike" cap="none" normalizeH="0" baseline="0">
                        <a:ln>
                          <a:noFill/>
                        </a:ln>
                        <a:solidFill>
                          <a:schemeClr val="tx1"/>
                        </a:solidFill>
                        <a:effectLst/>
                        <a:latin typeface="Times New Roman" panose="02020603050405020304" pitchFamily="18" charset="0"/>
                        <a:ea typeface="黑体" panose="02010609060101010101" pitchFamily="49" charset="-122"/>
                      </a:endParaRPr>
                    </a:p>
                  </a:txBody>
                  <a:tcPr marL="54000" marR="54000" marT="28798" marB="28798"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l"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endParaRPr kumimoji="0" lang="zh-CN" altLang="zh-CN" sz="2400" b="1" i="0" u="none" strike="noStrike" cap="none" normalizeH="0" baseline="0">
                        <a:ln>
                          <a:noFill/>
                        </a:ln>
                        <a:solidFill>
                          <a:schemeClr val="tx1"/>
                        </a:solidFill>
                        <a:effectLst/>
                        <a:latin typeface="Times New Roman" panose="02020603050405020304" pitchFamily="18" charset="0"/>
                        <a:ea typeface="黑体" panose="02010609060101010101" pitchFamily="49" charset="-122"/>
                      </a:endParaRPr>
                    </a:p>
                  </a:txBody>
                  <a:tcPr marL="54000" marR="54000" marT="28798" marB="28798"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l"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endParaRPr kumimoji="0" lang="en-US" altLang="zh-CN" sz="2400" b="1" i="0" u="none" strike="noStrike" cap="none" normalizeH="0" baseline="0">
                        <a:ln>
                          <a:noFill/>
                        </a:ln>
                        <a:solidFill>
                          <a:schemeClr val="tx1"/>
                        </a:solidFill>
                        <a:effectLst/>
                        <a:latin typeface="Times New Roman" panose="02020603050405020304" pitchFamily="18" charset="0"/>
                        <a:ea typeface="黑体" panose="02010609060101010101" pitchFamily="49" charset="-122"/>
                        <a:sym typeface="Symbol" panose="05050102010706020507" pitchFamily="18" charset="2"/>
                      </a:endParaRPr>
                    </a:p>
                    <a:p>
                      <a:pPr marL="0" marR="0" lvl="0" indent="0" algn="l"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endParaRPr kumimoji="0" lang="en-US" altLang="zh-CN" sz="2400" b="1" i="0" u="none" strike="noStrike" cap="none" normalizeH="0" baseline="0">
                        <a:ln>
                          <a:noFill/>
                        </a:ln>
                        <a:solidFill>
                          <a:schemeClr val="tx1"/>
                        </a:solidFill>
                        <a:effectLst/>
                        <a:latin typeface="Times New Roman" panose="02020603050405020304" pitchFamily="18" charset="0"/>
                        <a:ea typeface="黑体" panose="02010609060101010101" pitchFamily="49" charset="-122"/>
                        <a:sym typeface="Symbol" panose="05050102010706020507" pitchFamily="18" charset="2"/>
                      </a:endParaRPr>
                    </a:p>
                    <a:p>
                      <a:pPr marL="0" marR="0" lvl="0" indent="0" algn="l"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endParaRPr kumimoji="0" lang="en-US" altLang="zh-CN" sz="2400" b="1" i="0" u="none" strike="noStrike" cap="none" normalizeH="0" baseline="0">
                        <a:ln>
                          <a:noFill/>
                        </a:ln>
                        <a:solidFill>
                          <a:schemeClr val="tx1"/>
                        </a:solidFill>
                        <a:effectLst/>
                        <a:latin typeface="Times New Roman" panose="02020603050405020304" pitchFamily="18" charset="0"/>
                        <a:ea typeface="黑体" panose="02010609060101010101" pitchFamily="49" charset="-122"/>
                        <a:sym typeface="Symbol" panose="05050102010706020507" pitchFamily="18" charset="2"/>
                      </a:endParaRPr>
                    </a:p>
                  </a:txBody>
                  <a:tcPr marL="54000" marR="54000" marT="28798" marB="28798"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l"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endParaRPr kumimoji="0" lang="zh-CN" altLang="zh-CN" sz="2400" b="1" i="0" u="none" strike="noStrike" cap="none" normalizeH="0" baseline="0">
                        <a:ln>
                          <a:noFill/>
                        </a:ln>
                        <a:solidFill>
                          <a:schemeClr val="tx1"/>
                        </a:solidFill>
                        <a:effectLst/>
                        <a:latin typeface="Times New Roman" panose="02020603050405020304" pitchFamily="18" charset="0"/>
                        <a:ea typeface="黑体" panose="02010609060101010101" pitchFamily="49" charset="-122"/>
                      </a:endParaRPr>
                    </a:p>
                  </a:txBody>
                  <a:tcPr marL="54000" marR="54000" marT="28798" marB="28798"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l"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endParaRPr kumimoji="0" lang="zh-CN" altLang="zh-CN" sz="2400" b="1" i="0" u="none" strike="noStrike" cap="none" normalizeH="0" baseline="0">
                        <a:ln>
                          <a:noFill/>
                        </a:ln>
                        <a:solidFill>
                          <a:schemeClr val="tx1"/>
                        </a:solidFill>
                        <a:effectLst/>
                        <a:latin typeface="Times New Roman" panose="02020603050405020304" pitchFamily="18" charset="0"/>
                        <a:ea typeface="黑体" panose="02010609060101010101" pitchFamily="49" charset="-122"/>
                      </a:endParaRPr>
                    </a:p>
                  </a:txBody>
                  <a:tcPr marL="54000" marR="54000" marT="28798" marB="28798"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l"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endParaRPr kumimoji="0" lang="zh-CN" altLang="zh-CN" sz="2400" b="1" i="0" u="none" strike="noStrike" cap="none" normalizeH="0" baseline="0">
                        <a:ln>
                          <a:noFill/>
                        </a:ln>
                        <a:solidFill>
                          <a:schemeClr val="tx1"/>
                        </a:solidFill>
                        <a:effectLst/>
                        <a:latin typeface="Times New Roman" panose="02020603050405020304" pitchFamily="18" charset="0"/>
                        <a:ea typeface="黑体" panose="02010609060101010101" pitchFamily="49" charset="-122"/>
                        <a:sym typeface="Symbol" panose="05050102010706020507" pitchFamily="18" charset="2"/>
                      </a:endParaRPr>
                    </a:p>
                  </a:txBody>
                  <a:tcPr marL="54000" marR="54000" marT="28798" marB="28798" anchor="ct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3"/>
                  </a:ext>
                </a:extLst>
              </a:tr>
              <a:tr h="822269">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l"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r>
                        <a:rPr kumimoji="0" lang="en-US" altLang="zh-CN" sz="2400" b="1" i="1" u="none" strike="noStrike" cap="none" normalizeH="0" baseline="0">
                          <a:ln>
                            <a:noFill/>
                          </a:ln>
                          <a:solidFill>
                            <a:schemeClr val="tx1"/>
                          </a:solidFill>
                          <a:effectLst/>
                          <a:latin typeface="Times New Roman" panose="02020603050405020304" pitchFamily="18" charset="0"/>
                          <a:ea typeface="黑体" panose="02010609060101010101" pitchFamily="49" charset="-122"/>
                        </a:rPr>
                        <a:t>expr</a:t>
                      </a:r>
                    </a:p>
                  </a:txBody>
                  <a:tcPr marL="54000" marR="54000" marT="28798" marB="28798" anchor="ct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l"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endParaRPr kumimoji="0" lang="zh-CN" altLang="zh-CN" sz="2400" b="1" i="0" u="none" strike="noStrike" cap="none" normalizeH="0" baseline="0">
                        <a:ln>
                          <a:noFill/>
                        </a:ln>
                        <a:solidFill>
                          <a:schemeClr val="tx1"/>
                        </a:solidFill>
                        <a:effectLst/>
                        <a:latin typeface="Times New Roman" panose="02020603050405020304" pitchFamily="18" charset="0"/>
                        <a:ea typeface="黑体" panose="02010609060101010101" pitchFamily="49" charset="-122"/>
                      </a:endParaRPr>
                    </a:p>
                  </a:txBody>
                  <a:tcPr marL="54000" marR="54000" marT="28798" marB="28798"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l"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endParaRPr kumimoji="0" lang="zh-CN" altLang="zh-CN" sz="2400" b="1" i="1" u="none" strike="noStrike" cap="none" normalizeH="0" baseline="0">
                        <a:ln>
                          <a:noFill/>
                        </a:ln>
                        <a:solidFill>
                          <a:schemeClr val="tx1"/>
                        </a:solidFill>
                        <a:effectLst/>
                        <a:latin typeface="Times New Roman" panose="02020603050405020304" pitchFamily="18" charset="0"/>
                        <a:ea typeface="黑体" panose="02010609060101010101" pitchFamily="49" charset="-122"/>
                        <a:sym typeface="Symbol" panose="05050102010706020507" pitchFamily="18" charset="2"/>
                      </a:endParaRPr>
                    </a:p>
                  </a:txBody>
                  <a:tcPr marL="54000" marR="54000" marT="28798" marB="28798"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l"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endParaRPr kumimoji="0" lang="zh-CN" altLang="zh-CN" sz="2400" b="1" i="0" u="none" strike="noStrike" cap="none" normalizeH="0" baseline="0">
                        <a:ln>
                          <a:noFill/>
                        </a:ln>
                        <a:solidFill>
                          <a:schemeClr val="tx1"/>
                        </a:solidFill>
                        <a:effectLst/>
                        <a:latin typeface="Times New Roman" panose="02020603050405020304" pitchFamily="18" charset="0"/>
                        <a:ea typeface="黑体" panose="02010609060101010101" pitchFamily="49" charset="-122"/>
                      </a:endParaRPr>
                    </a:p>
                  </a:txBody>
                  <a:tcPr marL="54000" marR="54000" marT="28798" marB="28798"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l"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endParaRPr kumimoji="0" lang="zh-CN" altLang="zh-CN" sz="2400" b="1" i="0" u="none" strike="noStrike" cap="none" normalizeH="0" baseline="0">
                        <a:ln>
                          <a:noFill/>
                        </a:ln>
                        <a:solidFill>
                          <a:schemeClr val="tx1"/>
                        </a:solidFill>
                        <a:effectLst/>
                        <a:latin typeface="Times New Roman" panose="02020603050405020304" pitchFamily="18" charset="0"/>
                        <a:ea typeface="黑体" panose="02010609060101010101" pitchFamily="49" charset="-122"/>
                      </a:endParaRPr>
                    </a:p>
                  </a:txBody>
                  <a:tcPr marL="54000" marR="54000" marT="28798" marB="28798"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l"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endParaRPr kumimoji="0" lang="zh-CN" altLang="zh-CN" sz="2400" b="1" i="0" u="none" strike="noStrike" cap="none" normalizeH="0" baseline="0">
                        <a:ln>
                          <a:noFill/>
                        </a:ln>
                        <a:solidFill>
                          <a:schemeClr val="tx1"/>
                        </a:solidFill>
                        <a:effectLst/>
                        <a:latin typeface="Times New Roman" panose="02020603050405020304" pitchFamily="18" charset="0"/>
                        <a:ea typeface="黑体" panose="02010609060101010101" pitchFamily="49" charset="-122"/>
                      </a:endParaRPr>
                    </a:p>
                  </a:txBody>
                  <a:tcPr marL="54000" marR="54000" marT="28798" marB="28798"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l"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endParaRPr kumimoji="0" lang="zh-CN" altLang="zh-CN" sz="2400" b="1" i="0" u="none" strike="noStrike" cap="none" normalizeH="0" baseline="0" dirty="0">
                        <a:ln>
                          <a:noFill/>
                        </a:ln>
                        <a:solidFill>
                          <a:schemeClr val="tx1"/>
                        </a:solidFill>
                        <a:effectLst/>
                        <a:latin typeface="Times New Roman" panose="02020603050405020304" pitchFamily="18" charset="0"/>
                        <a:ea typeface="黑体" panose="02010609060101010101" pitchFamily="49" charset="-122"/>
                      </a:endParaRPr>
                    </a:p>
                  </a:txBody>
                  <a:tcPr marL="54000" marR="54000" marT="28798" marB="28798" anchor="ct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4"/>
                  </a:ext>
                </a:extLst>
              </a:tr>
            </a:tbl>
          </a:graphicData>
        </a:graphic>
      </p:graphicFrame>
      <p:sp>
        <p:nvSpPr>
          <p:cNvPr id="2" name="日期占位符 1">
            <a:extLst>
              <a:ext uri="{FF2B5EF4-FFF2-40B4-BE49-F238E27FC236}">
                <a16:creationId xmlns:a16="http://schemas.microsoft.com/office/drawing/2014/main" id="{2E70DCB7-0F87-EAD3-4BFF-8118177C9F87}"/>
              </a:ext>
            </a:extLst>
          </p:cNvPr>
          <p:cNvSpPr>
            <a:spLocks noGrp="1"/>
          </p:cNvSpPr>
          <p:nvPr>
            <p:ph type="dt" sz="half" idx="10"/>
          </p:nvPr>
        </p:nvSpPr>
        <p:spPr/>
        <p:txBody>
          <a:bodyPr/>
          <a:lstStyle/>
          <a:p>
            <a:fld id="{E57102A4-0C1F-4FB0-8701-690EC587B428}" type="datetime2">
              <a:rPr lang="zh-CN" altLang="en-US" smtClean="0"/>
              <a:pPr/>
              <a:t>2025年11月26日</a:t>
            </a:fld>
            <a:endParaRPr lang="zh-CN" altLang="en-US"/>
          </a:p>
        </p:txBody>
      </p:sp>
      <p:sp>
        <p:nvSpPr>
          <p:cNvPr id="3" name="页脚占位符 2">
            <a:extLst>
              <a:ext uri="{FF2B5EF4-FFF2-40B4-BE49-F238E27FC236}">
                <a16:creationId xmlns:a16="http://schemas.microsoft.com/office/drawing/2014/main" id="{3B92CE10-5CED-00AC-5D69-D31C8CF280AB}"/>
              </a:ext>
            </a:extLst>
          </p:cNvPr>
          <p:cNvSpPr>
            <a:spLocks noGrp="1"/>
          </p:cNvSpPr>
          <p:nvPr>
            <p:ph type="ftr" sz="quarter" idx="11"/>
          </p:nvPr>
        </p:nvSpPr>
        <p:spPr/>
        <p:txBody>
          <a:bodyPr/>
          <a:lstStyle/>
          <a:p>
            <a:r>
              <a:rPr lang="zh-CN" altLang="en-US"/>
              <a:t>编译原理</a:t>
            </a:r>
            <a:r>
              <a:rPr lang="en-US" altLang="zh-CN"/>
              <a:t>-</a:t>
            </a:r>
            <a:r>
              <a:rPr lang="zh-CN" altLang="en-US"/>
              <a:t>王欣捷</a:t>
            </a:r>
            <a:r>
              <a:rPr lang="en-US" altLang="zh-CN"/>
              <a:t>-</a:t>
            </a:r>
            <a:r>
              <a:rPr lang="zh-CN" altLang="en-US"/>
              <a:t>第三章 语法分析</a:t>
            </a:r>
            <a:r>
              <a:rPr lang="en-US" altLang="zh-CN"/>
              <a:t>(4)</a:t>
            </a:r>
            <a:endParaRPr lang="zh-CN" altLang="en-US"/>
          </a:p>
        </p:txBody>
      </p:sp>
      <p:sp>
        <p:nvSpPr>
          <p:cNvPr id="5" name="灯片编号占位符 4">
            <a:extLst>
              <a:ext uri="{FF2B5EF4-FFF2-40B4-BE49-F238E27FC236}">
                <a16:creationId xmlns:a16="http://schemas.microsoft.com/office/drawing/2014/main" id="{5389AE8A-CCD8-0798-DCD0-EE19ECBBABBF}"/>
              </a:ext>
            </a:extLst>
          </p:cNvPr>
          <p:cNvSpPr>
            <a:spLocks noGrp="1"/>
          </p:cNvSpPr>
          <p:nvPr>
            <p:ph type="sldNum" sz="quarter" idx="12"/>
          </p:nvPr>
        </p:nvSpPr>
        <p:spPr/>
        <p:txBody>
          <a:bodyPr/>
          <a:lstStyle/>
          <a:p>
            <a:fld id="{094DEB03-EFC6-4C20-8FC8-295189A5386F}" type="slidenum">
              <a:rPr lang="zh-CN" altLang="en-US" smtClean="0"/>
              <a:pPr/>
              <a:t>50</a:t>
            </a:fld>
            <a:endParaRPr lang="zh-CN" altLang="en-US"/>
          </a:p>
        </p:txBody>
      </p:sp>
    </p:spTree>
  </p:cSld>
  <p:clrMapOvr>
    <a:masterClrMapping/>
  </p:clrMapOvr>
</p:sld>
</file>

<file path=ppt/slides/slide5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8370" name="Rectangle 2">
            <a:extLst>
              <a:ext uri="{FF2B5EF4-FFF2-40B4-BE49-F238E27FC236}">
                <a16:creationId xmlns:a16="http://schemas.microsoft.com/office/drawing/2014/main" id="{015DD7AF-2FD6-4054-82C8-DF3A41271551}"/>
              </a:ext>
            </a:extLst>
          </p:cNvPr>
          <p:cNvSpPr>
            <a:spLocks noGrp="1" noChangeArrowheads="1"/>
          </p:cNvSpPr>
          <p:nvPr>
            <p:ph type="title"/>
          </p:nvPr>
        </p:nvSpPr>
        <p:spPr/>
        <p:txBody>
          <a:bodyPr/>
          <a:lstStyle/>
          <a:p>
            <a:pPr eaLnBrk="1" hangingPunct="1"/>
            <a:r>
              <a:rPr lang="en-US" altLang="zh-CN"/>
              <a:t>3.3.5 </a:t>
            </a:r>
            <a:r>
              <a:rPr lang="zh-CN" altLang="en-US"/>
              <a:t>构造预测分析表</a:t>
            </a:r>
          </a:p>
        </p:txBody>
      </p:sp>
      <p:graphicFrame>
        <p:nvGraphicFramePr>
          <p:cNvPr id="4" name="Group 3">
            <a:extLst>
              <a:ext uri="{FF2B5EF4-FFF2-40B4-BE49-F238E27FC236}">
                <a16:creationId xmlns:a16="http://schemas.microsoft.com/office/drawing/2014/main" id="{110B29E9-AB96-482B-97F7-93C2172188E8}"/>
              </a:ext>
            </a:extLst>
          </p:cNvPr>
          <p:cNvGraphicFramePr>
            <a:graphicFrameLocks/>
          </p:cNvGraphicFramePr>
          <p:nvPr>
            <p:extLst>
              <p:ext uri="{D42A27DB-BD31-4B8C-83A1-F6EECF244321}">
                <p14:modId xmlns:p14="http://schemas.microsoft.com/office/powerpoint/2010/main" val="1105395805"/>
              </p:ext>
            </p:extLst>
          </p:nvPr>
        </p:nvGraphicFramePr>
        <p:xfrm>
          <a:off x="170656" y="1440000"/>
          <a:ext cx="8802687" cy="4632324"/>
        </p:xfrm>
        <a:graphic>
          <a:graphicData uri="http://schemas.openxmlformats.org/drawingml/2006/table">
            <a:tbl>
              <a:tblPr/>
              <a:tblGrid>
                <a:gridCol w="990600">
                  <a:extLst>
                    <a:ext uri="{9D8B030D-6E8A-4147-A177-3AD203B41FA5}">
                      <a16:colId xmlns:a16="http://schemas.microsoft.com/office/drawing/2014/main" val="20000"/>
                    </a:ext>
                  </a:extLst>
                </a:gridCol>
                <a:gridCol w="1752600">
                  <a:extLst>
                    <a:ext uri="{9D8B030D-6E8A-4147-A177-3AD203B41FA5}">
                      <a16:colId xmlns:a16="http://schemas.microsoft.com/office/drawing/2014/main" val="20001"/>
                    </a:ext>
                  </a:extLst>
                </a:gridCol>
                <a:gridCol w="1219200">
                  <a:extLst>
                    <a:ext uri="{9D8B030D-6E8A-4147-A177-3AD203B41FA5}">
                      <a16:colId xmlns:a16="http://schemas.microsoft.com/office/drawing/2014/main" val="20002"/>
                    </a:ext>
                  </a:extLst>
                </a:gridCol>
                <a:gridCol w="1371600">
                  <a:extLst>
                    <a:ext uri="{9D8B030D-6E8A-4147-A177-3AD203B41FA5}">
                      <a16:colId xmlns:a16="http://schemas.microsoft.com/office/drawing/2014/main" val="20003"/>
                    </a:ext>
                  </a:extLst>
                </a:gridCol>
                <a:gridCol w="1066800">
                  <a:extLst>
                    <a:ext uri="{9D8B030D-6E8A-4147-A177-3AD203B41FA5}">
                      <a16:colId xmlns:a16="http://schemas.microsoft.com/office/drawing/2014/main" val="20004"/>
                    </a:ext>
                  </a:extLst>
                </a:gridCol>
                <a:gridCol w="914400">
                  <a:extLst>
                    <a:ext uri="{9D8B030D-6E8A-4147-A177-3AD203B41FA5}">
                      <a16:colId xmlns:a16="http://schemas.microsoft.com/office/drawing/2014/main" val="20005"/>
                    </a:ext>
                  </a:extLst>
                </a:gridCol>
                <a:gridCol w="1487487">
                  <a:extLst>
                    <a:ext uri="{9D8B030D-6E8A-4147-A177-3AD203B41FA5}">
                      <a16:colId xmlns:a16="http://schemas.microsoft.com/office/drawing/2014/main" val="20006"/>
                    </a:ext>
                  </a:extLst>
                </a:gridCol>
              </a:tblGrid>
              <a:tr h="822269">
                <a:tc rowSpan="2">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endParaRPr kumimoji="0" lang="en-US" altLang="zh-CN" sz="2400" b="0" i="0" u="none" strike="noStrike" cap="none" normalizeH="0" baseline="0">
                        <a:ln>
                          <a:noFill/>
                        </a:ln>
                        <a:solidFill>
                          <a:schemeClr val="tx1"/>
                        </a:solidFill>
                        <a:effectLst/>
                        <a:latin typeface="Times New Roman" panose="02020603050405020304" pitchFamily="18" charset="0"/>
                        <a:ea typeface="黑体" panose="02010609060101010101" pitchFamily="49" charset="-122"/>
                      </a:endParaRPr>
                    </a:p>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r>
                        <a:rPr kumimoji="0" lang="zh-CN" altLang="en-US" sz="2400" b="0" i="0" u="none" strike="noStrike" cap="none" normalizeH="0" baseline="0">
                          <a:ln>
                            <a:noFill/>
                          </a:ln>
                          <a:solidFill>
                            <a:schemeClr val="tx1"/>
                          </a:solidFill>
                          <a:effectLst/>
                          <a:latin typeface="Times New Roman" panose="02020603050405020304" pitchFamily="18" charset="0"/>
                          <a:ea typeface="黑体" panose="02010609060101010101" pitchFamily="49" charset="-122"/>
                        </a:rPr>
                        <a:t>非 终 结 符</a:t>
                      </a:r>
                    </a:p>
                  </a:txBody>
                  <a:tcPr marL="54000" marR="54000" marT="28798" marB="28798" anchor="ct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gridSpan="6">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r>
                        <a:rPr kumimoji="0" lang="zh-CN" altLang="en-US" sz="2400" b="0" i="0" u="none" strike="noStrike" cap="none" normalizeH="0" baseline="0">
                          <a:ln>
                            <a:noFill/>
                          </a:ln>
                          <a:solidFill>
                            <a:schemeClr val="tx1"/>
                          </a:solidFill>
                          <a:effectLst/>
                          <a:latin typeface="Times New Roman" panose="02020603050405020304" pitchFamily="18" charset="0"/>
                          <a:ea typeface="黑体" panose="02010609060101010101" pitchFamily="49" charset="-122"/>
                        </a:rPr>
                        <a:t>输 入 符 号</a:t>
                      </a:r>
                    </a:p>
                  </a:txBody>
                  <a:tcPr marL="54000" marR="54000" marT="28798" marB="28798" anchor="ct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extLst>
                  <a:ext uri="{0D108BD9-81ED-4DB2-BD59-A6C34878D82A}">
                    <a16:rowId xmlns:a16="http://schemas.microsoft.com/office/drawing/2014/main" val="10000"/>
                  </a:ext>
                </a:extLst>
              </a:tr>
              <a:tr h="823857">
                <a:tc vMerge="1">
                  <a:txBody>
                    <a:bodyPr/>
                    <a:lstStyle/>
                    <a:p>
                      <a:endParaRPr lang="zh-CN" altLang="en-US"/>
                    </a:p>
                  </a:txBody>
                  <a:tcPr/>
                </a:tc>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r>
                        <a:rPr kumimoji="0" lang="en-US" altLang="zh-CN" sz="2400" b="1" i="0" u="none" strike="noStrike" cap="none" normalizeH="0" baseline="0">
                          <a:ln>
                            <a:noFill/>
                          </a:ln>
                          <a:solidFill>
                            <a:schemeClr val="tx1"/>
                          </a:solidFill>
                          <a:effectLst/>
                          <a:latin typeface="Times New Roman" panose="02020603050405020304" pitchFamily="18" charset="0"/>
                          <a:ea typeface="黑体" panose="02010609060101010101" pitchFamily="49" charset="-122"/>
                        </a:rPr>
                        <a:t>other</a:t>
                      </a:r>
                    </a:p>
                  </a:txBody>
                  <a:tcPr marL="54000" marR="54000" marT="28798" marB="28798"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r>
                        <a:rPr kumimoji="0" lang="en-US" altLang="zh-CN" sz="2400" b="1" i="1" u="none" strike="noStrike" cap="none" normalizeH="0" baseline="0">
                          <a:ln>
                            <a:noFill/>
                          </a:ln>
                          <a:solidFill>
                            <a:schemeClr val="tx1"/>
                          </a:solidFill>
                          <a:effectLst/>
                          <a:latin typeface="Times New Roman" panose="02020603050405020304" pitchFamily="18" charset="0"/>
                          <a:ea typeface="黑体" panose="02010609060101010101" pitchFamily="49" charset="-122"/>
                        </a:rPr>
                        <a:t>b</a:t>
                      </a:r>
                    </a:p>
                  </a:txBody>
                  <a:tcPr marL="54000" marR="54000" marT="28798" marB="28798"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r>
                        <a:rPr kumimoji="0" lang="en-US" altLang="zh-CN" sz="2400" b="1" i="0" u="none" strike="noStrike" cap="none" normalizeH="0" baseline="0">
                          <a:ln>
                            <a:noFill/>
                          </a:ln>
                          <a:solidFill>
                            <a:schemeClr val="tx1"/>
                          </a:solidFill>
                          <a:effectLst/>
                          <a:latin typeface="Times New Roman" panose="02020603050405020304" pitchFamily="18" charset="0"/>
                          <a:ea typeface="黑体" panose="02010609060101010101" pitchFamily="49" charset="-122"/>
                        </a:rPr>
                        <a:t>else</a:t>
                      </a:r>
                    </a:p>
                  </a:txBody>
                  <a:tcPr marL="54000" marR="54000" marT="28798" marB="28798"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r>
                        <a:rPr kumimoji="0" lang="en-US" altLang="zh-CN" sz="2400" b="1" i="0" u="none" strike="noStrike" cap="none" normalizeH="0" baseline="0">
                          <a:ln>
                            <a:noFill/>
                          </a:ln>
                          <a:solidFill>
                            <a:schemeClr val="tx1"/>
                          </a:solidFill>
                          <a:effectLst/>
                          <a:latin typeface="Times New Roman" panose="02020603050405020304" pitchFamily="18" charset="0"/>
                          <a:ea typeface="黑体" panose="02010609060101010101" pitchFamily="49" charset="-122"/>
                        </a:rPr>
                        <a:t>if</a:t>
                      </a:r>
                    </a:p>
                  </a:txBody>
                  <a:tcPr marL="54000" marR="54000" marT="28798" marB="28798"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r>
                        <a:rPr kumimoji="0" lang="en-US" altLang="zh-CN" sz="2400" b="1" i="0" u="none" strike="noStrike" cap="none" normalizeH="0" baseline="0">
                          <a:ln>
                            <a:noFill/>
                          </a:ln>
                          <a:solidFill>
                            <a:schemeClr val="tx1"/>
                          </a:solidFill>
                          <a:effectLst/>
                          <a:latin typeface="Times New Roman" panose="02020603050405020304" pitchFamily="18" charset="0"/>
                          <a:ea typeface="黑体" panose="02010609060101010101" pitchFamily="49" charset="-122"/>
                        </a:rPr>
                        <a:t>then</a:t>
                      </a:r>
                    </a:p>
                  </a:txBody>
                  <a:tcPr marL="54000" marR="54000" marT="28798" marB="28798"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r>
                        <a:rPr kumimoji="0" lang="en-US" altLang="zh-CN" sz="2400" b="1" i="0" u="none" strike="noStrike" cap="none" normalizeH="0" baseline="0">
                          <a:ln>
                            <a:noFill/>
                          </a:ln>
                          <a:solidFill>
                            <a:schemeClr val="tx1"/>
                          </a:solidFill>
                          <a:effectLst/>
                          <a:latin typeface="Times New Roman" panose="02020603050405020304" pitchFamily="18" charset="0"/>
                          <a:ea typeface="黑体" panose="02010609060101010101" pitchFamily="49" charset="-122"/>
                        </a:rPr>
                        <a:t>$</a:t>
                      </a:r>
                    </a:p>
                  </a:txBody>
                  <a:tcPr marL="54000" marR="54000" marT="28798" marB="28798" anchor="ct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1"/>
                  </a:ext>
                </a:extLst>
              </a:tr>
              <a:tr h="862268">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l"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r>
                        <a:rPr kumimoji="0" lang="en-US" altLang="zh-CN" sz="2400" b="1" i="1" u="none" strike="noStrike" cap="none" normalizeH="0" baseline="0">
                          <a:ln>
                            <a:noFill/>
                          </a:ln>
                          <a:solidFill>
                            <a:schemeClr val="tx1"/>
                          </a:solidFill>
                          <a:effectLst/>
                          <a:latin typeface="Times New Roman" panose="02020603050405020304" pitchFamily="18" charset="0"/>
                          <a:ea typeface="黑体" panose="02010609060101010101" pitchFamily="49" charset="-122"/>
                        </a:rPr>
                        <a:t>stmt</a:t>
                      </a:r>
                    </a:p>
                  </a:txBody>
                  <a:tcPr marL="54000" marR="54000" marT="28798" marB="28798" anchor="ct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l"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r>
                        <a:rPr kumimoji="0" lang="en-US" altLang="zh-CN" sz="2400" b="1" i="1" u="none" strike="noStrike" cap="none" normalizeH="0" baseline="0">
                          <a:ln>
                            <a:noFill/>
                          </a:ln>
                          <a:solidFill>
                            <a:schemeClr val="tx1"/>
                          </a:solidFill>
                          <a:effectLst/>
                          <a:latin typeface="Times New Roman" panose="02020603050405020304" pitchFamily="18" charset="0"/>
                          <a:ea typeface="黑体" panose="02010609060101010101" pitchFamily="49" charset="-122"/>
                        </a:rPr>
                        <a:t>stmt</a:t>
                      </a:r>
                      <a:r>
                        <a:rPr kumimoji="0" lang="en-US" altLang="zh-CN" sz="2400" b="1" i="0" u="none" strike="noStrike" cap="none" normalizeH="0" baseline="0">
                          <a:ln>
                            <a:noFill/>
                          </a:ln>
                          <a:solidFill>
                            <a:schemeClr val="tx1"/>
                          </a:solidFill>
                          <a:effectLst/>
                          <a:latin typeface="Times New Roman" panose="02020603050405020304" pitchFamily="18" charset="0"/>
                          <a:ea typeface="黑体" panose="02010609060101010101" pitchFamily="49" charset="-122"/>
                          <a:sym typeface="Symbol" panose="05050102010706020507" pitchFamily="18" charset="2"/>
                        </a:rPr>
                        <a:t>other</a:t>
                      </a:r>
                    </a:p>
                  </a:txBody>
                  <a:tcPr marL="54000" marR="54000" marT="28798" marB="28798"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l"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endParaRPr kumimoji="0" lang="zh-CN" altLang="zh-CN" sz="2400" b="1" i="0" u="none" strike="noStrike" cap="none" normalizeH="0" baseline="0">
                        <a:ln>
                          <a:noFill/>
                        </a:ln>
                        <a:solidFill>
                          <a:schemeClr val="tx1"/>
                        </a:solidFill>
                        <a:effectLst/>
                        <a:latin typeface="Times New Roman" panose="02020603050405020304" pitchFamily="18" charset="0"/>
                        <a:ea typeface="黑体" panose="02010609060101010101" pitchFamily="49" charset="-122"/>
                      </a:endParaRPr>
                    </a:p>
                  </a:txBody>
                  <a:tcPr marL="54000" marR="54000" marT="28798" marB="28798"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l"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endParaRPr kumimoji="0" lang="zh-CN" altLang="zh-CN" sz="2400" b="1" i="0" u="none" strike="noStrike" cap="none" normalizeH="0" baseline="0">
                        <a:ln>
                          <a:noFill/>
                        </a:ln>
                        <a:solidFill>
                          <a:schemeClr val="tx1"/>
                        </a:solidFill>
                        <a:effectLst/>
                        <a:latin typeface="Times New Roman" panose="02020603050405020304" pitchFamily="18" charset="0"/>
                        <a:ea typeface="黑体" panose="02010609060101010101" pitchFamily="49" charset="-122"/>
                      </a:endParaRPr>
                    </a:p>
                  </a:txBody>
                  <a:tcPr marL="54000" marR="54000" marT="28798" marB="28798"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l"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r>
                        <a:rPr kumimoji="0" lang="en-US" altLang="zh-CN" sz="2400" b="1" i="1" u="none" strike="noStrike" cap="none" normalizeH="0" baseline="0">
                          <a:ln>
                            <a:noFill/>
                          </a:ln>
                          <a:solidFill>
                            <a:schemeClr val="tx1"/>
                          </a:solidFill>
                          <a:effectLst/>
                          <a:latin typeface="Times New Roman" panose="02020603050405020304" pitchFamily="18" charset="0"/>
                          <a:ea typeface="黑体" panose="02010609060101010101" pitchFamily="49" charset="-122"/>
                        </a:rPr>
                        <a:t>stmt</a:t>
                      </a:r>
                      <a:r>
                        <a:rPr kumimoji="0" lang="en-US" altLang="zh-CN" sz="2400" b="1" i="0" u="none" strike="noStrike" cap="none" normalizeH="0" baseline="0">
                          <a:ln>
                            <a:noFill/>
                          </a:ln>
                          <a:solidFill>
                            <a:schemeClr val="tx1"/>
                          </a:solidFill>
                          <a:effectLst/>
                          <a:latin typeface="Times New Roman" panose="02020603050405020304" pitchFamily="18" charset="0"/>
                          <a:ea typeface="黑体" panose="02010609060101010101" pitchFamily="49" charset="-122"/>
                          <a:sym typeface="Symbol" panose="05050102010706020507" pitchFamily="18" charset="2"/>
                        </a:rPr>
                        <a:t></a:t>
                      </a:r>
                    </a:p>
                    <a:p>
                      <a:pPr marL="0" marR="0" lvl="0" indent="0" algn="l"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r>
                        <a:rPr kumimoji="0" lang="en-US" altLang="zh-CN" sz="2400" b="1" i="0" u="none" strike="noStrike" cap="none" normalizeH="0" baseline="0">
                          <a:ln>
                            <a:noFill/>
                          </a:ln>
                          <a:solidFill>
                            <a:schemeClr val="tx1"/>
                          </a:solidFill>
                          <a:effectLst/>
                          <a:latin typeface="Times New Roman" panose="02020603050405020304" pitchFamily="18" charset="0"/>
                          <a:ea typeface="黑体" panose="02010609060101010101" pitchFamily="49" charset="-122"/>
                          <a:sym typeface="Symbol" panose="05050102010706020507" pitchFamily="18" charset="2"/>
                        </a:rPr>
                        <a:t>if…</a:t>
                      </a:r>
                    </a:p>
                  </a:txBody>
                  <a:tcPr marL="54000" marR="54000" marT="28798" marB="28798"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l"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endParaRPr kumimoji="0" lang="zh-CN" altLang="zh-CN" sz="2400" b="1" i="0" u="none" strike="noStrike" cap="none" normalizeH="0" baseline="0">
                        <a:ln>
                          <a:noFill/>
                        </a:ln>
                        <a:solidFill>
                          <a:schemeClr val="tx1"/>
                        </a:solidFill>
                        <a:effectLst/>
                        <a:latin typeface="Times New Roman" panose="02020603050405020304" pitchFamily="18" charset="0"/>
                        <a:ea typeface="黑体" panose="02010609060101010101" pitchFamily="49" charset="-122"/>
                      </a:endParaRPr>
                    </a:p>
                  </a:txBody>
                  <a:tcPr marL="54000" marR="54000" marT="28798" marB="28798"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l"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endParaRPr kumimoji="0" lang="zh-CN" altLang="zh-CN" sz="2400" b="1" i="0" u="none" strike="noStrike" cap="none" normalizeH="0" baseline="0">
                        <a:ln>
                          <a:noFill/>
                        </a:ln>
                        <a:solidFill>
                          <a:schemeClr val="tx1"/>
                        </a:solidFill>
                        <a:effectLst/>
                        <a:latin typeface="Times New Roman" panose="02020603050405020304" pitchFamily="18" charset="0"/>
                        <a:ea typeface="黑体" panose="02010609060101010101" pitchFamily="49" charset="-122"/>
                      </a:endParaRPr>
                    </a:p>
                  </a:txBody>
                  <a:tcPr marL="54000" marR="54000" marT="28798" marB="28798" anchor="ct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2"/>
                  </a:ext>
                </a:extLst>
              </a:tr>
              <a:tr h="1301661">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l"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r>
                        <a:rPr kumimoji="0" lang="en-US" altLang="zh-CN" sz="2400" b="1" i="1" u="none" strike="noStrike" cap="none" normalizeH="0" baseline="0">
                          <a:ln>
                            <a:noFill/>
                          </a:ln>
                          <a:solidFill>
                            <a:schemeClr val="tx1"/>
                          </a:solidFill>
                          <a:effectLst/>
                          <a:latin typeface="Times New Roman" panose="02020603050405020304" pitchFamily="18" charset="0"/>
                          <a:ea typeface="黑体" panose="02010609060101010101" pitchFamily="49" charset="-122"/>
                        </a:rPr>
                        <a:t>e_part</a:t>
                      </a:r>
                    </a:p>
                  </a:txBody>
                  <a:tcPr marL="54000" marR="54000" marT="28798" marB="28798" anchor="ct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l"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endParaRPr kumimoji="0" lang="zh-CN" altLang="zh-CN" sz="2400" b="1" i="0" u="none" strike="noStrike" cap="none" normalizeH="0" baseline="0">
                        <a:ln>
                          <a:noFill/>
                        </a:ln>
                        <a:solidFill>
                          <a:schemeClr val="tx1"/>
                        </a:solidFill>
                        <a:effectLst/>
                        <a:latin typeface="Times New Roman" panose="02020603050405020304" pitchFamily="18" charset="0"/>
                        <a:ea typeface="黑体" panose="02010609060101010101" pitchFamily="49" charset="-122"/>
                      </a:endParaRPr>
                    </a:p>
                  </a:txBody>
                  <a:tcPr marL="54000" marR="54000" marT="28798" marB="28798"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l"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endParaRPr kumimoji="0" lang="zh-CN" altLang="zh-CN" sz="2400" b="1" i="0" u="none" strike="noStrike" cap="none" normalizeH="0" baseline="0">
                        <a:ln>
                          <a:noFill/>
                        </a:ln>
                        <a:solidFill>
                          <a:schemeClr val="tx1"/>
                        </a:solidFill>
                        <a:effectLst/>
                        <a:latin typeface="Times New Roman" panose="02020603050405020304" pitchFamily="18" charset="0"/>
                        <a:ea typeface="黑体" panose="02010609060101010101" pitchFamily="49" charset="-122"/>
                      </a:endParaRPr>
                    </a:p>
                  </a:txBody>
                  <a:tcPr marL="54000" marR="54000" marT="28798" marB="28798"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l"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r>
                        <a:rPr kumimoji="0" lang="en-US" altLang="zh-CN" sz="2400" b="1" i="1" u="none" strike="noStrike" cap="none" normalizeH="0" baseline="0">
                          <a:ln>
                            <a:noFill/>
                          </a:ln>
                          <a:solidFill>
                            <a:schemeClr val="tx1"/>
                          </a:solidFill>
                          <a:effectLst/>
                          <a:latin typeface="Times New Roman" panose="02020603050405020304" pitchFamily="18" charset="0"/>
                          <a:ea typeface="黑体" panose="02010609060101010101" pitchFamily="49" charset="-122"/>
                        </a:rPr>
                        <a:t>e_part</a:t>
                      </a:r>
                      <a:r>
                        <a:rPr kumimoji="0" lang="en-US" altLang="zh-CN" sz="2400" b="1" i="0" u="none" strike="noStrike" cap="none" normalizeH="0" baseline="0">
                          <a:ln>
                            <a:noFill/>
                          </a:ln>
                          <a:solidFill>
                            <a:schemeClr val="tx1"/>
                          </a:solidFill>
                          <a:effectLst/>
                          <a:latin typeface="Times New Roman" panose="02020603050405020304" pitchFamily="18" charset="0"/>
                          <a:ea typeface="黑体" panose="02010609060101010101" pitchFamily="49" charset="-122"/>
                          <a:sym typeface="Symbol" panose="05050102010706020507" pitchFamily="18" charset="2"/>
                        </a:rPr>
                        <a:t></a:t>
                      </a:r>
                    </a:p>
                    <a:p>
                      <a:pPr marL="0" marR="0" lvl="0" indent="0" algn="l"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r>
                        <a:rPr kumimoji="0" lang="en-US" altLang="zh-CN" sz="2400" b="1" i="0" u="none" strike="noStrike" cap="none" normalizeH="0" baseline="0">
                          <a:ln>
                            <a:noFill/>
                          </a:ln>
                          <a:solidFill>
                            <a:schemeClr val="tx1"/>
                          </a:solidFill>
                          <a:effectLst/>
                          <a:latin typeface="Times New Roman" panose="02020603050405020304" pitchFamily="18" charset="0"/>
                          <a:ea typeface="黑体" panose="02010609060101010101" pitchFamily="49" charset="-122"/>
                          <a:sym typeface="Symbol" panose="05050102010706020507" pitchFamily="18" charset="2"/>
                        </a:rPr>
                        <a:t>else </a:t>
                      </a:r>
                      <a:r>
                        <a:rPr kumimoji="0" lang="en-US" altLang="zh-CN" sz="2400" b="1" i="1" u="none" strike="noStrike" cap="none" normalizeH="0" baseline="0">
                          <a:ln>
                            <a:noFill/>
                          </a:ln>
                          <a:solidFill>
                            <a:schemeClr val="tx1"/>
                          </a:solidFill>
                          <a:effectLst/>
                          <a:latin typeface="Times New Roman" panose="02020603050405020304" pitchFamily="18" charset="0"/>
                          <a:ea typeface="黑体" panose="02010609060101010101" pitchFamily="49" charset="-122"/>
                          <a:sym typeface="Symbol" panose="05050102010706020507" pitchFamily="18" charset="2"/>
                        </a:rPr>
                        <a:t>stmt</a:t>
                      </a:r>
                    </a:p>
                    <a:p>
                      <a:pPr marL="0" marR="0" lvl="0" indent="0" algn="l"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endParaRPr kumimoji="0" lang="en-US" altLang="zh-CN" sz="2400" b="1" i="0" u="none" strike="noStrike" cap="none" normalizeH="0" baseline="0">
                        <a:ln>
                          <a:noFill/>
                        </a:ln>
                        <a:solidFill>
                          <a:schemeClr val="tx1"/>
                        </a:solidFill>
                        <a:effectLst/>
                        <a:latin typeface="Times New Roman" panose="02020603050405020304" pitchFamily="18" charset="0"/>
                        <a:ea typeface="黑体" panose="02010609060101010101" pitchFamily="49" charset="-122"/>
                        <a:sym typeface="Symbol" panose="05050102010706020507" pitchFamily="18" charset="2"/>
                      </a:endParaRPr>
                    </a:p>
                  </a:txBody>
                  <a:tcPr marL="54000" marR="54000" marT="28798" marB="28798"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l"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endParaRPr kumimoji="0" lang="zh-CN" altLang="zh-CN" sz="2400" b="1" i="0" u="none" strike="noStrike" cap="none" normalizeH="0" baseline="0">
                        <a:ln>
                          <a:noFill/>
                        </a:ln>
                        <a:solidFill>
                          <a:schemeClr val="tx1"/>
                        </a:solidFill>
                        <a:effectLst/>
                        <a:latin typeface="Times New Roman" panose="02020603050405020304" pitchFamily="18" charset="0"/>
                        <a:ea typeface="黑体" panose="02010609060101010101" pitchFamily="49" charset="-122"/>
                      </a:endParaRPr>
                    </a:p>
                  </a:txBody>
                  <a:tcPr marL="54000" marR="54000" marT="28798" marB="28798"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l"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endParaRPr kumimoji="0" lang="zh-CN" altLang="zh-CN" sz="2400" b="1" i="0" u="none" strike="noStrike" cap="none" normalizeH="0" baseline="0">
                        <a:ln>
                          <a:noFill/>
                        </a:ln>
                        <a:solidFill>
                          <a:schemeClr val="tx1"/>
                        </a:solidFill>
                        <a:effectLst/>
                        <a:latin typeface="Times New Roman" panose="02020603050405020304" pitchFamily="18" charset="0"/>
                        <a:ea typeface="黑体" panose="02010609060101010101" pitchFamily="49" charset="-122"/>
                      </a:endParaRPr>
                    </a:p>
                  </a:txBody>
                  <a:tcPr marL="54000" marR="54000" marT="28798" marB="28798"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l"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endParaRPr kumimoji="0" lang="zh-CN" altLang="zh-CN" sz="2400" b="1" i="0" u="none" strike="noStrike" cap="none" normalizeH="0" baseline="0">
                        <a:ln>
                          <a:noFill/>
                        </a:ln>
                        <a:solidFill>
                          <a:schemeClr val="tx1"/>
                        </a:solidFill>
                        <a:effectLst/>
                        <a:latin typeface="Times New Roman" panose="02020603050405020304" pitchFamily="18" charset="0"/>
                        <a:ea typeface="黑体" panose="02010609060101010101" pitchFamily="49" charset="-122"/>
                        <a:sym typeface="Symbol" panose="05050102010706020507" pitchFamily="18" charset="2"/>
                      </a:endParaRPr>
                    </a:p>
                  </a:txBody>
                  <a:tcPr marL="54000" marR="54000" marT="28798" marB="28798" anchor="ct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3"/>
                  </a:ext>
                </a:extLst>
              </a:tr>
              <a:tr h="822269">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l"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r>
                        <a:rPr kumimoji="0" lang="en-US" altLang="zh-CN" sz="2400" b="1" i="1" u="none" strike="noStrike" cap="none" normalizeH="0" baseline="0">
                          <a:ln>
                            <a:noFill/>
                          </a:ln>
                          <a:solidFill>
                            <a:schemeClr val="tx1"/>
                          </a:solidFill>
                          <a:effectLst/>
                          <a:latin typeface="Times New Roman" panose="02020603050405020304" pitchFamily="18" charset="0"/>
                          <a:ea typeface="黑体" panose="02010609060101010101" pitchFamily="49" charset="-122"/>
                        </a:rPr>
                        <a:t>expr</a:t>
                      </a:r>
                    </a:p>
                  </a:txBody>
                  <a:tcPr marL="54000" marR="54000" marT="28798" marB="28798" anchor="ct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l"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endParaRPr kumimoji="0" lang="zh-CN" altLang="zh-CN" sz="2400" b="1" i="0" u="none" strike="noStrike" cap="none" normalizeH="0" baseline="0">
                        <a:ln>
                          <a:noFill/>
                        </a:ln>
                        <a:solidFill>
                          <a:schemeClr val="tx1"/>
                        </a:solidFill>
                        <a:effectLst/>
                        <a:latin typeface="Times New Roman" panose="02020603050405020304" pitchFamily="18" charset="0"/>
                        <a:ea typeface="黑体" panose="02010609060101010101" pitchFamily="49" charset="-122"/>
                      </a:endParaRPr>
                    </a:p>
                  </a:txBody>
                  <a:tcPr marL="54000" marR="54000" marT="28798" marB="28798"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l"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endParaRPr kumimoji="0" lang="zh-CN" altLang="zh-CN" sz="2400" b="1" i="1" u="none" strike="noStrike" cap="none" normalizeH="0" baseline="0">
                        <a:ln>
                          <a:noFill/>
                        </a:ln>
                        <a:solidFill>
                          <a:schemeClr val="tx1"/>
                        </a:solidFill>
                        <a:effectLst/>
                        <a:latin typeface="Times New Roman" panose="02020603050405020304" pitchFamily="18" charset="0"/>
                        <a:ea typeface="黑体" panose="02010609060101010101" pitchFamily="49" charset="-122"/>
                        <a:sym typeface="Symbol" panose="05050102010706020507" pitchFamily="18" charset="2"/>
                      </a:endParaRPr>
                    </a:p>
                  </a:txBody>
                  <a:tcPr marL="54000" marR="54000" marT="28798" marB="28798"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l"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endParaRPr kumimoji="0" lang="zh-CN" altLang="zh-CN" sz="2400" b="1" i="0" u="none" strike="noStrike" cap="none" normalizeH="0" baseline="0">
                        <a:ln>
                          <a:noFill/>
                        </a:ln>
                        <a:solidFill>
                          <a:schemeClr val="tx1"/>
                        </a:solidFill>
                        <a:effectLst/>
                        <a:latin typeface="Times New Roman" panose="02020603050405020304" pitchFamily="18" charset="0"/>
                        <a:ea typeface="黑体" panose="02010609060101010101" pitchFamily="49" charset="-122"/>
                      </a:endParaRPr>
                    </a:p>
                  </a:txBody>
                  <a:tcPr marL="54000" marR="54000" marT="28798" marB="28798"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l"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endParaRPr kumimoji="0" lang="zh-CN" altLang="zh-CN" sz="2400" b="1" i="0" u="none" strike="noStrike" cap="none" normalizeH="0" baseline="0">
                        <a:ln>
                          <a:noFill/>
                        </a:ln>
                        <a:solidFill>
                          <a:schemeClr val="tx1"/>
                        </a:solidFill>
                        <a:effectLst/>
                        <a:latin typeface="Times New Roman" panose="02020603050405020304" pitchFamily="18" charset="0"/>
                        <a:ea typeface="黑体" panose="02010609060101010101" pitchFamily="49" charset="-122"/>
                      </a:endParaRPr>
                    </a:p>
                  </a:txBody>
                  <a:tcPr marL="54000" marR="54000" marT="28798" marB="28798"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l"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endParaRPr kumimoji="0" lang="zh-CN" altLang="zh-CN" sz="2400" b="1" i="0" u="none" strike="noStrike" cap="none" normalizeH="0" baseline="0">
                        <a:ln>
                          <a:noFill/>
                        </a:ln>
                        <a:solidFill>
                          <a:schemeClr val="tx1"/>
                        </a:solidFill>
                        <a:effectLst/>
                        <a:latin typeface="Times New Roman" panose="02020603050405020304" pitchFamily="18" charset="0"/>
                        <a:ea typeface="黑体" panose="02010609060101010101" pitchFamily="49" charset="-122"/>
                      </a:endParaRPr>
                    </a:p>
                  </a:txBody>
                  <a:tcPr marL="54000" marR="54000" marT="28798" marB="28798"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l"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endParaRPr kumimoji="0" lang="zh-CN" altLang="zh-CN" sz="2400" b="1" i="0" u="none" strike="noStrike" cap="none" normalizeH="0" baseline="0" dirty="0">
                        <a:ln>
                          <a:noFill/>
                        </a:ln>
                        <a:solidFill>
                          <a:schemeClr val="tx1"/>
                        </a:solidFill>
                        <a:effectLst/>
                        <a:latin typeface="Times New Roman" panose="02020603050405020304" pitchFamily="18" charset="0"/>
                        <a:ea typeface="黑体" panose="02010609060101010101" pitchFamily="49" charset="-122"/>
                      </a:endParaRPr>
                    </a:p>
                  </a:txBody>
                  <a:tcPr marL="54000" marR="54000" marT="28798" marB="28798" anchor="ct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4"/>
                  </a:ext>
                </a:extLst>
              </a:tr>
            </a:tbl>
          </a:graphicData>
        </a:graphic>
      </p:graphicFrame>
      <p:sp>
        <p:nvSpPr>
          <p:cNvPr id="2" name="日期占位符 1">
            <a:extLst>
              <a:ext uri="{FF2B5EF4-FFF2-40B4-BE49-F238E27FC236}">
                <a16:creationId xmlns:a16="http://schemas.microsoft.com/office/drawing/2014/main" id="{DD9E6401-0547-439A-9B1D-5C2DF63F3AFA}"/>
              </a:ext>
            </a:extLst>
          </p:cNvPr>
          <p:cNvSpPr>
            <a:spLocks noGrp="1"/>
          </p:cNvSpPr>
          <p:nvPr>
            <p:ph type="dt" sz="half" idx="10"/>
          </p:nvPr>
        </p:nvSpPr>
        <p:spPr/>
        <p:txBody>
          <a:bodyPr/>
          <a:lstStyle/>
          <a:p>
            <a:fld id="{F38F0636-45DA-4427-A59A-6B6F2482C06A}" type="datetime2">
              <a:rPr lang="zh-CN" altLang="en-US" smtClean="0"/>
              <a:pPr/>
              <a:t>2025年11月26日</a:t>
            </a:fld>
            <a:endParaRPr lang="zh-CN" altLang="en-US"/>
          </a:p>
        </p:txBody>
      </p:sp>
      <p:sp>
        <p:nvSpPr>
          <p:cNvPr id="3" name="页脚占位符 2">
            <a:extLst>
              <a:ext uri="{FF2B5EF4-FFF2-40B4-BE49-F238E27FC236}">
                <a16:creationId xmlns:a16="http://schemas.microsoft.com/office/drawing/2014/main" id="{53D0691E-DC39-D8BB-F7FC-EC4A35F01413}"/>
              </a:ext>
            </a:extLst>
          </p:cNvPr>
          <p:cNvSpPr>
            <a:spLocks noGrp="1"/>
          </p:cNvSpPr>
          <p:nvPr>
            <p:ph type="ftr" sz="quarter" idx="11"/>
          </p:nvPr>
        </p:nvSpPr>
        <p:spPr/>
        <p:txBody>
          <a:bodyPr/>
          <a:lstStyle/>
          <a:p>
            <a:r>
              <a:rPr lang="zh-CN" altLang="en-US"/>
              <a:t>编译原理</a:t>
            </a:r>
            <a:r>
              <a:rPr lang="en-US" altLang="zh-CN"/>
              <a:t>-</a:t>
            </a:r>
            <a:r>
              <a:rPr lang="zh-CN" altLang="en-US"/>
              <a:t>王欣捷</a:t>
            </a:r>
            <a:r>
              <a:rPr lang="en-US" altLang="zh-CN"/>
              <a:t>-</a:t>
            </a:r>
            <a:r>
              <a:rPr lang="zh-CN" altLang="en-US"/>
              <a:t>第三章 语法分析</a:t>
            </a:r>
            <a:r>
              <a:rPr lang="en-US" altLang="zh-CN"/>
              <a:t>(4)</a:t>
            </a:r>
            <a:endParaRPr lang="zh-CN" altLang="en-US"/>
          </a:p>
        </p:txBody>
      </p:sp>
      <p:sp>
        <p:nvSpPr>
          <p:cNvPr id="5" name="灯片编号占位符 4">
            <a:extLst>
              <a:ext uri="{FF2B5EF4-FFF2-40B4-BE49-F238E27FC236}">
                <a16:creationId xmlns:a16="http://schemas.microsoft.com/office/drawing/2014/main" id="{28F56957-81FD-F884-29D8-15254D6B859D}"/>
              </a:ext>
            </a:extLst>
          </p:cNvPr>
          <p:cNvSpPr>
            <a:spLocks noGrp="1"/>
          </p:cNvSpPr>
          <p:nvPr>
            <p:ph type="sldNum" sz="quarter" idx="12"/>
          </p:nvPr>
        </p:nvSpPr>
        <p:spPr/>
        <p:txBody>
          <a:bodyPr/>
          <a:lstStyle/>
          <a:p>
            <a:fld id="{094DEB03-EFC6-4C20-8FC8-295189A5386F}" type="slidenum">
              <a:rPr lang="zh-CN" altLang="en-US" smtClean="0"/>
              <a:pPr/>
              <a:t>51</a:t>
            </a:fld>
            <a:endParaRPr lang="zh-CN" altLang="en-US"/>
          </a:p>
        </p:txBody>
      </p:sp>
    </p:spTree>
  </p:cSld>
  <p:clrMapOvr>
    <a:masterClrMapping/>
  </p:clrMapOvr>
</p:sld>
</file>

<file path=ppt/slides/slide5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9394" name="Rectangle 2">
            <a:extLst>
              <a:ext uri="{FF2B5EF4-FFF2-40B4-BE49-F238E27FC236}">
                <a16:creationId xmlns:a16="http://schemas.microsoft.com/office/drawing/2014/main" id="{59AA52D3-01EB-4F53-B91B-D76056CC5489}"/>
              </a:ext>
            </a:extLst>
          </p:cNvPr>
          <p:cNvSpPr>
            <a:spLocks noGrp="1" noChangeArrowheads="1"/>
          </p:cNvSpPr>
          <p:nvPr>
            <p:ph type="title"/>
          </p:nvPr>
        </p:nvSpPr>
        <p:spPr/>
        <p:txBody>
          <a:bodyPr/>
          <a:lstStyle/>
          <a:p>
            <a:pPr eaLnBrk="1" hangingPunct="1"/>
            <a:r>
              <a:rPr lang="en-US" altLang="zh-CN"/>
              <a:t>3.3.5 </a:t>
            </a:r>
            <a:r>
              <a:rPr lang="zh-CN" altLang="en-US"/>
              <a:t>构造预测分析表</a:t>
            </a:r>
          </a:p>
        </p:txBody>
      </p:sp>
      <p:graphicFrame>
        <p:nvGraphicFramePr>
          <p:cNvPr id="5" name="Group 3">
            <a:extLst>
              <a:ext uri="{FF2B5EF4-FFF2-40B4-BE49-F238E27FC236}">
                <a16:creationId xmlns:a16="http://schemas.microsoft.com/office/drawing/2014/main" id="{4B0D8D1C-02FA-4399-B6BE-F4A5C423C873}"/>
              </a:ext>
            </a:extLst>
          </p:cNvPr>
          <p:cNvGraphicFramePr>
            <a:graphicFrameLocks/>
          </p:cNvGraphicFramePr>
          <p:nvPr>
            <p:extLst>
              <p:ext uri="{D42A27DB-BD31-4B8C-83A1-F6EECF244321}">
                <p14:modId xmlns:p14="http://schemas.microsoft.com/office/powerpoint/2010/main" val="1353857704"/>
              </p:ext>
            </p:extLst>
          </p:nvPr>
        </p:nvGraphicFramePr>
        <p:xfrm>
          <a:off x="170656" y="1440000"/>
          <a:ext cx="8802687" cy="4632324"/>
        </p:xfrm>
        <a:graphic>
          <a:graphicData uri="http://schemas.openxmlformats.org/drawingml/2006/table">
            <a:tbl>
              <a:tblPr/>
              <a:tblGrid>
                <a:gridCol w="990600">
                  <a:extLst>
                    <a:ext uri="{9D8B030D-6E8A-4147-A177-3AD203B41FA5}">
                      <a16:colId xmlns:a16="http://schemas.microsoft.com/office/drawing/2014/main" val="20000"/>
                    </a:ext>
                  </a:extLst>
                </a:gridCol>
                <a:gridCol w="1752600">
                  <a:extLst>
                    <a:ext uri="{9D8B030D-6E8A-4147-A177-3AD203B41FA5}">
                      <a16:colId xmlns:a16="http://schemas.microsoft.com/office/drawing/2014/main" val="20001"/>
                    </a:ext>
                  </a:extLst>
                </a:gridCol>
                <a:gridCol w="1219200">
                  <a:extLst>
                    <a:ext uri="{9D8B030D-6E8A-4147-A177-3AD203B41FA5}">
                      <a16:colId xmlns:a16="http://schemas.microsoft.com/office/drawing/2014/main" val="20002"/>
                    </a:ext>
                  </a:extLst>
                </a:gridCol>
                <a:gridCol w="1371600">
                  <a:extLst>
                    <a:ext uri="{9D8B030D-6E8A-4147-A177-3AD203B41FA5}">
                      <a16:colId xmlns:a16="http://schemas.microsoft.com/office/drawing/2014/main" val="20003"/>
                    </a:ext>
                  </a:extLst>
                </a:gridCol>
                <a:gridCol w="1066800">
                  <a:extLst>
                    <a:ext uri="{9D8B030D-6E8A-4147-A177-3AD203B41FA5}">
                      <a16:colId xmlns:a16="http://schemas.microsoft.com/office/drawing/2014/main" val="20004"/>
                    </a:ext>
                  </a:extLst>
                </a:gridCol>
                <a:gridCol w="914400">
                  <a:extLst>
                    <a:ext uri="{9D8B030D-6E8A-4147-A177-3AD203B41FA5}">
                      <a16:colId xmlns:a16="http://schemas.microsoft.com/office/drawing/2014/main" val="20005"/>
                    </a:ext>
                  </a:extLst>
                </a:gridCol>
                <a:gridCol w="1487487">
                  <a:extLst>
                    <a:ext uri="{9D8B030D-6E8A-4147-A177-3AD203B41FA5}">
                      <a16:colId xmlns:a16="http://schemas.microsoft.com/office/drawing/2014/main" val="20006"/>
                    </a:ext>
                  </a:extLst>
                </a:gridCol>
              </a:tblGrid>
              <a:tr h="822269">
                <a:tc rowSpan="2">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endParaRPr kumimoji="0" lang="en-US" altLang="zh-CN" sz="2400" b="0" i="0" u="none" strike="noStrike" cap="none" normalizeH="0" baseline="0">
                        <a:ln>
                          <a:noFill/>
                        </a:ln>
                        <a:solidFill>
                          <a:schemeClr val="tx1"/>
                        </a:solidFill>
                        <a:effectLst/>
                        <a:latin typeface="Times New Roman" panose="02020603050405020304" pitchFamily="18" charset="0"/>
                        <a:ea typeface="黑体" panose="02010609060101010101" pitchFamily="49" charset="-122"/>
                      </a:endParaRPr>
                    </a:p>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r>
                        <a:rPr kumimoji="0" lang="zh-CN" altLang="en-US" sz="2400" b="0" i="0" u="none" strike="noStrike" cap="none" normalizeH="0" baseline="0">
                          <a:ln>
                            <a:noFill/>
                          </a:ln>
                          <a:solidFill>
                            <a:schemeClr val="tx1"/>
                          </a:solidFill>
                          <a:effectLst/>
                          <a:latin typeface="Times New Roman" panose="02020603050405020304" pitchFamily="18" charset="0"/>
                          <a:ea typeface="黑体" panose="02010609060101010101" pitchFamily="49" charset="-122"/>
                        </a:rPr>
                        <a:t>非 终 结 符</a:t>
                      </a:r>
                    </a:p>
                  </a:txBody>
                  <a:tcPr marL="54000" marR="54000" marT="28798" marB="28798" anchor="ct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gridSpan="6">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r>
                        <a:rPr kumimoji="0" lang="zh-CN" altLang="en-US" sz="2400" b="0" i="0" u="none" strike="noStrike" cap="none" normalizeH="0" baseline="0">
                          <a:ln>
                            <a:noFill/>
                          </a:ln>
                          <a:solidFill>
                            <a:schemeClr val="tx1"/>
                          </a:solidFill>
                          <a:effectLst/>
                          <a:latin typeface="Times New Roman" panose="02020603050405020304" pitchFamily="18" charset="0"/>
                          <a:ea typeface="黑体" panose="02010609060101010101" pitchFamily="49" charset="-122"/>
                        </a:rPr>
                        <a:t>输 入 符 号</a:t>
                      </a:r>
                    </a:p>
                  </a:txBody>
                  <a:tcPr marL="54000" marR="54000" marT="28798" marB="28798" anchor="ct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extLst>
                  <a:ext uri="{0D108BD9-81ED-4DB2-BD59-A6C34878D82A}">
                    <a16:rowId xmlns:a16="http://schemas.microsoft.com/office/drawing/2014/main" val="10000"/>
                  </a:ext>
                </a:extLst>
              </a:tr>
              <a:tr h="823857">
                <a:tc vMerge="1">
                  <a:txBody>
                    <a:bodyPr/>
                    <a:lstStyle/>
                    <a:p>
                      <a:endParaRPr lang="zh-CN" altLang="en-US"/>
                    </a:p>
                  </a:txBody>
                  <a:tcPr/>
                </a:tc>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r>
                        <a:rPr kumimoji="0" lang="en-US" altLang="zh-CN" sz="2400" b="1" i="0" u="none" strike="noStrike" cap="none" normalizeH="0" baseline="0">
                          <a:ln>
                            <a:noFill/>
                          </a:ln>
                          <a:solidFill>
                            <a:schemeClr val="tx1"/>
                          </a:solidFill>
                          <a:effectLst/>
                          <a:latin typeface="Times New Roman" panose="02020603050405020304" pitchFamily="18" charset="0"/>
                          <a:ea typeface="黑体" panose="02010609060101010101" pitchFamily="49" charset="-122"/>
                        </a:rPr>
                        <a:t>other</a:t>
                      </a:r>
                    </a:p>
                  </a:txBody>
                  <a:tcPr marL="54000" marR="54000" marT="28798" marB="28798"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r>
                        <a:rPr kumimoji="0" lang="en-US" altLang="zh-CN" sz="2400" b="1" i="1" u="none" strike="noStrike" cap="none" normalizeH="0" baseline="0">
                          <a:ln>
                            <a:noFill/>
                          </a:ln>
                          <a:solidFill>
                            <a:schemeClr val="tx1"/>
                          </a:solidFill>
                          <a:effectLst/>
                          <a:latin typeface="Times New Roman" panose="02020603050405020304" pitchFamily="18" charset="0"/>
                          <a:ea typeface="黑体" panose="02010609060101010101" pitchFamily="49" charset="-122"/>
                        </a:rPr>
                        <a:t>b</a:t>
                      </a:r>
                    </a:p>
                  </a:txBody>
                  <a:tcPr marL="54000" marR="54000" marT="28798" marB="28798"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r>
                        <a:rPr kumimoji="0" lang="en-US" altLang="zh-CN" sz="2400" b="1" i="0" u="none" strike="noStrike" cap="none" normalizeH="0" baseline="0">
                          <a:ln>
                            <a:noFill/>
                          </a:ln>
                          <a:solidFill>
                            <a:schemeClr val="tx1"/>
                          </a:solidFill>
                          <a:effectLst/>
                          <a:latin typeface="Times New Roman" panose="02020603050405020304" pitchFamily="18" charset="0"/>
                          <a:ea typeface="黑体" panose="02010609060101010101" pitchFamily="49" charset="-122"/>
                        </a:rPr>
                        <a:t>else</a:t>
                      </a:r>
                    </a:p>
                  </a:txBody>
                  <a:tcPr marL="54000" marR="54000" marT="28798" marB="28798"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r>
                        <a:rPr kumimoji="0" lang="en-US" altLang="zh-CN" sz="2400" b="1" i="0" u="none" strike="noStrike" cap="none" normalizeH="0" baseline="0">
                          <a:ln>
                            <a:noFill/>
                          </a:ln>
                          <a:solidFill>
                            <a:schemeClr val="tx1"/>
                          </a:solidFill>
                          <a:effectLst/>
                          <a:latin typeface="Times New Roman" panose="02020603050405020304" pitchFamily="18" charset="0"/>
                          <a:ea typeface="黑体" panose="02010609060101010101" pitchFamily="49" charset="-122"/>
                        </a:rPr>
                        <a:t>if</a:t>
                      </a:r>
                    </a:p>
                  </a:txBody>
                  <a:tcPr marL="54000" marR="54000" marT="28798" marB="28798"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r>
                        <a:rPr kumimoji="0" lang="en-US" altLang="zh-CN" sz="2400" b="1" i="0" u="none" strike="noStrike" cap="none" normalizeH="0" baseline="0">
                          <a:ln>
                            <a:noFill/>
                          </a:ln>
                          <a:solidFill>
                            <a:schemeClr val="tx1"/>
                          </a:solidFill>
                          <a:effectLst/>
                          <a:latin typeface="Times New Roman" panose="02020603050405020304" pitchFamily="18" charset="0"/>
                          <a:ea typeface="黑体" panose="02010609060101010101" pitchFamily="49" charset="-122"/>
                        </a:rPr>
                        <a:t>then</a:t>
                      </a:r>
                    </a:p>
                  </a:txBody>
                  <a:tcPr marL="54000" marR="54000" marT="28798" marB="28798"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r>
                        <a:rPr kumimoji="0" lang="en-US" altLang="zh-CN" sz="2400" b="1" i="0" u="none" strike="noStrike" cap="none" normalizeH="0" baseline="0">
                          <a:ln>
                            <a:noFill/>
                          </a:ln>
                          <a:solidFill>
                            <a:schemeClr val="tx1"/>
                          </a:solidFill>
                          <a:effectLst/>
                          <a:latin typeface="Times New Roman" panose="02020603050405020304" pitchFamily="18" charset="0"/>
                          <a:ea typeface="黑体" panose="02010609060101010101" pitchFamily="49" charset="-122"/>
                        </a:rPr>
                        <a:t>$</a:t>
                      </a:r>
                    </a:p>
                  </a:txBody>
                  <a:tcPr marL="54000" marR="54000" marT="28798" marB="28798" anchor="ct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1"/>
                  </a:ext>
                </a:extLst>
              </a:tr>
              <a:tr h="862268">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l"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r>
                        <a:rPr kumimoji="0" lang="en-US" altLang="zh-CN" sz="2400" b="1" i="1" u="none" strike="noStrike" cap="none" normalizeH="0" baseline="0">
                          <a:ln>
                            <a:noFill/>
                          </a:ln>
                          <a:solidFill>
                            <a:schemeClr val="tx1"/>
                          </a:solidFill>
                          <a:effectLst/>
                          <a:latin typeface="Times New Roman" panose="02020603050405020304" pitchFamily="18" charset="0"/>
                          <a:ea typeface="黑体" panose="02010609060101010101" pitchFamily="49" charset="-122"/>
                        </a:rPr>
                        <a:t>stmt</a:t>
                      </a:r>
                    </a:p>
                  </a:txBody>
                  <a:tcPr marL="54000" marR="54000" marT="28798" marB="28798" anchor="ct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l"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r>
                        <a:rPr kumimoji="0" lang="en-US" altLang="zh-CN" sz="2400" b="1" i="1" u="none" strike="noStrike" cap="none" normalizeH="0" baseline="0">
                          <a:ln>
                            <a:noFill/>
                          </a:ln>
                          <a:solidFill>
                            <a:schemeClr val="tx1"/>
                          </a:solidFill>
                          <a:effectLst/>
                          <a:latin typeface="Times New Roman" panose="02020603050405020304" pitchFamily="18" charset="0"/>
                          <a:ea typeface="黑体" panose="02010609060101010101" pitchFamily="49" charset="-122"/>
                        </a:rPr>
                        <a:t>stmt</a:t>
                      </a:r>
                      <a:r>
                        <a:rPr kumimoji="0" lang="en-US" altLang="zh-CN" sz="2400" b="1" i="0" u="none" strike="noStrike" cap="none" normalizeH="0" baseline="0">
                          <a:ln>
                            <a:noFill/>
                          </a:ln>
                          <a:solidFill>
                            <a:schemeClr val="tx1"/>
                          </a:solidFill>
                          <a:effectLst/>
                          <a:latin typeface="Times New Roman" panose="02020603050405020304" pitchFamily="18" charset="0"/>
                          <a:ea typeface="黑体" panose="02010609060101010101" pitchFamily="49" charset="-122"/>
                          <a:sym typeface="Symbol" panose="05050102010706020507" pitchFamily="18" charset="2"/>
                        </a:rPr>
                        <a:t>other</a:t>
                      </a:r>
                    </a:p>
                  </a:txBody>
                  <a:tcPr marL="54000" marR="54000" marT="28798" marB="28798"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l"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endParaRPr kumimoji="0" lang="zh-CN" altLang="zh-CN" sz="2400" b="1" i="0" u="none" strike="noStrike" cap="none" normalizeH="0" baseline="0">
                        <a:ln>
                          <a:noFill/>
                        </a:ln>
                        <a:solidFill>
                          <a:schemeClr val="tx1"/>
                        </a:solidFill>
                        <a:effectLst/>
                        <a:latin typeface="Times New Roman" panose="02020603050405020304" pitchFamily="18" charset="0"/>
                        <a:ea typeface="黑体" panose="02010609060101010101" pitchFamily="49" charset="-122"/>
                      </a:endParaRPr>
                    </a:p>
                  </a:txBody>
                  <a:tcPr marL="54000" marR="54000" marT="28798" marB="28798"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l"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endParaRPr kumimoji="0" lang="zh-CN" altLang="zh-CN" sz="2400" b="1" i="0" u="none" strike="noStrike" cap="none" normalizeH="0" baseline="0">
                        <a:ln>
                          <a:noFill/>
                        </a:ln>
                        <a:solidFill>
                          <a:schemeClr val="tx1"/>
                        </a:solidFill>
                        <a:effectLst/>
                        <a:latin typeface="Times New Roman" panose="02020603050405020304" pitchFamily="18" charset="0"/>
                        <a:ea typeface="黑体" panose="02010609060101010101" pitchFamily="49" charset="-122"/>
                      </a:endParaRPr>
                    </a:p>
                  </a:txBody>
                  <a:tcPr marL="54000" marR="54000" marT="28798" marB="28798"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l"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r>
                        <a:rPr kumimoji="0" lang="en-US" altLang="zh-CN" sz="2400" b="1" i="1" u="none" strike="noStrike" cap="none" normalizeH="0" baseline="0">
                          <a:ln>
                            <a:noFill/>
                          </a:ln>
                          <a:solidFill>
                            <a:schemeClr val="tx1"/>
                          </a:solidFill>
                          <a:effectLst/>
                          <a:latin typeface="Times New Roman" panose="02020603050405020304" pitchFamily="18" charset="0"/>
                          <a:ea typeface="黑体" panose="02010609060101010101" pitchFamily="49" charset="-122"/>
                        </a:rPr>
                        <a:t>stmt</a:t>
                      </a:r>
                      <a:r>
                        <a:rPr kumimoji="0" lang="en-US" altLang="zh-CN" sz="2400" b="1" i="0" u="none" strike="noStrike" cap="none" normalizeH="0" baseline="0">
                          <a:ln>
                            <a:noFill/>
                          </a:ln>
                          <a:solidFill>
                            <a:schemeClr val="tx1"/>
                          </a:solidFill>
                          <a:effectLst/>
                          <a:latin typeface="Times New Roman" panose="02020603050405020304" pitchFamily="18" charset="0"/>
                          <a:ea typeface="黑体" panose="02010609060101010101" pitchFamily="49" charset="-122"/>
                          <a:sym typeface="Symbol" panose="05050102010706020507" pitchFamily="18" charset="2"/>
                        </a:rPr>
                        <a:t></a:t>
                      </a:r>
                    </a:p>
                    <a:p>
                      <a:pPr marL="0" marR="0" lvl="0" indent="0" algn="l"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r>
                        <a:rPr kumimoji="0" lang="en-US" altLang="zh-CN" sz="2400" b="1" i="0" u="none" strike="noStrike" cap="none" normalizeH="0" baseline="0">
                          <a:ln>
                            <a:noFill/>
                          </a:ln>
                          <a:solidFill>
                            <a:schemeClr val="tx1"/>
                          </a:solidFill>
                          <a:effectLst/>
                          <a:latin typeface="Times New Roman" panose="02020603050405020304" pitchFamily="18" charset="0"/>
                          <a:ea typeface="黑体" panose="02010609060101010101" pitchFamily="49" charset="-122"/>
                          <a:sym typeface="Symbol" panose="05050102010706020507" pitchFamily="18" charset="2"/>
                        </a:rPr>
                        <a:t>if…</a:t>
                      </a:r>
                    </a:p>
                  </a:txBody>
                  <a:tcPr marL="54000" marR="54000" marT="28798" marB="28798"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l"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endParaRPr kumimoji="0" lang="zh-CN" altLang="zh-CN" sz="2400" b="1" i="0" u="none" strike="noStrike" cap="none" normalizeH="0" baseline="0">
                        <a:ln>
                          <a:noFill/>
                        </a:ln>
                        <a:solidFill>
                          <a:schemeClr val="tx1"/>
                        </a:solidFill>
                        <a:effectLst/>
                        <a:latin typeface="Times New Roman" panose="02020603050405020304" pitchFamily="18" charset="0"/>
                        <a:ea typeface="黑体" panose="02010609060101010101" pitchFamily="49" charset="-122"/>
                      </a:endParaRPr>
                    </a:p>
                  </a:txBody>
                  <a:tcPr marL="54000" marR="54000" marT="28798" marB="28798"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l"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endParaRPr kumimoji="0" lang="zh-CN" altLang="zh-CN" sz="2400" b="1" i="0" u="none" strike="noStrike" cap="none" normalizeH="0" baseline="0">
                        <a:ln>
                          <a:noFill/>
                        </a:ln>
                        <a:solidFill>
                          <a:schemeClr val="tx1"/>
                        </a:solidFill>
                        <a:effectLst/>
                        <a:latin typeface="Times New Roman" panose="02020603050405020304" pitchFamily="18" charset="0"/>
                        <a:ea typeface="黑体" panose="02010609060101010101" pitchFamily="49" charset="-122"/>
                      </a:endParaRPr>
                    </a:p>
                  </a:txBody>
                  <a:tcPr marL="54000" marR="54000" marT="28798" marB="28798" anchor="ct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2"/>
                  </a:ext>
                </a:extLst>
              </a:tr>
              <a:tr h="1301661">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l"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r>
                        <a:rPr kumimoji="0" lang="en-US" altLang="zh-CN" sz="2400" b="1" i="1" u="none" strike="noStrike" cap="none" normalizeH="0" baseline="0" dirty="0" err="1">
                          <a:ln>
                            <a:noFill/>
                          </a:ln>
                          <a:solidFill>
                            <a:schemeClr val="tx1"/>
                          </a:solidFill>
                          <a:effectLst/>
                          <a:latin typeface="Times New Roman" panose="02020603050405020304" pitchFamily="18" charset="0"/>
                          <a:ea typeface="黑体" panose="02010609060101010101" pitchFamily="49" charset="-122"/>
                        </a:rPr>
                        <a:t>e_part</a:t>
                      </a:r>
                      <a:endParaRPr kumimoji="0" lang="en-US" altLang="zh-CN" sz="2400" b="1" i="1" u="none" strike="noStrike" cap="none" normalizeH="0" baseline="0" dirty="0">
                        <a:ln>
                          <a:noFill/>
                        </a:ln>
                        <a:solidFill>
                          <a:schemeClr val="tx1"/>
                        </a:solidFill>
                        <a:effectLst/>
                        <a:latin typeface="Times New Roman" panose="02020603050405020304" pitchFamily="18" charset="0"/>
                        <a:ea typeface="黑体" panose="02010609060101010101" pitchFamily="49" charset="-122"/>
                      </a:endParaRPr>
                    </a:p>
                  </a:txBody>
                  <a:tcPr marL="54000" marR="54000" marT="28798" marB="28798" anchor="ct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l"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endParaRPr kumimoji="0" lang="zh-CN" altLang="zh-CN" sz="2400" b="1" i="0" u="none" strike="noStrike" cap="none" normalizeH="0" baseline="0">
                        <a:ln>
                          <a:noFill/>
                        </a:ln>
                        <a:solidFill>
                          <a:schemeClr val="tx1"/>
                        </a:solidFill>
                        <a:effectLst/>
                        <a:latin typeface="Times New Roman" panose="02020603050405020304" pitchFamily="18" charset="0"/>
                        <a:ea typeface="黑体" panose="02010609060101010101" pitchFamily="49" charset="-122"/>
                      </a:endParaRPr>
                    </a:p>
                  </a:txBody>
                  <a:tcPr marL="54000" marR="54000" marT="28798" marB="28798"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l"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endParaRPr kumimoji="0" lang="zh-CN" altLang="zh-CN" sz="2400" b="1" i="0" u="none" strike="noStrike" cap="none" normalizeH="0" baseline="0">
                        <a:ln>
                          <a:noFill/>
                        </a:ln>
                        <a:solidFill>
                          <a:schemeClr val="tx1"/>
                        </a:solidFill>
                        <a:effectLst/>
                        <a:latin typeface="Times New Roman" panose="02020603050405020304" pitchFamily="18" charset="0"/>
                        <a:ea typeface="黑体" panose="02010609060101010101" pitchFamily="49" charset="-122"/>
                      </a:endParaRPr>
                    </a:p>
                  </a:txBody>
                  <a:tcPr marL="54000" marR="54000" marT="28798" marB="28798"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l"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r>
                        <a:rPr kumimoji="0" lang="en-US" altLang="zh-CN" sz="2400" b="1" i="1" u="none" strike="noStrike" cap="none" normalizeH="0" baseline="0" err="1">
                          <a:ln>
                            <a:noFill/>
                          </a:ln>
                          <a:solidFill>
                            <a:schemeClr val="tx1"/>
                          </a:solidFill>
                          <a:effectLst/>
                          <a:latin typeface="Times New Roman" panose="02020603050405020304" pitchFamily="18" charset="0"/>
                          <a:ea typeface="黑体" panose="02010609060101010101" pitchFamily="49" charset="-122"/>
                        </a:rPr>
                        <a:t>e_part</a:t>
                      </a:r>
                      <a:r>
                        <a:rPr kumimoji="0" lang="en-US" altLang="zh-CN" sz="2400" b="1" i="0" u="none" strike="noStrike" cap="none" normalizeH="0" baseline="0">
                          <a:ln>
                            <a:noFill/>
                          </a:ln>
                          <a:solidFill>
                            <a:schemeClr val="tx1"/>
                          </a:solidFill>
                          <a:effectLst/>
                          <a:latin typeface="Times New Roman" panose="02020603050405020304" pitchFamily="18" charset="0"/>
                          <a:ea typeface="黑体" panose="02010609060101010101" pitchFamily="49" charset="-122"/>
                          <a:sym typeface="Symbol" panose="05050102010706020507" pitchFamily="18" charset="2"/>
                        </a:rPr>
                        <a:t></a:t>
                      </a:r>
                    </a:p>
                    <a:p>
                      <a:pPr marL="0" marR="0" lvl="0" indent="0" algn="l"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r>
                        <a:rPr kumimoji="0" lang="en-US" altLang="zh-CN" sz="2400" b="1" i="0" u="none" strike="noStrike" cap="none" normalizeH="0" baseline="0">
                          <a:ln>
                            <a:noFill/>
                          </a:ln>
                          <a:solidFill>
                            <a:schemeClr val="tx1"/>
                          </a:solidFill>
                          <a:effectLst/>
                          <a:latin typeface="Times New Roman" panose="02020603050405020304" pitchFamily="18" charset="0"/>
                          <a:ea typeface="黑体" panose="02010609060101010101" pitchFamily="49" charset="-122"/>
                          <a:sym typeface="Symbol" panose="05050102010706020507" pitchFamily="18" charset="2"/>
                        </a:rPr>
                        <a:t>else </a:t>
                      </a:r>
                      <a:r>
                        <a:rPr kumimoji="0" lang="en-US" altLang="zh-CN" sz="2400" b="1" i="1" u="none" strike="noStrike" cap="none" normalizeH="0" baseline="0" err="1">
                          <a:ln>
                            <a:noFill/>
                          </a:ln>
                          <a:solidFill>
                            <a:schemeClr val="tx1"/>
                          </a:solidFill>
                          <a:effectLst/>
                          <a:latin typeface="Times New Roman" panose="02020603050405020304" pitchFamily="18" charset="0"/>
                          <a:ea typeface="黑体" panose="02010609060101010101" pitchFamily="49" charset="-122"/>
                          <a:sym typeface="Symbol" panose="05050102010706020507" pitchFamily="18" charset="2"/>
                        </a:rPr>
                        <a:t>stmt</a:t>
                      </a:r>
                      <a:endParaRPr kumimoji="0" lang="en-US" altLang="zh-CN" sz="2400" b="1" i="1" u="none" strike="noStrike" cap="none" normalizeH="0" baseline="0">
                        <a:ln>
                          <a:noFill/>
                        </a:ln>
                        <a:solidFill>
                          <a:schemeClr val="tx1"/>
                        </a:solidFill>
                        <a:effectLst/>
                        <a:latin typeface="Times New Roman" panose="02020603050405020304" pitchFamily="18" charset="0"/>
                        <a:ea typeface="黑体" panose="02010609060101010101" pitchFamily="49" charset="-122"/>
                        <a:sym typeface="Symbol" panose="05050102010706020507" pitchFamily="18" charset="2"/>
                      </a:endParaRPr>
                    </a:p>
                    <a:p>
                      <a:pPr marL="0" marR="0" lvl="0" indent="0" algn="l"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r>
                        <a:rPr kumimoji="0" lang="en-US" altLang="zh-CN" sz="2400" b="1" i="1" u="none" strike="noStrike" cap="none" normalizeH="0" baseline="0" err="1">
                          <a:ln>
                            <a:noFill/>
                          </a:ln>
                          <a:solidFill>
                            <a:schemeClr val="accent1"/>
                          </a:solidFill>
                          <a:effectLst/>
                          <a:latin typeface="Times New Roman" panose="02020603050405020304" pitchFamily="18" charset="0"/>
                          <a:ea typeface="黑体" panose="02010609060101010101" pitchFamily="49" charset="-122"/>
                        </a:rPr>
                        <a:t>e_part</a:t>
                      </a:r>
                      <a:r>
                        <a:rPr kumimoji="0" lang="en-US" altLang="zh-CN" sz="2400" b="1" i="0" u="none" strike="noStrike" cap="none" normalizeH="0" baseline="0">
                          <a:ln>
                            <a:noFill/>
                          </a:ln>
                          <a:solidFill>
                            <a:schemeClr val="accent1"/>
                          </a:solidFill>
                          <a:effectLst/>
                          <a:latin typeface="Times New Roman" panose="02020603050405020304" pitchFamily="18" charset="0"/>
                          <a:ea typeface="黑体" panose="02010609060101010101" pitchFamily="49" charset="-122"/>
                          <a:sym typeface="Symbol" panose="05050102010706020507" pitchFamily="18" charset="2"/>
                        </a:rPr>
                        <a:t></a:t>
                      </a:r>
                    </a:p>
                  </a:txBody>
                  <a:tcPr marL="54000" marR="54000" marT="28798" marB="28798"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l"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endParaRPr kumimoji="0" lang="zh-CN" altLang="zh-CN" sz="2400" b="1" i="0" u="none" strike="noStrike" cap="none" normalizeH="0" baseline="0">
                        <a:ln>
                          <a:noFill/>
                        </a:ln>
                        <a:solidFill>
                          <a:schemeClr val="tx1"/>
                        </a:solidFill>
                        <a:effectLst/>
                        <a:latin typeface="Times New Roman" panose="02020603050405020304" pitchFamily="18" charset="0"/>
                        <a:ea typeface="黑体" panose="02010609060101010101" pitchFamily="49" charset="-122"/>
                      </a:endParaRPr>
                    </a:p>
                  </a:txBody>
                  <a:tcPr marL="54000" marR="54000" marT="28798" marB="28798"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l"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endParaRPr kumimoji="0" lang="zh-CN" altLang="zh-CN" sz="2400" b="1" i="0" u="none" strike="noStrike" cap="none" normalizeH="0" baseline="0">
                        <a:ln>
                          <a:noFill/>
                        </a:ln>
                        <a:solidFill>
                          <a:schemeClr val="tx1"/>
                        </a:solidFill>
                        <a:effectLst/>
                        <a:latin typeface="Times New Roman" panose="02020603050405020304" pitchFamily="18" charset="0"/>
                        <a:ea typeface="黑体" panose="02010609060101010101" pitchFamily="49" charset="-122"/>
                      </a:endParaRPr>
                    </a:p>
                  </a:txBody>
                  <a:tcPr marL="54000" marR="54000" marT="28798" marB="28798"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l"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r>
                        <a:rPr kumimoji="0" lang="en-US" altLang="zh-CN" sz="2400" b="1" i="1" u="none" strike="noStrike" cap="none" normalizeH="0" baseline="0">
                          <a:ln>
                            <a:noFill/>
                          </a:ln>
                          <a:solidFill>
                            <a:schemeClr val="tx1"/>
                          </a:solidFill>
                          <a:effectLst/>
                          <a:latin typeface="Times New Roman" panose="02020603050405020304" pitchFamily="18" charset="0"/>
                          <a:ea typeface="黑体" panose="02010609060101010101" pitchFamily="49" charset="-122"/>
                        </a:rPr>
                        <a:t>e_part</a:t>
                      </a:r>
                      <a:r>
                        <a:rPr kumimoji="0" lang="en-US" altLang="zh-CN" sz="2400" b="1" i="0" u="none" strike="noStrike" cap="none" normalizeH="0" baseline="0">
                          <a:ln>
                            <a:noFill/>
                          </a:ln>
                          <a:solidFill>
                            <a:schemeClr val="tx1"/>
                          </a:solidFill>
                          <a:effectLst/>
                          <a:latin typeface="Times New Roman" panose="02020603050405020304" pitchFamily="18" charset="0"/>
                          <a:ea typeface="黑体" panose="02010609060101010101" pitchFamily="49" charset="-122"/>
                          <a:sym typeface="Symbol" panose="05050102010706020507" pitchFamily="18" charset="2"/>
                        </a:rPr>
                        <a:t></a:t>
                      </a:r>
                    </a:p>
                  </a:txBody>
                  <a:tcPr marL="54000" marR="54000" marT="28798" marB="28798" anchor="ct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3"/>
                  </a:ext>
                </a:extLst>
              </a:tr>
              <a:tr h="822269">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l"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r>
                        <a:rPr kumimoji="0" lang="en-US" altLang="zh-CN" sz="2400" b="1" i="1" u="none" strike="noStrike" cap="none" normalizeH="0" baseline="0">
                          <a:ln>
                            <a:noFill/>
                          </a:ln>
                          <a:solidFill>
                            <a:schemeClr val="tx1"/>
                          </a:solidFill>
                          <a:effectLst/>
                          <a:latin typeface="Times New Roman" panose="02020603050405020304" pitchFamily="18" charset="0"/>
                          <a:ea typeface="黑体" panose="02010609060101010101" pitchFamily="49" charset="-122"/>
                        </a:rPr>
                        <a:t>expr</a:t>
                      </a:r>
                    </a:p>
                  </a:txBody>
                  <a:tcPr marL="54000" marR="54000" marT="28798" marB="28798" anchor="ct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l"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endParaRPr kumimoji="0" lang="zh-CN" altLang="zh-CN" sz="2400" b="1" i="0" u="none" strike="noStrike" cap="none" normalizeH="0" baseline="0">
                        <a:ln>
                          <a:noFill/>
                        </a:ln>
                        <a:solidFill>
                          <a:schemeClr val="tx1"/>
                        </a:solidFill>
                        <a:effectLst/>
                        <a:latin typeface="Times New Roman" panose="02020603050405020304" pitchFamily="18" charset="0"/>
                        <a:ea typeface="黑体" panose="02010609060101010101" pitchFamily="49" charset="-122"/>
                      </a:endParaRPr>
                    </a:p>
                  </a:txBody>
                  <a:tcPr marL="54000" marR="54000" marT="28798" marB="28798"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l"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endParaRPr kumimoji="0" lang="zh-CN" altLang="zh-CN" sz="2400" b="1" i="1" u="none" strike="noStrike" cap="none" normalizeH="0" baseline="0">
                        <a:ln>
                          <a:noFill/>
                        </a:ln>
                        <a:solidFill>
                          <a:schemeClr val="tx1"/>
                        </a:solidFill>
                        <a:effectLst/>
                        <a:latin typeface="Times New Roman" panose="02020603050405020304" pitchFamily="18" charset="0"/>
                        <a:ea typeface="黑体" panose="02010609060101010101" pitchFamily="49" charset="-122"/>
                        <a:sym typeface="Symbol" panose="05050102010706020507" pitchFamily="18" charset="2"/>
                      </a:endParaRPr>
                    </a:p>
                  </a:txBody>
                  <a:tcPr marL="54000" marR="54000" marT="28798" marB="28798"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l"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endParaRPr kumimoji="0" lang="zh-CN" altLang="zh-CN" sz="2400" b="1" i="0" u="none" strike="noStrike" cap="none" normalizeH="0" baseline="0">
                        <a:ln>
                          <a:noFill/>
                        </a:ln>
                        <a:solidFill>
                          <a:schemeClr val="tx1"/>
                        </a:solidFill>
                        <a:effectLst/>
                        <a:latin typeface="Times New Roman" panose="02020603050405020304" pitchFamily="18" charset="0"/>
                        <a:ea typeface="黑体" panose="02010609060101010101" pitchFamily="49" charset="-122"/>
                      </a:endParaRPr>
                    </a:p>
                  </a:txBody>
                  <a:tcPr marL="54000" marR="54000" marT="28798" marB="28798"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l"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endParaRPr kumimoji="0" lang="zh-CN" altLang="zh-CN" sz="2400" b="1" i="0" u="none" strike="noStrike" cap="none" normalizeH="0" baseline="0">
                        <a:ln>
                          <a:noFill/>
                        </a:ln>
                        <a:solidFill>
                          <a:schemeClr val="tx1"/>
                        </a:solidFill>
                        <a:effectLst/>
                        <a:latin typeface="Times New Roman" panose="02020603050405020304" pitchFamily="18" charset="0"/>
                        <a:ea typeface="黑体" panose="02010609060101010101" pitchFamily="49" charset="-122"/>
                      </a:endParaRPr>
                    </a:p>
                  </a:txBody>
                  <a:tcPr marL="54000" marR="54000" marT="28798" marB="28798"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l"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endParaRPr kumimoji="0" lang="zh-CN" altLang="zh-CN" sz="2400" b="1" i="0" u="none" strike="noStrike" cap="none" normalizeH="0" baseline="0">
                        <a:ln>
                          <a:noFill/>
                        </a:ln>
                        <a:solidFill>
                          <a:schemeClr val="tx1"/>
                        </a:solidFill>
                        <a:effectLst/>
                        <a:latin typeface="Times New Roman" panose="02020603050405020304" pitchFamily="18" charset="0"/>
                        <a:ea typeface="黑体" panose="02010609060101010101" pitchFamily="49" charset="-122"/>
                      </a:endParaRPr>
                    </a:p>
                  </a:txBody>
                  <a:tcPr marL="54000" marR="54000" marT="28798" marB="28798"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l"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endParaRPr kumimoji="0" lang="zh-CN" altLang="zh-CN" sz="2400" b="1" i="0" u="none" strike="noStrike" cap="none" normalizeH="0" baseline="0" dirty="0">
                        <a:ln>
                          <a:noFill/>
                        </a:ln>
                        <a:solidFill>
                          <a:schemeClr val="tx1"/>
                        </a:solidFill>
                        <a:effectLst/>
                        <a:latin typeface="Times New Roman" panose="02020603050405020304" pitchFamily="18" charset="0"/>
                        <a:ea typeface="黑体" panose="02010609060101010101" pitchFamily="49" charset="-122"/>
                      </a:endParaRPr>
                    </a:p>
                  </a:txBody>
                  <a:tcPr marL="54000" marR="54000" marT="28798" marB="28798" anchor="ct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4"/>
                  </a:ext>
                </a:extLst>
              </a:tr>
            </a:tbl>
          </a:graphicData>
        </a:graphic>
      </p:graphicFrame>
      <p:sp>
        <p:nvSpPr>
          <p:cNvPr id="2" name="日期占位符 1">
            <a:extLst>
              <a:ext uri="{FF2B5EF4-FFF2-40B4-BE49-F238E27FC236}">
                <a16:creationId xmlns:a16="http://schemas.microsoft.com/office/drawing/2014/main" id="{A973EF79-4C97-2D1A-6C6D-E831DEA83F13}"/>
              </a:ext>
            </a:extLst>
          </p:cNvPr>
          <p:cNvSpPr>
            <a:spLocks noGrp="1"/>
          </p:cNvSpPr>
          <p:nvPr>
            <p:ph type="dt" sz="half" idx="10"/>
          </p:nvPr>
        </p:nvSpPr>
        <p:spPr/>
        <p:txBody>
          <a:bodyPr/>
          <a:lstStyle/>
          <a:p>
            <a:fld id="{459E6778-696C-4522-B74B-129B99897649}" type="datetime2">
              <a:rPr lang="zh-CN" altLang="en-US" smtClean="0"/>
              <a:pPr/>
              <a:t>2025年11月26日</a:t>
            </a:fld>
            <a:endParaRPr lang="zh-CN" altLang="en-US"/>
          </a:p>
        </p:txBody>
      </p:sp>
      <p:sp>
        <p:nvSpPr>
          <p:cNvPr id="3" name="页脚占位符 2">
            <a:extLst>
              <a:ext uri="{FF2B5EF4-FFF2-40B4-BE49-F238E27FC236}">
                <a16:creationId xmlns:a16="http://schemas.microsoft.com/office/drawing/2014/main" id="{9CFA7986-C60D-5D13-8BC2-7261E0CAF3C9}"/>
              </a:ext>
            </a:extLst>
          </p:cNvPr>
          <p:cNvSpPr>
            <a:spLocks noGrp="1"/>
          </p:cNvSpPr>
          <p:nvPr>
            <p:ph type="ftr" sz="quarter" idx="11"/>
          </p:nvPr>
        </p:nvSpPr>
        <p:spPr/>
        <p:txBody>
          <a:bodyPr/>
          <a:lstStyle/>
          <a:p>
            <a:r>
              <a:rPr lang="zh-CN" altLang="en-US"/>
              <a:t>编译原理</a:t>
            </a:r>
            <a:r>
              <a:rPr lang="en-US" altLang="zh-CN"/>
              <a:t>-</a:t>
            </a:r>
            <a:r>
              <a:rPr lang="zh-CN" altLang="en-US"/>
              <a:t>王欣捷</a:t>
            </a:r>
            <a:r>
              <a:rPr lang="en-US" altLang="zh-CN"/>
              <a:t>-</a:t>
            </a:r>
            <a:r>
              <a:rPr lang="zh-CN" altLang="en-US"/>
              <a:t>第三章 语法分析</a:t>
            </a:r>
            <a:r>
              <a:rPr lang="en-US" altLang="zh-CN"/>
              <a:t>(4)</a:t>
            </a:r>
            <a:endParaRPr lang="zh-CN" altLang="en-US"/>
          </a:p>
        </p:txBody>
      </p:sp>
      <p:sp>
        <p:nvSpPr>
          <p:cNvPr id="4" name="灯片编号占位符 3">
            <a:extLst>
              <a:ext uri="{FF2B5EF4-FFF2-40B4-BE49-F238E27FC236}">
                <a16:creationId xmlns:a16="http://schemas.microsoft.com/office/drawing/2014/main" id="{734D0647-C493-2F20-EB28-09B5D748DB35}"/>
              </a:ext>
            </a:extLst>
          </p:cNvPr>
          <p:cNvSpPr>
            <a:spLocks noGrp="1"/>
          </p:cNvSpPr>
          <p:nvPr>
            <p:ph type="sldNum" sz="quarter" idx="12"/>
          </p:nvPr>
        </p:nvSpPr>
        <p:spPr/>
        <p:txBody>
          <a:bodyPr/>
          <a:lstStyle/>
          <a:p>
            <a:fld id="{094DEB03-EFC6-4C20-8FC8-295189A5386F}" type="slidenum">
              <a:rPr lang="zh-CN" altLang="en-US" smtClean="0"/>
              <a:pPr/>
              <a:t>52</a:t>
            </a:fld>
            <a:endParaRPr lang="zh-CN" altLang="en-US"/>
          </a:p>
        </p:txBody>
      </p:sp>
    </p:spTree>
  </p:cSld>
  <p:clrMapOvr>
    <a:masterClrMapping/>
  </p:clrMapOvr>
</p:sld>
</file>

<file path=ppt/slides/slide5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4" name="矩形 23" hidden="1">
            <a:extLst>
              <a:ext uri="{FF2B5EF4-FFF2-40B4-BE49-F238E27FC236}">
                <a16:creationId xmlns:a16="http://schemas.microsoft.com/office/drawing/2014/main" id="{9BDF5811-4919-6B4C-2AAD-29BB01FD6224}"/>
              </a:ext>
            </a:extLst>
          </p:cNvPr>
          <p:cNvSpPr/>
          <p:nvPr>
            <p:custDataLst>
              <p:tags r:id="rId2"/>
            </p:custDataLst>
          </p:nvPr>
        </p:nvSpPr>
        <p:spPr>
          <a:xfrm>
            <a:off x="9525000" y="0"/>
            <a:ext cx="3840480" cy="6858000"/>
          </a:xfrm>
          <a:prstGeom prst="rect">
            <a:avLst/>
          </a:prstGeom>
          <a:solidFill>
            <a:srgbClr val="FFFFFF"/>
          </a:solidFill>
          <a:ln w="12700" cmpd="sng">
            <a:solidFill>
              <a:srgbClr val="9B9B9B"/>
            </a:solidFill>
            <a:prstDash val="solid"/>
          </a:ln>
        </p:spPr>
        <p:style>
          <a:lnRef idx="2">
            <a:schemeClr val="accent1">
              <a:shade val="15000"/>
            </a:schemeClr>
          </a:lnRef>
          <a:fillRef idx="1">
            <a:schemeClr val="accent1"/>
          </a:fillRef>
          <a:effectRef idx="0">
            <a:schemeClr val="accent1"/>
          </a:effectRef>
          <a:fontRef idx="minor">
            <a:schemeClr val="lt1"/>
          </a:fontRef>
        </p:style>
        <p:txBody>
          <a:bodyPr rtlCol="0" anchor="ctr">
            <a:noAutofit/>
          </a:bodyPr>
          <a:lstStyle/>
          <a:p>
            <a:pPr algn="ctr"/>
            <a:endParaRPr lang="zh-CN" altLang="en-US">
              <a:solidFill>
                <a:srgbClr val="FFFFFF"/>
              </a:solidFill>
            </a:endParaRPr>
          </a:p>
        </p:txBody>
      </p:sp>
      <p:sp>
        <p:nvSpPr>
          <p:cNvPr id="3" name="日期占位符 2">
            <a:extLst>
              <a:ext uri="{FF2B5EF4-FFF2-40B4-BE49-F238E27FC236}">
                <a16:creationId xmlns:a16="http://schemas.microsoft.com/office/drawing/2014/main" id="{A50ED751-3917-0816-A63C-C0E58350D5BA}"/>
              </a:ext>
            </a:extLst>
          </p:cNvPr>
          <p:cNvSpPr>
            <a:spLocks noGrp="1"/>
          </p:cNvSpPr>
          <p:nvPr>
            <p:ph type="dt" sz="half" idx="4294967295"/>
          </p:nvPr>
        </p:nvSpPr>
        <p:spPr>
          <a:xfrm>
            <a:off x="0" y="11113"/>
            <a:ext cx="3086100" cy="179387"/>
          </a:xfrm>
        </p:spPr>
        <p:txBody>
          <a:bodyPr/>
          <a:lstStyle/>
          <a:p>
            <a:fld id="{30AD8531-9964-4CA0-871C-3EC9FDDE7CB5}" type="datetime2">
              <a:rPr lang="zh-CN" altLang="en-US" smtClean="0"/>
              <a:pPr/>
              <a:t>2025年11月26日</a:t>
            </a:fld>
            <a:endParaRPr lang="zh-CN" altLang="en-US"/>
          </a:p>
        </p:txBody>
      </p:sp>
      <p:sp>
        <p:nvSpPr>
          <p:cNvPr id="4" name="页脚占位符 3">
            <a:extLst>
              <a:ext uri="{FF2B5EF4-FFF2-40B4-BE49-F238E27FC236}">
                <a16:creationId xmlns:a16="http://schemas.microsoft.com/office/drawing/2014/main" id="{FA1D98C4-FF99-E36E-E046-7DC8F11047B7}"/>
              </a:ext>
            </a:extLst>
          </p:cNvPr>
          <p:cNvSpPr>
            <a:spLocks noGrp="1"/>
          </p:cNvSpPr>
          <p:nvPr>
            <p:ph type="ftr" sz="quarter" idx="4294967295"/>
          </p:nvPr>
        </p:nvSpPr>
        <p:spPr>
          <a:xfrm>
            <a:off x="7086600" y="11113"/>
            <a:ext cx="2057400" cy="179387"/>
          </a:xfrm>
        </p:spPr>
        <p:txBody>
          <a:bodyPr/>
          <a:lstStyle/>
          <a:p>
            <a:r>
              <a:rPr lang="zh-CN" altLang="en-US"/>
              <a:t>编译原理</a:t>
            </a:r>
            <a:r>
              <a:rPr lang="en-US" altLang="zh-CN"/>
              <a:t>-</a:t>
            </a:r>
            <a:r>
              <a:rPr lang="zh-CN" altLang="en-US"/>
              <a:t>王欣捷</a:t>
            </a:r>
            <a:r>
              <a:rPr lang="en-US" altLang="zh-CN"/>
              <a:t>-</a:t>
            </a:r>
            <a:r>
              <a:rPr lang="zh-CN" altLang="en-US"/>
              <a:t>第三章 语法分析</a:t>
            </a:r>
            <a:r>
              <a:rPr lang="en-US" altLang="zh-CN"/>
              <a:t>(4)</a:t>
            </a:r>
            <a:endParaRPr lang="zh-CN" altLang="en-US"/>
          </a:p>
        </p:txBody>
      </p:sp>
      <p:sp>
        <p:nvSpPr>
          <p:cNvPr id="5" name="灯片编号占位符 4">
            <a:extLst>
              <a:ext uri="{FF2B5EF4-FFF2-40B4-BE49-F238E27FC236}">
                <a16:creationId xmlns:a16="http://schemas.microsoft.com/office/drawing/2014/main" id="{AB87853C-2FA2-4CDD-0EAD-DCAC6AAFBC89}"/>
              </a:ext>
            </a:extLst>
          </p:cNvPr>
          <p:cNvSpPr>
            <a:spLocks noGrp="1"/>
          </p:cNvSpPr>
          <p:nvPr>
            <p:ph type="sldNum" sz="quarter" idx="4294967295"/>
          </p:nvPr>
        </p:nvSpPr>
        <p:spPr>
          <a:xfrm>
            <a:off x="0" y="11113"/>
            <a:ext cx="2060575" cy="179387"/>
          </a:xfrm>
        </p:spPr>
        <p:txBody>
          <a:bodyPr/>
          <a:lstStyle/>
          <a:p>
            <a:fld id="{094DEB03-EFC6-4C20-8FC8-295189A5386F}" type="slidenum">
              <a:rPr lang="zh-CN" altLang="en-US" smtClean="0"/>
              <a:pPr/>
              <a:t>53</a:t>
            </a:fld>
            <a:endParaRPr lang="zh-CN" altLang="en-US"/>
          </a:p>
        </p:txBody>
      </p:sp>
      <p:sp>
        <p:nvSpPr>
          <p:cNvPr id="8" name="文本框 7">
            <a:extLst>
              <a:ext uri="{FF2B5EF4-FFF2-40B4-BE49-F238E27FC236}">
                <a16:creationId xmlns:a16="http://schemas.microsoft.com/office/drawing/2014/main" id="{155643F1-CD20-A065-3189-CD0340A0F9BF}"/>
              </a:ext>
            </a:extLst>
          </p:cNvPr>
          <p:cNvSpPr txBox="1"/>
          <p:nvPr>
            <p:custDataLst>
              <p:tags r:id="rId3"/>
            </p:custDataLst>
          </p:nvPr>
        </p:nvSpPr>
        <p:spPr>
          <a:xfrm>
            <a:off x="914400" y="635000"/>
            <a:ext cx="7315200" cy="2143125"/>
          </a:xfrm>
          <a:prstGeom prst="rect">
            <a:avLst/>
          </a:prstGeom>
          <a:noFill/>
        </p:spPr>
        <p:txBody>
          <a:bodyPr vert="horz" wrap="square" rtlCol="0" anchor="ctr" anchorCtr="0">
            <a:noAutofit/>
          </a:bodyPr>
          <a:lstStyle/>
          <a:p>
            <a:r>
              <a:rPr lang="zh-CN" altLang="en-US" sz="2600" dirty="0">
                <a:solidFill>
                  <a:srgbClr val="000000"/>
                </a:solidFill>
                <a:latin typeface="Microsoft Yahei" panose="020B0503020204020204" pitchFamily="34" charset="-122"/>
                <a:ea typeface="Microsoft Yahei" panose="020B0503020204020204" pitchFamily="34" charset="-122"/>
                <a:sym typeface="Microsoft Yahei" panose="020B0503020204020204" pitchFamily="34" charset="-122"/>
              </a:rPr>
              <a:t>构造预测分析表的下一步是什么？</a:t>
            </a:r>
          </a:p>
        </p:txBody>
      </p:sp>
      <p:sp>
        <p:nvSpPr>
          <p:cNvPr id="9" name="文本框 8">
            <a:extLst>
              <a:ext uri="{FF2B5EF4-FFF2-40B4-BE49-F238E27FC236}">
                <a16:creationId xmlns:a16="http://schemas.microsoft.com/office/drawing/2014/main" id="{C0A38933-FAD7-7CD6-1E92-7B88C2DE09C9}"/>
              </a:ext>
            </a:extLst>
          </p:cNvPr>
          <p:cNvSpPr txBox="1"/>
          <p:nvPr>
            <p:custDataLst>
              <p:tags r:id="rId4"/>
            </p:custDataLst>
          </p:nvPr>
        </p:nvSpPr>
        <p:spPr>
          <a:xfrm>
            <a:off x="1828800" y="2786063"/>
            <a:ext cx="6400800" cy="642938"/>
          </a:xfrm>
          <a:prstGeom prst="rect">
            <a:avLst/>
          </a:prstGeom>
          <a:noFill/>
        </p:spPr>
        <p:txBody>
          <a:bodyPr vert="horz" rtlCol="0" anchor="ctr" anchorCtr="0">
            <a:noAutofit/>
          </a:bodyPr>
          <a:lstStyle/>
          <a:p>
            <a:pPr defTabSz="914400" fontAlgn="base">
              <a:spcBef>
                <a:spcPct val="20000"/>
              </a:spcBef>
              <a:spcAft>
                <a:spcPct val="0"/>
              </a:spcAft>
              <a:buClr>
                <a:schemeClr val="folHlink"/>
              </a:buClr>
              <a:buSzPct val="60000"/>
            </a:pPr>
            <a:r>
              <a:rPr lang="en-US" altLang="zh-CN" sz="2800" b="1" i="1" dirty="0" err="1">
                <a:latin typeface="Times New Roman" panose="02020603050405020304" pitchFamily="18" charset="0"/>
                <a:ea typeface="黑体" panose="02010609060101010101" pitchFamily="49" charset="-122"/>
              </a:rPr>
              <a:t>e_part</a:t>
            </a:r>
            <a:r>
              <a:rPr lang="en-US" altLang="zh-CN" sz="2800" b="1" i="1" dirty="0" err="1">
                <a:latin typeface="Times New Roman" panose="02020603050405020304" pitchFamily="18" charset="0"/>
                <a:ea typeface="黑体" panose="02010609060101010101" pitchFamily="49" charset="-122"/>
                <a:sym typeface="Symbol" panose="05050102010706020507" pitchFamily="18" charset="2"/>
              </a:rPr>
              <a:t>b</a:t>
            </a:r>
            <a:endParaRPr lang="en-US" altLang="zh-CN" sz="2800" b="1" i="1" dirty="0">
              <a:latin typeface="Times New Roman" panose="02020603050405020304" pitchFamily="18" charset="0"/>
              <a:ea typeface="黑体" panose="02010609060101010101" pitchFamily="49" charset="-122"/>
              <a:sym typeface="Symbol" panose="05050102010706020507" pitchFamily="18" charset="2"/>
            </a:endParaRPr>
          </a:p>
        </p:txBody>
      </p:sp>
      <p:sp>
        <p:nvSpPr>
          <p:cNvPr id="10" name="文本框 9">
            <a:extLst>
              <a:ext uri="{FF2B5EF4-FFF2-40B4-BE49-F238E27FC236}">
                <a16:creationId xmlns:a16="http://schemas.microsoft.com/office/drawing/2014/main" id="{8F50F1E6-571A-E486-8536-42F2AF556F58}"/>
              </a:ext>
            </a:extLst>
          </p:cNvPr>
          <p:cNvSpPr txBox="1"/>
          <p:nvPr>
            <p:custDataLst>
              <p:tags r:id="rId5"/>
            </p:custDataLst>
          </p:nvPr>
        </p:nvSpPr>
        <p:spPr>
          <a:xfrm>
            <a:off x="1828800" y="3643313"/>
            <a:ext cx="6400800" cy="642938"/>
          </a:xfrm>
          <a:prstGeom prst="rect">
            <a:avLst/>
          </a:prstGeom>
          <a:noFill/>
        </p:spPr>
        <p:txBody>
          <a:bodyPr vert="horz" rtlCol="0" anchor="ctr" anchorCtr="0">
            <a:noAutofit/>
          </a:bodyPr>
          <a:lstStyle/>
          <a:p>
            <a:pPr marL="0" marR="0" lvl="0" indent="0" algn="l"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r>
              <a:rPr kumimoji="0" lang="en-US" altLang="zh-CN" sz="2800" b="1" i="1" u="none" strike="noStrike" cap="none" normalizeH="0" baseline="0" dirty="0" err="1">
                <a:ln>
                  <a:noFill/>
                </a:ln>
                <a:solidFill>
                  <a:schemeClr val="tx1"/>
                </a:solidFill>
                <a:effectLst/>
                <a:latin typeface="Times New Roman" panose="02020603050405020304" pitchFamily="18" charset="0"/>
                <a:ea typeface="黑体" panose="02010609060101010101" pitchFamily="49" charset="-122"/>
              </a:rPr>
              <a:t>e_part</a:t>
            </a:r>
            <a:r>
              <a:rPr lang="en-US" altLang="zh-CN" sz="2800" b="1" i="1" dirty="0">
                <a:latin typeface="Times New Roman" panose="02020603050405020304" pitchFamily="18" charset="0"/>
                <a:ea typeface="黑体" panose="02010609060101010101" pitchFamily="49" charset="-122"/>
                <a:sym typeface="Symbol" panose="05050102010706020507" pitchFamily="18" charset="2"/>
              </a:rPr>
              <a:t></a:t>
            </a:r>
            <a:r>
              <a:rPr kumimoji="0" lang="en-US" altLang="zh-CN" sz="2800" b="1" i="0" u="none" strike="noStrike" cap="none" normalizeH="0" baseline="0" dirty="0">
                <a:ln>
                  <a:noFill/>
                </a:ln>
                <a:solidFill>
                  <a:schemeClr val="tx1"/>
                </a:solidFill>
                <a:effectLst/>
                <a:latin typeface="Times New Roman" panose="02020603050405020304" pitchFamily="18" charset="0"/>
                <a:ea typeface="黑体" panose="02010609060101010101" pitchFamily="49" charset="-122"/>
                <a:sym typeface="Symbol" panose="05050102010706020507" pitchFamily="18" charset="2"/>
              </a:rPr>
              <a:t> other</a:t>
            </a:r>
            <a:endParaRPr kumimoji="0" lang="en-US" altLang="zh-CN" sz="2800" b="1" i="1" u="none" strike="noStrike" cap="none" normalizeH="0" baseline="0" dirty="0">
              <a:ln>
                <a:noFill/>
              </a:ln>
              <a:solidFill>
                <a:schemeClr val="tx1"/>
              </a:solidFill>
              <a:effectLst/>
              <a:latin typeface="Times New Roman" panose="02020603050405020304" pitchFamily="18" charset="0"/>
              <a:ea typeface="黑体" panose="02010609060101010101" pitchFamily="49" charset="-122"/>
            </a:endParaRPr>
          </a:p>
        </p:txBody>
      </p:sp>
      <p:sp>
        <p:nvSpPr>
          <p:cNvPr id="11" name="文本框 10">
            <a:extLst>
              <a:ext uri="{FF2B5EF4-FFF2-40B4-BE49-F238E27FC236}">
                <a16:creationId xmlns:a16="http://schemas.microsoft.com/office/drawing/2014/main" id="{84F291D1-AAAF-24D8-A4C7-76C332F63CF7}"/>
              </a:ext>
            </a:extLst>
          </p:cNvPr>
          <p:cNvSpPr txBox="1"/>
          <p:nvPr>
            <p:custDataLst>
              <p:tags r:id="rId6"/>
            </p:custDataLst>
          </p:nvPr>
        </p:nvSpPr>
        <p:spPr>
          <a:xfrm>
            <a:off x="1828800" y="4500563"/>
            <a:ext cx="6400800" cy="642938"/>
          </a:xfrm>
          <a:prstGeom prst="rect">
            <a:avLst/>
          </a:prstGeom>
          <a:noFill/>
        </p:spPr>
        <p:txBody>
          <a:bodyPr vert="horz" rtlCol="0" anchor="ctr" anchorCtr="0">
            <a:noAutofit/>
          </a:bodyPr>
          <a:lstStyle/>
          <a:p>
            <a:pPr marL="0" marR="0" lvl="0" indent="0" algn="l"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r>
              <a:rPr kumimoji="0" lang="en-US" altLang="zh-CN" sz="2800" b="1" i="1" u="none" strike="noStrike" cap="none" normalizeH="0" baseline="0" dirty="0" err="1">
                <a:ln>
                  <a:noFill/>
                </a:ln>
                <a:solidFill>
                  <a:schemeClr val="tx1"/>
                </a:solidFill>
                <a:effectLst/>
                <a:latin typeface="Times New Roman" panose="02020603050405020304" pitchFamily="18" charset="0"/>
                <a:ea typeface="黑体" panose="02010609060101010101" pitchFamily="49" charset="-122"/>
              </a:rPr>
              <a:t>expr</a:t>
            </a:r>
            <a:r>
              <a:rPr kumimoji="0" lang="en-US" altLang="zh-CN" sz="2800" b="1" i="0" u="none" strike="noStrike" cap="none" normalizeH="0" baseline="0" dirty="0" err="1">
                <a:ln>
                  <a:noFill/>
                </a:ln>
                <a:solidFill>
                  <a:schemeClr val="tx1"/>
                </a:solidFill>
                <a:effectLst/>
                <a:latin typeface="Times New Roman" panose="02020603050405020304" pitchFamily="18" charset="0"/>
                <a:ea typeface="黑体" panose="02010609060101010101" pitchFamily="49" charset="-122"/>
                <a:sym typeface="Symbol" panose="05050102010706020507" pitchFamily="18" charset="2"/>
              </a:rPr>
              <a:t></a:t>
            </a:r>
            <a:r>
              <a:rPr kumimoji="0" lang="en-US" altLang="zh-CN" sz="2800" b="1" i="1" u="none" strike="noStrike" cap="none" normalizeH="0" baseline="0" dirty="0" err="1">
                <a:ln>
                  <a:noFill/>
                </a:ln>
                <a:solidFill>
                  <a:schemeClr val="tx1"/>
                </a:solidFill>
                <a:effectLst/>
                <a:latin typeface="Times New Roman" panose="02020603050405020304" pitchFamily="18" charset="0"/>
                <a:ea typeface="黑体" panose="02010609060101010101" pitchFamily="49" charset="-122"/>
                <a:sym typeface="Symbol" panose="05050102010706020507" pitchFamily="18" charset="2"/>
              </a:rPr>
              <a:t>b</a:t>
            </a:r>
            <a:endParaRPr kumimoji="0" lang="en-US" altLang="zh-CN" sz="2800" b="1" i="1" u="none" strike="noStrike" cap="none" normalizeH="0" baseline="0" dirty="0">
              <a:ln>
                <a:noFill/>
              </a:ln>
              <a:solidFill>
                <a:schemeClr val="tx1"/>
              </a:solidFill>
              <a:effectLst/>
              <a:latin typeface="Times New Roman" panose="02020603050405020304" pitchFamily="18" charset="0"/>
              <a:ea typeface="黑体" panose="02010609060101010101" pitchFamily="49" charset="-122"/>
              <a:sym typeface="Symbol" panose="05050102010706020507" pitchFamily="18" charset="2"/>
            </a:endParaRPr>
          </a:p>
        </p:txBody>
      </p:sp>
      <p:sp>
        <p:nvSpPr>
          <p:cNvPr id="12" name="文本框 11">
            <a:extLst>
              <a:ext uri="{FF2B5EF4-FFF2-40B4-BE49-F238E27FC236}">
                <a16:creationId xmlns:a16="http://schemas.microsoft.com/office/drawing/2014/main" id="{36BE5156-C60E-7C1B-853D-F5AF606E0FC7}"/>
              </a:ext>
            </a:extLst>
          </p:cNvPr>
          <p:cNvSpPr txBox="1"/>
          <p:nvPr>
            <p:custDataLst>
              <p:tags r:id="rId7"/>
            </p:custDataLst>
          </p:nvPr>
        </p:nvSpPr>
        <p:spPr>
          <a:xfrm>
            <a:off x="1828800" y="5357813"/>
            <a:ext cx="6400800" cy="642938"/>
          </a:xfrm>
          <a:prstGeom prst="rect">
            <a:avLst/>
          </a:prstGeom>
          <a:noFill/>
        </p:spPr>
        <p:txBody>
          <a:bodyPr vert="horz" rtlCol="0" anchor="ctr" anchorCtr="0">
            <a:noAutofit/>
          </a:bodyPr>
          <a:lstStyle/>
          <a:p>
            <a:pPr defTabSz="914400" fontAlgn="base">
              <a:spcBef>
                <a:spcPct val="20000"/>
              </a:spcBef>
              <a:spcAft>
                <a:spcPct val="0"/>
              </a:spcAft>
              <a:buClr>
                <a:schemeClr val="folHlink"/>
              </a:buClr>
              <a:buSzPct val="60000"/>
            </a:pPr>
            <a:r>
              <a:rPr lang="en-US" altLang="zh-CN" sz="2800" b="1" i="1" dirty="0">
                <a:latin typeface="Times New Roman" panose="02020603050405020304" pitchFamily="18" charset="0"/>
                <a:ea typeface="黑体" panose="02010609060101010101" pitchFamily="49" charset="-122"/>
              </a:rPr>
              <a:t>expr</a:t>
            </a:r>
            <a:r>
              <a:rPr lang="en-US" altLang="zh-CN" sz="2800" b="1" i="1" dirty="0">
                <a:latin typeface="Times New Roman" panose="02020603050405020304" pitchFamily="18" charset="0"/>
                <a:ea typeface="黑体" panose="02010609060101010101" pitchFamily="49" charset="-122"/>
                <a:sym typeface="Symbol" panose="05050102010706020507" pitchFamily="18" charset="2"/>
              </a:rPr>
              <a:t> </a:t>
            </a:r>
            <a:r>
              <a:rPr lang="en-US" altLang="zh-CN" sz="2800" b="1" dirty="0">
                <a:latin typeface="Times New Roman" panose="02020603050405020304" pitchFamily="18" charset="0"/>
                <a:ea typeface="黑体" panose="02010609060101010101" pitchFamily="49" charset="-122"/>
                <a:sym typeface="Symbol" panose="05050102010706020507" pitchFamily="18" charset="2"/>
              </a:rPr>
              <a:t>other</a:t>
            </a:r>
            <a:endParaRPr lang="zh-CN" altLang="en-US" sz="2800" b="1" dirty="0">
              <a:latin typeface="Times New Roman" panose="02020603050405020304" pitchFamily="18" charset="0"/>
              <a:ea typeface="黑体" panose="02010609060101010101" pitchFamily="49" charset="-122"/>
              <a:sym typeface="Microsoft Yahei" panose="020B0503020204020204" pitchFamily="34" charset="-122"/>
            </a:endParaRPr>
          </a:p>
        </p:txBody>
      </p:sp>
      <p:sp>
        <p:nvSpPr>
          <p:cNvPr id="13" name="椭圆 12">
            <a:extLst>
              <a:ext uri="{FF2B5EF4-FFF2-40B4-BE49-F238E27FC236}">
                <a16:creationId xmlns:a16="http://schemas.microsoft.com/office/drawing/2014/main" id="{24E259E7-8973-EAF6-F1D9-ADCD9CF2D38E}"/>
              </a:ext>
            </a:extLst>
          </p:cNvPr>
          <p:cNvSpPr>
            <a:spLocks noChangeAspect="1"/>
          </p:cNvSpPr>
          <p:nvPr>
            <p:custDataLst>
              <p:tags r:id="rId8"/>
            </p:custDataLst>
          </p:nvPr>
        </p:nvSpPr>
        <p:spPr>
          <a:xfrm>
            <a:off x="1114425" y="2850356"/>
            <a:ext cx="514350" cy="514350"/>
          </a:xfrm>
          <a:prstGeom prst="ellipse">
            <a:avLst/>
          </a:prstGeom>
          <a:solidFill>
            <a:srgbClr val="808080"/>
          </a:solidFill>
          <a:ln cmpd="sng">
            <a:solidFill>
              <a:srgbClr val="000000"/>
            </a:solidFill>
            <a:prstDash val="solid"/>
          </a:ln>
        </p:spPr>
        <p:style>
          <a:lnRef idx="2">
            <a:schemeClr val="accent1">
              <a:shade val="15000"/>
            </a:schemeClr>
          </a:lnRef>
          <a:fillRef idx="1">
            <a:schemeClr val="accent1"/>
          </a:fillRef>
          <a:effectRef idx="0">
            <a:schemeClr val="accent1"/>
          </a:effectRef>
          <a:fontRef idx="minor">
            <a:schemeClr val="lt1"/>
          </a:fontRef>
        </p:style>
        <p:txBody>
          <a:bodyPr vert="horz" rtlCol="0" anchor="ctr" anchorCtr="1">
            <a:noAutofit/>
          </a:bodyPr>
          <a:lstStyle/>
          <a:p>
            <a:pPr algn="ctr"/>
            <a:r>
              <a:rPr lang="en-US" altLang="zh-CN" sz="1600">
                <a:solidFill>
                  <a:srgbClr val="FFFFFF"/>
                </a:solidFill>
                <a:latin typeface="Microsoft Yahei" panose="020B0503020204020204" pitchFamily="34" charset="-122"/>
                <a:ea typeface="Microsoft Yahei" panose="020B0503020204020204" pitchFamily="34" charset="-122"/>
                <a:sym typeface="Microsoft Yahei" panose="020B0503020204020204" pitchFamily="34" charset="-122"/>
              </a:rPr>
              <a:t>A</a:t>
            </a:r>
            <a:endParaRPr lang="zh-CN" altLang="en-US" sz="1600">
              <a:solidFill>
                <a:srgbClr val="FFFFFF"/>
              </a:solidFill>
              <a:latin typeface="Microsoft Yahei" panose="020B0503020204020204" pitchFamily="34" charset="-122"/>
              <a:ea typeface="Microsoft Yahei" panose="020B0503020204020204" pitchFamily="34" charset="-122"/>
              <a:sym typeface="Microsoft Yahei" panose="020B0503020204020204" pitchFamily="34" charset="-122"/>
            </a:endParaRPr>
          </a:p>
        </p:txBody>
      </p:sp>
      <p:sp>
        <p:nvSpPr>
          <p:cNvPr id="14" name="椭圆 13">
            <a:extLst>
              <a:ext uri="{FF2B5EF4-FFF2-40B4-BE49-F238E27FC236}">
                <a16:creationId xmlns:a16="http://schemas.microsoft.com/office/drawing/2014/main" id="{A06F4099-295A-AA04-598D-358746B05B9D}"/>
              </a:ext>
            </a:extLst>
          </p:cNvPr>
          <p:cNvSpPr>
            <a:spLocks noChangeAspect="1"/>
          </p:cNvSpPr>
          <p:nvPr>
            <p:custDataLst>
              <p:tags r:id="rId9"/>
            </p:custDataLst>
          </p:nvPr>
        </p:nvSpPr>
        <p:spPr>
          <a:xfrm>
            <a:off x="1114425" y="3707606"/>
            <a:ext cx="514350" cy="514350"/>
          </a:xfrm>
          <a:prstGeom prst="ellipse">
            <a:avLst/>
          </a:prstGeom>
          <a:solidFill>
            <a:srgbClr val="808080"/>
          </a:solidFill>
          <a:ln cmpd="sng">
            <a:solidFill>
              <a:srgbClr val="000000"/>
            </a:solidFill>
            <a:prstDash val="solid"/>
          </a:ln>
        </p:spPr>
        <p:style>
          <a:lnRef idx="2">
            <a:schemeClr val="accent1">
              <a:shade val="15000"/>
            </a:schemeClr>
          </a:lnRef>
          <a:fillRef idx="1">
            <a:schemeClr val="accent1"/>
          </a:fillRef>
          <a:effectRef idx="0">
            <a:schemeClr val="accent1"/>
          </a:effectRef>
          <a:fontRef idx="minor">
            <a:schemeClr val="lt1"/>
          </a:fontRef>
        </p:style>
        <p:txBody>
          <a:bodyPr vert="horz" rtlCol="0" anchor="ctr" anchorCtr="1">
            <a:noAutofit/>
          </a:bodyPr>
          <a:lstStyle/>
          <a:p>
            <a:pPr algn="ctr"/>
            <a:r>
              <a:rPr lang="en-US" altLang="zh-CN" sz="1600">
                <a:solidFill>
                  <a:srgbClr val="FFFFFF"/>
                </a:solidFill>
                <a:latin typeface="Microsoft Yahei" panose="020B0503020204020204" pitchFamily="34" charset="-122"/>
                <a:ea typeface="Microsoft Yahei" panose="020B0503020204020204" pitchFamily="34" charset="-122"/>
                <a:sym typeface="Microsoft Yahei" panose="020B0503020204020204" pitchFamily="34" charset="-122"/>
              </a:rPr>
              <a:t>B</a:t>
            </a:r>
            <a:endParaRPr lang="zh-CN" altLang="en-US" sz="1600">
              <a:solidFill>
                <a:srgbClr val="FFFFFF"/>
              </a:solidFill>
              <a:latin typeface="Microsoft Yahei" panose="020B0503020204020204" pitchFamily="34" charset="-122"/>
              <a:ea typeface="Microsoft Yahei" panose="020B0503020204020204" pitchFamily="34" charset="-122"/>
              <a:sym typeface="Microsoft Yahei" panose="020B0503020204020204" pitchFamily="34" charset="-122"/>
            </a:endParaRPr>
          </a:p>
        </p:txBody>
      </p:sp>
      <p:sp>
        <p:nvSpPr>
          <p:cNvPr id="15" name="椭圆 14">
            <a:extLst>
              <a:ext uri="{FF2B5EF4-FFF2-40B4-BE49-F238E27FC236}">
                <a16:creationId xmlns:a16="http://schemas.microsoft.com/office/drawing/2014/main" id="{BC509239-610F-8B15-B644-58303785E4C8}"/>
              </a:ext>
            </a:extLst>
          </p:cNvPr>
          <p:cNvSpPr>
            <a:spLocks noChangeAspect="1"/>
          </p:cNvSpPr>
          <p:nvPr>
            <p:custDataLst>
              <p:tags r:id="rId10"/>
            </p:custDataLst>
          </p:nvPr>
        </p:nvSpPr>
        <p:spPr>
          <a:xfrm>
            <a:off x="1114425" y="4564856"/>
            <a:ext cx="514350" cy="514350"/>
          </a:xfrm>
          <a:prstGeom prst="ellipse">
            <a:avLst/>
          </a:prstGeom>
          <a:solidFill>
            <a:srgbClr val="00FF00"/>
          </a:solidFill>
          <a:ln w="25400" cmpd="sng">
            <a:solidFill>
              <a:srgbClr val="000000"/>
            </a:solidFill>
            <a:prstDash val="solid"/>
          </a:ln>
        </p:spPr>
        <p:style>
          <a:lnRef idx="2">
            <a:schemeClr val="accent1">
              <a:shade val="15000"/>
            </a:schemeClr>
          </a:lnRef>
          <a:fillRef idx="1">
            <a:schemeClr val="accent1"/>
          </a:fillRef>
          <a:effectRef idx="0">
            <a:schemeClr val="accent1"/>
          </a:effectRef>
          <a:fontRef idx="minor">
            <a:schemeClr val="lt1"/>
          </a:fontRef>
        </p:style>
        <p:txBody>
          <a:bodyPr vert="horz" rtlCol="0" anchor="ctr" anchorCtr="1">
            <a:noAutofit/>
          </a:bodyPr>
          <a:lstStyle/>
          <a:p>
            <a:pPr algn="ctr"/>
            <a:r>
              <a:rPr lang="en-US" altLang="zh-CN" sz="1600">
                <a:solidFill>
                  <a:srgbClr val="FFFFFF"/>
                </a:solidFill>
                <a:latin typeface="Microsoft Yahei" panose="020B0503020204020204" pitchFamily="34" charset="-122"/>
                <a:ea typeface="Microsoft Yahei" panose="020B0503020204020204" pitchFamily="34" charset="-122"/>
                <a:sym typeface="Microsoft Yahei" panose="020B0503020204020204" pitchFamily="34" charset="-122"/>
              </a:rPr>
              <a:t>C</a:t>
            </a:r>
            <a:endParaRPr lang="zh-CN" altLang="en-US" sz="1600">
              <a:solidFill>
                <a:srgbClr val="FFFFFF"/>
              </a:solidFill>
              <a:latin typeface="Microsoft Yahei" panose="020B0503020204020204" pitchFamily="34" charset="-122"/>
              <a:ea typeface="Microsoft Yahei" panose="020B0503020204020204" pitchFamily="34" charset="-122"/>
              <a:sym typeface="Microsoft Yahei" panose="020B0503020204020204" pitchFamily="34" charset="-122"/>
            </a:endParaRPr>
          </a:p>
        </p:txBody>
      </p:sp>
      <p:sp>
        <p:nvSpPr>
          <p:cNvPr id="16" name="椭圆 15">
            <a:extLst>
              <a:ext uri="{FF2B5EF4-FFF2-40B4-BE49-F238E27FC236}">
                <a16:creationId xmlns:a16="http://schemas.microsoft.com/office/drawing/2014/main" id="{CDB03942-AFE1-9240-74A2-1734A8940E1B}"/>
              </a:ext>
            </a:extLst>
          </p:cNvPr>
          <p:cNvSpPr>
            <a:spLocks noChangeAspect="1"/>
          </p:cNvSpPr>
          <p:nvPr>
            <p:custDataLst>
              <p:tags r:id="rId11"/>
            </p:custDataLst>
          </p:nvPr>
        </p:nvSpPr>
        <p:spPr>
          <a:xfrm>
            <a:off x="1114425" y="5422106"/>
            <a:ext cx="514350" cy="514350"/>
          </a:xfrm>
          <a:prstGeom prst="ellipse">
            <a:avLst/>
          </a:prstGeom>
          <a:solidFill>
            <a:srgbClr val="808080"/>
          </a:solidFill>
          <a:ln cmpd="sng">
            <a:solidFill>
              <a:srgbClr val="000000"/>
            </a:solidFill>
            <a:prstDash val="solid"/>
          </a:ln>
        </p:spPr>
        <p:style>
          <a:lnRef idx="2">
            <a:schemeClr val="accent1">
              <a:shade val="15000"/>
            </a:schemeClr>
          </a:lnRef>
          <a:fillRef idx="1">
            <a:schemeClr val="accent1"/>
          </a:fillRef>
          <a:effectRef idx="0">
            <a:schemeClr val="accent1"/>
          </a:effectRef>
          <a:fontRef idx="minor">
            <a:schemeClr val="lt1"/>
          </a:fontRef>
        </p:style>
        <p:txBody>
          <a:bodyPr vert="horz" rtlCol="0" anchor="ctr" anchorCtr="1">
            <a:noAutofit/>
          </a:bodyPr>
          <a:lstStyle/>
          <a:p>
            <a:pPr algn="ctr"/>
            <a:r>
              <a:rPr lang="en-US" altLang="zh-CN" sz="1600">
                <a:solidFill>
                  <a:srgbClr val="FFFFFF"/>
                </a:solidFill>
                <a:latin typeface="Microsoft Yahei" panose="020B0503020204020204" pitchFamily="34" charset="-122"/>
                <a:ea typeface="Microsoft Yahei" panose="020B0503020204020204" pitchFamily="34" charset="-122"/>
                <a:sym typeface="Microsoft Yahei" panose="020B0503020204020204" pitchFamily="34" charset="-122"/>
              </a:rPr>
              <a:t>D</a:t>
            </a:r>
            <a:endParaRPr lang="zh-CN" altLang="en-US" sz="1600">
              <a:solidFill>
                <a:srgbClr val="FFFFFF"/>
              </a:solidFill>
              <a:latin typeface="Microsoft Yahei" panose="020B0503020204020204" pitchFamily="34" charset="-122"/>
              <a:ea typeface="Microsoft Yahei" panose="020B0503020204020204" pitchFamily="34" charset="-122"/>
              <a:sym typeface="Microsoft Yahei" panose="020B0503020204020204" pitchFamily="34" charset="-122"/>
            </a:endParaRPr>
          </a:p>
        </p:txBody>
      </p:sp>
      <p:sp>
        <p:nvSpPr>
          <p:cNvPr id="17" name="矩形: 圆角 16">
            <a:extLst>
              <a:ext uri="{FF2B5EF4-FFF2-40B4-BE49-F238E27FC236}">
                <a16:creationId xmlns:a16="http://schemas.microsoft.com/office/drawing/2014/main" id="{E24AB5EF-FB27-C328-DB45-D4F043CBDDF9}"/>
              </a:ext>
            </a:extLst>
          </p:cNvPr>
          <p:cNvSpPr/>
          <p:nvPr>
            <p:custDataLst>
              <p:tags r:id="rId12"/>
            </p:custDataLst>
          </p:nvPr>
        </p:nvSpPr>
        <p:spPr>
          <a:xfrm>
            <a:off x="6172200" y="6215063"/>
            <a:ext cx="1543050" cy="411480"/>
          </a:xfrm>
          <a:prstGeom prst="roundRect">
            <a:avLst/>
          </a:prstGeom>
          <a:solidFill>
            <a:srgbClr val="808080"/>
          </a:solidFill>
          <a:ln w="38100" cmpd="sng">
            <a:solidFill>
              <a:srgbClr val="000000"/>
            </a:solidFill>
            <a:prstDash val="solid"/>
          </a:ln>
        </p:spPr>
        <p:style>
          <a:lnRef idx="2">
            <a:schemeClr val="accent1">
              <a:shade val="15000"/>
            </a:schemeClr>
          </a:lnRef>
          <a:fillRef idx="1">
            <a:schemeClr val="accent1"/>
          </a:fillRef>
          <a:effectRef idx="0">
            <a:schemeClr val="accent1"/>
          </a:effectRef>
          <a:fontRef idx="minor">
            <a:schemeClr val="lt1"/>
          </a:fontRef>
        </p:style>
        <p:txBody>
          <a:bodyPr vert="horz" rtlCol="0" anchor="ctr" anchorCtr="1">
            <a:noAutofit/>
          </a:bodyPr>
          <a:lstStyle/>
          <a:p>
            <a:pPr algn="ctr"/>
            <a:r>
              <a:rPr lang="zh-CN" altLang="en-US" sz="1600">
                <a:solidFill>
                  <a:srgbClr val="FFFFFF"/>
                </a:solidFill>
                <a:latin typeface="Microsoft Yahei" panose="020B0503020204020204" pitchFamily="34" charset="-122"/>
                <a:ea typeface="Microsoft Yahei" panose="020B0503020204020204" pitchFamily="34" charset="-122"/>
                <a:sym typeface="Microsoft Yahei" panose="020B0503020204020204" pitchFamily="34" charset="-122"/>
              </a:rPr>
              <a:t>提交</a:t>
            </a:r>
          </a:p>
        </p:txBody>
      </p:sp>
      <p:sp>
        <p:nvSpPr>
          <p:cNvPr id="29" name="文本框 28" hidden="1">
            <a:extLst>
              <a:ext uri="{FF2B5EF4-FFF2-40B4-BE49-F238E27FC236}">
                <a16:creationId xmlns:a16="http://schemas.microsoft.com/office/drawing/2014/main" id="{780490AD-F3AD-DDBC-0FBD-59F09D3D188A}"/>
              </a:ext>
            </a:extLst>
          </p:cNvPr>
          <p:cNvSpPr txBox="1"/>
          <p:nvPr>
            <p:custDataLst>
              <p:tags r:id="rId13"/>
            </p:custDataLst>
          </p:nvPr>
        </p:nvSpPr>
        <p:spPr>
          <a:xfrm>
            <a:off x="9613900" y="6326832"/>
            <a:ext cx="3662680" cy="461665"/>
          </a:xfrm>
          <a:prstGeom prst="rect">
            <a:avLst/>
          </a:prstGeom>
          <a:solidFill>
            <a:srgbClr val="FBFAEF"/>
          </a:solidFill>
          <a:ln w="12700">
            <a:noFill/>
          </a:ln>
        </p:spPr>
        <p:txBody>
          <a:bodyPr vert="horz" rtlCol="0" anchor="ctr">
            <a:spAutoFit/>
          </a:bodyPr>
          <a:lstStyle/>
          <a:p>
            <a:r>
              <a:rPr lang="zh-CN" altLang="en-US" sz="1200">
                <a:solidFill>
                  <a:srgbClr val="F84F41"/>
                </a:solidFill>
                <a:latin typeface="Microsoft Yahei" panose="020B0503020204020204" pitchFamily="34" charset="-122"/>
                <a:ea typeface="Microsoft Yahei" panose="020B0503020204020204" pitchFamily="34" charset="-122"/>
                <a:sym typeface="Microsoft Yahei" panose="020B0503020204020204" pitchFamily="34" charset="-122"/>
              </a:rPr>
              <a:t>可为此题添加文本、图片、公式等解析，且需将内容全部放在本区域内。</a:t>
            </a:r>
          </a:p>
        </p:txBody>
      </p:sp>
      <p:sp>
        <p:nvSpPr>
          <p:cNvPr id="30" name="文本框 29" hidden="1">
            <a:extLst>
              <a:ext uri="{FF2B5EF4-FFF2-40B4-BE49-F238E27FC236}">
                <a16:creationId xmlns:a16="http://schemas.microsoft.com/office/drawing/2014/main" id="{63F5B317-931F-CE09-9090-56E5B84B3F13}"/>
              </a:ext>
            </a:extLst>
          </p:cNvPr>
          <p:cNvSpPr txBox="1"/>
          <p:nvPr>
            <p:custDataLst>
              <p:tags r:id="rId14"/>
            </p:custDataLst>
          </p:nvPr>
        </p:nvSpPr>
        <p:spPr>
          <a:xfrm>
            <a:off x="9779000" y="1270000"/>
            <a:ext cx="3332480" cy="400110"/>
          </a:xfrm>
          <a:prstGeom prst="rect">
            <a:avLst/>
          </a:prstGeom>
          <a:noFill/>
        </p:spPr>
        <p:txBody>
          <a:bodyPr vert="horz" rtlCol="0" anchor="t" anchorCtr="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altLang="zh-CN" sz="2000" b="0" i="0" u="none" strike="noStrike" kern="1200" cap="none" spc="0" normalizeH="0" baseline="0" noProof="0">
                <a:ln>
                  <a:noFill/>
                </a:ln>
                <a:solidFill>
                  <a:srgbClr val="000000"/>
                </a:solidFill>
                <a:effectLst/>
                <a:uLnTx/>
                <a:uFillTx/>
                <a:latin typeface="Microsoft Yahei" panose="020B0503020204020204" pitchFamily="34" charset="-122"/>
                <a:ea typeface="Microsoft Yahei" panose="020B0503020204020204" pitchFamily="34" charset="-122"/>
                <a:cs typeface="+mn-cs"/>
                <a:sym typeface="Microsoft Yahei" panose="020B0503020204020204" pitchFamily="34" charset="-122"/>
              </a:rPr>
              <a:t>C</a:t>
            </a:r>
            <a:endParaRPr kumimoji="0" lang="zh-CN" altLang="en-US" sz="2000" b="0" i="0" u="none" strike="noStrike" kern="1200" cap="none" spc="0" normalizeH="0" baseline="0" noProof="0" dirty="0">
              <a:ln>
                <a:noFill/>
              </a:ln>
              <a:solidFill>
                <a:srgbClr val="000000"/>
              </a:solidFill>
              <a:effectLst/>
              <a:uLnTx/>
              <a:uFillTx/>
              <a:latin typeface="Microsoft Yahei" panose="020B0503020204020204" pitchFamily="34" charset="-122"/>
              <a:ea typeface="Microsoft Yahei" panose="020B0503020204020204" pitchFamily="34" charset="-122"/>
              <a:cs typeface="+mn-cs"/>
              <a:sym typeface="Microsoft Yahei" panose="020B0503020204020204" pitchFamily="34" charset="-122"/>
            </a:endParaRPr>
          </a:p>
        </p:txBody>
      </p:sp>
      <p:pic>
        <p:nvPicPr>
          <p:cNvPr id="32" name="图片 31">
            <a:extLst>
              <a:ext uri="{FF2B5EF4-FFF2-40B4-BE49-F238E27FC236}">
                <a16:creationId xmlns:a16="http://schemas.microsoft.com/office/drawing/2014/main" id="{2BADBD8D-278F-7B80-E3B5-B4FEC4E96E4E}"/>
              </a:ext>
            </a:extLst>
          </p:cNvPr>
          <p:cNvPicPr>
            <a:picLocks noChangeAspect="1"/>
          </p:cNvPicPr>
          <p:nvPr/>
        </p:nvPicPr>
        <p:blipFill>
          <a:blip r:embed="rId26"/>
          <a:stretch>
            <a:fillRect/>
          </a:stretch>
        </p:blipFill>
        <p:spPr>
          <a:xfrm>
            <a:off x="4287978" y="3317468"/>
            <a:ext cx="4856022" cy="2561908"/>
          </a:xfrm>
          <a:prstGeom prst="rect">
            <a:avLst/>
          </a:prstGeom>
        </p:spPr>
      </p:pic>
      <p:sp>
        <p:nvSpPr>
          <p:cNvPr id="34" name="文本框 33">
            <a:extLst>
              <a:ext uri="{FF2B5EF4-FFF2-40B4-BE49-F238E27FC236}">
                <a16:creationId xmlns:a16="http://schemas.microsoft.com/office/drawing/2014/main" id="{92329055-267E-F435-6056-1472220E6D3C}"/>
              </a:ext>
            </a:extLst>
          </p:cNvPr>
          <p:cNvSpPr txBox="1"/>
          <p:nvPr/>
        </p:nvSpPr>
        <p:spPr>
          <a:xfrm>
            <a:off x="5874798" y="5293732"/>
            <a:ext cx="594804" cy="646331"/>
          </a:xfrm>
          <a:prstGeom prst="rect">
            <a:avLst/>
          </a:prstGeom>
          <a:noFill/>
        </p:spPr>
        <p:txBody>
          <a:bodyPr wrap="square" rtlCol="0">
            <a:spAutoFit/>
          </a:bodyPr>
          <a:lstStyle/>
          <a:p>
            <a:r>
              <a:rPr lang="zh-CN" altLang="en-US" sz="3600" b="1" dirty="0">
                <a:solidFill>
                  <a:srgbClr val="FF0000"/>
                </a:solidFill>
                <a:latin typeface="+mj-lt"/>
              </a:rPr>
              <a:t>？</a:t>
            </a:r>
          </a:p>
        </p:txBody>
      </p:sp>
      <p:pic>
        <p:nvPicPr>
          <p:cNvPr id="36" name="图片 35">
            <a:extLst>
              <a:ext uri="{FF2B5EF4-FFF2-40B4-BE49-F238E27FC236}">
                <a16:creationId xmlns:a16="http://schemas.microsoft.com/office/drawing/2014/main" id="{3B862E42-F7B6-2BAB-BADF-F82C5E843A74}"/>
              </a:ext>
            </a:extLst>
          </p:cNvPr>
          <p:cNvPicPr>
            <a:picLocks noChangeAspect="1"/>
          </p:cNvPicPr>
          <p:nvPr/>
        </p:nvPicPr>
        <p:blipFill>
          <a:blip r:embed="rId27"/>
          <a:stretch>
            <a:fillRect/>
          </a:stretch>
        </p:blipFill>
        <p:spPr>
          <a:xfrm>
            <a:off x="4287978" y="2140384"/>
            <a:ext cx="4017822" cy="1144645"/>
          </a:xfrm>
          <a:prstGeom prst="rect">
            <a:avLst/>
          </a:prstGeom>
        </p:spPr>
      </p:pic>
      <p:grpSp>
        <p:nvGrpSpPr>
          <p:cNvPr id="28" name="组合 27" hidden="1">
            <a:extLst>
              <a:ext uri="{FF2B5EF4-FFF2-40B4-BE49-F238E27FC236}">
                <a16:creationId xmlns:a16="http://schemas.microsoft.com/office/drawing/2014/main" id="{EAD62DF1-7213-CEBE-36D5-485602BF4572}"/>
              </a:ext>
            </a:extLst>
          </p:cNvPr>
          <p:cNvGrpSpPr/>
          <p:nvPr>
            <p:custDataLst>
              <p:tags r:id="rId15"/>
            </p:custDataLst>
          </p:nvPr>
        </p:nvGrpSpPr>
        <p:grpSpPr>
          <a:xfrm>
            <a:off x="9537700" y="0"/>
            <a:ext cx="3815080" cy="647700"/>
            <a:chOff x="9537700" y="0"/>
            <a:chExt cx="3815080" cy="647700"/>
          </a:xfrm>
        </p:grpSpPr>
        <p:sp>
          <p:nvSpPr>
            <p:cNvPr id="25" name="RemarkBack" hidden="1">
              <a:extLst>
                <a:ext uri="{FF2B5EF4-FFF2-40B4-BE49-F238E27FC236}">
                  <a16:creationId xmlns:a16="http://schemas.microsoft.com/office/drawing/2014/main" id="{94BCA270-BC8B-CFC2-7E2D-2443B3A7BFA0}"/>
                </a:ext>
              </a:extLst>
            </p:cNvPr>
            <p:cNvSpPr/>
            <p:nvPr>
              <p:custDataLst>
                <p:tags r:id="rId22"/>
              </p:custDataLst>
            </p:nvPr>
          </p:nvSpPr>
          <p:spPr>
            <a:xfrm>
              <a:off x="9537700" y="12700"/>
              <a:ext cx="3815080" cy="635000"/>
            </a:xfrm>
            <a:prstGeom prst="rect">
              <a:avLst/>
            </a:prstGeom>
            <a:solidFill>
              <a:srgbClr val="F6F7F8"/>
            </a:solidFill>
            <a:ln w="12700" cap="flat" cmpd="sng" algn="ctr">
              <a:noFill/>
              <a:prstDash val="solid"/>
              <a:miter lim="800000"/>
            </a:ln>
            <a:effectLst/>
            <a:extLst>
              <a:ext uri="{91240B29-F687-4F45-9708-019B960494DF}">
                <a14:hiddenLine xmlns:a14="http://schemas.microsoft.com/office/drawing/2010/main" w="12700" cap="flat" cmpd="sng" algn="ctr">
                  <a:solidFill>
                    <a:schemeClr val="accent1">
                      <a:shade val="15000"/>
                    </a:schemeClr>
                  </a:solidFill>
                  <a:prstDash val="solid"/>
                  <a:miter lim="800000"/>
                </a14:hiddenLine>
              </a:ext>
            </a:ex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26" name="RemarkBlock" hidden="1">
              <a:extLst>
                <a:ext uri="{FF2B5EF4-FFF2-40B4-BE49-F238E27FC236}">
                  <a16:creationId xmlns:a16="http://schemas.microsoft.com/office/drawing/2014/main" id="{59002610-9261-B65C-D09D-E5808F6BD025}"/>
                </a:ext>
              </a:extLst>
            </p:cNvPr>
            <p:cNvSpPr/>
            <p:nvPr>
              <p:custDataLst>
                <p:tags r:id="rId23"/>
              </p:custDataLst>
            </p:nvPr>
          </p:nvSpPr>
          <p:spPr>
            <a:xfrm>
              <a:off x="9537700" y="12700"/>
              <a:ext cx="190500" cy="635000"/>
            </a:xfrm>
            <a:prstGeom prst="rect">
              <a:avLst/>
            </a:prstGeom>
            <a:solidFill>
              <a:srgbClr val="639EF4"/>
            </a:solidFill>
            <a:ln w="12700" cap="flat" cmpd="sng" algn="ctr">
              <a:noFill/>
              <a:prstDash val="solid"/>
              <a:miter lim="800000"/>
            </a:ln>
            <a:effectLst/>
            <a:extLst>
              <a:ext uri="{91240B29-F687-4F45-9708-019B960494DF}">
                <a14:hiddenLine xmlns:a14="http://schemas.microsoft.com/office/drawing/2010/main" w="12700" cap="flat" cmpd="sng" algn="ctr">
                  <a:solidFill>
                    <a:schemeClr val="accent1">
                      <a:shade val="15000"/>
                    </a:schemeClr>
                  </a:solidFill>
                  <a:prstDash val="solid"/>
                  <a:miter lim="800000"/>
                </a14:hiddenLine>
              </a:ext>
            </a:ex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27" name="RemarkTitleText" hidden="1">
              <a:extLst>
                <a:ext uri="{FF2B5EF4-FFF2-40B4-BE49-F238E27FC236}">
                  <a16:creationId xmlns:a16="http://schemas.microsoft.com/office/drawing/2014/main" id="{8FA0CF8C-2F18-D4DA-3A20-D4B5621FD27A}"/>
                </a:ext>
              </a:extLst>
            </p:cNvPr>
            <p:cNvSpPr txBox="1"/>
            <p:nvPr>
              <p:custDataLst>
                <p:tags r:id="rId24"/>
              </p:custDataLst>
            </p:nvPr>
          </p:nvSpPr>
          <p:spPr>
            <a:xfrm>
              <a:off x="9779000" y="0"/>
              <a:ext cx="1905000" cy="635000"/>
            </a:xfrm>
            <a:prstGeom prst="rect">
              <a:avLst/>
            </a:prstGeom>
            <a:noFill/>
          </p:spPr>
          <p:txBody>
            <a:bodyPr vert="horz" wrap="none" rtlCol="0" anchor="ctr" anchorCtr="0">
              <a:noAutofit/>
            </a:bodyPr>
            <a:lstStyle/>
            <a:p>
              <a:r>
                <a:rPr lang="zh-CN" altLang="en-US">
                  <a:solidFill>
                    <a:srgbClr val="000000"/>
                  </a:solidFill>
                  <a:latin typeface="Microsoft Yahei" panose="020B0503020204020204" pitchFamily="34" charset="-122"/>
                  <a:ea typeface="Microsoft Yahei" panose="020B0503020204020204" pitchFamily="34" charset="-122"/>
                  <a:sym typeface="Microsoft Yahei" panose="020B0503020204020204" pitchFamily="34" charset="-122"/>
                </a:rPr>
                <a:t>答案解析</a:t>
              </a:r>
            </a:p>
          </p:txBody>
        </p:sp>
      </p:grpSp>
      <p:sp>
        <p:nvSpPr>
          <p:cNvPr id="6" name="文本框 5">
            <a:extLst>
              <a:ext uri="{FF2B5EF4-FFF2-40B4-BE49-F238E27FC236}">
                <a16:creationId xmlns:a16="http://schemas.microsoft.com/office/drawing/2014/main" id="{E5900A63-2FB2-691F-DDF4-A28F8210968C}"/>
              </a:ext>
            </a:extLst>
          </p:cNvPr>
          <p:cNvSpPr txBox="1"/>
          <p:nvPr/>
        </p:nvSpPr>
        <p:spPr>
          <a:xfrm>
            <a:off x="5940839" y="868777"/>
            <a:ext cx="3012661" cy="954107"/>
          </a:xfrm>
          <a:prstGeom prst="rect">
            <a:avLst/>
          </a:prstGeom>
          <a:solidFill>
            <a:schemeClr val="accent4">
              <a:lumMod val="20000"/>
              <a:lumOff val="80000"/>
            </a:schemeClr>
          </a:solidFill>
          <a:ln>
            <a:solidFill>
              <a:schemeClr val="accent2"/>
            </a:solidFill>
          </a:ln>
        </p:spPr>
        <p:txBody>
          <a:bodyPr wrap="square">
            <a:spAutoFit/>
          </a:bodyPr>
          <a:lstStyle/>
          <a:p>
            <a:pPr eaLnBrk="1" hangingPunct="1">
              <a:buFont typeface="Wingdings" panose="05000000000000000000" pitchFamily="2" charset="2"/>
              <a:buNone/>
            </a:pPr>
            <a:r>
              <a:rPr lang="zh-CN" altLang="en-US" sz="2800" b="1" dirty="0">
                <a:latin typeface="Times New Roman" panose="02020603050405020304" pitchFamily="18" charset="0"/>
                <a:sym typeface="Symbol" panose="05050102010706020507" pitchFamily="18" charset="2"/>
              </a:rPr>
              <a:t>提示：</a:t>
            </a:r>
            <a:r>
              <a:rPr lang="en-US" altLang="zh-CN" sz="2800" b="1" dirty="0">
                <a:latin typeface="Times New Roman" panose="02020603050405020304" pitchFamily="18" charset="0"/>
                <a:sym typeface="Symbol" panose="05050102010706020507" pitchFamily="18" charset="2"/>
              </a:rPr>
              <a:t>FIRST(</a:t>
            </a:r>
            <a:r>
              <a:rPr lang="en-US" altLang="zh-CN" sz="2800" b="1" i="1" dirty="0">
                <a:latin typeface="Times New Roman" panose="02020603050405020304" pitchFamily="18" charset="0"/>
                <a:sym typeface="Symbol" panose="05050102010706020507" pitchFamily="18" charset="2"/>
              </a:rPr>
              <a:t>expr</a:t>
            </a:r>
            <a:r>
              <a:rPr lang="en-US" altLang="zh-CN" sz="2800" b="1" dirty="0">
                <a:latin typeface="Times New Roman" panose="02020603050405020304" pitchFamily="18" charset="0"/>
                <a:sym typeface="Symbol" panose="05050102010706020507" pitchFamily="18" charset="2"/>
              </a:rPr>
              <a:t>)={</a:t>
            </a:r>
            <a:r>
              <a:rPr lang="en-US" altLang="zh-CN" sz="2800" b="1" i="1" dirty="0">
                <a:latin typeface="Times New Roman" panose="02020603050405020304" pitchFamily="18" charset="0"/>
                <a:sym typeface="Symbol" panose="05050102010706020507" pitchFamily="18" charset="2"/>
              </a:rPr>
              <a:t>b</a:t>
            </a:r>
            <a:r>
              <a:rPr lang="en-US" altLang="zh-CN" sz="2800" b="1" dirty="0">
                <a:latin typeface="Times New Roman" panose="02020603050405020304" pitchFamily="18" charset="0"/>
                <a:sym typeface="Symbol" panose="05050102010706020507" pitchFamily="18" charset="2"/>
              </a:rPr>
              <a:t>}</a:t>
            </a:r>
          </a:p>
        </p:txBody>
      </p:sp>
      <p:grpSp>
        <p:nvGrpSpPr>
          <p:cNvPr id="22" name="组合 21">
            <a:extLst>
              <a:ext uri="{FF2B5EF4-FFF2-40B4-BE49-F238E27FC236}">
                <a16:creationId xmlns:a16="http://schemas.microsoft.com/office/drawing/2014/main" id="{5CE57F6E-2E19-474E-A6BE-2BF11541285F}"/>
              </a:ext>
            </a:extLst>
          </p:cNvPr>
          <p:cNvGrpSpPr/>
          <p:nvPr>
            <p:custDataLst>
              <p:tags r:id="rId16"/>
            </p:custDataLst>
          </p:nvPr>
        </p:nvGrpSpPr>
        <p:grpSpPr>
          <a:xfrm>
            <a:off x="0" y="0"/>
            <a:ext cx="9144000" cy="635000"/>
            <a:chOff x="0" y="0"/>
            <a:chExt cx="9144000" cy="635000"/>
          </a:xfrm>
        </p:grpSpPr>
        <p:sp>
          <p:nvSpPr>
            <p:cNvPr id="18" name="TitleBackground">
              <a:extLst>
                <a:ext uri="{FF2B5EF4-FFF2-40B4-BE49-F238E27FC236}">
                  <a16:creationId xmlns:a16="http://schemas.microsoft.com/office/drawing/2014/main" id="{19345E4C-98CD-7354-B5E6-C6BE2D434031}"/>
                </a:ext>
              </a:extLst>
            </p:cNvPr>
            <p:cNvSpPr/>
            <p:nvPr>
              <p:custDataLst>
                <p:tags r:id="rId18"/>
              </p:custDataLst>
            </p:nvPr>
          </p:nvSpPr>
          <p:spPr>
            <a:xfrm>
              <a:off x="0" y="0"/>
              <a:ext cx="9144000" cy="635000"/>
            </a:xfrm>
            <a:prstGeom prst="rect">
              <a:avLst/>
            </a:prstGeom>
            <a:solidFill>
              <a:srgbClr val="F6F7F8"/>
            </a:solidFill>
            <a:ln w="12700" cap="flat" cmpd="sng" algn="ctr">
              <a:noFill/>
              <a:prstDash val="solid"/>
              <a:miter lim="800000"/>
            </a:ln>
            <a:effectLst/>
            <a:extLst>
              <a:ext uri="{91240B29-F687-4F45-9708-019B960494DF}">
                <a14:hiddenLine xmlns:a14="http://schemas.microsoft.com/office/drawing/2010/main" w="12700" cap="flat" cmpd="sng" algn="ctr">
                  <a:solidFill>
                    <a:schemeClr val="accent1">
                      <a:shade val="15000"/>
                    </a:schemeClr>
                  </a:solidFill>
                  <a:prstDash val="solid"/>
                  <a:miter lim="800000"/>
                </a14:hiddenLine>
              </a:ext>
            </a:ex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9" name="ColorBlock">
              <a:extLst>
                <a:ext uri="{FF2B5EF4-FFF2-40B4-BE49-F238E27FC236}">
                  <a16:creationId xmlns:a16="http://schemas.microsoft.com/office/drawing/2014/main" id="{B438592E-7607-23E3-08FA-0A59B04A4764}"/>
                </a:ext>
              </a:extLst>
            </p:cNvPr>
            <p:cNvSpPr/>
            <p:nvPr>
              <p:custDataLst>
                <p:tags r:id="rId19"/>
              </p:custDataLst>
            </p:nvPr>
          </p:nvSpPr>
          <p:spPr>
            <a:xfrm>
              <a:off x="0" y="0"/>
              <a:ext cx="190500" cy="635000"/>
            </a:xfrm>
            <a:prstGeom prst="rect">
              <a:avLst/>
            </a:prstGeom>
            <a:solidFill>
              <a:srgbClr val="639EF4"/>
            </a:solidFill>
            <a:ln w="12700" cap="flat" cmpd="sng" algn="ctr">
              <a:noFill/>
              <a:prstDash val="solid"/>
              <a:miter lim="800000"/>
            </a:ln>
            <a:effectLst/>
            <a:extLst>
              <a:ext uri="{91240B29-F687-4F45-9708-019B960494DF}">
                <a14:hiddenLine xmlns:a14="http://schemas.microsoft.com/office/drawing/2010/main" w="12700" cap="flat" cmpd="sng" algn="ctr">
                  <a:solidFill>
                    <a:schemeClr val="accent1">
                      <a:shade val="15000"/>
                    </a:schemeClr>
                  </a:solidFill>
                  <a:prstDash val="solid"/>
                  <a:miter lim="800000"/>
                </a14:hiddenLine>
              </a:ext>
            </a:ex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20" name="TypeText">
              <a:extLst>
                <a:ext uri="{FF2B5EF4-FFF2-40B4-BE49-F238E27FC236}">
                  <a16:creationId xmlns:a16="http://schemas.microsoft.com/office/drawing/2014/main" id="{4644103F-D660-ACA9-0992-F7A7058E4EEF}"/>
                </a:ext>
              </a:extLst>
            </p:cNvPr>
            <p:cNvSpPr txBox="1"/>
            <p:nvPr>
              <p:custDataLst>
                <p:tags r:id="rId20"/>
              </p:custDataLst>
            </p:nvPr>
          </p:nvSpPr>
          <p:spPr>
            <a:xfrm>
              <a:off x="254000" y="0"/>
              <a:ext cx="1905000" cy="635000"/>
            </a:xfrm>
            <a:prstGeom prst="rect">
              <a:avLst/>
            </a:prstGeom>
            <a:noFill/>
          </p:spPr>
          <p:txBody>
            <a:bodyPr vert="horz" wrap="none" rtlCol="0" anchor="ctr" anchorCtr="0">
              <a:noAutofit/>
            </a:bodyPr>
            <a:lstStyle/>
            <a:p>
              <a:r>
                <a:rPr lang="zh-CN" altLang="en-US" sz="2600">
                  <a:solidFill>
                    <a:srgbClr val="000000"/>
                  </a:solidFill>
                  <a:latin typeface="Microsoft Yahei" panose="020B0503020204020204" pitchFamily="34" charset="-122"/>
                  <a:ea typeface="Microsoft Yahei" panose="020B0503020204020204" pitchFamily="34" charset="-122"/>
                  <a:sym typeface="Microsoft Yahei" panose="020B0503020204020204" pitchFamily="34" charset="-122"/>
                </a:rPr>
                <a:t>单选题</a:t>
              </a:r>
            </a:p>
          </p:txBody>
        </p:sp>
        <p:sp>
          <p:nvSpPr>
            <p:cNvPr id="21" name="TipText">
              <a:extLst>
                <a:ext uri="{FF2B5EF4-FFF2-40B4-BE49-F238E27FC236}">
                  <a16:creationId xmlns:a16="http://schemas.microsoft.com/office/drawing/2014/main" id="{2C6314DF-AF57-8CB3-31EB-623D65F62B48}"/>
                </a:ext>
              </a:extLst>
            </p:cNvPr>
            <p:cNvSpPr txBox="1"/>
            <p:nvPr>
              <p:custDataLst>
                <p:tags r:id="rId21"/>
              </p:custDataLst>
            </p:nvPr>
          </p:nvSpPr>
          <p:spPr>
            <a:xfrm>
              <a:off x="1525905" y="109220"/>
              <a:ext cx="2286000" cy="508000"/>
            </a:xfrm>
            <a:prstGeom prst="rect">
              <a:avLst/>
            </a:prstGeom>
            <a:noFill/>
          </p:spPr>
          <p:txBody>
            <a:bodyPr vert="horz" wrap="none" rtlCol="0" anchor="ctr" anchorCtr="0">
              <a:noAutofit/>
            </a:bodyPr>
            <a:lstStyle/>
            <a:p>
              <a:r>
                <a:rPr lang="en-US" altLang="zh-CN" sz="2000">
                  <a:solidFill>
                    <a:srgbClr val="808080"/>
                  </a:solidFill>
                  <a:latin typeface="Microsoft Yahei" panose="020B0503020204020204" pitchFamily="34" charset="-122"/>
                  <a:ea typeface="Microsoft Yahei" panose="020B0503020204020204" pitchFamily="34" charset="-122"/>
                  <a:sym typeface="Microsoft Yahei" panose="020B0503020204020204" pitchFamily="34" charset="-122"/>
                </a:rPr>
                <a:t>1</a:t>
              </a:r>
              <a:r>
                <a:rPr lang="zh-CN" altLang="en-US" sz="2000">
                  <a:solidFill>
                    <a:srgbClr val="808080"/>
                  </a:solidFill>
                  <a:latin typeface="Microsoft Yahei" panose="020B0503020204020204" pitchFamily="34" charset="-122"/>
                  <a:ea typeface="Microsoft Yahei" panose="020B0503020204020204" pitchFamily="34" charset="-122"/>
                  <a:sym typeface="Microsoft Yahei" panose="020B0503020204020204" pitchFamily="34" charset="-122"/>
                </a:rPr>
                <a:t>分</a:t>
              </a:r>
            </a:p>
          </p:txBody>
        </p:sp>
      </p:grpSp>
      <p:pic>
        <p:nvPicPr>
          <p:cNvPr id="7" name="图片 6">
            <a:extLst>
              <a:ext uri="{FF2B5EF4-FFF2-40B4-BE49-F238E27FC236}">
                <a16:creationId xmlns:a16="http://schemas.microsoft.com/office/drawing/2014/main" id="{5F7C7274-B0E2-DD06-A529-9CB679D980DA}"/>
              </a:ext>
            </a:extLst>
          </p:cNvPr>
          <p:cNvPicPr>
            <a:picLocks/>
          </p:cNvPicPr>
          <p:nvPr>
            <p:custDataLst>
              <p:tags r:id="rId17"/>
            </p:custDataLst>
          </p:nvPr>
        </p:nvPicPr>
        <p:blipFill>
          <a:blip r:embed="rId28">
            <a:extLst>
              <a:ext uri="{28A0092B-C50C-407E-A947-70E740481C1C}">
                <a14:useLocalDpi xmlns:a14="http://schemas.microsoft.com/office/drawing/2010/main" val="0"/>
              </a:ext>
            </a:extLst>
          </a:blip>
          <a:stretch>
            <a:fillRect/>
          </a:stretch>
        </p:blipFill>
        <p:spPr>
          <a:xfrm>
            <a:off x="7594600" y="63500"/>
            <a:ext cx="1422400" cy="508000"/>
          </a:xfrm>
          <a:prstGeom prst="rect">
            <a:avLst/>
          </a:prstGeom>
        </p:spPr>
      </p:pic>
    </p:spTree>
    <p:custDataLst>
      <p:tags r:id="rId1"/>
    </p:custDataLst>
    <p:extLst>
      <p:ext uri="{BB962C8B-B14F-4D97-AF65-F5344CB8AC3E}">
        <p14:creationId xmlns:p14="http://schemas.microsoft.com/office/powerpoint/2010/main" val="2046412873"/>
      </p:ext>
    </p:extLst>
  </p:cSld>
  <p:clrMapOvr>
    <a:masterClrMapping/>
  </p:clrMapOvr>
</p:sld>
</file>

<file path=ppt/slides/slide5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0418" name="Rectangle 2">
            <a:extLst>
              <a:ext uri="{FF2B5EF4-FFF2-40B4-BE49-F238E27FC236}">
                <a16:creationId xmlns:a16="http://schemas.microsoft.com/office/drawing/2014/main" id="{3C176669-0040-4894-866B-CAB333AAFEF3}"/>
              </a:ext>
            </a:extLst>
          </p:cNvPr>
          <p:cNvSpPr>
            <a:spLocks noGrp="1" noChangeArrowheads="1"/>
          </p:cNvSpPr>
          <p:nvPr>
            <p:ph type="title"/>
          </p:nvPr>
        </p:nvSpPr>
        <p:spPr/>
        <p:txBody>
          <a:bodyPr/>
          <a:lstStyle/>
          <a:p>
            <a:pPr eaLnBrk="1" hangingPunct="1"/>
            <a:r>
              <a:rPr lang="en-US" altLang="zh-CN"/>
              <a:t>3.3.5 </a:t>
            </a:r>
            <a:r>
              <a:rPr lang="zh-CN" altLang="en-US"/>
              <a:t>构造预测分析表</a:t>
            </a:r>
          </a:p>
        </p:txBody>
      </p:sp>
      <p:graphicFrame>
        <p:nvGraphicFramePr>
          <p:cNvPr id="4" name="Group 3">
            <a:extLst>
              <a:ext uri="{FF2B5EF4-FFF2-40B4-BE49-F238E27FC236}">
                <a16:creationId xmlns:a16="http://schemas.microsoft.com/office/drawing/2014/main" id="{44641479-8EE9-48FB-8A22-51E1465963E7}"/>
              </a:ext>
            </a:extLst>
          </p:cNvPr>
          <p:cNvGraphicFramePr>
            <a:graphicFrameLocks/>
          </p:cNvGraphicFramePr>
          <p:nvPr>
            <p:extLst>
              <p:ext uri="{D42A27DB-BD31-4B8C-83A1-F6EECF244321}">
                <p14:modId xmlns:p14="http://schemas.microsoft.com/office/powerpoint/2010/main" val="320411934"/>
              </p:ext>
            </p:extLst>
          </p:nvPr>
        </p:nvGraphicFramePr>
        <p:xfrm>
          <a:off x="170656" y="1440000"/>
          <a:ext cx="8802687" cy="4632324"/>
        </p:xfrm>
        <a:graphic>
          <a:graphicData uri="http://schemas.openxmlformats.org/drawingml/2006/table">
            <a:tbl>
              <a:tblPr/>
              <a:tblGrid>
                <a:gridCol w="990600">
                  <a:extLst>
                    <a:ext uri="{9D8B030D-6E8A-4147-A177-3AD203B41FA5}">
                      <a16:colId xmlns:a16="http://schemas.microsoft.com/office/drawing/2014/main" val="20000"/>
                    </a:ext>
                  </a:extLst>
                </a:gridCol>
                <a:gridCol w="1752600">
                  <a:extLst>
                    <a:ext uri="{9D8B030D-6E8A-4147-A177-3AD203B41FA5}">
                      <a16:colId xmlns:a16="http://schemas.microsoft.com/office/drawing/2014/main" val="20001"/>
                    </a:ext>
                  </a:extLst>
                </a:gridCol>
                <a:gridCol w="1219200">
                  <a:extLst>
                    <a:ext uri="{9D8B030D-6E8A-4147-A177-3AD203B41FA5}">
                      <a16:colId xmlns:a16="http://schemas.microsoft.com/office/drawing/2014/main" val="20002"/>
                    </a:ext>
                  </a:extLst>
                </a:gridCol>
                <a:gridCol w="1371600">
                  <a:extLst>
                    <a:ext uri="{9D8B030D-6E8A-4147-A177-3AD203B41FA5}">
                      <a16:colId xmlns:a16="http://schemas.microsoft.com/office/drawing/2014/main" val="20003"/>
                    </a:ext>
                  </a:extLst>
                </a:gridCol>
                <a:gridCol w="1066800">
                  <a:extLst>
                    <a:ext uri="{9D8B030D-6E8A-4147-A177-3AD203B41FA5}">
                      <a16:colId xmlns:a16="http://schemas.microsoft.com/office/drawing/2014/main" val="20004"/>
                    </a:ext>
                  </a:extLst>
                </a:gridCol>
                <a:gridCol w="914400">
                  <a:extLst>
                    <a:ext uri="{9D8B030D-6E8A-4147-A177-3AD203B41FA5}">
                      <a16:colId xmlns:a16="http://schemas.microsoft.com/office/drawing/2014/main" val="20005"/>
                    </a:ext>
                  </a:extLst>
                </a:gridCol>
                <a:gridCol w="1487487">
                  <a:extLst>
                    <a:ext uri="{9D8B030D-6E8A-4147-A177-3AD203B41FA5}">
                      <a16:colId xmlns:a16="http://schemas.microsoft.com/office/drawing/2014/main" val="20006"/>
                    </a:ext>
                  </a:extLst>
                </a:gridCol>
              </a:tblGrid>
              <a:tr h="822269">
                <a:tc rowSpan="2">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endParaRPr kumimoji="0" lang="en-US" altLang="zh-CN" sz="2400" b="0" i="0" u="none" strike="noStrike" cap="none" normalizeH="0" baseline="0">
                        <a:ln>
                          <a:noFill/>
                        </a:ln>
                        <a:solidFill>
                          <a:schemeClr val="tx1"/>
                        </a:solidFill>
                        <a:effectLst/>
                        <a:latin typeface="Times New Roman" panose="02020603050405020304" pitchFamily="18" charset="0"/>
                        <a:ea typeface="黑体" panose="02010609060101010101" pitchFamily="49" charset="-122"/>
                      </a:endParaRPr>
                    </a:p>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r>
                        <a:rPr kumimoji="0" lang="zh-CN" altLang="en-US" sz="2400" b="0" i="0" u="none" strike="noStrike" cap="none" normalizeH="0" baseline="0">
                          <a:ln>
                            <a:noFill/>
                          </a:ln>
                          <a:solidFill>
                            <a:schemeClr val="tx1"/>
                          </a:solidFill>
                          <a:effectLst/>
                          <a:latin typeface="Times New Roman" panose="02020603050405020304" pitchFamily="18" charset="0"/>
                          <a:ea typeface="黑体" panose="02010609060101010101" pitchFamily="49" charset="-122"/>
                        </a:rPr>
                        <a:t>非 终 结 符</a:t>
                      </a:r>
                    </a:p>
                  </a:txBody>
                  <a:tcPr marL="54000" marR="54000" marT="28798" marB="28798" anchor="ct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gridSpan="6">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r>
                        <a:rPr kumimoji="0" lang="zh-CN" altLang="en-US" sz="2400" b="0" i="0" u="none" strike="noStrike" cap="none" normalizeH="0" baseline="0">
                          <a:ln>
                            <a:noFill/>
                          </a:ln>
                          <a:solidFill>
                            <a:schemeClr val="tx1"/>
                          </a:solidFill>
                          <a:effectLst/>
                          <a:latin typeface="Times New Roman" panose="02020603050405020304" pitchFamily="18" charset="0"/>
                          <a:ea typeface="黑体" panose="02010609060101010101" pitchFamily="49" charset="-122"/>
                        </a:rPr>
                        <a:t>输 入 符 号</a:t>
                      </a:r>
                    </a:p>
                  </a:txBody>
                  <a:tcPr marL="54000" marR="54000" marT="28798" marB="28798" anchor="ct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extLst>
                  <a:ext uri="{0D108BD9-81ED-4DB2-BD59-A6C34878D82A}">
                    <a16:rowId xmlns:a16="http://schemas.microsoft.com/office/drawing/2014/main" val="10000"/>
                  </a:ext>
                </a:extLst>
              </a:tr>
              <a:tr h="823857">
                <a:tc vMerge="1">
                  <a:txBody>
                    <a:bodyPr/>
                    <a:lstStyle/>
                    <a:p>
                      <a:endParaRPr lang="zh-CN" altLang="en-US"/>
                    </a:p>
                  </a:txBody>
                  <a:tcPr/>
                </a:tc>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r>
                        <a:rPr kumimoji="0" lang="en-US" altLang="zh-CN" sz="2400" b="1" i="0" u="none" strike="noStrike" cap="none" normalizeH="0" baseline="0">
                          <a:ln>
                            <a:noFill/>
                          </a:ln>
                          <a:solidFill>
                            <a:schemeClr val="tx1"/>
                          </a:solidFill>
                          <a:effectLst/>
                          <a:latin typeface="Times New Roman" panose="02020603050405020304" pitchFamily="18" charset="0"/>
                          <a:ea typeface="黑体" panose="02010609060101010101" pitchFamily="49" charset="-122"/>
                        </a:rPr>
                        <a:t>other</a:t>
                      </a:r>
                    </a:p>
                  </a:txBody>
                  <a:tcPr marL="54000" marR="54000" marT="28798" marB="28798"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r>
                        <a:rPr kumimoji="0" lang="en-US" altLang="zh-CN" sz="2400" b="1" i="1" u="none" strike="noStrike" cap="none" normalizeH="0" baseline="0">
                          <a:ln>
                            <a:noFill/>
                          </a:ln>
                          <a:solidFill>
                            <a:schemeClr val="tx1"/>
                          </a:solidFill>
                          <a:effectLst/>
                          <a:latin typeface="Times New Roman" panose="02020603050405020304" pitchFamily="18" charset="0"/>
                          <a:ea typeface="黑体" panose="02010609060101010101" pitchFamily="49" charset="-122"/>
                        </a:rPr>
                        <a:t>b</a:t>
                      </a:r>
                    </a:p>
                  </a:txBody>
                  <a:tcPr marL="54000" marR="54000" marT="28798" marB="28798"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r>
                        <a:rPr kumimoji="0" lang="en-US" altLang="zh-CN" sz="2400" b="1" i="0" u="none" strike="noStrike" cap="none" normalizeH="0" baseline="0">
                          <a:ln>
                            <a:noFill/>
                          </a:ln>
                          <a:solidFill>
                            <a:schemeClr val="tx1"/>
                          </a:solidFill>
                          <a:effectLst/>
                          <a:latin typeface="Times New Roman" panose="02020603050405020304" pitchFamily="18" charset="0"/>
                          <a:ea typeface="黑体" panose="02010609060101010101" pitchFamily="49" charset="-122"/>
                        </a:rPr>
                        <a:t>else</a:t>
                      </a:r>
                    </a:p>
                  </a:txBody>
                  <a:tcPr marL="54000" marR="54000" marT="28798" marB="28798"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r>
                        <a:rPr kumimoji="0" lang="en-US" altLang="zh-CN" sz="2400" b="1" i="0" u="none" strike="noStrike" cap="none" normalizeH="0" baseline="0">
                          <a:ln>
                            <a:noFill/>
                          </a:ln>
                          <a:solidFill>
                            <a:schemeClr val="tx1"/>
                          </a:solidFill>
                          <a:effectLst/>
                          <a:latin typeface="Times New Roman" panose="02020603050405020304" pitchFamily="18" charset="0"/>
                          <a:ea typeface="黑体" panose="02010609060101010101" pitchFamily="49" charset="-122"/>
                        </a:rPr>
                        <a:t>if</a:t>
                      </a:r>
                    </a:p>
                  </a:txBody>
                  <a:tcPr marL="54000" marR="54000" marT="28798" marB="28798"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r>
                        <a:rPr kumimoji="0" lang="en-US" altLang="zh-CN" sz="2400" b="1" i="0" u="none" strike="noStrike" cap="none" normalizeH="0" baseline="0">
                          <a:ln>
                            <a:noFill/>
                          </a:ln>
                          <a:solidFill>
                            <a:schemeClr val="tx1"/>
                          </a:solidFill>
                          <a:effectLst/>
                          <a:latin typeface="Times New Roman" panose="02020603050405020304" pitchFamily="18" charset="0"/>
                          <a:ea typeface="黑体" panose="02010609060101010101" pitchFamily="49" charset="-122"/>
                        </a:rPr>
                        <a:t>then</a:t>
                      </a:r>
                    </a:p>
                  </a:txBody>
                  <a:tcPr marL="54000" marR="54000" marT="28798" marB="28798"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r>
                        <a:rPr kumimoji="0" lang="en-US" altLang="zh-CN" sz="2400" b="1" i="0" u="none" strike="noStrike" cap="none" normalizeH="0" baseline="0">
                          <a:ln>
                            <a:noFill/>
                          </a:ln>
                          <a:solidFill>
                            <a:schemeClr val="tx1"/>
                          </a:solidFill>
                          <a:effectLst/>
                          <a:latin typeface="Times New Roman" panose="02020603050405020304" pitchFamily="18" charset="0"/>
                          <a:ea typeface="黑体" panose="02010609060101010101" pitchFamily="49" charset="-122"/>
                        </a:rPr>
                        <a:t>$</a:t>
                      </a:r>
                    </a:p>
                  </a:txBody>
                  <a:tcPr marL="54000" marR="54000" marT="28798" marB="28798" anchor="ct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1"/>
                  </a:ext>
                </a:extLst>
              </a:tr>
              <a:tr h="862268">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l"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r>
                        <a:rPr kumimoji="0" lang="en-US" altLang="zh-CN" sz="2400" b="1" i="1" u="none" strike="noStrike" cap="none" normalizeH="0" baseline="0">
                          <a:ln>
                            <a:noFill/>
                          </a:ln>
                          <a:solidFill>
                            <a:schemeClr val="tx1"/>
                          </a:solidFill>
                          <a:effectLst/>
                          <a:latin typeface="Times New Roman" panose="02020603050405020304" pitchFamily="18" charset="0"/>
                          <a:ea typeface="黑体" panose="02010609060101010101" pitchFamily="49" charset="-122"/>
                        </a:rPr>
                        <a:t>stmt</a:t>
                      </a:r>
                    </a:p>
                  </a:txBody>
                  <a:tcPr marL="54000" marR="54000" marT="28798" marB="28798" anchor="ct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l"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r>
                        <a:rPr kumimoji="0" lang="en-US" altLang="zh-CN" sz="2400" b="1" i="1" u="none" strike="noStrike" cap="none" normalizeH="0" baseline="0">
                          <a:ln>
                            <a:noFill/>
                          </a:ln>
                          <a:solidFill>
                            <a:schemeClr val="tx1"/>
                          </a:solidFill>
                          <a:effectLst/>
                          <a:latin typeface="Times New Roman" panose="02020603050405020304" pitchFamily="18" charset="0"/>
                          <a:ea typeface="黑体" panose="02010609060101010101" pitchFamily="49" charset="-122"/>
                        </a:rPr>
                        <a:t>stmt</a:t>
                      </a:r>
                      <a:r>
                        <a:rPr kumimoji="0" lang="en-US" altLang="zh-CN" sz="2400" b="1" i="0" u="none" strike="noStrike" cap="none" normalizeH="0" baseline="0">
                          <a:ln>
                            <a:noFill/>
                          </a:ln>
                          <a:solidFill>
                            <a:schemeClr val="tx1"/>
                          </a:solidFill>
                          <a:effectLst/>
                          <a:latin typeface="Times New Roman" panose="02020603050405020304" pitchFamily="18" charset="0"/>
                          <a:ea typeface="黑体" panose="02010609060101010101" pitchFamily="49" charset="-122"/>
                          <a:sym typeface="Symbol" panose="05050102010706020507" pitchFamily="18" charset="2"/>
                        </a:rPr>
                        <a:t>other</a:t>
                      </a:r>
                    </a:p>
                  </a:txBody>
                  <a:tcPr marL="54000" marR="54000" marT="28798" marB="28798"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l"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endParaRPr kumimoji="0" lang="zh-CN" altLang="zh-CN" sz="2400" b="1" i="0" u="none" strike="noStrike" cap="none" normalizeH="0" baseline="0">
                        <a:ln>
                          <a:noFill/>
                        </a:ln>
                        <a:solidFill>
                          <a:schemeClr val="tx1"/>
                        </a:solidFill>
                        <a:effectLst/>
                        <a:latin typeface="Times New Roman" panose="02020603050405020304" pitchFamily="18" charset="0"/>
                        <a:ea typeface="黑体" panose="02010609060101010101" pitchFamily="49" charset="-122"/>
                      </a:endParaRPr>
                    </a:p>
                  </a:txBody>
                  <a:tcPr marL="54000" marR="54000" marT="28798" marB="28798"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l"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endParaRPr kumimoji="0" lang="zh-CN" altLang="zh-CN" sz="2400" b="1" i="0" u="none" strike="noStrike" cap="none" normalizeH="0" baseline="0">
                        <a:ln>
                          <a:noFill/>
                        </a:ln>
                        <a:solidFill>
                          <a:schemeClr val="tx1"/>
                        </a:solidFill>
                        <a:effectLst/>
                        <a:latin typeface="Times New Roman" panose="02020603050405020304" pitchFamily="18" charset="0"/>
                        <a:ea typeface="黑体" panose="02010609060101010101" pitchFamily="49" charset="-122"/>
                      </a:endParaRPr>
                    </a:p>
                  </a:txBody>
                  <a:tcPr marL="54000" marR="54000" marT="28798" marB="28798"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l"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r>
                        <a:rPr kumimoji="0" lang="en-US" altLang="zh-CN" sz="2400" b="1" i="1" u="none" strike="noStrike" cap="none" normalizeH="0" baseline="0">
                          <a:ln>
                            <a:noFill/>
                          </a:ln>
                          <a:solidFill>
                            <a:schemeClr val="tx1"/>
                          </a:solidFill>
                          <a:effectLst/>
                          <a:latin typeface="Times New Roman" panose="02020603050405020304" pitchFamily="18" charset="0"/>
                          <a:ea typeface="黑体" panose="02010609060101010101" pitchFamily="49" charset="-122"/>
                        </a:rPr>
                        <a:t>stmt</a:t>
                      </a:r>
                      <a:r>
                        <a:rPr kumimoji="0" lang="en-US" altLang="zh-CN" sz="2400" b="1" i="0" u="none" strike="noStrike" cap="none" normalizeH="0" baseline="0">
                          <a:ln>
                            <a:noFill/>
                          </a:ln>
                          <a:solidFill>
                            <a:schemeClr val="tx1"/>
                          </a:solidFill>
                          <a:effectLst/>
                          <a:latin typeface="Times New Roman" panose="02020603050405020304" pitchFamily="18" charset="0"/>
                          <a:ea typeface="黑体" panose="02010609060101010101" pitchFamily="49" charset="-122"/>
                          <a:sym typeface="Symbol" panose="05050102010706020507" pitchFamily="18" charset="2"/>
                        </a:rPr>
                        <a:t></a:t>
                      </a:r>
                    </a:p>
                    <a:p>
                      <a:pPr marL="0" marR="0" lvl="0" indent="0" algn="l"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r>
                        <a:rPr kumimoji="0" lang="en-US" altLang="zh-CN" sz="2400" b="1" i="0" u="none" strike="noStrike" cap="none" normalizeH="0" baseline="0">
                          <a:ln>
                            <a:noFill/>
                          </a:ln>
                          <a:solidFill>
                            <a:schemeClr val="tx1"/>
                          </a:solidFill>
                          <a:effectLst/>
                          <a:latin typeface="Times New Roman" panose="02020603050405020304" pitchFamily="18" charset="0"/>
                          <a:ea typeface="黑体" panose="02010609060101010101" pitchFamily="49" charset="-122"/>
                          <a:sym typeface="Symbol" panose="05050102010706020507" pitchFamily="18" charset="2"/>
                        </a:rPr>
                        <a:t>if…</a:t>
                      </a:r>
                    </a:p>
                  </a:txBody>
                  <a:tcPr marL="54000" marR="54000" marT="28798" marB="28798"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l"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endParaRPr kumimoji="0" lang="zh-CN" altLang="zh-CN" sz="2400" b="1" i="0" u="none" strike="noStrike" cap="none" normalizeH="0" baseline="0">
                        <a:ln>
                          <a:noFill/>
                        </a:ln>
                        <a:solidFill>
                          <a:schemeClr val="tx1"/>
                        </a:solidFill>
                        <a:effectLst/>
                        <a:latin typeface="Times New Roman" panose="02020603050405020304" pitchFamily="18" charset="0"/>
                        <a:ea typeface="黑体" panose="02010609060101010101" pitchFamily="49" charset="-122"/>
                      </a:endParaRPr>
                    </a:p>
                  </a:txBody>
                  <a:tcPr marL="54000" marR="54000" marT="28798" marB="28798"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l"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endParaRPr kumimoji="0" lang="zh-CN" altLang="zh-CN" sz="2400" b="1" i="0" u="none" strike="noStrike" cap="none" normalizeH="0" baseline="0">
                        <a:ln>
                          <a:noFill/>
                        </a:ln>
                        <a:solidFill>
                          <a:schemeClr val="tx1"/>
                        </a:solidFill>
                        <a:effectLst/>
                        <a:latin typeface="Times New Roman" panose="02020603050405020304" pitchFamily="18" charset="0"/>
                        <a:ea typeface="黑体" panose="02010609060101010101" pitchFamily="49" charset="-122"/>
                      </a:endParaRPr>
                    </a:p>
                  </a:txBody>
                  <a:tcPr marL="54000" marR="54000" marT="28798" marB="28798" anchor="ct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2"/>
                  </a:ext>
                </a:extLst>
              </a:tr>
              <a:tr h="1301661">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l"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r>
                        <a:rPr kumimoji="0" lang="en-US" altLang="zh-CN" sz="2400" b="1" i="1" u="none" strike="noStrike" cap="none" normalizeH="0" baseline="0" dirty="0" err="1">
                          <a:ln>
                            <a:noFill/>
                          </a:ln>
                          <a:solidFill>
                            <a:schemeClr val="tx1"/>
                          </a:solidFill>
                          <a:effectLst/>
                          <a:latin typeface="Times New Roman" panose="02020603050405020304" pitchFamily="18" charset="0"/>
                          <a:ea typeface="黑体" panose="02010609060101010101" pitchFamily="49" charset="-122"/>
                        </a:rPr>
                        <a:t>e_part</a:t>
                      </a:r>
                      <a:endParaRPr kumimoji="0" lang="en-US" altLang="zh-CN" sz="2400" b="1" i="1" u="none" strike="noStrike" cap="none" normalizeH="0" baseline="0" dirty="0">
                        <a:ln>
                          <a:noFill/>
                        </a:ln>
                        <a:solidFill>
                          <a:schemeClr val="tx1"/>
                        </a:solidFill>
                        <a:effectLst/>
                        <a:latin typeface="Times New Roman" panose="02020603050405020304" pitchFamily="18" charset="0"/>
                        <a:ea typeface="黑体" panose="02010609060101010101" pitchFamily="49" charset="-122"/>
                      </a:endParaRPr>
                    </a:p>
                  </a:txBody>
                  <a:tcPr marL="54000" marR="54000" marT="28798" marB="28798" anchor="ct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l"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endParaRPr kumimoji="0" lang="zh-CN" altLang="zh-CN" sz="2400" b="1" i="0" u="none" strike="noStrike" cap="none" normalizeH="0" baseline="0">
                        <a:ln>
                          <a:noFill/>
                        </a:ln>
                        <a:solidFill>
                          <a:schemeClr val="tx1"/>
                        </a:solidFill>
                        <a:effectLst/>
                        <a:latin typeface="Times New Roman" panose="02020603050405020304" pitchFamily="18" charset="0"/>
                        <a:ea typeface="黑体" panose="02010609060101010101" pitchFamily="49" charset="-122"/>
                      </a:endParaRPr>
                    </a:p>
                  </a:txBody>
                  <a:tcPr marL="54000" marR="54000" marT="28798" marB="28798"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l"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endParaRPr kumimoji="0" lang="zh-CN" altLang="zh-CN" sz="2400" b="1" i="0" u="none" strike="noStrike" cap="none" normalizeH="0" baseline="0">
                        <a:ln>
                          <a:noFill/>
                        </a:ln>
                        <a:solidFill>
                          <a:schemeClr val="tx1"/>
                        </a:solidFill>
                        <a:effectLst/>
                        <a:latin typeface="Times New Roman" panose="02020603050405020304" pitchFamily="18" charset="0"/>
                        <a:ea typeface="黑体" panose="02010609060101010101" pitchFamily="49" charset="-122"/>
                      </a:endParaRPr>
                    </a:p>
                  </a:txBody>
                  <a:tcPr marL="54000" marR="54000" marT="28798" marB="28798"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l"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r>
                        <a:rPr kumimoji="0" lang="en-US" altLang="zh-CN" sz="2400" b="1" i="1" u="none" strike="noStrike" cap="none" normalizeH="0" baseline="0" err="1">
                          <a:ln>
                            <a:noFill/>
                          </a:ln>
                          <a:solidFill>
                            <a:schemeClr val="tx1"/>
                          </a:solidFill>
                          <a:effectLst/>
                          <a:latin typeface="Times New Roman" panose="02020603050405020304" pitchFamily="18" charset="0"/>
                          <a:ea typeface="黑体" panose="02010609060101010101" pitchFamily="49" charset="-122"/>
                        </a:rPr>
                        <a:t>e_part</a:t>
                      </a:r>
                      <a:r>
                        <a:rPr kumimoji="0" lang="en-US" altLang="zh-CN" sz="2400" b="1" i="0" u="none" strike="noStrike" cap="none" normalizeH="0" baseline="0">
                          <a:ln>
                            <a:noFill/>
                          </a:ln>
                          <a:solidFill>
                            <a:schemeClr val="tx1"/>
                          </a:solidFill>
                          <a:effectLst/>
                          <a:latin typeface="Times New Roman" panose="02020603050405020304" pitchFamily="18" charset="0"/>
                          <a:ea typeface="黑体" panose="02010609060101010101" pitchFamily="49" charset="-122"/>
                          <a:sym typeface="Symbol" panose="05050102010706020507" pitchFamily="18" charset="2"/>
                        </a:rPr>
                        <a:t></a:t>
                      </a:r>
                    </a:p>
                    <a:p>
                      <a:pPr marL="0" marR="0" lvl="0" indent="0" algn="l"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r>
                        <a:rPr kumimoji="0" lang="en-US" altLang="zh-CN" sz="2400" b="1" i="0" u="none" strike="noStrike" cap="none" normalizeH="0" baseline="0">
                          <a:ln>
                            <a:noFill/>
                          </a:ln>
                          <a:solidFill>
                            <a:schemeClr val="tx1"/>
                          </a:solidFill>
                          <a:effectLst/>
                          <a:latin typeface="Times New Roman" panose="02020603050405020304" pitchFamily="18" charset="0"/>
                          <a:ea typeface="黑体" panose="02010609060101010101" pitchFamily="49" charset="-122"/>
                          <a:sym typeface="Symbol" panose="05050102010706020507" pitchFamily="18" charset="2"/>
                        </a:rPr>
                        <a:t>else </a:t>
                      </a:r>
                      <a:r>
                        <a:rPr kumimoji="0" lang="en-US" altLang="zh-CN" sz="2400" b="1" i="1" u="none" strike="noStrike" cap="none" normalizeH="0" baseline="0" err="1">
                          <a:ln>
                            <a:noFill/>
                          </a:ln>
                          <a:solidFill>
                            <a:schemeClr val="tx1"/>
                          </a:solidFill>
                          <a:effectLst/>
                          <a:latin typeface="Times New Roman" panose="02020603050405020304" pitchFamily="18" charset="0"/>
                          <a:ea typeface="黑体" panose="02010609060101010101" pitchFamily="49" charset="-122"/>
                          <a:sym typeface="Symbol" panose="05050102010706020507" pitchFamily="18" charset="2"/>
                        </a:rPr>
                        <a:t>stmt</a:t>
                      </a:r>
                      <a:endParaRPr kumimoji="0" lang="en-US" altLang="zh-CN" sz="2400" b="1" i="1" u="none" strike="noStrike" cap="none" normalizeH="0" baseline="0">
                        <a:ln>
                          <a:noFill/>
                        </a:ln>
                        <a:solidFill>
                          <a:schemeClr val="tx1"/>
                        </a:solidFill>
                        <a:effectLst/>
                        <a:latin typeface="Times New Roman" panose="02020603050405020304" pitchFamily="18" charset="0"/>
                        <a:ea typeface="黑体" panose="02010609060101010101" pitchFamily="49" charset="-122"/>
                        <a:sym typeface="Symbol" panose="05050102010706020507" pitchFamily="18" charset="2"/>
                      </a:endParaRPr>
                    </a:p>
                    <a:p>
                      <a:pPr marL="0" marR="0" lvl="0" indent="0" algn="l"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r>
                        <a:rPr kumimoji="0" lang="en-US" altLang="zh-CN" sz="2400" b="1" i="1" u="none" strike="noStrike" cap="none" normalizeH="0" baseline="0" err="1">
                          <a:ln>
                            <a:noFill/>
                          </a:ln>
                          <a:solidFill>
                            <a:schemeClr val="accent1"/>
                          </a:solidFill>
                          <a:effectLst/>
                          <a:latin typeface="Times New Roman" panose="02020603050405020304" pitchFamily="18" charset="0"/>
                          <a:ea typeface="黑体" panose="02010609060101010101" pitchFamily="49" charset="-122"/>
                        </a:rPr>
                        <a:t>e_part</a:t>
                      </a:r>
                      <a:r>
                        <a:rPr kumimoji="0" lang="en-US" altLang="zh-CN" sz="2400" b="1" i="0" u="none" strike="noStrike" cap="none" normalizeH="0" baseline="0">
                          <a:ln>
                            <a:noFill/>
                          </a:ln>
                          <a:solidFill>
                            <a:schemeClr val="accent1"/>
                          </a:solidFill>
                          <a:effectLst/>
                          <a:latin typeface="Times New Roman" panose="02020603050405020304" pitchFamily="18" charset="0"/>
                          <a:ea typeface="黑体" panose="02010609060101010101" pitchFamily="49" charset="-122"/>
                          <a:sym typeface="Symbol" panose="05050102010706020507" pitchFamily="18" charset="2"/>
                        </a:rPr>
                        <a:t></a:t>
                      </a:r>
                    </a:p>
                  </a:txBody>
                  <a:tcPr marL="54000" marR="54000" marT="28798" marB="28798"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l"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endParaRPr kumimoji="0" lang="zh-CN" altLang="zh-CN" sz="2400" b="1" i="0" u="none" strike="noStrike" cap="none" normalizeH="0" baseline="0">
                        <a:ln>
                          <a:noFill/>
                        </a:ln>
                        <a:solidFill>
                          <a:schemeClr val="tx1"/>
                        </a:solidFill>
                        <a:effectLst/>
                        <a:latin typeface="Times New Roman" panose="02020603050405020304" pitchFamily="18" charset="0"/>
                        <a:ea typeface="黑体" panose="02010609060101010101" pitchFamily="49" charset="-122"/>
                      </a:endParaRPr>
                    </a:p>
                  </a:txBody>
                  <a:tcPr marL="54000" marR="54000" marT="28798" marB="28798"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l"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endParaRPr kumimoji="0" lang="zh-CN" altLang="zh-CN" sz="2400" b="1" i="0" u="none" strike="noStrike" cap="none" normalizeH="0" baseline="0">
                        <a:ln>
                          <a:noFill/>
                        </a:ln>
                        <a:solidFill>
                          <a:schemeClr val="tx1"/>
                        </a:solidFill>
                        <a:effectLst/>
                        <a:latin typeface="Times New Roman" panose="02020603050405020304" pitchFamily="18" charset="0"/>
                        <a:ea typeface="黑体" panose="02010609060101010101" pitchFamily="49" charset="-122"/>
                      </a:endParaRPr>
                    </a:p>
                  </a:txBody>
                  <a:tcPr marL="54000" marR="54000" marT="28798" marB="28798"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l"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r>
                        <a:rPr kumimoji="0" lang="en-US" altLang="zh-CN" sz="2400" b="1" i="1" u="none" strike="noStrike" cap="none" normalizeH="0" baseline="0">
                          <a:ln>
                            <a:noFill/>
                          </a:ln>
                          <a:solidFill>
                            <a:schemeClr val="tx1"/>
                          </a:solidFill>
                          <a:effectLst/>
                          <a:latin typeface="Times New Roman" panose="02020603050405020304" pitchFamily="18" charset="0"/>
                          <a:ea typeface="黑体" panose="02010609060101010101" pitchFamily="49" charset="-122"/>
                        </a:rPr>
                        <a:t>e_part</a:t>
                      </a:r>
                      <a:r>
                        <a:rPr kumimoji="0" lang="en-US" altLang="zh-CN" sz="2400" b="1" i="0" u="none" strike="noStrike" cap="none" normalizeH="0" baseline="0">
                          <a:ln>
                            <a:noFill/>
                          </a:ln>
                          <a:solidFill>
                            <a:schemeClr val="tx1"/>
                          </a:solidFill>
                          <a:effectLst/>
                          <a:latin typeface="Times New Roman" panose="02020603050405020304" pitchFamily="18" charset="0"/>
                          <a:ea typeface="黑体" panose="02010609060101010101" pitchFamily="49" charset="-122"/>
                          <a:sym typeface="Symbol" panose="05050102010706020507" pitchFamily="18" charset="2"/>
                        </a:rPr>
                        <a:t></a:t>
                      </a:r>
                    </a:p>
                  </a:txBody>
                  <a:tcPr marL="54000" marR="54000" marT="28798" marB="28798" anchor="ct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3"/>
                  </a:ext>
                </a:extLst>
              </a:tr>
              <a:tr h="822269">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l"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r>
                        <a:rPr kumimoji="0" lang="en-US" altLang="zh-CN" sz="2400" b="1" i="1" u="none" strike="noStrike" cap="none" normalizeH="0" baseline="0">
                          <a:ln>
                            <a:noFill/>
                          </a:ln>
                          <a:solidFill>
                            <a:schemeClr val="tx1"/>
                          </a:solidFill>
                          <a:effectLst/>
                          <a:latin typeface="Times New Roman" panose="02020603050405020304" pitchFamily="18" charset="0"/>
                          <a:ea typeface="黑体" panose="02010609060101010101" pitchFamily="49" charset="-122"/>
                        </a:rPr>
                        <a:t>expr</a:t>
                      </a:r>
                    </a:p>
                  </a:txBody>
                  <a:tcPr marL="54000" marR="54000" marT="28798" marB="28798" anchor="ct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l"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endParaRPr kumimoji="0" lang="zh-CN" altLang="zh-CN" sz="2400" b="1" i="0" u="none" strike="noStrike" cap="none" normalizeH="0" baseline="0">
                        <a:ln>
                          <a:noFill/>
                        </a:ln>
                        <a:solidFill>
                          <a:schemeClr val="tx1"/>
                        </a:solidFill>
                        <a:effectLst/>
                        <a:latin typeface="Times New Roman" panose="02020603050405020304" pitchFamily="18" charset="0"/>
                        <a:ea typeface="黑体" panose="02010609060101010101" pitchFamily="49" charset="-122"/>
                      </a:endParaRPr>
                    </a:p>
                  </a:txBody>
                  <a:tcPr marL="54000" marR="54000" marT="28798" marB="28798"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l"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r>
                        <a:rPr kumimoji="0" lang="en-US" altLang="zh-CN" sz="2400" b="1" i="1" u="none" strike="noStrike" cap="none" normalizeH="0" baseline="0" dirty="0" err="1">
                          <a:ln>
                            <a:noFill/>
                          </a:ln>
                          <a:solidFill>
                            <a:schemeClr val="tx1"/>
                          </a:solidFill>
                          <a:effectLst/>
                          <a:latin typeface="Times New Roman" panose="02020603050405020304" pitchFamily="18" charset="0"/>
                          <a:ea typeface="黑体" panose="02010609060101010101" pitchFamily="49" charset="-122"/>
                        </a:rPr>
                        <a:t>expr</a:t>
                      </a:r>
                      <a:r>
                        <a:rPr kumimoji="0" lang="en-US" altLang="zh-CN" sz="2400" b="1" i="0" u="none" strike="noStrike" cap="none" normalizeH="0" baseline="0" dirty="0" err="1">
                          <a:ln>
                            <a:noFill/>
                          </a:ln>
                          <a:solidFill>
                            <a:schemeClr val="tx1"/>
                          </a:solidFill>
                          <a:effectLst/>
                          <a:latin typeface="Times New Roman" panose="02020603050405020304" pitchFamily="18" charset="0"/>
                          <a:ea typeface="黑体" panose="02010609060101010101" pitchFamily="49" charset="-122"/>
                          <a:sym typeface="Symbol" panose="05050102010706020507" pitchFamily="18" charset="2"/>
                        </a:rPr>
                        <a:t></a:t>
                      </a:r>
                      <a:r>
                        <a:rPr kumimoji="0" lang="en-US" altLang="zh-CN" sz="2400" b="1" i="1" u="none" strike="noStrike" cap="none" normalizeH="0" baseline="0" dirty="0" err="1">
                          <a:ln>
                            <a:noFill/>
                          </a:ln>
                          <a:solidFill>
                            <a:schemeClr val="tx1"/>
                          </a:solidFill>
                          <a:effectLst/>
                          <a:latin typeface="Times New Roman" panose="02020603050405020304" pitchFamily="18" charset="0"/>
                          <a:ea typeface="黑体" panose="02010609060101010101" pitchFamily="49" charset="-122"/>
                          <a:sym typeface="Symbol" panose="05050102010706020507" pitchFamily="18" charset="2"/>
                        </a:rPr>
                        <a:t>b</a:t>
                      </a:r>
                      <a:endParaRPr kumimoji="0" lang="en-US" altLang="zh-CN" sz="2400" b="1" i="1" u="none" strike="noStrike" cap="none" normalizeH="0" baseline="0" dirty="0">
                        <a:ln>
                          <a:noFill/>
                        </a:ln>
                        <a:solidFill>
                          <a:schemeClr val="tx1"/>
                        </a:solidFill>
                        <a:effectLst/>
                        <a:latin typeface="Times New Roman" panose="02020603050405020304" pitchFamily="18" charset="0"/>
                        <a:ea typeface="黑体" panose="02010609060101010101" pitchFamily="49" charset="-122"/>
                        <a:sym typeface="Symbol" panose="05050102010706020507" pitchFamily="18" charset="2"/>
                      </a:endParaRPr>
                    </a:p>
                  </a:txBody>
                  <a:tcPr marL="54000" marR="54000" marT="28798" marB="28798"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l"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endParaRPr kumimoji="0" lang="zh-CN" altLang="zh-CN" sz="2400" b="1" i="0" u="none" strike="noStrike" cap="none" normalizeH="0" baseline="0">
                        <a:ln>
                          <a:noFill/>
                        </a:ln>
                        <a:solidFill>
                          <a:schemeClr val="tx1"/>
                        </a:solidFill>
                        <a:effectLst/>
                        <a:latin typeface="Times New Roman" panose="02020603050405020304" pitchFamily="18" charset="0"/>
                        <a:ea typeface="黑体" panose="02010609060101010101" pitchFamily="49" charset="-122"/>
                      </a:endParaRPr>
                    </a:p>
                  </a:txBody>
                  <a:tcPr marL="54000" marR="54000" marT="28798" marB="28798"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l"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endParaRPr kumimoji="0" lang="zh-CN" altLang="zh-CN" sz="2400" b="1" i="0" u="none" strike="noStrike" cap="none" normalizeH="0" baseline="0">
                        <a:ln>
                          <a:noFill/>
                        </a:ln>
                        <a:solidFill>
                          <a:schemeClr val="tx1"/>
                        </a:solidFill>
                        <a:effectLst/>
                        <a:latin typeface="Times New Roman" panose="02020603050405020304" pitchFamily="18" charset="0"/>
                        <a:ea typeface="黑体" panose="02010609060101010101" pitchFamily="49" charset="-122"/>
                      </a:endParaRPr>
                    </a:p>
                  </a:txBody>
                  <a:tcPr marL="54000" marR="54000" marT="28798" marB="28798"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l"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endParaRPr kumimoji="0" lang="zh-CN" altLang="zh-CN" sz="2400" b="1" i="0" u="none" strike="noStrike" cap="none" normalizeH="0" baseline="0">
                        <a:ln>
                          <a:noFill/>
                        </a:ln>
                        <a:solidFill>
                          <a:schemeClr val="tx1"/>
                        </a:solidFill>
                        <a:effectLst/>
                        <a:latin typeface="Times New Roman" panose="02020603050405020304" pitchFamily="18" charset="0"/>
                        <a:ea typeface="黑体" panose="02010609060101010101" pitchFamily="49" charset="-122"/>
                      </a:endParaRPr>
                    </a:p>
                  </a:txBody>
                  <a:tcPr marL="54000" marR="54000" marT="28798" marB="28798"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l"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endParaRPr kumimoji="0" lang="zh-CN" altLang="zh-CN" sz="2400" b="1" i="0" u="none" strike="noStrike" cap="none" normalizeH="0" baseline="0" dirty="0">
                        <a:ln>
                          <a:noFill/>
                        </a:ln>
                        <a:solidFill>
                          <a:schemeClr val="tx1"/>
                        </a:solidFill>
                        <a:effectLst/>
                        <a:latin typeface="Times New Roman" panose="02020603050405020304" pitchFamily="18" charset="0"/>
                        <a:ea typeface="黑体" panose="02010609060101010101" pitchFamily="49" charset="-122"/>
                      </a:endParaRPr>
                    </a:p>
                  </a:txBody>
                  <a:tcPr marL="54000" marR="54000" marT="28798" marB="28798" anchor="ct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4"/>
                  </a:ext>
                </a:extLst>
              </a:tr>
            </a:tbl>
          </a:graphicData>
        </a:graphic>
      </p:graphicFrame>
      <p:sp>
        <p:nvSpPr>
          <p:cNvPr id="2" name="日期占位符 1">
            <a:extLst>
              <a:ext uri="{FF2B5EF4-FFF2-40B4-BE49-F238E27FC236}">
                <a16:creationId xmlns:a16="http://schemas.microsoft.com/office/drawing/2014/main" id="{2D99D2A8-C1A0-41CC-C238-5D3B448BA2BC}"/>
              </a:ext>
            </a:extLst>
          </p:cNvPr>
          <p:cNvSpPr>
            <a:spLocks noGrp="1"/>
          </p:cNvSpPr>
          <p:nvPr>
            <p:ph type="dt" sz="half" idx="10"/>
          </p:nvPr>
        </p:nvSpPr>
        <p:spPr/>
        <p:txBody>
          <a:bodyPr/>
          <a:lstStyle/>
          <a:p>
            <a:fld id="{C8EC2ED4-AE01-4391-AE6C-3D4E7C84D6C7}" type="datetime2">
              <a:rPr lang="zh-CN" altLang="en-US" smtClean="0"/>
              <a:pPr/>
              <a:t>2025年11月26日</a:t>
            </a:fld>
            <a:endParaRPr lang="zh-CN" altLang="en-US"/>
          </a:p>
        </p:txBody>
      </p:sp>
      <p:sp>
        <p:nvSpPr>
          <p:cNvPr id="3" name="页脚占位符 2">
            <a:extLst>
              <a:ext uri="{FF2B5EF4-FFF2-40B4-BE49-F238E27FC236}">
                <a16:creationId xmlns:a16="http://schemas.microsoft.com/office/drawing/2014/main" id="{110F84A4-74DE-8D5A-63A7-6401A9E6D795}"/>
              </a:ext>
            </a:extLst>
          </p:cNvPr>
          <p:cNvSpPr>
            <a:spLocks noGrp="1"/>
          </p:cNvSpPr>
          <p:nvPr>
            <p:ph type="ftr" sz="quarter" idx="11"/>
          </p:nvPr>
        </p:nvSpPr>
        <p:spPr/>
        <p:txBody>
          <a:bodyPr/>
          <a:lstStyle/>
          <a:p>
            <a:r>
              <a:rPr lang="zh-CN" altLang="en-US"/>
              <a:t>编译原理</a:t>
            </a:r>
            <a:r>
              <a:rPr lang="en-US" altLang="zh-CN"/>
              <a:t>-</a:t>
            </a:r>
            <a:r>
              <a:rPr lang="zh-CN" altLang="en-US"/>
              <a:t>王欣捷</a:t>
            </a:r>
            <a:r>
              <a:rPr lang="en-US" altLang="zh-CN"/>
              <a:t>-</a:t>
            </a:r>
            <a:r>
              <a:rPr lang="zh-CN" altLang="en-US"/>
              <a:t>第三章 语法分析</a:t>
            </a:r>
            <a:r>
              <a:rPr lang="en-US" altLang="zh-CN"/>
              <a:t>(4)</a:t>
            </a:r>
            <a:endParaRPr lang="zh-CN" altLang="en-US"/>
          </a:p>
        </p:txBody>
      </p:sp>
      <p:sp>
        <p:nvSpPr>
          <p:cNvPr id="5" name="灯片编号占位符 4">
            <a:extLst>
              <a:ext uri="{FF2B5EF4-FFF2-40B4-BE49-F238E27FC236}">
                <a16:creationId xmlns:a16="http://schemas.microsoft.com/office/drawing/2014/main" id="{4735E05E-14BA-A1EA-7910-6C3FC5707256}"/>
              </a:ext>
            </a:extLst>
          </p:cNvPr>
          <p:cNvSpPr>
            <a:spLocks noGrp="1"/>
          </p:cNvSpPr>
          <p:nvPr>
            <p:ph type="sldNum" sz="quarter" idx="12"/>
          </p:nvPr>
        </p:nvSpPr>
        <p:spPr/>
        <p:txBody>
          <a:bodyPr/>
          <a:lstStyle/>
          <a:p>
            <a:fld id="{094DEB03-EFC6-4C20-8FC8-295189A5386F}" type="slidenum">
              <a:rPr lang="zh-CN" altLang="en-US" smtClean="0"/>
              <a:pPr/>
              <a:t>54</a:t>
            </a:fld>
            <a:endParaRPr lang="zh-CN" altLang="en-US"/>
          </a:p>
        </p:txBody>
      </p:sp>
    </p:spTree>
  </p:cSld>
  <p:clrMapOvr>
    <a:masterClrMapping/>
  </p:clrMapOvr>
</p:sld>
</file>

<file path=ppt/slides/slide5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1442" name="Rectangle 2">
            <a:extLst>
              <a:ext uri="{FF2B5EF4-FFF2-40B4-BE49-F238E27FC236}">
                <a16:creationId xmlns:a16="http://schemas.microsoft.com/office/drawing/2014/main" id="{92F3BAB7-0ACE-4BC0-99FC-D134E26F1067}"/>
              </a:ext>
            </a:extLst>
          </p:cNvPr>
          <p:cNvSpPr>
            <a:spLocks noGrp="1" noChangeArrowheads="1"/>
          </p:cNvSpPr>
          <p:nvPr>
            <p:ph type="title"/>
          </p:nvPr>
        </p:nvSpPr>
        <p:spPr/>
        <p:txBody>
          <a:bodyPr/>
          <a:lstStyle/>
          <a:p>
            <a:pPr eaLnBrk="1" hangingPunct="1"/>
            <a:r>
              <a:rPr lang="en-US" altLang="zh-CN"/>
              <a:t>3.3.5 </a:t>
            </a:r>
            <a:r>
              <a:rPr lang="zh-CN" altLang="en-US"/>
              <a:t>构造预测分析表</a:t>
            </a:r>
          </a:p>
        </p:txBody>
      </p:sp>
      <p:graphicFrame>
        <p:nvGraphicFramePr>
          <p:cNvPr id="4" name="Group 3">
            <a:extLst>
              <a:ext uri="{FF2B5EF4-FFF2-40B4-BE49-F238E27FC236}">
                <a16:creationId xmlns:a16="http://schemas.microsoft.com/office/drawing/2014/main" id="{57488E03-71E2-48DB-B5DF-556409C85F94}"/>
              </a:ext>
            </a:extLst>
          </p:cNvPr>
          <p:cNvGraphicFramePr>
            <a:graphicFrameLocks/>
          </p:cNvGraphicFramePr>
          <p:nvPr>
            <p:extLst>
              <p:ext uri="{D42A27DB-BD31-4B8C-83A1-F6EECF244321}">
                <p14:modId xmlns:p14="http://schemas.microsoft.com/office/powerpoint/2010/main" val="3789766223"/>
              </p:ext>
            </p:extLst>
          </p:nvPr>
        </p:nvGraphicFramePr>
        <p:xfrm>
          <a:off x="170656" y="1440000"/>
          <a:ext cx="8802687" cy="4632324"/>
        </p:xfrm>
        <a:graphic>
          <a:graphicData uri="http://schemas.openxmlformats.org/drawingml/2006/table">
            <a:tbl>
              <a:tblPr/>
              <a:tblGrid>
                <a:gridCol w="990600">
                  <a:extLst>
                    <a:ext uri="{9D8B030D-6E8A-4147-A177-3AD203B41FA5}">
                      <a16:colId xmlns:a16="http://schemas.microsoft.com/office/drawing/2014/main" val="20000"/>
                    </a:ext>
                  </a:extLst>
                </a:gridCol>
                <a:gridCol w="1752600">
                  <a:extLst>
                    <a:ext uri="{9D8B030D-6E8A-4147-A177-3AD203B41FA5}">
                      <a16:colId xmlns:a16="http://schemas.microsoft.com/office/drawing/2014/main" val="20001"/>
                    </a:ext>
                  </a:extLst>
                </a:gridCol>
                <a:gridCol w="1219200">
                  <a:extLst>
                    <a:ext uri="{9D8B030D-6E8A-4147-A177-3AD203B41FA5}">
                      <a16:colId xmlns:a16="http://schemas.microsoft.com/office/drawing/2014/main" val="20002"/>
                    </a:ext>
                  </a:extLst>
                </a:gridCol>
                <a:gridCol w="1371600">
                  <a:extLst>
                    <a:ext uri="{9D8B030D-6E8A-4147-A177-3AD203B41FA5}">
                      <a16:colId xmlns:a16="http://schemas.microsoft.com/office/drawing/2014/main" val="20003"/>
                    </a:ext>
                  </a:extLst>
                </a:gridCol>
                <a:gridCol w="1066800">
                  <a:extLst>
                    <a:ext uri="{9D8B030D-6E8A-4147-A177-3AD203B41FA5}">
                      <a16:colId xmlns:a16="http://schemas.microsoft.com/office/drawing/2014/main" val="20004"/>
                    </a:ext>
                  </a:extLst>
                </a:gridCol>
                <a:gridCol w="914400">
                  <a:extLst>
                    <a:ext uri="{9D8B030D-6E8A-4147-A177-3AD203B41FA5}">
                      <a16:colId xmlns:a16="http://schemas.microsoft.com/office/drawing/2014/main" val="20005"/>
                    </a:ext>
                  </a:extLst>
                </a:gridCol>
                <a:gridCol w="1487487">
                  <a:extLst>
                    <a:ext uri="{9D8B030D-6E8A-4147-A177-3AD203B41FA5}">
                      <a16:colId xmlns:a16="http://schemas.microsoft.com/office/drawing/2014/main" val="20006"/>
                    </a:ext>
                  </a:extLst>
                </a:gridCol>
              </a:tblGrid>
              <a:tr h="822269">
                <a:tc rowSpan="2">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endParaRPr kumimoji="0" lang="en-US" altLang="zh-CN" sz="2400" b="0" i="0" u="none" strike="noStrike" cap="none" normalizeH="0" baseline="0">
                        <a:ln>
                          <a:noFill/>
                        </a:ln>
                        <a:solidFill>
                          <a:schemeClr val="tx1"/>
                        </a:solidFill>
                        <a:effectLst/>
                        <a:latin typeface="Times New Roman" panose="02020603050405020304" pitchFamily="18" charset="0"/>
                        <a:ea typeface="黑体" panose="02010609060101010101" pitchFamily="49" charset="-122"/>
                      </a:endParaRPr>
                    </a:p>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r>
                        <a:rPr kumimoji="0" lang="zh-CN" altLang="en-US" sz="2400" b="0" i="0" u="none" strike="noStrike" cap="none" normalizeH="0" baseline="0">
                          <a:ln>
                            <a:noFill/>
                          </a:ln>
                          <a:solidFill>
                            <a:schemeClr val="tx1"/>
                          </a:solidFill>
                          <a:effectLst/>
                          <a:latin typeface="Times New Roman" panose="02020603050405020304" pitchFamily="18" charset="0"/>
                          <a:ea typeface="黑体" panose="02010609060101010101" pitchFamily="49" charset="-122"/>
                        </a:rPr>
                        <a:t>非 终 结 符</a:t>
                      </a:r>
                    </a:p>
                  </a:txBody>
                  <a:tcPr marL="54000" marR="54000" marT="28798" marB="28798" anchor="ct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gridSpan="6">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r>
                        <a:rPr kumimoji="0" lang="zh-CN" altLang="en-US" sz="2400" b="0" i="0" u="none" strike="noStrike" cap="none" normalizeH="0" baseline="0">
                          <a:ln>
                            <a:noFill/>
                          </a:ln>
                          <a:solidFill>
                            <a:schemeClr val="tx1"/>
                          </a:solidFill>
                          <a:effectLst/>
                          <a:latin typeface="Times New Roman" panose="02020603050405020304" pitchFamily="18" charset="0"/>
                          <a:ea typeface="黑体" panose="02010609060101010101" pitchFamily="49" charset="-122"/>
                        </a:rPr>
                        <a:t>输 入 符 号</a:t>
                      </a:r>
                    </a:p>
                  </a:txBody>
                  <a:tcPr marL="54000" marR="54000" marT="28798" marB="28798" anchor="ct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extLst>
                  <a:ext uri="{0D108BD9-81ED-4DB2-BD59-A6C34878D82A}">
                    <a16:rowId xmlns:a16="http://schemas.microsoft.com/office/drawing/2014/main" val="10000"/>
                  </a:ext>
                </a:extLst>
              </a:tr>
              <a:tr h="823857">
                <a:tc vMerge="1">
                  <a:txBody>
                    <a:bodyPr/>
                    <a:lstStyle/>
                    <a:p>
                      <a:endParaRPr lang="zh-CN" altLang="en-US"/>
                    </a:p>
                  </a:txBody>
                  <a:tcPr/>
                </a:tc>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r>
                        <a:rPr kumimoji="0" lang="en-US" altLang="zh-CN" sz="2400" b="1" i="0" u="none" strike="noStrike" cap="none" normalizeH="0" baseline="0">
                          <a:ln>
                            <a:noFill/>
                          </a:ln>
                          <a:solidFill>
                            <a:schemeClr val="tx1"/>
                          </a:solidFill>
                          <a:effectLst/>
                          <a:latin typeface="Times New Roman" panose="02020603050405020304" pitchFamily="18" charset="0"/>
                          <a:ea typeface="黑体" panose="02010609060101010101" pitchFamily="49" charset="-122"/>
                        </a:rPr>
                        <a:t>other</a:t>
                      </a:r>
                    </a:p>
                  </a:txBody>
                  <a:tcPr marL="54000" marR="54000" marT="28798" marB="28798"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r>
                        <a:rPr kumimoji="0" lang="en-US" altLang="zh-CN" sz="2400" b="1" i="1" u="none" strike="noStrike" cap="none" normalizeH="0" baseline="0">
                          <a:ln>
                            <a:noFill/>
                          </a:ln>
                          <a:solidFill>
                            <a:schemeClr val="tx1"/>
                          </a:solidFill>
                          <a:effectLst/>
                          <a:latin typeface="Times New Roman" panose="02020603050405020304" pitchFamily="18" charset="0"/>
                          <a:ea typeface="黑体" panose="02010609060101010101" pitchFamily="49" charset="-122"/>
                        </a:rPr>
                        <a:t>b</a:t>
                      </a:r>
                    </a:p>
                  </a:txBody>
                  <a:tcPr marL="54000" marR="54000" marT="28798" marB="28798"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r>
                        <a:rPr kumimoji="0" lang="en-US" altLang="zh-CN" sz="2400" b="1" i="0" u="none" strike="noStrike" cap="none" normalizeH="0" baseline="0">
                          <a:ln>
                            <a:noFill/>
                          </a:ln>
                          <a:solidFill>
                            <a:schemeClr val="tx1"/>
                          </a:solidFill>
                          <a:effectLst/>
                          <a:latin typeface="Times New Roman" panose="02020603050405020304" pitchFamily="18" charset="0"/>
                          <a:ea typeface="黑体" panose="02010609060101010101" pitchFamily="49" charset="-122"/>
                        </a:rPr>
                        <a:t>else</a:t>
                      </a:r>
                    </a:p>
                  </a:txBody>
                  <a:tcPr marL="54000" marR="54000" marT="28798" marB="28798"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r>
                        <a:rPr kumimoji="0" lang="en-US" altLang="zh-CN" sz="2400" b="1" i="0" u="none" strike="noStrike" cap="none" normalizeH="0" baseline="0">
                          <a:ln>
                            <a:noFill/>
                          </a:ln>
                          <a:solidFill>
                            <a:schemeClr val="tx1"/>
                          </a:solidFill>
                          <a:effectLst/>
                          <a:latin typeface="Times New Roman" panose="02020603050405020304" pitchFamily="18" charset="0"/>
                          <a:ea typeface="黑体" panose="02010609060101010101" pitchFamily="49" charset="-122"/>
                        </a:rPr>
                        <a:t>if</a:t>
                      </a:r>
                    </a:p>
                  </a:txBody>
                  <a:tcPr marL="54000" marR="54000" marT="28798" marB="28798"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r>
                        <a:rPr kumimoji="0" lang="en-US" altLang="zh-CN" sz="2400" b="1" i="0" u="none" strike="noStrike" cap="none" normalizeH="0" baseline="0">
                          <a:ln>
                            <a:noFill/>
                          </a:ln>
                          <a:solidFill>
                            <a:schemeClr val="tx1"/>
                          </a:solidFill>
                          <a:effectLst/>
                          <a:latin typeface="Times New Roman" panose="02020603050405020304" pitchFamily="18" charset="0"/>
                          <a:ea typeface="黑体" panose="02010609060101010101" pitchFamily="49" charset="-122"/>
                        </a:rPr>
                        <a:t>then</a:t>
                      </a:r>
                    </a:p>
                  </a:txBody>
                  <a:tcPr marL="54000" marR="54000" marT="28798" marB="28798"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r>
                        <a:rPr kumimoji="0" lang="en-US" altLang="zh-CN" sz="2400" b="1" i="0" u="none" strike="noStrike" cap="none" normalizeH="0" baseline="0">
                          <a:ln>
                            <a:noFill/>
                          </a:ln>
                          <a:solidFill>
                            <a:schemeClr val="tx1"/>
                          </a:solidFill>
                          <a:effectLst/>
                          <a:latin typeface="Times New Roman" panose="02020603050405020304" pitchFamily="18" charset="0"/>
                          <a:ea typeface="黑体" panose="02010609060101010101" pitchFamily="49" charset="-122"/>
                        </a:rPr>
                        <a:t>$</a:t>
                      </a:r>
                    </a:p>
                  </a:txBody>
                  <a:tcPr marL="54000" marR="54000" marT="28798" marB="28798" anchor="ct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1"/>
                  </a:ext>
                </a:extLst>
              </a:tr>
              <a:tr h="862268">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l"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r>
                        <a:rPr kumimoji="0" lang="en-US" altLang="zh-CN" sz="2400" b="1" i="1" u="none" strike="noStrike" cap="none" normalizeH="0" baseline="0">
                          <a:ln>
                            <a:noFill/>
                          </a:ln>
                          <a:solidFill>
                            <a:schemeClr val="tx1"/>
                          </a:solidFill>
                          <a:effectLst/>
                          <a:latin typeface="Times New Roman" panose="02020603050405020304" pitchFamily="18" charset="0"/>
                          <a:ea typeface="黑体" panose="02010609060101010101" pitchFamily="49" charset="-122"/>
                        </a:rPr>
                        <a:t>stmt</a:t>
                      </a:r>
                    </a:p>
                  </a:txBody>
                  <a:tcPr marL="54000" marR="54000" marT="28798" marB="28798" anchor="ct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l"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r>
                        <a:rPr kumimoji="0" lang="en-US" altLang="zh-CN" sz="2400" b="1" i="1" u="none" strike="noStrike" cap="none" normalizeH="0" baseline="0" dirty="0" err="1">
                          <a:ln>
                            <a:noFill/>
                          </a:ln>
                          <a:solidFill>
                            <a:schemeClr val="tx1"/>
                          </a:solidFill>
                          <a:effectLst/>
                          <a:latin typeface="Times New Roman" panose="02020603050405020304" pitchFamily="18" charset="0"/>
                          <a:ea typeface="黑体" panose="02010609060101010101" pitchFamily="49" charset="-122"/>
                        </a:rPr>
                        <a:t>stmt</a:t>
                      </a:r>
                      <a:r>
                        <a:rPr kumimoji="0" lang="en-US" altLang="zh-CN" sz="2400" b="1" i="0" u="none" strike="noStrike" cap="none" normalizeH="0" baseline="0" dirty="0" err="1">
                          <a:ln>
                            <a:noFill/>
                          </a:ln>
                          <a:solidFill>
                            <a:schemeClr val="tx1"/>
                          </a:solidFill>
                          <a:effectLst/>
                          <a:latin typeface="Times New Roman" panose="02020603050405020304" pitchFamily="18" charset="0"/>
                          <a:ea typeface="黑体" panose="02010609060101010101" pitchFamily="49" charset="-122"/>
                          <a:sym typeface="Symbol" panose="05050102010706020507" pitchFamily="18" charset="2"/>
                        </a:rPr>
                        <a:t>other</a:t>
                      </a:r>
                      <a:endParaRPr kumimoji="0" lang="en-US" altLang="zh-CN" sz="2400" b="1" i="0" u="none" strike="noStrike" cap="none" normalizeH="0" baseline="0" dirty="0">
                        <a:ln>
                          <a:noFill/>
                        </a:ln>
                        <a:solidFill>
                          <a:schemeClr val="tx1"/>
                        </a:solidFill>
                        <a:effectLst/>
                        <a:latin typeface="Times New Roman" panose="02020603050405020304" pitchFamily="18" charset="0"/>
                        <a:ea typeface="黑体" panose="02010609060101010101" pitchFamily="49" charset="-122"/>
                        <a:sym typeface="Symbol" panose="05050102010706020507" pitchFamily="18" charset="2"/>
                      </a:endParaRPr>
                    </a:p>
                  </a:txBody>
                  <a:tcPr marL="54000" marR="54000" marT="28798" marB="28798"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l"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endParaRPr kumimoji="0" lang="zh-CN" altLang="zh-CN" sz="2400" b="1" i="0" u="none" strike="noStrike" cap="none" normalizeH="0" baseline="0">
                        <a:ln>
                          <a:noFill/>
                        </a:ln>
                        <a:solidFill>
                          <a:schemeClr val="tx1"/>
                        </a:solidFill>
                        <a:effectLst/>
                        <a:latin typeface="Times New Roman" panose="02020603050405020304" pitchFamily="18" charset="0"/>
                        <a:ea typeface="黑体" panose="02010609060101010101" pitchFamily="49" charset="-122"/>
                      </a:endParaRPr>
                    </a:p>
                  </a:txBody>
                  <a:tcPr marL="54000" marR="54000" marT="28798" marB="28798"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l"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endParaRPr kumimoji="0" lang="zh-CN" altLang="zh-CN" sz="2400" b="1" i="0" u="none" strike="noStrike" cap="none" normalizeH="0" baseline="0">
                        <a:ln>
                          <a:noFill/>
                        </a:ln>
                        <a:solidFill>
                          <a:schemeClr val="tx1"/>
                        </a:solidFill>
                        <a:effectLst/>
                        <a:latin typeface="Times New Roman" panose="02020603050405020304" pitchFamily="18" charset="0"/>
                        <a:ea typeface="黑体" panose="02010609060101010101" pitchFamily="49" charset="-122"/>
                      </a:endParaRPr>
                    </a:p>
                  </a:txBody>
                  <a:tcPr marL="54000" marR="54000" marT="28798" marB="28798"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l"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r>
                        <a:rPr kumimoji="0" lang="en-US" altLang="zh-CN" sz="2400" b="1" i="1" u="none" strike="noStrike" cap="none" normalizeH="0" baseline="0">
                          <a:ln>
                            <a:noFill/>
                          </a:ln>
                          <a:solidFill>
                            <a:schemeClr val="tx1"/>
                          </a:solidFill>
                          <a:effectLst/>
                          <a:latin typeface="Times New Roman" panose="02020603050405020304" pitchFamily="18" charset="0"/>
                          <a:ea typeface="黑体" panose="02010609060101010101" pitchFamily="49" charset="-122"/>
                        </a:rPr>
                        <a:t>stmt</a:t>
                      </a:r>
                      <a:r>
                        <a:rPr kumimoji="0" lang="en-US" altLang="zh-CN" sz="2400" b="1" i="0" u="none" strike="noStrike" cap="none" normalizeH="0" baseline="0">
                          <a:ln>
                            <a:noFill/>
                          </a:ln>
                          <a:solidFill>
                            <a:schemeClr val="tx1"/>
                          </a:solidFill>
                          <a:effectLst/>
                          <a:latin typeface="Times New Roman" panose="02020603050405020304" pitchFamily="18" charset="0"/>
                          <a:ea typeface="黑体" panose="02010609060101010101" pitchFamily="49" charset="-122"/>
                          <a:sym typeface="Symbol" panose="05050102010706020507" pitchFamily="18" charset="2"/>
                        </a:rPr>
                        <a:t></a:t>
                      </a:r>
                    </a:p>
                    <a:p>
                      <a:pPr marL="0" marR="0" lvl="0" indent="0" algn="l"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r>
                        <a:rPr kumimoji="0" lang="en-US" altLang="zh-CN" sz="2400" b="1" i="0" u="none" strike="noStrike" cap="none" normalizeH="0" baseline="0">
                          <a:ln>
                            <a:noFill/>
                          </a:ln>
                          <a:solidFill>
                            <a:schemeClr val="tx1"/>
                          </a:solidFill>
                          <a:effectLst/>
                          <a:latin typeface="Times New Roman" panose="02020603050405020304" pitchFamily="18" charset="0"/>
                          <a:ea typeface="黑体" panose="02010609060101010101" pitchFamily="49" charset="-122"/>
                          <a:sym typeface="Symbol" panose="05050102010706020507" pitchFamily="18" charset="2"/>
                        </a:rPr>
                        <a:t>if…</a:t>
                      </a:r>
                    </a:p>
                  </a:txBody>
                  <a:tcPr marL="54000" marR="54000" marT="28798" marB="28798"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l"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endParaRPr kumimoji="0" lang="zh-CN" altLang="zh-CN" sz="2400" b="1" i="0" u="none" strike="noStrike" cap="none" normalizeH="0" baseline="0">
                        <a:ln>
                          <a:noFill/>
                        </a:ln>
                        <a:solidFill>
                          <a:schemeClr val="tx1"/>
                        </a:solidFill>
                        <a:effectLst/>
                        <a:latin typeface="Times New Roman" panose="02020603050405020304" pitchFamily="18" charset="0"/>
                        <a:ea typeface="黑体" panose="02010609060101010101" pitchFamily="49" charset="-122"/>
                      </a:endParaRPr>
                    </a:p>
                  </a:txBody>
                  <a:tcPr marL="54000" marR="54000" marT="28798" marB="28798"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l"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endParaRPr kumimoji="0" lang="zh-CN" altLang="zh-CN" sz="2400" b="1" i="0" u="none" strike="noStrike" cap="none" normalizeH="0" baseline="0">
                        <a:ln>
                          <a:noFill/>
                        </a:ln>
                        <a:solidFill>
                          <a:schemeClr val="tx1"/>
                        </a:solidFill>
                        <a:effectLst/>
                        <a:latin typeface="Times New Roman" panose="02020603050405020304" pitchFamily="18" charset="0"/>
                        <a:ea typeface="黑体" panose="02010609060101010101" pitchFamily="49" charset="-122"/>
                      </a:endParaRPr>
                    </a:p>
                  </a:txBody>
                  <a:tcPr marL="54000" marR="54000" marT="28798" marB="28798" anchor="ct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2"/>
                  </a:ext>
                </a:extLst>
              </a:tr>
              <a:tr h="1301661">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l"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r>
                        <a:rPr kumimoji="0" lang="en-US" altLang="zh-CN" sz="2400" b="1" i="1" u="none" strike="noStrike" cap="none" normalizeH="0" baseline="0">
                          <a:ln>
                            <a:noFill/>
                          </a:ln>
                          <a:solidFill>
                            <a:schemeClr val="tx1"/>
                          </a:solidFill>
                          <a:effectLst/>
                          <a:latin typeface="Times New Roman" panose="02020603050405020304" pitchFamily="18" charset="0"/>
                          <a:ea typeface="黑体" panose="02010609060101010101" pitchFamily="49" charset="-122"/>
                        </a:rPr>
                        <a:t>e_part</a:t>
                      </a:r>
                    </a:p>
                  </a:txBody>
                  <a:tcPr marL="54000" marR="54000" marT="28798" marB="28798" anchor="ct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l"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endParaRPr kumimoji="0" lang="zh-CN" altLang="zh-CN" sz="2400" b="1" i="0" u="none" strike="noStrike" cap="none" normalizeH="0" baseline="0">
                        <a:ln>
                          <a:noFill/>
                        </a:ln>
                        <a:solidFill>
                          <a:schemeClr val="tx1"/>
                        </a:solidFill>
                        <a:effectLst/>
                        <a:latin typeface="Times New Roman" panose="02020603050405020304" pitchFamily="18" charset="0"/>
                        <a:ea typeface="黑体" panose="02010609060101010101" pitchFamily="49" charset="-122"/>
                      </a:endParaRPr>
                    </a:p>
                  </a:txBody>
                  <a:tcPr marL="54000" marR="54000" marT="28798" marB="28798"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l"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endParaRPr kumimoji="0" lang="zh-CN" altLang="zh-CN" sz="2400" b="1" i="0" u="none" strike="noStrike" cap="none" normalizeH="0" baseline="0">
                        <a:ln>
                          <a:noFill/>
                        </a:ln>
                        <a:solidFill>
                          <a:schemeClr val="tx1"/>
                        </a:solidFill>
                        <a:effectLst/>
                        <a:latin typeface="Times New Roman" panose="02020603050405020304" pitchFamily="18" charset="0"/>
                        <a:ea typeface="黑体" panose="02010609060101010101" pitchFamily="49" charset="-122"/>
                      </a:endParaRPr>
                    </a:p>
                  </a:txBody>
                  <a:tcPr marL="54000" marR="54000" marT="28798" marB="28798"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l"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r>
                        <a:rPr kumimoji="0" lang="en-US" altLang="zh-CN" sz="2400" b="1" i="1" u="none" strike="noStrike" cap="none" normalizeH="0" baseline="0" err="1">
                          <a:ln>
                            <a:noFill/>
                          </a:ln>
                          <a:solidFill>
                            <a:schemeClr val="accent2"/>
                          </a:solidFill>
                          <a:effectLst/>
                          <a:latin typeface="Times New Roman" panose="02020603050405020304" pitchFamily="18" charset="0"/>
                          <a:ea typeface="黑体" panose="02010609060101010101" pitchFamily="49" charset="-122"/>
                        </a:rPr>
                        <a:t>e_part</a:t>
                      </a:r>
                      <a:r>
                        <a:rPr kumimoji="0" lang="en-US" altLang="zh-CN" sz="2400" b="1" i="0" u="none" strike="noStrike" cap="none" normalizeH="0" baseline="0">
                          <a:ln>
                            <a:noFill/>
                          </a:ln>
                          <a:solidFill>
                            <a:schemeClr val="accent2"/>
                          </a:solidFill>
                          <a:effectLst/>
                          <a:latin typeface="Times New Roman" panose="02020603050405020304" pitchFamily="18" charset="0"/>
                          <a:ea typeface="黑体" panose="02010609060101010101" pitchFamily="49" charset="-122"/>
                          <a:sym typeface="Symbol" panose="05050102010706020507" pitchFamily="18" charset="2"/>
                        </a:rPr>
                        <a:t></a:t>
                      </a:r>
                    </a:p>
                    <a:p>
                      <a:pPr marL="0" marR="0" lvl="0" indent="0" algn="l"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r>
                        <a:rPr kumimoji="0" lang="en-US" altLang="zh-CN" sz="2400" b="1" i="0" u="none" strike="noStrike" cap="none" normalizeH="0" baseline="0">
                          <a:ln>
                            <a:noFill/>
                          </a:ln>
                          <a:solidFill>
                            <a:schemeClr val="accent2"/>
                          </a:solidFill>
                          <a:effectLst/>
                          <a:latin typeface="Times New Roman" panose="02020603050405020304" pitchFamily="18" charset="0"/>
                          <a:ea typeface="黑体" panose="02010609060101010101" pitchFamily="49" charset="-122"/>
                          <a:sym typeface="Symbol" panose="05050102010706020507" pitchFamily="18" charset="2"/>
                        </a:rPr>
                        <a:t>else </a:t>
                      </a:r>
                      <a:r>
                        <a:rPr kumimoji="0" lang="en-US" altLang="zh-CN" sz="2400" b="1" i="1" u="none" strike="noStrike" cap="none" normalizeH="0" baseline="0" err="1">
                          <a:ln>
                            <a:noFill/>
                          </a:ln>
                          <a:solidFill>
                            <a:schemeClr val="accent2"/>
                          </a:solidFill>
                          <a:effectLst/>
                          <a:latin typeface="Times New Roman" panose="02020603050405020304" pitchFamily="18" charset="0"/>
                          <a:ea typeface="黑体" panose="02010609060101010101" pitchFamily="49" charset="-122"/>
                          <a:sym typeface="Symbol" panose="05050102010706020507" pitchFamily="18" charset="2"/>
                        </a:rPr>
                        <a:t>stmt</a:t>
                      </a:r>
                      <a:endParaRPr kumimoji="0" lang="en-US" altLang="zh-CN" sz="2400" b="1" i="1" u="none" strike="noStrike" cap="none" normalizeH="0" baseline="0">
                        <a:ln>
                          <a:noFill/>
                        </a:ln>
                        <a:solidFill>
                          <a:schemeClr val="accent2"/>
                        </a:solidFill>
                        <a:effectLst/>
                        <a:latin typeface="Times New Roman" panose="02020603050405020304" pitchFamily="18" charset="0"/>
                        <a:ea typeface="黑体" panose="02010609060101010101" pitchFamily="49" charset="-122"/>
                        <a:sym typeface="Symbol" panose="05050102010706020507" pitchFamily="18" charset="2"/>
                      </a:endParaRPr>
                    </a:p>
                    <a:p>
                      <a:pPr marL="0" marR="0" lvl="0" indent="0" algn="l"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r>
                        <a:rPr kumimoji="0" lang="en-US" altLang="zh-CN" sz="2400" b="1" i="1" u="none" strike="noStrike" cap="none" normalizeH="0" baseline="0" err="1">
                          <a:ln>
                            <a:noFill/>
                          </a:ln>
                          <a:solidFill>
                            <a:schemeClr val="accent1"/>
                          </a:solidFill>
                          <a:effectLst/>
                          <a:latin typeface="Times New Roman" panose="02020603050405020304" pitchFamily="18" charset="0"/>
                          <a:ea typeface="黑体" panose="02010609060101010101" pitchFamily="49" charset="-122"/>
                        </a:rPr>
                        <a:t>e_part</a:t>
                      </a:r>
                      <a:r>
                        <a:rPr kumimoji="0" lang="en-US" altLang="zh-CN" sz="2400" b="1" i="0" u="none" strike="noStrike" cap="none" normalizeH="0" baseline="0">
                          <a:ln>
                            <a:noFill/>
                          </a:ln>
                          <a:solidFill>
                            <a:schemeClr val="accent1"/>
                          </a:solidFill>
                          <a:effectLst/>
                          <a:latin typeface="Times New Roman" panose="02020603050405020304" pitchFamily="18" charset="0"/>
                          <a:ea typeface="黑体" panose="02010609060101010101" pitchFamily="49" charset="-122"/>
                          <a:sym typeface="Symbol" panose="05050102010706020507" pitchFamily="18" charset="2"/>
                        </a:rPr>
                        <a:t></a:t>
                      </a:r>
                    </a:p>
                  </a:txBody>
                  <a:tcPr marL="54000" marR="54000" marT="28798" marB="28798"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l"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endParaRPr kumimoji="0" lang="zh-CN" altLang="zh-CN" sz="2400" b="1" i="0" u="none" strike="noStrike" cap="none" normalizeH="0" baseline="0">
                        <a:ln>
                          <a:noFill/>
                        </a:ln>
                        <a:solidFill>
                          <a:schemeClr val="tx1"/>
                        </a:solidFill>
                        <a:effectLst/>
                        <a:latin typeface="Times New Roman" panose="02020603050405020304" pitchFamily="18" charset="0"/>
                        <a:ea typeface="黑体" panose="02010609060101010101" pitchFamily="49" charset="-122"/>
                      </a:endParaRPr>
                    </a:p>
                  </a:txBody>
                  <a:tcPr marL="54000" marR="54000" marT="28798" marB="28798"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l"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endParaRPr kumimoji="0" lang="zh-CN" altLang="zh-CN" sz="2400" b="1" i="0" u="none" strike="noStrike" cap="none" normalizeH="0" baseline="0">
                        <a:ln>
                          <a:noFill/>
                        </a:ln>
                        <a:solidFill>
                          <a:schemeClr val="tx1"/>
                        </a:solidFill>
                        <a:effectLst/>
                        <a:latin typeface="Times New Roman" panose="02020603050405020304" pitchFamily="18" charset="0"/>
                        <a:ea typeface="黑体" panose="02010609060101010101" pitchFamily="49" charset="-122"/>
                      </a:endParaRPr>
                    </a:p>
                  </a:txBody>
                  <a:tcPr marL="54000" marR="54000" marT="28798" marB="28798"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l"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r>
                        <a:rPr kumimoji="0" lang="en-US" altLang="zh-CN" sz="2400" b="1" i="1" u="none" strike="noStrike" cap="none" normalizeH="0" baseline="0">
                          <a:ln>
                            <a:noFill/>
                          </a:ln>
                          <a:solidFill>
                            <a:schemeClr val="tx1"/>
                          </a:solidFill>
                          <a:effectLst/>
                          <a:latin typeface="Times New Roman" panose="02020603050405020304" pitchFamily="18" charset="0"/>
                          <a:ea typeface="黑体" panose="02010609060101010101" pitchFamily="49" charset="-122"/>
                        </a:rPr>
                        <a:t>e_part</a:t>
                      </a:r>
                      <a:r>
                        <a:rPr kumimoji="0" lang="en-US" altLang="zh-CN" sz="2400" b="1" i="0" u="none" strike="noStrike" cap="none" normalizeH="0" baseline="0">
                          <a:ln>
                            <a:noFill/>
                          </a:ln>
                          <a:solidFill>
                            <a:schemeClr val="tx1"/>
                          </a:solidFill>
                          <a:effectLst/>
                          <a:latin typeface="Times New Roman" panose="02020603050405020304" pitchFamily="18" charset="0"/>
                          <a:ea typeface="黑体" panose="02010609060101010101" pitchFamily="49" charset="-122"/>
                          <a:sym typeface="Symbol" panose="05050102010706020507" pitchFamily="18" charset="2"/>
                        </a:rPr>
                        <a:t></a:t>
                      </a:r>
                    </a:p>
                  </a:txBody>
                  <a:tcPr marL="54000" marR="54000" marT="28798" marB="28798" anchor="ct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3"/>
                  </a:ext>
                </a:extLst>
              </a:tr>
              <a:tr h="822269">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l"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r>
                        <a:rPr kumimoji="0" lang="en-US" altLang="zh-CN" sz="2400" b="1" i="1" u="none" strike="noStrike" cap="none" normalizeH="0" baseline="0">
                          <a:ln>
                            <a:noFill/>
                          </a:ln>
                          <a:solidFill>
                            <a:schemeClr val="tx1"/>
                          </a:solidFill>
                          <a:effectLst/>
                          <a:latin typeface="Times New Roman" panose="02020603050405020304" pitchFamily="18" charset="0"/>
                          <a:ea typeface="黑体" panose="02010609060101010101" pitchFamily="49" charset="-122"/>
                        </a:rPr>
                        <a:t>expr</a:t>
                      </a:r>
                    </a:p>
                  </a:txBody>
                  <a:tcPr marL="54000" marR="54000" marT="28798" marB="28798" anchor="ct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l"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endParaRPr kumimoji="0" lang="zh-CN" altLang="zh-CN" sz="2400" b="1" i="0" u="none" strike="noStrike" cap="none" normalizeH="0" baseline="0">
                        <a:ln>
                          <a:noFill/>
                        </a:ln>
                        <a:solidFill>
                          <a:schemeClr val="tx1"/>
                        </a:solidFill>
                        <a:effectLst/>
                        <a:latin typeface="Times New Roman" panose="02020603050405020304" pitchFamily="18" charset="0"/>
                        <a:ea typeface="黑体" panose="02010609060101010101" pitchFamily="49" charset="-122"/>
                      </a:endParaRPr>
                    </a:p>
                  </a:txBody>
                  <a:tcPr marL="54000" marR="54000" marT="28798" marB="28798"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l"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r>
                        <a:rPr kumimoji="0" lang="en-US" altLang="zh-CN" sz="2400" b="1" i="1" u="none" strike="noStrike" cap="none" normalizeH="0" baseline="0">
                          <a:ln>
                            <a:noFill/>
                          </a:ln>
                          <a:solidFill>
                            <a:schemeClr val="tx1"/>
                          </a:solidFill>
                          <a:effectLst/>
                          <a:latin typeface="Times New Roman" panose="02020603050405020304" pitchFamily="18" charset="0"/>
                          <a:ea typeface="黑体" panose="02010609060101010101" pitchFamily="49" charset="-122"/>
                        </a:rPr>
                        <a:t>expr</a:t>
                      </a:r>
                      <a:r>
                        <a:rPr kumimoji="0" lang="en-US" altLang="zh-CN" sz="2400" b="1" i="0" u="none" strike="noStrike" cap="none" normalizeH="0" baseline="0">
                          <a:ln>
                            <a:noFill/>
                          </a:ln>
                          <a:solidFill>
                            <a:schemeClr val="tx1"/>
                          </a:solidFill>
                          <a:effectLst/>
                          <a:latin typeface="Times New Roman" panose="02020603050405020304" pitchFamily="18" charset="0"/>
                          <a:ea typeface="黑体" panose="02010609060101010101" pitchFamily="49" charset="-122"/>
                          <a:sym typeface="Symbol" panose="05050102010706020507" pitchFamily="18" charset="2"/>
                        </a:rPr>
                        <a:t></a:t>
                      </a:r>
                      <a:r>
                        <a:rPr kumimoji="0" lang="en-US" altLang="zh-CN" sz="2400" b="1" i="1" u="none" strike="noStrike" cap="none" normalizeH="0" baseline="0">
                          <a:ln>
                            <a:noFill/>
                          </a:ln>
                          <a:solidFill>
                            <a:schemeClr val="tx1"/>
                          </a:solidFill>
                          <a:effectLst/>
                          <a:latin typeface="Times New Roman" panose="02020603050405020304" pitchFamily="18" charset="0"/>
                          <a:ea typeface="黑体" panose="02010609060101010101" pitchFamily="49" charset="-122"/>
                          <a:sym typeface="Symbol" panose="05050102010706020507" pitchFamily="18" charset="2"/>
                        </a:rPr>
                        <a:t>b</a:t>
                      </a:r>
                    </a:p>
                  </a:txBody>
                  <a:tcPr marL="54000" marR="54000" marT="28798" marB="28798"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l"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endParaRPr kumimoji="0" lang="zh-CN" altLang="zh-CN" sz="2400" b="1" i="0" u="none" strike="noStrike" cap="none" normalizeH="0" baseline="0">
                        <a:ln>
                          <a:noFill/>
                        </a:ln>
                        <a:solidFill>
                          <a:schemeClr val="tx1"/>
                        </a:solidFill>
                        <a:effectLst/>
                        <a:latin typeface="Times New Roman" panose="02020603050405020304" pitchFamily="18" charset="0"/>
                        <a:ea typeface="黑体" panose="02010609060101010101" pitchFamily="49" charset="-122"/>
                      </a:endParaRPr>
                    </a:p>
                  </a:txBody>
                  <a:tcPr marL="54000" marR="54000" marT="28798" marB="28798"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l"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endParaRPr kumimoji="0" lang="zh-CN" altLang="zh-CN" sz="2400" b="1" i="0" u="none" strike="noStrike" cap="none" normalizeH="0" baseline="0">
                        <a:ln>
                          <a:noFill/>
                        </a:ln>
                        <a:solidFill>
                          <a:schemeClr val="tx1"/>
                        </a:solidFill>
                        <a:effectLst/>
                        <a:latin typeface="Times New Roman" panose="02020603050405020304" pitchFamily="18" charset="0"/>
                        <a:ea typeface="黑体" panose="02010609060101010101" pitchFamily="49" charset="-122"/>
                      </a:endParaRPr>
                    </a:p>
                  </a:txBody>
                  <a:tcPr marL="54000" marR="54000" marT="28798" marB="28798"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l"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endParaRPr kumimoji="0" lang="zh-CN" altLang="zh-CN" sz="2400" b="1" i="0" u="none" strike="noStrike" cap="none" normalizeH="0" baseline="0">
                        <a:ln>
                          <a:noFill/>
                        </a:ln>
                        <a:solidFill>
                          <a:schemeClr val="tx1"/>
                        </a:solidFill>
                        <a:effectLst/>
                        <a:latin typeface="Times New Roman" panose="02020603050405020304" pitchFamily="18" charset="0"/>
                        <a:ea typeface="黑体" panose="02010609060101010101" pitchFamily="49" charset="-122"/>
                      </a:endParaRPr>
                    </a:p>
                  </a:txBody>
                  <a:tcPr marL="54000" marR="54000" marT="28798" marB="28798"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l"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endParaRPr kumimoji="0" lang="zh-CN" altLang="zh-CN" sz="2400" b="1" i="0" u="none" strike="noStrike" cap="none" normalizeH="0" baseline="0" dirty="0">
                        <a:ln>
                          <a:noFill/>
                        </a:ln>
                        <a:solidFill>
                          <a:schemeClr val="tx1"/>
                        </a:solidFill>
                        <a:effectLst/>
                        <a:latin typeface="Times New Roman" panose="02020603050405020304" pitchFamily="18" charset="0"/>
                        <a:ea typeface="黑体" panose="02010609060101010101" pitchFamily="49" charset="-122"/>
                      </a:endParaRPr>
                    </a:p>
                  </a:txBody>
                  <a:tcPr marL="54000" marR="54000" marT="28798" marB="28798" anchor="ct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4"/>
                  </a:ext>
                </a:extLst>
              </a:tr>
            </a:tbl>
          </a:graphicData>
        </a:graphic>
      </p:graphicFrame>
      <p:sp>
        <p:nvSpPr>
          <p:cNvPr id="2" name="日期占位符 1">
            <a:extLst>
              <a:ext uri="{FF2B5EF4-FFF2-40B4-BE49-F238E27FC236}">
                <a16:creationId xmlns:a16="http://schemas.microsoft.com/office/drawing/2014/main" id="{C249B7D1-0C16-5218-179D-2B543B786CBD}"/>
              </a:ext>
            </a:extLst>
          </p:cNvPr>
          <p:cNvSpPr>
            <a:spLocks noGrp="1"/>
          </p:cNvSpPr>
          <p:nvPr>
            <p:ph type="dt" sz="half" idx="10"/>
          </p:nvPr>
        </p:nvSpPr>
        <p:spPr/>
        <p:txBody>
          <a:bodyPr/>
          <a:lstStyle/>
          <a:p>
            <a:fld id="{9B584CF9-97CE-41F1-B1E1-6027D24B6466}" type="datetime2">
              <a:rPr lang="zh-CN" altLang="en-US" smtClean="0"/>
              <a:pPr/>
              <a:t>2025年11月26日</a:t>
            </a:fld>
            <a:endParaRPr lang="zh-CN" altLang="en-US"/>
          </a:p>
        </p:txBody>
      </p:sp>
      <p:sp>
        <p:nvSpPr>
          <p:cNvPr id="3" name="页脚占位符 2">
            <a:extLst>
              <a:ext uri="{FF2B5EF4-FFF2-40B4-BE49-F238E27FC236}">
                <a16:creationId xmlns:a16="http://schemas.microsoft.com/office/drawing/2014/main" id="{776B5FC0-ADA0-29DE-8C5A-EDD4C7C0FA51}"/>
              </a:ext>
            </a:extLst>
          </p:cNvPr>
          <p:cNvSpPr>
            <a:spLocks noGrp="1"/>
          </p:cNvSpPr>
          <p:nvPr>
            <p:ph type="ftr" sz="quarter" idx="11"/>
          </p:nvPr>
        </p:nvSpPr>
        <p:spPr/>
        <p:txBody>
          <a:bodyPr/>
          <a:lstStyle/>
          <a:p>
            <a:r>
              <a:rPr lang="zh-CN" altLang="en-US"/>
              <a:t>编译原理</a:t>
            </a:r>
            <a:r>
              <a:rPr lang="en-US" altLang="zh-CN"/>
              <a:t>-</a:t>
            </a:r>
            <a:r>
              <a:rPr lang="zh-CN" altLang="en-US"/>
              <a:t>王欣捷</a:t>
            </a:r>
            <a:r>
              <a:rPr lang="en-US" altLang="zh-CN"/>
              <a:t>-</a:t>
            </a:r>
            <a:r>
              <a:rPr lang="zh-CN" altLang="en-US"/>
              <a:t>第三章 语法分析</a:t>
            </a:r>
            <a:r>
              <a:rPr lang="en-US" altLang="zh-CN"/>
              <a:t>(4)</a:t>
            </a:r>
            <a:endParaRPr lang="zh-CN" altLang="en-US"/>
          </a:p>
        </p:txBody>
      </p:sp>
      <p:sp>
        <p:nvSpPr>
          <p:cNvPr id="5" name="灯片编号占位符 4">
            <a:extLst>
              <a:ext uri="{FF2B5EF4-FFF2-40B4-BE49-F238E27FC236}">
                <a16:creationId xmlns:a16="http://schemas.microsoft.com/office/drawing/2014/main" id="{04D0D003-00AC-7232-DA3D-20D207012B06}"/>
              </a:ext>
            </a:extLst>
          </p:cNvPr>
          <p:cNvSpPr>
            <a:spLocks noGrp="1"/>
          </p:cNvSpPr>
          <p:nvPr>
            <p:ph type="sldNum" sz="quarter" idx="12"/>
          </p:nvPr>
        </p:nvSpPr>
        <p:spPr/>
        <p:txBody>
          <a:bodyPr/>
          <a:lstStyle/>
          <a:p>
            <a:fld id="{094DEB03-EFC6-4C20-8FC8-295189A5386F}" type="slidenum">
              <a:rPr lang="zh-CN" altLang="en-US" smtClean="0"/>
              <a:pPr/>
              <a:t>55</a:t>
            </a:fld>
            <a:endParaRPr lang="zh-CN" altLang="en-US"/>
          </a:p>
        </p:txBody>
      </p:sp>
    </p:spTree>
  </p:cSld>
  <p:clrMapOvr>
    <a:masterClrMapping/>
  </p:clrMapOvr>
</p:sld>
</file>

<file path=ppt/slides/slide5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2466" name="Rectangle 2">
            <a:extLst>
              <a:ext uri="{FF2B5EF4-FFF2-40B4-BE49-F238E27FC236}">
                <a16:creationId xmlns:a16="http://schemas.microsoft.com/office/drawing/2014/main" id="{6EEB1172-6994-4FFE-8CFC-F7F7DEB6522E}"/>
              </a:ext>
            </a:extLst>
          </p:cNvPr>
          <p:cNvSpPr>
            <a:spLocks noGrp="1" noChangeArrowheads="1"/>
          </p:cNvSpPr>
          <p:nvPr>
            <p:ph type="title"/>
          </p:nvPr>
        </p:nvSpPr>
        <p:spPr/>
        <p:txBody>
          <a:bodyPr/>
          <a:lstStyle/>
          <a:p>
            <a:pPr eaLnBrk="1" hangingPunct="1"/>
            <a:r>
              <a:rPr lang="en-US" altLang="zh-CN"/>
              <a:t>3.3.5 </a:t>
            </a:r>
            <a:r>
              <a:rPr lang="zh-CN" altLang="en-US"/>
              <a:t>构造预测分析表</a:t>
            </a:r>
          </a:p>
        </p:txBody>
      </p:sp>
      <p:sp>
        <p:nvSpPr>
          <p:cNvPr id="62467" name="Rectangle 3">
            <a:extLst>
              <a:ext uri="{FF2B5EF4-FFF2-40B4-BE49-F238E27FC236}">
                <a16:creationId xmlns:a16="http://schemas.microsoft.com/office/drawing/2014/main" id="{5A3668B1-0415-4FA5-B87E-8D9329569612}"/>
              </a:ext>
            </a:extLst>
          </p:cNvPr>
          <p:cNvSpPr>
            <a:spLocks noGrp="1" noChangeArrowheads="1"/>
          </p:cNvSpPr>
          <p:nvPr>
            <p:ph idx="1"/>
          </p:nvPr>
        </p:nvSpPr>
        <p:spPr/>
        <p:txBody>
          <a:bodyPr/>
          <a:lstStyle/>
          <a:p>
            <a:pPr eaLnBrk="1" hangingPunct="1"/>
            <a:r>
              <a:rPr lang="zh-CN" altLang="en-US"/>
              <a:t>产生了多重定义的条目！</a:t>
            </a:r>
          </a:p>
          <a:p>
            <a:pPr eaLnBrk="1" hangingPunct="1"/>
            <a:r>
              <a:rPr lang="zh-CN" altLang="en-US"/>
              <a:t>根据情况删去一条来解决这种二义性。</a:t>
            </a:r>
          </a:p>
        </p:txBody>
      </p:sp>
      <p:sp>
        <p:nvSpPr>
          <p:cNvPr id="2" name="日期占位符 1">
            <a:extLst>
              <a:ext uri="{FF2B5EF4-FFF2-40B4-BE49-F238E27FC236}">
                <a16:creationId xmlns:a16="http://schemas.microsoft.com/office/drawing/2014/main" id="{8E995D40-3459-3DAB-4AB0-5E6E4333C22B}"/>
              </a:ext>
            </a:extLst>
          </p:cNvPr>
          <p:cNvSpPr>
            <a:spLocks noGrp="1"/>
          </p:cNvSpPr>
          <p:nvPr>
            <p:ph type="dt" sz="half" idx="10"/>
          </p:nvPr>
        </p:nvSpPr>
        <p:spPr/>
        <p:txBody>
          <a:bodyPr/>
          <a:lstStyle/>
          <a:p>
            <a:fld id="{1741744F-83E7-49E4-AC2C-E19ACEF3EB36}" type="datetime2">
              <a:rPr lang="zh-CN" altLang="en-US" smtClean="0"/>
              <a:pPr/>
              <a:t>2025年11月26日</a:t>
            </a:fld>
            <a:endParaRPr lang="zh-CN" altLang="en-US"/>
          </a:p>
        </p:txBody>
      </p:sp>
      <p:sp>
        <p:nvSpPr>
          <p:cNvPr id="3" name="页脚占位符 2">
            <a:extLst>
              <a:ext uri="{FF2B5EF4-FFF2-40B4-BE49-F238E27FC236}">
                <a16:creationId xmlns:a16="http://schemas.microsoft.com/office/drawing/2014/main" id="{B28C1638-A59D-65E0-AED8-9A8BF701BD3F}"/>
              </a:ext>
            </a:extLst>
          </p:cNvPr>
          <p:cNvSpPr>
            <a:spLocks noGrp="1"/>
          </p:cNvSpPr>
          <p:nvPr>
            <p:ph type="ftr" sz="quarter" idx="11"/>
          </p:nvPr>
        </p:nvSpPr>
        <p:spPr/>
        <p:txBody>
          <a:bodyPr/>
          <a:lstStyle/>
          <a:p>
            <a:r>
              <a:rPr lang="zh-CN" altLang="en-US"/>
              <a:t>编译原理</a:t>
            </a:r>
            <a:r>
              <a:rPr lang="en-US" altLang="zh-CN"/>
              <a:t>-</a:t>
            </a:r>
            <a:r>
              <a:rPr lang="zh-CN" altLang="en-US"/>
              <a:t>王欣捷</a:t>
            </a:r>
            <a:r>
              <a:rPr lang="en-US" altLang="zh-CN"/>
              <a:t>-</a:t>
            </a:r>
            <a:r>
              <a:rPr lang="zh-CN" altLang="en-US"/>
              <a:t>第三章 语法分析</a:t>
            </a:r>
            <a:r>
              <a:rPr lang="en-US" altLang="zh-CN"/>
              <a:t>(4)</a:t>
            </a:r>
            <a:endParaRPr lang="zh-CN" altLang="en-US"/>
          </a:p>
        </p:txBody>
      </p:sp>
      <p:sp>
        <p:nvSpPr>
          <p:cNvPr id="4" name="灯片编号占位符 3">
            <a:extLst>
              <a:ext uri="{FF2B5EF4-FFF2-40B4-BE49-F238E27FC236}">
                <a16:creationId xmlns:a16="http://schemas.microsoft.com/office/drawing/2014/main" id="{CEC4A8E6-3772-5912-3025-E7664C0B23D3}"/>
              </a:ext>
            </a:extLst>
          </p:cNvPr>
          <p:cNvSpPr>
            <a:spLocks noGrp="1"/>
          </p:cNvSpPr>
          <p:nvPr>
            <p:ph type="sldNum" sz="quarter" idx="12"/>
          </p:nvPr>
        </p:nvSpPr>
        <p:spPr/>
        <p:txBody>
          <a:bodyPr/>
          <a:lstStyle/>
          <a:p>
            <a:fld id="{094DEB03-EFC6-4C20-8FC8-295189A5386F}" type="slidenum">
              <a:rPr lang="zh-CN" altLang="en-US" smtClean="0"/>
              <a:pPr/>
              <a:t>56</a:t>
            </a:fld>
            <a:endParaRPr lang="zh-CN" altLang="en-US"/>
          </a:p>
        </p:txBody>
      </p:sp>
    </p:spTree>
  </p:cSld>
  <p:clrMapOvr>
    <a:masterClrMapping/>
  </p:clrMapOvr>
</p:sld>
</file>

<file path=ppt/slides/slide5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3490" name="Rectangle 2">
            <a:extLst>
              <a:ext uri="{FF2B5EF4-FFF2-40B4-BE49-F238E27FC236}">
                <a16:creationId xmlns:a16="http://schemas.microsoft.com/office/drawing/2014/main" id="{45FC7B3D-6BD0-43D7-A723-88A0520A083C}"/>
              </a:ext>
            </a:extLst>
          </p:cNvPr>
          <p:cNvSpPr>
            <a:spLocks noGrp="1" noChangeArrowheads="1"/>
          </p:cNvSpPr>
          <p:nvPr>
            <p:ph type="title"/>
          </p:nvPr>
        </p:nvSpPr>
        <p:spPr/>
        <p:txBody>
          <a:bodyPr/>
          <a:lstStyle/>
          <a:p>
            <a:pPr eaLnBrk="1" hangingPunct="1"/>
            <a:r>
              <a:rPr lang="en-US" altLang="zh-CN"/>
              <a:t>3.3.5 </a:t>
            </a:r>
            <a:r>
              <a:rPr lang="zh-CN" altLang="en-US"/>
              <a:t>构造预测分析表</a:t>
            </a:r>
          </a:p>
        </p:txBody>
      </p:sp>
      <p:graphicFrame>
        <p:nvGraphicFramePr>
          <p:cNvPr id="9" name="Group 3">
            <a:extLst>
              <a:ext uri="{FF2B5EF4-FFF2-40B4-BE49-F238E27FC236}">
                <a16:creationId xmlns:a16="http://schemas.microsoft.com/office/drawing/2014/main" id="{82B2B46B-178D-47F8-839E-CB39E06856CD}"/>
              </a:ext>
            </a:extLst>
          </p:cNvPr>
          <p:cNvGraphicFramePr>
            <a:graphicFrameLocks/>
          </p:cNvGraphicFramePr>
          <p:nvPr>
            <p:extLst>
              <p:ext uri="{D42A27DB-BD31-4B8C-83A1-F6EECF244321}">
                <p14:modId xmlns:p14="http://schemas.microsoft.com/office/powerpoint/2010/main" val="1585014019"/>
              </p:ext>
            </p:extLst>
          </p:nvPr>
        </p:nvGraphicFramePr>
        <p:xfrm>
          <a:off x="170656" y="1440000"/>
          <a:ext cx="8802687" cy="4632324"/>
        </p:xfrm>
        <a:graphic>
          <a:graphicData uri="http://schemas.openxmlformats.org/drawingml/2006/table">
            <a:tbl>
              <a:tblPr/>
              <a:tblGrid>
                <a:gridCol w="990600">
                  <a:extLst>
                    <a:ext uri="{9D8B030D-6E8A-4147-A177-3AD203B41FA5}">
                      <a16:colId xmlns:a16="http://schemas.microsoft.com/office/drawing/2014/main" val="20000"/>
                    </a:ext>
                  </a:extLst>
                </a:gridCol>
                <a:gridCol w="1752600">
                  <a:extLst>
                    <a:ext uri="{9D8B030D-6E8A-4147-A177-3AD203B41FA5}">
                      <a16:colId xmlns:a16="http://schemas.microsoft.com/office/drawing/2014/main" val="20001"/>
                    </a:ext>
                  </a:extLst>
                </a:gridCol>
                <a:gridCol w="1219200">
                  <a:extLst>
                    <a:ext uri="{9D8B030D-6E8A-4147-A177-3AD203B41FA5}">
                      <a16:colId xmlns:a16="http://schemas.microsoft.com/office/drawing/2014/main" val="20002"/>
                    </a:ext>
                  </a:extLst>
                </a:gridCol>
                <a:gridCol w="1371600">
                  <a:extLst>
                    <a:ext uri="{9D8B030D-6E8A-4147-A177-3AD203B41FA5}">
                      <a16:colId xmlns:a16="http://schemas.microsoft.com/office/drawing/2014/main" val="20003"/>
                    </a:ext>
                  </a:extLst>
                </a:gridCol>
                <a:gridCol w="1066800">
                  <a:extLst>
                    <a:ext uri="{9D8B030D-6E8A-4147-A177-3AD203B41FA5}">
                      <a16:colId xmlns:a16="http://schemas.microsoft.com/office/drawing/2014/main" val="20004"/>
                    </a:ext>
                  </a:extLst>
                </a:gridCol>
                <a:gridCol w="914400">
                  <a:extLst>
                    <a:ext uri="{9D8B030D-6E8A-4147-A177-3AD203B41FA5}">
                      <a16:colId xmlns:a16="http://schemas.microsoft.com/office/drawing/2014/main" val="20005"/>
                    </a:ext>
                  </a:extLst>
                </a:gridCol>
                <a:gridCol w="1487487">
                  <a:extLst>
                    <a:ext uri="{9D8B030D-6E8A-4147-A177-3AD203B41FA5}">
                      <a16:colId xmlns:a16="http://schemas.microsoft.com/office/drawing/2014/main" val="20006"/>
                    </a:ext>
                  </a:extLst>
                </a:gridCol>
              </a:tblGrid>
              <a:tr h="822269">
                <a:tc rowSpan="2">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endParaRPr kumimoji="0" lang="en-US" altLang="zh-CN" sz="2400" b="0" i="0" u="none" strike="noStrike" cap="none" normalizeH="0" baseline="0">
                        <a:ln>
                          <a:noFill/>
                        </a:ln>
                        <a:solidFill>
                          <a:schemeClr val="tx1"/>
                        </a:solidFill>
                        <a:effectLst/>
                        <a:latin typeface="Times New Roman" panose="02020603050405020304" pitchFamily="18" charset="0"/>
                        <a:ea typeface="黑体" panose="02010609060101010101" pitchFamily="49" charset="-122"/>
                      </a:endParaRPr>
                    </a:p>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r>
                        <a:rPr kumimoji="0" lang="zh-CN" altLang="en-US" sz="2400" b="0" i="0" u="none" strike="noStrike" cap="none" normalizeH="0" baseline="0">
                          <a:ln>
                            <a:noFill/>
                          </a:ln>
                          <a:solidFill>
                            <a:schemeClr val="tx1"/>
                          </a:solidFill>
                          <a:effectLst/>
                          <a:latin typeface="Times New Roman" panose="02020603050405020304" pitchFamily="18" charset="0"/>
                          <a:ea typeface="黑体" panose="02010609060101010101" pitchFamily="49" charset="-122"/>
                        </a:rPr>
                        <a:t>非 终 结 符</a:t>
                      </a:r>
                    </a:p>
                  </a:txBody>
                  <a:tcPr marL="54000" marR="54000" marT="28798" marB="28798" anchor="ct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gridSpan="6">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r>
                        <a:rPr kumimoji="0" lang="zh-CN" altLang="en-US" sz="2400" b="0" i="0" u="none" strike="noStrike" cap="none" normalizeH="0" baseline="0">
                          <a:ln>
                            <a:noFill/>
                          </a:ln>
                          <a:solidFill>
                            <a:schemeClr val="tx1"/>
                          </a:solidFill>
                          <a:effectLst/>
                          <a:latin typeface="Times New Roman" panose="02020603050405020304" pitchFamily="18" charset="0"/>
                          <a:ea typeface="黑体" panose="02010609060101010101" pitchFamily="49" charset="-122"/>
                        </a:rPr>
                        <a:t>输 入 符 号</a:t>
                      </a:r>
                    </a:p>
                  </a:txBody>
                  <a:tcPr marL="54000" marR="54000" marT="28798" marB="28798" anchor="ct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extLst>
                  <a:ext uri="{0D108BD9-81ED-4DB2-BD59-A6C34878D82A}">
                    <a16:rowId xmlns:a16="http://schemas.microsoft.com/office/drawing/2014/main" val="10000"/>
                  </a:ext>
                </a:extLst>
              </a:tr>
              <a:tr h="823857">
                <a:tc vMerge="1">
                  <a:txBody>
                    <a:bodyPr/>
                    <a:lstStyle/>
                    <a:p>
                      <a:endParaRPr lang="zh-CN" altLang="en-US"/>
                    </a:p>
                  </a:txBody>
                  <a:tcPr/>
                </a:tc>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r>
                        <a:rPr kumimoji="0" lang="en-US" altLang="zh-CN" sz="2400" b="1" i="0" u="none" strike="noStrike" cap="none" normalizeH="0" baseline="0">
                          <a:ln>
                            <a:noFill/>
                          </a:ln>
                          <a:solidFill>
                            <a:schemeClr val="tx1"/>
                          </a:solidFill>
                          <a:effectLst/>
                          <a:latin typeface="Times New Roman" panose="02020603050405020304" pitchFamily="18" charset="0"/>
                          <a:ea typeface="黑体" panose="02010609060101010101" pitchFamily="49" charset="-122"/>
                        </a:rPr>
                        <a:t>other</a:t>
                      </a:r>
                    </a:p>
                  </a:txBody>
                  <a:tcPr marL="54000" marR="54000" marT="28798" marB="28798"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r>
                        <a:rPr kumimoji="0" lang="en-US" altLang="zh-CN" sz="2400" b="1" i="1" u="none" strike="noStrike" cap="none" normalizeH="0" baseline="0">
                          <a:ln>
                            <a:noFill/>
                          </a:ln>
                          <a:solidFill>
                            <a:schemeClr val="tx1"/>
                          </a:solidFill>
                          <a:effectLst/>
                          <a:latin typeface="Times New Roman" panose="02020603050405020304" pitchFamily="18" charset="0"/>
                          <a:ea typeface="黑体" panose="02010609060101010101" pitchFamily="49" charset="-122"/>
                        </a:rPr>
                        <a:t>b</a:t>
                      </a:r>
                    </a:p>
                  </a:txBody>
                  <a:tcPr marL="54000" marR="54000" marT="28798" marB="28798"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r>
                        <a:rPr kumimoji="0" lang="en-US" altLang="zh-CN" sz="2400" b="1" i="0" u="none" strike="noStrike" cap="none" normalizeH="0" baseline="0">
                          <a:ln>
                            <a:noFill/>
                          </a:ln>
                          <a:solidFill>
                            <a:schemeClr val="tx1"/>
                          </a:solidFill>
                          <a:effectLst/>
                          <a:latin typeface="Times New Roman" panose="02020603050405020304" pitchFamily="18" charset="0"/>
                          <a:ea typeface="黑体" panose="02010609060101010101" pitchFamily="49" charset="-122"/>
                        </a:rPr>
                        <a:t>else</a:t>
                      </a:r>
                    </a:p>
                  </a:txBody>
                  <a:tcPr marL="54000" marR="54000" marT="28798" marB="28798"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r>
                        <a:rPr kumimoji="0" lang="en-US" altLang="zh-CN" sz="2400" b="1" i="0" u="none" strike="noStrike" cap="none" normalizeH="0" baseline="0">
                          <a:ln>
                            <a:noFill/>
                          </a:ln>
                          <a:solidFill>
                            <a:schemeClr val="tx1"/>
                          </a:solidFill>
                          <a:effectLst/>
                          <a:latin typeface="Times New Roman" panose="02020603050405020304" pitchFamily="18" charset="0"/>
                          <a:ea typeface="黑体" panose="02010609060101010101" pitchFamily="49" charset="-122"/>
                        </a:rPr>
                        <a:t>if</a:t>
                      </a:r>
                    </a:p>
                  </a:txBody>
                  <a:tcPr marL="54000" marR="54000" marT="28798" marB="28798"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r>
                        <a:rPr kumimoji="0" lang="en-US" altLang="zh-CN" sz="2400" b="1" i="0" u="none" strike="noStrike" cap="none" normalizeH="0" baseline="0">
                          <a:ln>
                            <a:noFill/>
                          </a:ln>
                          <a:solidFill>
                            <a:schemeClr val="tx1"/>
                          </a:solidFill>
                          <a:effectLst/>
                          <a:latin typeface="Times New Roman" panose="02020603050405020304" pitchFamily="18" charset="0"/>
                          <a:ea typeface="黑体" panose="02010609060101010101" pitchFamily="49" charset="-122"/>
                        </a:rPr>
                        <a:t>then</a:t>
                      </a:r>
                    </a:p>
                  </a:txBody>
                  <a:tcPr marL="54000" marR="54000" marT="28798" marB="28798"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r>
                        <a:rPr kumimoji="0" lang="en-US" altLang="zh-CN" sz="2400" b="1" i="0" u="none" strike="noStrike" cap="none" normalizeH="0" baseline="0">
                          <a:ln>
                            <a:noFill/>
                          </a:ln>
                          <a:solidFill>
                            <a:schemeClr val="tx1"/>
                          </a:solidFill>
                          <a:effectLst/>
                          <a:latin typeface="Times New Roman" panose="02020603050405020304" pitchFamily="18" charset="0"/>
                          <a:ea typeface="黑体" panose="02010609060101010101" pitchFamily="49" charset="-122"/>
                        </a:rPr>
                        <a:t>$</a:t>
                      </a:r>
                    </a:p>
                  </a:txBody>
                  <a:tcPr marL="54000" marR="54000" marT="28798" marB="28798" anchor="ct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1"/>
                  </a:ext>
                </a:extLst>
              </a:tr>
              <a:tr h="862268">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l"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r>
                        <a:rPr kumimoji="0" lang="en-US" altLang="zh-CN" sz="2400" b="1" i="1" u="none" strike="noStrike" cap="none" normalizeH="0" baseline="0">
                          <a:ln>
                            <a:noFill/>
                          </a:ln>
                          <a:solidFill>
                            <a:schemeClr val="tx1"/>
                          </a:solidFill>
                          <a:effectLst/>
                          <a:latin typeface="Times New Roman" panose="02020603050405020304" pitchFamily="18" charset="0"/>
                          <a:ea typeface="黑体" panose="02010609060101010101" pitchFamily="49" charset="-122"/>
                        </a:rPr>
                        <a:t>stmt</a:t>
                      </a:r>
                    </a:p>
                  </a:txBody>
                  <a:tcPr marL="54000" marR="54000" marT="28798" marB="28798" anchor="ct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l"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r>
                        <a:rPr kumimoji="0" lang="en-US" altLang="zh-CN" sz="2400" b="1" i="1" u="none" strike="noStrike" cap="none" normalizeH="0" baseline="0">
                          <a:ln>
                            <a:noFill/>
                          </a:ln>
                          <a:solidFill>
                            <a:schemeClr val="tx1"/>
                          </a:solidFill>
                          <a:effectLst/>
                          <a:latin typeface="Times New Roman" panose="02020603050405020304" pitchFamily="18" charset="0"/>
                          <a:ea typeface="黑体" panose="02010609060101010101" pitchFamily="49" charset="-122"/>
                        </a:rPr>
                        <a:t>stmt</a:t>
                      </a:r>
                      <a:r>
                        <a:rPr kumimoji="0" lang="en-US" altLang="zh-CN" sz="2400" b="1" i="0" u="none" strike="noStrike" cap="none" normalizeH="0" baseline="0">
                          <a:ln>
                            <a:noFill/>
                          </a:ln>
                          <a:solidFill>
                            <a:schemeClr val="tx1"/>
                          </a:solidFill>
                          <a:effectLst/>
                          <a:latin typeface="Times New Roman" panose="02020603050405020304" pitchFamily="18" charset="0"/>
                          <a:ea typeface="黑体" panose="02010609060101010101" pitchFamily="49" charset="-122"/>
                          <a:sym typeface="Symbol" panose="05050102010706020507" pitchFamily="18" charset="2"/>
                        </a:rPr>
                        <a:t>other</a:t>
                      </a:r>
                    </a:p>
                  </a:txBody>
                  <a:tcPr marL="54000" marR="54000" marT="28798" marB="28798"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l"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endParaRPr kumimoji="0" lang="zh-CN" altLang="zh-CN" sz="2400" b="1" i="0" u="none" strike="noStrike" cap="none" normalizeH="0" baseline="0">
                        <a:ln>
                          <a:noFill/>
                        </a:ln>
                        <a:solidFill>
                          <a:schemeClr val="tx1"/>
                        </a:solidFill>
                        <a:effectLst/>
                        <a:latin typeface="Times New Roman" panose="02020603050405020304" pitchFamily="18" charset="0"/>
                        <a:ea typeface="黑体" panose="02010609060101010101" pitchFamily="49" charset="-122"/>
                      </a:endParaRPr>
                    </a:p>
                  </a:txBody>
                  <a:tcPr marL="54000" marR="54000" marT="28798" marB="28798"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l"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endParaRPr kumimoji="0" lang="zh-CN" altLang="zh-CN" sz="2400" b="1" i="0" u="none" strike="noStrike" cap="none" normalizeH="0" baseline="0">
                        <a:ln>
                          <a:noFill/>
                        </a:ln>
                        <a:solidFill>
                          <a:schemeClr val="tx1"/>
                        </a:solidFill>
                        <a:effectLst/>
                        <a:latin typeface="Times New Roman" panose="02020603050405020304" pitchFamily="18" charset="0"/>
                        <a:ea typeface="黑体" panose="02010609060101010101" pitchFamily="49" charset="-122"/>
                      </a:endParaRPr>
                    </a:p>
                  </a:txBody>
                  <a:tcPr marL="54000" marR="54000" marT="28798" marB="28798"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l"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r>
                        <a:rPr kumimoji="0" lang="en-US" altLang="zh-CN" sz="2400" b="1" i="1" u="none" strike="noStrike" cap="none" normalizeH="0" baseline="0">
                          <a:ln>
                            <a:noFill/>
                          </a:ln>
                          <a:solidFill>
                            <a:schemeClr val="tx1"/>
                          </a:solidFill>
                          <a:effectLst/>
                          <a:latin typeface="Times New Roman" panose="02020603050405020304" pitchFamily="18" charset="0"/>
                          <a:ea typeface="黑体" panose="02010609060101010101" pitchFamily="49" charset="-122"/>
                        </a:rPr>
                        <a:t>stmt</a:t>
                      </a:r>
                      <a:r>
                        <a:rPr kumimoji="0" lang="en-US" altLang="zh-CN" sz="2400" b="1" i="0" u="none" strike="noStrike" cap="none" normalizeH="0" baseline="0">
                          <a:ln>
                            <a:noFill/>
                          </a:ln>
                          <a:solidFill>
                            <a:schemeClr val="tx1"/>
                          </a:solidFill>
                          <a:effectLst/>
                          <a:latin typeface="Times New Roman" panose="02020603050405020304" pitchFamily="18" charset="0"/>
                          <a:ea typeface="黑体" panose="02010609060101010101" pitchFamily="49" charset="-122"/>
                          <a:sym typeface="Symbol" panose="05050102010706020507" pitchFamily="18" charset="2"/>
                        </a:rPr>
                        <a:t></a:t>
                      </a:r>
                    </a:p>
                    <a:p>
                      <a:pPr marL="0" marR="0" lvl="0" indent="0" algn="l"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r>
                        <a:rPr kumimoji="0" lang="en-US" altLang="zh-CN" sz="2400" b="1" i="0" u="none" strike="noStrike" cap="none" normalizeH="0" baseline="0">
                          <a:ln>
                            <a:noFill/>
                          </a:ln>
                          <a:solidFill>
                            <a:schemeClr val="tx1"/>
                          </a:solidFill>
                          <a:effectLst/>
                          <a:latin typeface="Times New Roman" panose="02020603050405020304" pitchFamily="18" charset="0"/>
                          <a:ea typeface="黑体" panose="02010609060101010101" pitchFamily="49" charset="-122"/>
                          <a:sym typeface="Symbol" panose="05050102010706020507" pitchFamily="18" charset="2"/>
                        </a:rPr>
                        <a:t>if…</a:t>
                      </a:r>
                    </a:p>
                  </a:txBody>
                  <a:tcPr marL="54000" marR="54000" marT="28798" marB="28798"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l"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endParaRPr kumimoji="0" lang="zh-CN" altLang="zh-CN" sz="2400" b="1" i="0" u="none" strike="noStrike" cap="none" normalizeH="0" baseline="0">
                        <a:ln>
                          <a:noFill/>
                        </a:ln>
                        <a:solidFill>
                          <a:schemeClr val="tx1"/>
                        </a:solidFill>
                        <a:effectLst/>
                        <a:latin typeface="Times New Roman" panose="02020603050405020304" pitchFamily="18" charset="0"/>
                        <a:ea typeface="黑体" panose="02010609060101010101" pitchFamily="49" charset="-122"/>
                      </a:endParaRPr>
                    </a:p>
                  </a:txBody>
                  <a:tcPr marL="54000" marR="54000" marT="28798" marB="28798"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l"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endParaRPr kumimoji="0" lang="zh-CN" altLang="zh-CN" sz="2400" b="1" i="0" u="none" strike="noStrike" cap="none" normalizeH="0" baseline="0">
                        <a:ln>
                          <a:noFill/>
                        </a:ln>
                        <a:solidFill>
                          <a:schemeClr val="tx1"/>
                        </a:solidFill>
                        <a:effectLst/>
                        <a:latin typeface="Times New Roman" panose="02020603050405020304" pitchFamily="18" charset="0"/>
                        <a:ea typeface="黑体" panose="02010609060101010101" pitchFamily="49" charset="-122"/>
                      </a:endParaRPr>
                    </a:p>
                  </a:txBody>
                  <a:tcPr marL="54000" marR="54000" marT="28798" marB="28798" anchor="ct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2"/>
                  </a:ext>
                </a:extLst>
              </a:tr>
              <a:tr h="1301661">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l"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r>
                        <a:rPr kumimoji="0" lang="en-US" altLang="zh-CN" sz="2400" b="1" i="1" u="none" strike="noStrike" cap="none" normalizeH="0" baseline="0">
                          <a:ln>
                            <a:noFill/>
                          </a:ln>
                          <a:solidFill>
                            <a:schemeClr val="tx1"/>
                          </a:solidFill>
                          <a:effectLst/>
                          <a:latin typeface="Times New Roman" panose="02020603050405020304" pitchFamily="18" charset="0"/>
                          <a:ea typeface="黑体" panose="02010609060101010101" pitchFamily="49" charset="-122"/>
                        </a:rPr>
                        <a:t>e_part</a:t>
                      </a:r>
                    </a:p>
                  </a:txBody>
                  <a:tcPr marL="54000" marR="54000" marT="28798" marB="28798" anchor="ct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l"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endParaRPr kumimoji="0" lang="zh-CN" altLang="zh-CN" sz="2400" b="1" i="0" u="none" strike="noStrike" cap="none" normalizeH="0" baseline="0">
                        <a:ln>
                          <a:noFill/>
                        </a:ln>
                        <a:solidFill>
                          <a:schemeClr val="tx1"/>
                        </a:solidFill>
                        <a:effectLst/>
                        <a:latin typeface="Times New Roman" panose="02020603050405020304" pitchFamily="18" charset="0"/>
                        <a:ea typeface="黑体" panose="02010609060101010101" pitchFamily="49" charset="-122"/>
                      </a:endParaRPr>
                    </a:p>
                  </a:txBody>
                  <a:tcPr marL="54000" marR="54000" marT="28798" marB="28798"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l"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endParaRPr kumimoji="0" lang="zh-CN" altLang="zh-CN" sz="2400" b="1" i="0" u="none" strike="noStrike" cap="none" normalizeH="0" baseline="0">
                        <a:ln>
                          <a:noFill/>
                        </a:ln>
                        <a:solidFill>
                          <a:schemeClr val="tx1"/>
                        </a:solidFill>
                        <a:effectLst/>
                        <a:latin typeface="Times New Roman" panose="02020603050405020304" pitchFamily="18" charset="0"/>
                        <a:ea typeface="黑体" panose="02010609060101010101" pitchFamily="49" charset="-122"/>
                      </a:endParaRPr>
                    </a:p>
                  </a:txBody>
                  <a:tcPr marL="54000" marR="54000" marT="28798" marB="28798"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l"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r>
                        <a:rPr kumimoji="0" lang="en-US" altLang="zh-CN" sz="2400" b="1" i="1" u="none" strike="noStrike" cap="none" normalizeH="0" baseline="0" err="1">
                          <a:ln>
                            <a:noFill/>
                          </a:ln>
                          <a:solidFill>
                            <a:schemeClr val="accent2"/>
                          </a:solidFill>
                          <a:effectLst/>
                          <a:latin typeface="Times New Roman" panose="02020603050405020304" pitchFamily="18" charset="0"/>
                          <a:ea typeface="黑体" panose="02010609060101010101" pitchFamily="49" charset="-122"/>
                        </a:rPr>
                        <a:t>e_part</a:t>
                      </a:r>
                      <a:r>
                        <a:rPr kumimoji="0" lang="en-US" altLang="zh-CN" sz="2400" b="1" i="0" u="none" strike="noStrike" cap="none" normalizeH="0" baseline="0">
                          <a:ln>
                            <a:noFill/>
                          </a:ln>
                          <a:solidFill>
                            <a:schemeClr val="accent2"/>
                          </a:solidFill>
                          <a:effectLst/>
                          <a:latin typeface="Times New Roman" panose="02020603050405020304" pitchFamily="18" charset="0"/>
                          <a:ea typeface="黑体" panose="02010609060101010101" pitchFamily="49" charset="-122"/>
                          <a:sym typeface="Symbol" panose="05050102010706020507" pitchFamily="18" charset="2"/>
                        </a:rPr>
                        <a:t></a:t>
                      </a:r>
                    </a:p>
                    <a:p>
                      <a:pPr marL="0" marR="0" lvl="0" indent="0" algn="l"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r>
                        <a:rPr kumimoji="0" lang="en-US" altLang="zh-CN" sz="2400" b="1" i="0" u="none" strike="noStrike" cap="none" normalizeH="0" baseline="0">
                          <a:ln>
                            <a:noFill/>
                          </a:ln>
                          <a:solidFill>
                            <a:schemeClr val="accent2"/>
                          </a:solidFill>
                          <a:effectLst/>
                          <a:latin typeface="Times New Roman" panose="02020603050405020304" pitchFamily="18" charset="0"/>
                          <a:ea typeface="黑体" panose="02010609060101010101" pitchFamily="49" charset="-122"/>
                          <a:sym typeface="Symbol" panose="05050102010706020507" pitchFamily="18" charset="2"/>
                        </a:rPr>
                        <a:t>else </a:t>
                      </a:r>
                      <a:r>
                        <a:rPr kumimoji="0" lang="en-US" altLang="zh-CN" sz="2400" b="1" i="1" u="none" strike="noStrike" cap="none" normalizeH="0" baseline="0" err="1">
                          <a:ln>
                            <a:noFill/>
                          </a:ln>
                          <a:solidFill>
                            <a:schemeClr val="accent2"/>
                          </a:solidFill>
                          <a:effectLst/>
                          <a:latin typeface="Times New Roman" panose="02020603050405020304" pitchFamily="18" charset="0"/>
                          <a:ea typeface="黑体" panose="02010609060101010101" pitchFamily="49" charset="-122"/>
                          <a:sym typeface="Symbol" panose="05050102010706020507" pitchFamily="18" charset="2"/>
                        </a:rPr>
                        <a:t>stmt</a:t>
                      </a:r>
                      <a:endParaRPr kumimoji="0" lang="en-US" altLang="zh-CN" sz="2400" b="1" i="1" u="none" strike="noStrike" cap="none" normalizeH="0" baseline="0">
                        <a:ln>
                          <a:noFill/>
                        </a:ln>
                        <a:solidFill>
                          <a:schemeClr val="accent2"/>
                        </a:solidFill>
                        <a:effectLst/>
                        <a:latin typeface="Times New Roman" panose="02020603050405020304" pitchFamily="18" charset="0"/>
                        <a:ea typeface="黑体" panose="02010609060101010101" pitchFamily="49" charset="-122"/>
                        <a:sym typeface="Symbol" panose="05050102010706020507" pitchFamily="18" charset="2"/>
                      </a:endParaRPr>
                    </a:p>
                  </a:txBody>
                  <a:tcPr marL="54000" marR="54000" marT="28798" marB="28798"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l"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endParaRPr kumimoji="0" lang="zh-CN" altLang="zh-CN" sz="2400" b="1" i="0" u="none" strike="noStrike" cap="none" normalizeH="0" baseline="0">
                        <a:ln>
                          <a:noFill/>
                        </a:ln>
                        <a:solidFill>
                          <a:schemeClr val="tx1"/>
                        </a:solidFill>
                        <a:effectLst/>
                        <a:latin typeface="Times New Roman" panose="02020603050405020304" pitchFamily="18" charset="0"/>
                        <a:ea typeface="黑体" panose="02010609060101010101" pitchFamily="49" charset="-122"/>
                      </a:endParaRPr>
                    </a:p>
                  </a:txBody>
                  <a:tcPr marL="54000" marR="54000" marT="28798" marB="28798"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l"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endParaRPr kumimoji="0" lang="zh-CN" altLang="zh-CN" sz="2400" b="1" i="0" u="none" strike="noStrike" cap="none" normalizeH="0" baseline="0">
                        <a:ln>
                          <a:noFill/>
                        </a:ln>
                        <a:solidFill>
                          <a:schemeClr val="tx1"/>
                        </a:solidFill>
                        <a:effectLst/>
                        <a:latin typeface="Times New Roman" panose="02020603050405020304" pitchFamily="18" charset="0"/>
                        <a:ea typeface="黑体" panose="02010609060101010101" pitchFamily="49" charset="-122"/>
                      </a:endParaRPr>
                    </a:p>
                  </a:txBody>
                  <a:tcPr marL="54000" marR="54000" marT="28798" marB="28798"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l"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r>
                        <a:rPr kumimoji="0" lang="en-US" altLang="zh-CN" sz="2400" b="1" i="1" u="none" strike="noStrike" cap="none" normalizeH="0" baseline="0">
                          <a:ln>
                            <a:noFill/>
                          </a:ln>
                          <a:solidFill>
                            <a:schemeClr val="tx1"/>
                          </a:solidFill>
                          <a:effectLst/>
                          <a:latin typeface="Times New Roman" panose="02020603050405020304" pitchFamily="18" charset="0"/>
                          <a:ea typeface="黑体" panose="02010609060101010101" pitchFamily="49" charset="-122"/>
                        </a:rPr>
                        <a:t>e_part</a:t>
                      </a:r>
                      <a:r>
                        <a:rPr kumimoji="0" lang="en-US" altLang="zh-CN" sz="2400" b="1" i="0" u="none" strike="noStrike" cap="none" normalizeH="0" baseline="0">
                          <a:ln>
                            <a:noFill/>
                          </a:ln>
                          <a:solidFill>
                            <a:schemeClr val="tx1"/>
                          </a:solidFill>
                          <a:effectLst/>
                          <a:latin typeface="Times New Roman" panose="02020603050405020304" pitchFamily="18" charset="0"/>
                          <a:ea typeface="黑体" panose="02010609060101010101" pitchFamily="49" charset="-122"/>
                          <a:sym typeface="Symbol" panose="05050102010706020507" pitchFamily="18" charset="2"/>
                        </a:rPr>
                        <a:t></a:t>
                      </a:r>
                    </a:p>
                  </a:txBody>
                  <a:tcPr marL="54000" marR="54000" marT="28798" marB="28798" anchor="ct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3"/>
                  </a:ext>
                </a:extLst>
              </a:tr>
              <a:tr h="822269">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l"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r>
                        <a:rPr kumimoji="0" lang="en-US" altLang="zh-CN" sz="2400" b="1" i="1" u="none" strike="noStrike" cap="none" normalizeH="0" baseline="0">
                          <a:ln>
                            <a:noFill/>
                          </a:ln>
                          <a:solidFill>
                            <a:schemeClr val="tx1"/>
                          </a:solidFill>
                          <a:effectLst/>
                          <a:latin typeface="Times New Roman" panose="02020603050405020304" pitchFamily="18" charset="0"/>
                          <a:ea typeface="黑体" panose="02010609060101010101" pitchFamily="49" charset="-122"/>
                        </a:rPr>
                        <a:t>expr</a:t>
                      </a:r>
                    </a:p>
                  </a:txBody>
                  <a:tcPr marL="54000" marR="54000" marT="28798" marB="28798" anchor="ct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l"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endParaRPr kumimoji="0" lang="zh-CN" altLang="zh-CN" sz="2400" b="1" i="0" u="none" strike="noStrike" cap="none" normalizeH="0" baseline="0">
                        <a:ln>
                          <a:noFill/>
                        </a:ln>
                        <a:solidFill>
                          <a:schemeClr val="tx1"/>
                        </a:solidFill>
                        <a:effectLst/>
                        <a:latin typeface="Times New Roman" panose="02020603050405020304" pitchFamily="18" charset="0"/>
                        <a:ea typeface="黑体" panose="02010609060101010101" pitchFamily="49" charset="-122"/>
                      </a:endParaRPr>
                    </a:p>
                  </a:txBody>
                  <a:tcPr marL="54000" marR="54000" marT="28798" marB="28798"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l"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r>
                        <a:rPr kumimoji="0" lang="en-US" altLang="zh-CN" sz="2400" b="1" i="1" u="none" strike="noStrike" cap="none" normalizeH="0" baseline="0">
                          <a:ln>
                            <a:noFill/>
                          </a:ln>
                          <a:solidFill>
                            <a:schemeClr val="tx1"/>
                          </a:solidFill>
                          <a:effectLst/>
                          <a:latin typeface="Times New Roman" panose="02020603050405020304" pitchFamily="18" charset="0"/>
                          <a:ea typeface="黑体" panose="02010609060101010101" pitchFamily="49" charset="-122"/>
                        </a:rPr>
                        <a:t>expr</a:t>
                      </a:r>
                      <a:r>
                        <a:rPr kumimoji="0" lang="en-US" altLang="zh-CN" sz="2400" b="1" i="0" u="none" strike="noStrike" cap="none" normalizeH="0" baseline="0">
                          <a:ln>
                            <a:noFill/>
                          </a:ln>
                          <a:solidFill>
                            <a:schemeClr val="tx1"/>
                          </a:solidFill>
                          <a:effectLst/>
                          <a:latin typeface="Times New Roman" panose="02020603050405020304" pitchFamily="18" charset="0"/>
                          <a:ea typeface="黑体" panose="02010609060101010101" pitchFamily="49" charset="-122"/>
                          <a:sym typeface="Symbol" panose="05050102010706020507" pitchFamily="18" charset="2"/>
                        </a:rPr>
                        <a:t></a:t>
                      </a:r>
                      <a:r>
                        <a:rPr kumimoji="0" lang="en-US" altLang="zh-CN" sz="2400" b="1" i="1" u="none" strike="noStrike" cap="none" normalizeH="0" baseline="0">
                          <a:ln>
                            <a:noFill/>
                          </a:ln>
                          <a:solidFill>
                            <a:schemeClr val="tx1"/>
                          </a:solidFill>
                          <a:effectLst/>
                          <a:latin typeface="Times New Roman" panose="02020603050405020304" pitchFamily="18" charset="0"/>
                          <a:ea typeface="黑体" panose="02010609060101010101" pitchFamily="49" charset="-122"/>
                          <a:sym typeface="Symbol" panose="05050102010706020507" pitchFamily="18" charset="2"/>
                        </a:rPr>
                        <a:t>b</a:t>
                      </a:r>
                    </a:p>
                  </a:txBody>
                  <a:tcPr marL="54000" marR="54000" marT="28798" marB="28798"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l"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endParaRPr kumimoji="0" lang="zh-CN" altLang="zh-CN" sz="2400" b="1" i="0" u="none" strike="noStrike" cap="none" normalizeH="0" baseline="0">
                        <a:ln>
                          <a:noFill/>
                        </a:ln>
                        <a:solidFill>
                          <a:schemeClr val="tx1"/>
                        </a:solidFill>
                        <a:effectLst/>
                        <a:latin typeface="Times New Roman" panose="02020603050405020304" pitchFamily="18" charset="0"/>
                        <a:ea typeface="黑体" panose="02010609060101010101" pitchFamily="49" charset="-122"/>
                      </a:endParaRPr>
                    </a:p>
                  </a:txBody>
                  <a:tcPr marL="54000" marR="54000" marT="28798" marB="28798"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l"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endParaRPr kumimoji="0" lang="zh-CN" altLang="zh-CN" sz="2400" b="1" i="0" u="none" strike="noStrike" cap="none" normalizeH="0" baseline="0">
                        <a:ln>
                          <a:noFill/>
                        </a:ln>
                        <a:solidFill>
                          <a:schemeClr val="tx1"/>
                        </a:solidFill>
                        <a:effectLst/>
                        <a:latin typeface="Times New Roman" panose="02020603050405020304" pitchFamily="18" charset="0"/>
                        <a:ea typeface="黑体" panose="02010609060101010101" pitchFamily="49" charset="-122"/>
                      </a:endParaRPr>
                    </a:p>
                  </a:txBody>
                  <a:tcPr marL="54000" marR="54000" marT="28798" marB="28798"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l"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endParaRPr kumimoji="0" lang="zh-CN" altLang="zh-CN" sz="2400" b="1" i="0" u="none" strike="noStrike" cap="none" normalizeH="0" baseline="0">
                        <a:ln>
                          <a:noFill/>
                        </a:ln>
                        <a:solidFill>
                          <a:schemeClr val="tx1"/>
                        </a:solidFill>
                        <a:effectLst/>
                        <a:latin typeface="Times New Roman" panose="02020603050405020304" pitchFamily="18" charset="0"/>
                        <a:ea typeface="黑体" panose="02010609060101010101" pitchFamily="49" charset="-122"/>
                      </a:endParaRPr>
                    </a:p>
                  </a:txBody>
                  <a:tcPr marL="54000" marR="54000" marT="28798" marB="28798"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l"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endParaRPr kumimoji="0" lang="zh-CN" altLang="zh-CN" sz="2400" b="1" i="0" u="none" strike="noStrike" cap="none" normalizeH="0" baseline="0" dirty="0">
                        <a:ln>
                          <a:noFill/>
                        </a:ln>
                        <a:solidFill>
                          <a:schemeClr val="tx1"/>
                        </a:solidFill>
                        <a:effectLst/>
                        <a:latin typeface="Times New Roman" panose="02020603050405020304" pitchFamily="18" charset="0"/>
                        <a:ea typeface="黑体" panose="02010609060101010101" pitchFamily="49" charset="-122"/>
                      </a:endParaRPr>
                    </a:p>
                  </a:txBody>
                  <a:tcPr marL="54000" marR="54000" marT="28798" marB="28798" anchor="ct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4"/>
                  </a:ext>
                </a:extLst>
              </a:tr>
            </a:tbl>
          </a:graphicData>
        </a:graphic>
      </p:graphicFrame>
      <p:sp>
        <p:nvSpPr>
          <p:cNvPr id="2" name="日期占位符 1">
            <a:extLst>
              <a:ext uri="{FF2B5EF4-FFF2-40B4-BE49-F238E27FC236}">
                <a16:creationId xmlns:a16="http://schemas.microsoft.com/office/drawing/2014/main" id="{20920949-1292-8E48-17A6-C7459788027F}"/>
              </a:ext>
            </a:extLst>
          </p:cNvPr>
          <p:cNvSpPr>
            <a:spLocks noGrp="1"/>
          </p:cNvSpPr>
          <p:nvPr>
            <p:ph type="dt" sz="half" idx="10"/>
          </p:nvPr>
        </p:nvSpPr>
        <p:spPr/>
        <p:txBody>
          <a:bodyPr/>
          <a:lstStyle/>
          <a:p>
            <a:fld id="{68A3764A-45E2-4CD4-94E2-72E71FF81C2F}" type="datetime2">
              <a:rPr lang="zh-CN" altLang="en-US" smtClean="0"/>
              <a:pPr/>
              <a:t>2025年11月26日</a:t>
            </a:fld>
            <a:endParaRPr lang="zh-CN" altLang="en-US"/>
          </a:p>
        </p:txBody>
      </p:sp>
      <p:sp>
        <p:nvSpPr>
          <p:cNvPr id="3" name="页脚占位符 2">
            <a:extLst>
              <a:ext uri="{FF2B5EF4-FFF2-40B4-BE49-F238E27FC236}">
                <a16:creationId xmlns:a16="http://schemas.microsoft.com/office/drawing/2014/main" id="{475691BD-8CD6-8009-D6C7-9749716A3172}"/>
              </a:ext>
            </a:extLst>
          </p:cNvPr>
          <p:cNvSpPr>
            <a:spLocks noGrp="1"/>
          </p:cNvSpPr>
          <p:nvPr>
            <p:ph type="ftr" sz="quarter" idx="11"/>
          </p:nvPr>
        </p:nvSpPr>
        <p:spPr/>
        <p:txBody>
          <a:bodyPr/>
          <a:lstStyle/>
          <a:p>
            <a:r>
              <a:rPr lang="zh-CN" altLang="en-US"/>
              <a:t>编译原理</a:t>
            </a:r>
            <a:r>
              <a:rPr lang="en-US" altLang="zh-CN"/>
              <a:t>-</a:t>
            </a:r>
            <a:r>
              <a:rPr lang="zh-CN" altLang="en-US"/>
              <a:t>王欣捷</a:t>
            </a:r>
            <a:r>
              <a:rPr lang="en-US" altLang="zh-CN"/>
              <a:t>-</a:t>
            </a:r>
            <a:r>
              <a:rPr lang="zh-CN" altLang="en-US"/>
              <a:t>第三章 语法分析</a:t>
            </a:r>
            <a:r>
              <a:rPr lang="en-US" altLang="zh-CN"/>
              <a:t>(4)</a:t>
            </a:r>
            <a:endParaRPr lang="zh-CN" altLang="en-US"/>
          </a:p>
        </p:txBody>
      </p:sp>
      <p:sp>
        <p:nvSpPr>
          <p:cNvPr id="4" name="灯片编号占位符 3">
            <a:extLst>
              <a:ext uri="{FF2B5EF4-FFF2-40B4-BE49-F238E27FC236}">
                <a16:creationId xmlns:a16="http://schemas.microsoft.com/office/drawing/2014/main" id="{244F3C28-0D2B-F179-BCA6-93945EE3FE8D}"/>
              </a:ext>
            </a:extLst>
          </p:cNvPr>
          <p:cNvSpPr>
            <a:spLocks noGrp="1"/>
          </p:cNvSpPr>
          <p:nvPr>
            <p:ph type="sldNum" sz="quarter" idx="12"/>
          </p:nvPr>
        </p:nvSpPr>
        <p:spPr/>
        <p:txBody>
          <a:bodyPr/>
          <a:lstStyle/>
          <a:p>
            <a:fld id="{094DEB03-EFC6-4C20-8FC8-295189A5386F}" type="slidenum">
              <a:rPr lang="zh-CN" altLang="en-US" smtClean="0"/>
              <a:pPr/>
              <a:t>57</a:t>
            </a:fld>
            <a:endParaRPr lang="zh-CN" altLang="en-US"/>
          </a:p>
        </p:txBody>
      </p:sp>
    </p:spTree>
  </p:cSld>
  <p:clrMapOvr>
    <a:masterClrMapping/>
  </p:clrMapOvr>
</p:sld>
</file>

<file path=ppt/slides/slide5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4514" name="Rectangle 2">
            <a:extLst>
              <a:ext uri="{FF2B5EF4-FFF2-40B4-BE49-F238E27FC236}">
                <a16:creationId xmlns:a16="http://schemas.microsoft.com/office/drawing/2014/main" id="{661FABFD-2380-4720-BEBD-B57C109871B9}"/>
              </a:ext>
            </a:extLst>
          </p:cNvPr>
          <p:cNvSpPr>
            <a:spLocks noGrp="1" noChangeArrowheads="1"/>
          </p:cNvSpPr>
          <p:nvPr>
            <p:ph type="title"/>
          </p:nvPr>
        </p:nvSpPr>
        <p:spPr/>
        <p:txBody>
          <a:bodyPr/>
          <a:lstStyle/>
          <a:p>
            <a:pPr eaLnBrk="1" hangingPunct="1"/>
            <a:r>
              <a:rPr lang="en-US" altLang="zh-CN"/>
              <a:t>3.3.5 </a:t>
            </a:r>
            <a:r>
              <a:rPr lang="zh-CN" altLang="en-US"/>
              <a:t>构造预测分析表</a:t>
            </a:r>
          </a:p>
        </p:txBody>
      </p:sp>
      <p:sp>
        <p:nvSpPr>
          <p:cNvPr id="407555" name="Rectangle 3">
            <a:extLst>
              <a:ext uri="{FF2B5EF4-FFF2-40B4-BE49-F238E27FC236}">
                <a16:creationId xmlns:a16="http://schemas.microsoft.com/office/drawing/2014/main" id="{12C5DE85-BB59-4C81-8786-3529BD55E039}"/>
              </a:ext>
            </a:extLst>
          </p:cNvPr>
          <p:cNvSpPr>
            <a:spLocks noGrp="1" noChangeArrowheads="1"/>
          </p:cNvSpPr>
          <p:nvPr>
            <p:ph idx="1"/>
          </p:nvPr>
        </p:nvSpPr>
        <p:spPr/>
        <p:txBody>
          <a:bodyPr/>
          <a:lstStyle/>
          <a:p>
            <a:pPr eaLnBrk="1" hangingPunct="1"/>
            <a:r>
              <a:rPr lang="zh-CN" altLang="en-US" sz="2800">
                <a:latin typeface="Times New Roman" panose="02020603050405020304" pitchFamily="18" charset="0"/>
              </a:rPr>
              <a:t>一个文法的预测分析表</a:t>
            </a:r>
            <a:r>
              <a:rPr lang="zh-CN" altLang="en-US" sz="2800">
                <a:solidFill>
                  <a:schemeClr val="accent2"/>
                </a:solidFill>
                <a:latin typeface="Times New Roman" panose="02020603050405020304" pitchFamily="18" charset="0"/>
              </a:rPr>
              <a:t>没有</a:t>
            </a:r>
            <a:r>
              <a:rPr lang="zh-CN" altLang="en-US" sz="2800">
                <a:latin typeface="Times New Roman" panose="02020603050405020304" pitchFamily="18" charset="0"/>
              </a:rPr>
              <a:t>多重定义的条目，当且仅当该文法是</a:t>
            </a:r>
            <a:r>
              <a:rPr lang="en-US" altLang="zh-CN" sz="2800" b="1">
                <a:solidFill>
                  <a:schemeClr val="accent2"/>
                </a:solidFill>
                <a:latin typeface="Times New Roman" panose="02020603050405020304" pitchFamily="18" charset="0"/>
              </a:rPr>
              <a:t>LL(1)</a:t>
            </a:r>
            <a:r>
              <a:rPr lang="zh-CN" altLang="en-US" sz="2800">
                <a:latin typeface="Times New Roman" panose="02020603050405020304" pitchFamily="18" charset="0"/>
              </a:rPr>
              <a:t>的。</a:t>
            </a:r>
          </a:p>
          <a:p>
            <a:pPr eaLnBrk="1" hangingPunct="1"/>
            <a:r>
              <a:rPr lang="zh-CN" altLang="en-US" sz="2800">
                <a:latin typeface="Times New Roman" panose="02020603050405020304" pitchFamily="18" charset="0"/>
              </a:rPr>
              <a:t>分析表有多重定义的条目怎么办？</a:t>
            </a:r>
          </a:p>
          <a:p>
            <a:pPr lvl="1" eaLnBrk="1" hangingPunct="1"/>
            <a:r>
              <a:rPr lang="zh-CN" altLang="en-US" sz="2400">
                <a:latin typeface="Times New Roman" panose="02020603050405020304" pitchFamily="18" charset="0"/>
              </a:rPr>
              <a:t>改写文法，使新文法的分析表没有多重定义条目。例如消除左递归，提左因子等。</a:t>
            </a:r>
            <a:r>
              <a:rPr lang="zh-CN" altLang="en-US" sz="2400">
                <a:solidFill>
                  <a:schemeClr val="accent1"/>
                </a:solidFill>
                <a:latin typeface="Times New Roman" panose="02020603050405020304" pitchFamily="18" charset="0"/>
              </a:rPr>
              <a:t>（有些语言无</a:t>
            </a:r>
            <a:r>
              <a:rPr lang="en-US" altLang="zh-CN" sz="2400" b="1">
                <a:solidFill>
                  <a:schemeClr val="accent1"/>
                </a:solidFill>
                <a:latin typeface="Times New Roman" panose="02020603050405020304" pitchFamily="18" charset="0"/>
              </a:rPr>
              <a:t>LL(1)</a:t>
            </a:r>
            <a:r>
              <a:rPr lang="zh-CN" altLang="en-US" sz="2400">
                <a:solidFill>
                  <a:schemeClr val="accent1"/>
                </a:solidFill>
                <a:latin typeface="Times New Roman" panose="02020603050405020304" pitchFamily="18" charset="0"/>
              </a:rPr>
              <a:t>文法，变换无作用，遗憾！）</a:t>
            </a:r>
          </a:p>
          <a:p>
            <a:pPr lvl="1" eaLnBrk="1" hangingPunct="1"/>
            <a:r>
              <a:rPr lang="zh-CN" altLang="en-US" sz="2400">
                <a:latin typeface="Times New Roman" panose="02020603050405020304" pitchFamily="18" charset="0"/>
              </a:rPr>
              <a:t>依赖某规则删去某条目。</a:t>
            </a:r>
            <a:r>
              <a:rPr lang="zh-CN" altLang="en-US" sz="2400">
                <a:solidFill>
                  <a:schemeClr val="accent1"/>
                </a:solidFill>
                <a:latin typeface="Times New Roman" panose="02020603050405020304" pitchFamily="18" charset="0"/>
              </a:rPr>
              <a:t>（没有普适规则！）</a:t>
            </a:r>
          </a:p>
          <a:p>
            <a:pPr eaLnBrk="1" hangingPunct="1"/>
            <a:r>
              <a:rPr lang="zh-CN" altLang="en-US" sz="2800">
                <a:latin typeface="Times New Roman" panose="02020603050405020304" pitchFamily="18" charset="0"/>
              </a:rPr>
              <a:t>使用预测分析的主要困难在于</a:t>
            </a:r>
            <a:r>
              <a:rPr lang="zh-CN" altLang="en-US" sz="2800">
                <a:solidFill>
                  <a:schemeClr val="accent2"/>
                </a:solidFill>
                <a:latin typeface="Times New Roman" panose="02020603050405020304" pitchFamily="18" charset="0"/>
              </a:rPr>
              <a:t>为源语言写一个能构造出预测分析器的文法。</a:t>
            </a:r>
          </a:p>
        </p:txBody>
      </p:sp>
      <p:sp>
        <p:nvSpPr>
          <p:cNvPr id="2" name="日期占位符 1">
            <a:extLst>
              <a:ext uri="{FF2B5EF4-FFF2-40B4-BE49-F238E27FC236}">
                <a16:creationId xmlns:a16="http://schemas.microsoft.com/office/drawing/2014/main" id="{E4489E35-C442-3312-CDC1-0753D7B8D044}"/>
              </a:ext>
            </a:extLst>
          </p:cNvPr>
          <p:cNvSpPr>
            <a:spLocks noGrp="1"/>
          </p:cNvSpPr>
          <p:nvPr>
            <p:ph type="dt" sz="half" idx="10"/>
          </p:nvPr>
        </p:nvSpPr>
        <p:spPr/>
        <p:txBody>
          <a:bodyPr/>
          <a:lstStyle/>
          <a:p>
            <a:fld id="{3407EB5C-1C3B-4E96-BE0D-14321C5BA5F2}" type="datetime2">
              <a:rPr lang="zh-CN" altLang="en-US" smtClean="0"/>
              <a:pPr/>
              <a:t>2025年11月26日</a:t>
            </a:fld>
            <a:endParaRPr lang="zh-CN" altLang="en-US"/>
          </a:p>
        </p:txBody>
      </p:sp>
      <p:sp>
        <p:nvSpPr>
          <p:cNvPr id="3" name="页脚占位符 2">
            <a:extLst>
              <a:ext uri="{FF2B5EF4-FFF2-40B4-BE49-F238E27FC236}">
                <a16:creationId xmlns:a16="http://schemas.microsoft.com/office/drawing/2014/main" id="{5E90472D-4BFE-F0A4-ACD8-A088EA7ED4D4}"/>
              </a:ext>
            </a:extLst>
          </p:cNvPr>
          <p:cNvSpPr>
            <a:spLocks noGrp="1"/>
          </p:cNvSpPr>
          <p:nvPr>
            <p:ph type="ftr" sz="quarter" idx="11"/>
          </p:nvPr>
        </p:nvSpPr>
        <p:spPr/>
        <p:txBody>
          <a:bodyPr/>
          <a:lstStyle/>
          <a:p>
            <a:r>
              <a:rPr lang="zh-CN" altLang="en-US"/>
              <a:t>编译原理</a:t>
            </a:r>
            <a:r>
              <a:rPr lang="en-US" altLang="zh-CN"/>
              <a:t>-</a:t>
            </a:r>
            <a:r>
              <a:rPr lang="zh-CN" altLang="en-US"/>
              <a:t>王欣捷</a:t>
            </a:r>
            <a:r>
              <a:rPr lang="en-US" altLang="zh-CN"/>
              <a:t>-</a:t>
            </a:r>
            <a:r>
              <a:rPr lang="zh-CN" altLang="en-US"/>
              <a:t>第三章 语法分析</a:t>
            </a:r>
            <a:r>
              <a:rPr lang="en-US" altLang="zh-CN"/>
              <a:t>(4)</a:t>
            </a:r>
            <a:endParaRPr lang="zh-CN" altLang="en-US"/>
          </a:p>
        </p:txBody>
      </p:sp>
      <p:sp>
        <p:nvSpPr>
          <p:cNvPr id="4" name="灯片编号占位符 3">
            <a:extLst>
              <a:ext uri="{FF2B5EF4-FFF2-40B4-BE49-F238E27FC236}">
                <a16:creationId xmlns:a16="http://schemas.microsoft.com/office/drawing/2014/main" id="{2F9CCBA8-E64F-F99D-AC51-64AEB8E41FB6}"/>
              </a:ext>
            </a:extLst>
          </p:cNvPr>
          <p:cNvSpPr>
            <a:spLocks noGrp="1"/>
          </p:cNvSpPr>
          <p:nvPr>
            <p:ph type="sldNum" sz="quarter" idx="12"/>
          </p:nvPr>
        </p:nvSpPr>
        <p:spPr/>
        <p:txBody>
          <a:bodyPr/>
          <a:lstStyle/>
          <a:p>
            <a:fld id="{094DEB03-EFC6-4C20-8FC8-295189A5386F}" type="slidenum">
              <a:rPr lang="zh-CN" altLang="en-US" smtClean="0"/>
              <a:pPr/>
              <a:t>58</a:t>
            </a:fld>
            <a:endParaRPr lang="zh-CN" altLang="en-US"/>
          </a:p>
        </p:txBody>
      </p:sp>
    </p:spTree>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 presetClass="entr" presetSubtype="0" fill="hold" nodeType="clickEffect">
                                  <p:stCondLst>
                                    <p:cond delay="0"/>
                                  </p:stCondLst>
                                  <p:childTnLst>
                                    <p:set>
                                      <p:cBhvr>
                                        <p:cTn id="6" dur="1" fill="hold">
                                          <p:stCondLst>
                                            <p:cond delay="0"/>
                                          </p:stCondLst>
                                        </p:cTn>
                                        <p:tgtEl>
                                          <p:spTgt spid="407555">
                                            <p:txEl>
                                              <p:pRg st="1" end="1"/>
                                            </p:txEl>
                                          </p:spTgt>
                                        </p:tgtEl>
                                        <p:attrNameLst>
                                          <p:attrName>style.visibility</p:attrName>
                                        </p:attrNameLst>
                                      </p:cBhvr>
                                      <p:to>
                                        <p:strVal val="visible"/>
                                      </p:to>
                                    </p:set>
                                  </p:childTnLst>
                                </p:cTn>
                              </p:par>
                            </p:childTnLst>
                          </p:cTn>
                        </p:par>
                      </p:childTnLst>
                    </p:cTn>
                  </p:par>
                  <p:par>
                    <p:cTn id="7" fill="hold" nodeType="clickPar">
                      <p:stCondLst>
                        <p:cond delay="indefinite"/>
                      </p:stCondLst>
                      <p:childTnLst>
                        <p:par>
                          <p:cTn id="8" fill="hold" nodeType="withGroup">
                            <p:stCondLst>
                              <p:cond delay="0"/>
                            </p:stCondLst>
                            <p:childTnLst>
                              <p:par>
                                <p:cTn id="9" presetID="1" presetClass="entr" presetSubtype="0" fill="hold" nodeType="clickEffect">
                                  <p:stCondLst>
                                    <p:cond delay="0"/>
                                  </p:stCondLst>
                                  <p:childTnLst>
                                    <p:set>
                                      <p:cBhvr>
                                        <p:cTn id="10" dur="1" fill="hold">
                                          <p:stCondLst>
                                            <p:cond delay="0"/>
                                          </p:stCondLst>
                                        </p:cTn>
                                        <p:tgtEl>
                                          <p:spTgt spid="407555">
                                            <p:txEl>
                                              <p:pRg st="2" end="2"/>
                                            </p:txEl>
                                          </p:spTgt>
                                        </p:tgtEl>
                                        <p:attrNameLst>
                                          <p:attrName>style.visibility</p:attrName>
                                        </p:attrNameLst>
                                      </p:cBhvr>
                                      <p:to>
                                        <p:strVal val="visible"/>
                                      </p:to>
                                    </p:set>
                                  </p:childTnLst>
                                </p:cTn>
                              </p:par>
                            </p:childTnLst>
                          </p:cTn>
                        </p:par>
                      </p:childTnLst>
                    </p:cTn>
                  </p:par>
                  <p:par>
                    <p:cTn id="11" fill="hold" nodeType="clickPar">
                      <p:stCondLst>
                        <p:cond delay="indefinite"/>
                      </p:stCondLst>
                      <p:childTnLst>
                        <p:par>
                          <p:cTn id="12" fill="hold" nodeType="withGroup">
                            <p:stCondLst>
                              <p:cond delay="0"/>
                            </p:stCondLst>
                            <p:childTnLst>
                              <p:par>
                                <p:cTn id="13" presetID="1" presetClass="entr" presetSubtype="0" fill="hold" nodeType="clickEffect">
                                  <p:stCondLst>
                                    <p:cond delay="0"/>
                                  </p:stCondLst>
                                  <p:childTnLst>
                                    <p:set>
                                      <p:cBhvr>
                                        <p:cTn id="14" dur="1" fill="hold">
                                          <p:stCondLst>
                                            <p:cond delay="0"/>
                                          </p:stCondLst>
                                        </p:cTn>
                                        <p:tgtEl>
                                          <p:spTgt spid="407555">
                                            <p:txEl>
                                              <p:pRg st="3" end="3"/>
                                            </p:txEl>
                                          </p:spTgt>
                                        </p:tgtEl>
                                        <p:attrNameLst>
                                          <p:attrName>style.visibility</p:attrName>
                                        </p:attrNameLst>
                                      </p:cBhvr>
                                      <p:to>
                                        <p:strVal val="visible"/>
                                      </p:to>
                                    </p:set>
                                  </p:childTnLst>
                                </p:cTn>
                              </p:par>
                            </p:childTnLst>
                          </p:cTn>
                        </p:par>
                      </p:childTnLst>
                    </p:cTn>
                  </p:par>
                  <p:par>
                    <p:cTn id="15" fill="hold" nodeType="clickPar">
                      <p:stCondLst>
                        <p:cond delay="indefinite"/>
                      </p:stCondLst>
                      <p:childTnLst>
                        <p:par>
                          <p:cTn id="16" fill="hold" nodeType="withGroup">
                            <p:stCondLst>
                              <p:cond delay="0"/>
                            </p:stCondLst>
                            <p:childTnLst>
                              <p:par>
                                <p:cTn id="17" presetID="1" presetClass="entr" presetSubtype="0" fill="hold" nodeType="clickEffect">
                                  <p:stCondLst>
                                    <p:cond delay="0"/>
                                  </p:stCondLst>
                                  <p:childTnLst>
                                    <p:set>
                                      <p:cBhvr>
                                        <p:cTn id="18" dur="1" fill="hold">
                                          <p:stCondLst>
                                            <p:cond delay="0"/>
                                          </p:stCondLst>
                                        </p:cTn>
                                        <p:tgtEl>
                                          <p:spTgt spid="407555">
                                            <p:txEl>
                                              <p:pRg st="4" end="4"/>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5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5538" name="Rectangle 2">
            <a:extLst>
              <a:ext uri="{FF2B5EF4-FFF2-40B4-BE49-F238E27FC236}">
                <a16:creationId xmlns:a16="http://schemas.microsoft.com/office/drawing/2014/main" id="{26661FDB-D7D6-4B82-8C0C-396D5DE8D7A5}"/>
              </a:ext>
            </a:extLst>
          </p:cNvPr>
          <p:cNvSpPr>
            <a:spLocks noGrp="1" noChangeArrowheads="1"/>
          </p:cNvSpPr>
          <p:nvPr>
            <p:ph type="title"/>
          </p:nvPr>
        </p:nvSpPr>
        <p:spPr/>
        <p:txBody>
          <a:bodyPr/>
          <a:lstStyle/>
          <a:p>
            <a:pPr eaLnBrk="1" hangingPunct="1"/>
            <a:r>
              <a:rPr lang="en-US" altLang="zh-CN"/>
              <a:t>3.3.6 </a:t>
            </a:r>
            <a:r>
              <a:rPr lang="zh-CN" altLang="en-US"/>
              <a:t>预测分析的错误恢复</a:t>
            </a:r>
          </a:p>
        </p:txBody>
      </p:sp>
      <p:sp>
        <p:nvSpPr>
          <p:cNvPr id="65539" name="Rectangle 3">
            <a:extLst>
              <a:ext uri="{FF2B5EF4-FFF2-40B4-BE49-F238E27FC236}">
                <a16:creationId xmlns:a16="http://schemas.microsoft.com/office/drawing/2014/main" id="{6D22D884-22A0-46E7-BE75-65756EB1EED9}"/>
              </a:ext>
            </a:extLst>
          </p:cNvPr>
          <p:cNvSpPr>
            <a:spLocks noGrp="1" noChangeArrowheads="1"/>
          </p:cNvSpPr>
          <p:nvPr>
            <p:ph idx="1"/>
          </p:nvPr>
        </p:nvSpPr>
        <p:spPr/>
        <p:txBody>
          <a:bodyPr/>
          <a:lstStyle/>
          <a:p>
            <a:pPr eaLnBrk="1" hangingPunct="1">
              <a:spcBef>
                <a:spcPct val="0"/>
              </a:spcBef>
            </a:pPr>
            <a:r>
              <a:rPr lang="zh-CN" altLang="en-US">
                <a:latin typeface="宋体" panose="02010600030101010101" pitchFamily="2" charset="-122"/>
              </a:rPr>
              <a:t>讨论预测分析的错误恢复前，先对编译器的错误处理作一个概述：</a:t>
            </a:r>
            <a:endParaRPr lang="en-US" altLang="zh-CN">
              <a:latin typeface="宋体" panose="02010600030101010101" pitchFamily="2" charset="-122"/>
            </a:endParaRPr>
          </a:p>
          <a:p>
            <a:pPr lvl="1" eaLnBrk="1" hangingPunct="1">
              <a:spcBef>
                <a:spcPct val="0"/>
              </a:spcBef>
            </a:pPr>
            <a:r>
              <a:rPr lang="zh-CN" altLang="en-US">
                <a:latin typeface="宋体" panose="02010600030101010101" pitchFamily="2" charset="-122"/>
              </a:rPr>
              <a:t>好的编译器应能帮助程序员</a:t>
            </a:r>
            <a:r>
              <a:rPr lang="zh-CN" altLang="en-US">
                <a:solidFill>
                  <a:schemeClr val="accent2"/>
                </a:solidFill>
                <a:latin typeface="宋体" panose="02010600030101010101" pitchFamily="2" charset="-122"/>
              </a:rPr>
              <a:t>识别</a:t>
            </a:r>
            <a:r>
              <a:rPr lang="zh-CN" altLang="en-US">
                <a:latin typeface="宋体" panose="02010600030101010101" pitchFamily="2" charset="-122"/>
              </a:rPr>
              <a:t>和</a:t>
            </a:r>
            <a:r>
              <a:rPr lang="zh-CN" altLang="en-US">
                <a:solidFill>
                  <a:schemeClr val="accent2"/>
                </a:solidFill>
                <a:latin typeface="宋体" panose="02010600030101010101" pitchFamily="2" charset="-122"/>
              </a:rPr>
              <a:t>定位</a:t>
            </a:r>
            <a:r>
              <a:rPr lang="zh-CN" altLang="en-US">
                <a:latin typeface="宋体" panose="02010600030101010101" pitchFamily="2" charset="-122"/>
              </a:rPr>
              <a:t>错误。</a:t>
            </a:r>
          </a:p>
          <a:p>
            <a:pPr lvl="1" eaLnBrk="1" hangingPunct="1">
              <a:spcBef>
                <a:spcPct val="0"/>
              </a:spcBef>
            </a:pPr>
            <a:r>
              <a:rPr lang="zh-CN" altLang="en-US">
                <a:latin typeface="宋体" panose="02010600030101010101" pitchFamily="2" charset="-122"/>
              </a:rPr>
              <a:t>编程语言规范一般不规定编译器语法错误处理的方法。</a:t>
            </a:r>
          </a:p>
          <a:p>
            <a:pPr lvl="1" eaLnBrk="1" hangingPunct="1">
              <a:spcBef>
                <a:spcPct val="0"/>
              </a:spcBef>
            </a:pPr>
            <a:r>
              <a:rPr lang="zh-CN" altLang="en-US">
                <a:latin typeface="宋体" panose="02010600030101010101" pitchFamily="2" charset="-122"/>
              </a:rPr>
              <a:t>设计编译器时即开始计划错误处理可改进编译器结构及其对错误的响应。</a:t>
            </a:r>
          </a:p>
          <a:p>
            <a:pPr eaLnBrk="1" hangingPunct="1">
              <a:spcBef>
                <a:spcPct val="0"/>
              </a:spcBef>
            </a:pPr>
            <a:endParaRPr lang="zh-CN" altLang="en-US"/>
          </a:p>
          <a:p>
            <a:pPr eaLnBrk="1" hangingPunct="1"/>
            <a:endParaRPr lang="en-US" altLang="zh-CN"/>
          </a:p>
        </p:txBody>
      </p:sp>
      <p:sp>
        <p:nvSpPr>
          <p:cNvPr id="2" name="日期占位符 1">
            <a:extLst>
              <a:ext uri="{FF2B5EF4-FFF2-40B4-BE49-F238E27FC236}">
                <a16:creationId xmlns:a16="http://schemas.microsoft.com/office/drawing/2014/main" id="{09C9299C-E755-7C26-0823-62B039AE96B5}"/>
              </a:ext>
            </a:extLst>
          </p:cNvPr>
          <p:cNvSpPr>
            <a:spLocks noGrp="1"/>
          </p:cNvSpPr>
          <p:nvPr>
            <p:ph type="dt" sz="half" idx="10"/>
          </p:nvPr>
        </p:nvSpPr>
        <p:spPr/>
        <p:txBody>
          <a:bodyPr/>
          <a:lstStyle/>
          <a:p>
            <a:fld id="{7898129E-F5D4-4A11-AE53-8B06B34E7547}" type="datetime2">
              <a:rPr lang="zh-CN" altLang="en-US" smtClean="0"/>
              <a:pPr/>
              <a:t>2025年11月26日</a:t>
            </a:fld>
            <a:endParaRPr lang="zh-CN" altLang="en-US"/>
          </a:p>
        </p:txBody>
      </p:sp>
      <p:sp>
        <p:nvSpPr>
          <p:cNvPr id="3" name="页脚占位符 2">
            <a:extLst>
              <a:ext uri="{FF2B5EF4-FFF2-40B4-BE49-F238E27FC236}">
                <a16:creationId xmlns:a16="http://schemas.microsoft.com/office/drawing/2014/main" id="{0A9C695F-8597-94C4-D730-D2ECEEC95941}"/>
              </a:ext>
            </a:extLst>
          </p:cNvPr>
          <p:cNvSpPr>
            <a:spLocks noGrp="1"/>
          </p:cNvSpPr>
          <p:nvPr>
            <p:ph type="ftr" sz="quarter" idx="11"/>
          </p:nvPr>
        </p:nvSpPr>
        <p:spPr/>
        <p:txBody>
          <a:bodyPr/>
          <a:lstStyle/>
          <a:p>
            <a:r>
              <a:rPr lang="zh-CN" altLang="en-US"/>
              <a:t>编译原理</a:t>
            </a:r>
            <a:r>
              <a:rPr lang="en-US" altLang="zh-CN"/>
              <a:t>-</a:t>
            </a:r>
            <a:r>
              <a:rPr lang="zh-CN" altLang="en-US"/>
              <a:t>王欣捷</a:t>
            </a:r>
            <a:r>
              <a:rPr lang="en-US" altLang="zh-CN"/>
              <a:t>-</a:t>
            </a:r>
            <a:r>
              <a:rPr lang="zh-CN" altLang="en-US"/>
              <a:t>第三章 语法分析</a:t>
            </a:r>
            <a:r>
              <a:rPr lang="en-US" altLang="zh-CN"/>
              <a:t>(4)</a:t>
            </a:r>
            <a:endParaRPr lang="zh-CN" altLang="en-US"/>
          </a:p>
        </p:txBody>
      </p:sp>
      <p:sp>
        <p:nvSpPr>
          <p:cNvPr id="4" name="灯片编号占位符 3">
            <a:extLst>
              <a:ext uri="{FF2B5EF4-FFF2-40B4-BE49-F238E27FC236}">
                <a16:creationId xmlns:a16="http://schemas.microsoft.com/office/drawing/2014/main" id="{DBBB12E3-03F2-935E-7A19-BA82275228F3}"/>
              </a:ext>
            </a:extLst>
          </p:cNvPr>
          <p:cNvSpPr>
            <a:spLocks noGrp="1"/>
          </p:cNvSpPr>
          <p:nvPr>
            <p:ph type="sldNum" sz="quarter" idx="12"/>
          </p:nvPr>
        </p:nvSpPr>
        <p:spPr/>
        <p:txBody>
          <a:bodyPr/>
          <a:lstStyle/>
          <a:p>
            <a:fld id="{094DEB03-EFC6-4C20-8FC8-295189A5386F}" type="slidenum">
              <a:rPr lang="zh-CN" altLang="en-US" smtClean="0"/>
              <a:pPr/>
              <a:t>59</a:t>
            </a:fld>
            <a:endParaRPr lang="zh-CN" altLang="en-US"/>
          </a:p>
        </p:txBody>
      </p:sp>
    </p:spTree>
  </p:cSld>
  <p:clrMapOvr>
    <a:masterClrMapping/>
  </p:clrMapOvr>
</p:sld>
</file>

<file path=ppt/slides/slide6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6562" name="Rectangle 2">
            <a:extLst>
              <a:ext uri="{FF2B5EF4-FFF2-40B4-BE49-F238E27FC236}">
                <a16:creationId xmlns:a16="http://schemas.microsoft.com/office/drawing/2014/main" id="{7D6480EE-5404-4A7A-8B8F-E193867AC693}"/>
              </a:ext>
            </a:extLst>
          </p:cNvPr>
          <p:cNvSpPr>
            <a:spLocks noGrp="1" noChangeArrowheads="1"/>
          </p:cNvSpPr>
          <p:nvPr>
            <p:ph type="title"/>
          </p:nvPr>
        </p:nvSpPr>
        <p:spPr/>
        <p:txBody>
          <a:bodyPr/>
          <a:lstStyle/>
          <a:p>
            <a:pPr eaLnBrk="1" hangingPunct="1"/>
            <a:r>
              <a:rPr lang="en-US" altLang="zh-CN"/>
              <a:t>3.3.6 </a:t>
            </a:r>
            <a:r>
              <a:rPr lang="zh-CN" altLang="en-US"/>
              <a:t>预测分析的错误恢复</a:t>
            </a:r>
          </a:p>
        </p:txBody>
      </p:sp>
      <p:sp>
        <p:nvSpPr>
          <p:cNvPr id="409603" name="Rectangle 3">
            <a:extLst>
              <a:ext uri="{FF2B5EF4-FFF2-40B4-BE49-F238E27FC236}">
                <a16:creationId xmlns:a16="http://schemas.microsoft.com/office/drawing/2014/main" id="{A0E46F1A-49C9-4286-9803-4FF623DC8E7A}"/>
              </a:ext>
            </a:extLst>
          </p:cNvPr>
          <p:cNvSpPr>
            <a:spLocks noGrp="1" noChangeArrowheads="1"/>
          </p:cNvSpPr>
          <p:nvPr>
            <p:ph idx="1"/>
          </p:nvPr>
        </p:nvSpPr>
        <p:spPr/>
        <p:txBody>
          <a:bodyPr/>
          <a:lstStyle/>
          <a:p>
            <a:pPr eaLnBrk="1" hangingPunct="1">
              <a:spcBef>
                <a:spcPct val="0"/>
              </a:spcBef>
            </a:pPr>
            <a:r>
              <a:rPr lang="zh-CN" altLang="en-US" sz="2800"/>
              <a:t>普通编程错误会出现在不同层次上 ：</a:t>
            </a:r>
          </a:p>
          <a:p>
            <a:pPr lvl="1" algn="just" eaLnBrk="1" hangingPunct="1">
              <a:spcBef>
                <a:spcPct val="0"/>
              </a:spcBef>
            </a:pPr>
            <a:r>
              <a:rPr lang="zh-CN" altLang="en-US" sz="2400"/>
              <a:t>词法错误，如标识符、关键字或算符的拼写错误；遗漏字符串两端的引号。</a:t>
            </a:r>
          </a:p>
          <a:p>
            <a:pPr lvl="1" algn="just" eaLnBrk="1" hangingPunct="1">
              <a:spcBef>
                <a:spcPct val="0"/>
              </a:spcBef>
            </a:pPr>
            <a:r>
              <a:rPr lang="zh-CN" altLang="en-US" sz="2400"/>
              <a:t>语法错误，如算术表达式的括号不配对</a:t>
            </a:r>
          </a:p>
          <a:p>
            <a:pPr lvl="1" algn="just" eaLnBrk="1" hangingPunct="1">
              <a:spcBef>
                <a:spcPct val="0"/>
              </a:spcBef>
            </a:pPr>
            <a:r>
              <a:rPr lang="zh-CN" altLang="en-US" sz="2400"/>
              <a:t>语义错误，如算符作用于类型不匹配的运算对象</a:t>
            </a:r>
          </a:p>
          <a:p>
            <a:pPr lvl="1" algn="just" eaLnBrk="1" hangingPunct="1">
              <a:spcBef>
                <a:spcPct val="0"/>
              </a:spcBef>
            </a:pPr>
            <a:r>
              <a:rPr lang="zh-CN" altLang="en-US" sz="2400"/>
              <a:t>逻辑错误，如无穷的递归调用；</a:t>
            </a:r>
            <a:r>
              <a:rPr lang="en-US" altLang="zh-CN" sz="2400" b="1"/>
              <a:t>C</a:t>
            </a:r>
            <a:r>
              <a:rPr lang="zh-CN" altLang="en-US" sz="2400"/>
              <a:t>中“</a:t>
            </a:r>
            <a:r>
              <a:rPr lang="en-US" altLang="zh-CN" sz="2400"/>
              <a:t>==”</a:t>
            </a:r>
            <a:r>
              <a:rPr lang="zh-CN" altLang="en-US" sz="2400"/>
              <a:t>误写为“</a:t>
            </a:r>
            <a:r>
              <a:rPr lang="en-US" altLang="zh-CN" sz="2400"/>
              <a:t>=”</a:t>
            </a:r>
          </a:p>
          <a:p>
            <a:pPr algn="just" eaLnBrk="1" hangingPunct="1">
              <a:spcBef>
                <a:spcPct val="0"/>
              </a:spcBef>
            </a:pPr>
            <a:r>
              <a:rPr lang="zh-CN" altLang="en-US" sz="2800"/>
              <a:t>语法错误和少数语义错误（如类型不匹配）可在分析期间进行错误诊断和恢复，但精确诊断语义错误和逻辑错误是困难的。</a:t>
            </a:r>
          </a:p>
        </p:txBody>
      </p:sp>
      <p:sp>
        <p:nvSpPr>
          <p:cNvPr id="2" name="日期占位符 1">
            <a:extLst>
              <a:ext uri="{FF2B5EF4-FFF2-40B4-BE49-F238E27FC236}">
                <a16:creationId xmlns:a16="http://schemas.microsoft.com/office/drawing/2014/main" id="{73CA8E5C-9A87-DE8F-4EE5-C54848FCC3F9}"/>
              </a:ext>
            </a:extLst>
          </p:cNvPr>
          <p:cNvSpPr>
            <a:spLocks noGrp="1"/>
          </p:cNvSpPr>
          <p:nvPr>
            <p:ph type="dt" sz="half" idx="10"/>
          </p:nvPr>
        </p:nvSpPr>
        <p:spPr/>
        <p:txBody>
          <a:bodyPr/>
          <a:lstStyle/>
          <a:p>
            <a:fld id="{E6629B14-E538-406D-BD44-F918796B6270}" type="datetime2">
              <a:rPr lang="zh-CN" altLang="en-US" smtClean="0"/>
              <a:pPr/>
              <a:t>2025年11月26日</a:t>
            </a:fld>
            <a:endParaRPr lang="zh-CN" altLang="en-US"/>
          </a:p>
        </p:txBody>
      </p:sp>
      <p:sp>
        <p:nvSpPr>
          <p:cNvPr id="3" name="页脚占位符 2">
            <a:extLst>
              <a:ext uri="{FF2B5EF4-FFF2-40B4-BE49-F238E27FC236}">
                <a16:creationId xmlns:a16="http://schemas.microsoft.com/office/drawing/2014/main" id="{2FB53CE0-701A-3603-C221-A888925DA254}"/>
              </a:ext>
            </a:extLst>
          </p:cNvPr>
          <p:cNvSpPr>
            <a:spLocks noGrp="1"/>
          </p:cNvSpPr>
          <p:nvPr>
            <p:ph type="ftr" sz="quarter" idx="11"/>
          </p:nvPr>
        </p:nvSpPr>
        <p:spPr/>
        <p:txBody>
          <a:bodyPr/>
          <a:lstStyle/>
          <a:p>
            <a:r>
              <a:rPr lang="zh-CN" altLang="en-US"/>
              <a:t>编译原理</a:t>
            </a:r>
            <a:r>
              <a:rPr lang="en-US" altLang="zh-CN"/>
              <a:t>-</a:t>
            </a:r>
            <a:r>
              <a:rPr lang="zh-CN" altLang="en-US"/>
              <a:t>王欣捷</a:t>
            </a:r>
            <a:r>
              <a:rPr lang="en-US" altLang="zh-CN"/>
              <a:t>-</a:t>
            </a:r>
            <a:r>
              <a:rPr lang="zh-CN" altLang="en-US"/>
              <a:t>第三章 语法分析</a:t>
            </a:r>
            <a:r>
              <a:rPr lang="en-US" altLang="zh-CN"/>
              <a:t>(4)</a:t>
            </a:r>
            <a:endParaRPr lang="zh-CN" altLang="en-US"/>
          </a:p>
        </p:txBody>
      </p:sp>
      <p:sp>
        <p:nvSpPr>
          <p:cNvPr id="4" name="灯片编号占位符 3">
            <a:extLst>
              <a:ext uri="{FF2B5EF4-FFF2-40B4-BE49-F238E27FC236}">
                <a16:creationId xmlns:a16="http://schemas.microsoft.com/office/drawing/2014/main" id="{152067C6-D1D0-7BE0-CDDB-3054BA61F764}"/>
              </a:ext>
            </a:extLst>
          </p:cNvPr>
          <p:cNvSpPr>
            <a:spLocks noGrp="1"/>
          </p:cNvSpPr>
          <p:nvPr>
            <p:ph type="sldNum" sz="quarter" idx="12"/>
          </p:nvPr>
        </p:nvSpPr>
        <p:spPr/>
        <p:txBody>
          <a:bodyPr/>
          <a:lstStyle/>
          <a:p>
            <a:fld id="{094DEB03-EFC6-4C20-8FC8-295189A5386F}" type="slidenum">
              <a:rPr lang="zh-CN" altLang="en-US" smtClean="0"/>
              <a:pPr/>
              <a:t>60</a:t>
            </a:fld>
            <a:endParaRPr lang="zh-CN" altLang="en-US"/>
          </a:p>
        </p:txBody>
      </p:sp>
    </p:spTree>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 presetClass="entr" presetSubtype="0" fill="hold" nodeType="clickEffect">
                                  <p:stCondLst>
                                    <p:cond delay="0"/>
                                  </p:stCondLst>
                                  <p:childTnLst>
                                    <p:set>
                                      <p:cBhvr>
                                        <p:cTn id="6" dur="1" fill="hold">
                                          <p:stCondLst>
                                            <p:cond delay="0"/>
                                          </p:stCondLst>
                                        </p:cTn>
                                        <p:tgtEl>
                                          <p:spTgt spid="409603">
                                            <p:txEl>
                                              <p:pRg st="1" end="1"/>
                                            </p:txEl>
                                          </p:spTgt>
                                        </p:tgtEl>
                                        <p:attrNameLst>
                                          <p:attrName>style.visibility</p:attrName>
                                        </p:attrNameLst>
                                      </p:cBhvr>
                                      <p:to>
                                        <p:strVal val="visible"/>
                                      </p:to>
                                    </p:set>
                                  </p:childTnLst>
                                </p:cTn>
                              </p:par>
                            </p:childTnLst>
                          </p:cTn>
                        </p:par>
                      </p:childTnLst>
                    </p:cTn>
                  </p:par>
                  <p:par>
                    <p:cTn id="7" fill="hold" nodeType="clickPar">
                      <p:stCondLst>
                        <p:cond delay="indefinite"/>
                      </p:stCondLst>
                      <p:childTnLst>
                        <p:par>
                          <p:cTn id="8" fill="hold" nodeType="withGroup">
                            <p:stCondLst>
                              <p:cond delay="0"/>
                            </p:stCondLst>
                            <p:childTnLst>
                              <p:par>
                                <p:cTn id="9" presetID="1" presetClass="entr" presetSubtype="0" fill="hold" nodeType="clickEffect">
                                  <p:stCondLst>
                                    <p:cond delay="0"/>
                                  </p:stCondLst>
                                  <p:childTnLst>
                                    <p:set>
                                      <p:cBhvr>
                                        <p:cTn id="10" dur="1" fill="hold">
                                          <p:stCondLst>
                                            <p:cond delay="0"/>
                                          </p:stCondLst>
                                        </p:cTn>
                                        <p:tgtEl>
                                          <p:spTgt spid="409603">
                                            <p:txEl>
                                              <p:pRg st="2" end="2"/>
                                            </p:txEl>
                                          </p:spTgt>
                                        </p:tgtEl>
                                        <p:attrNameLst>
                                          <p:attrName>style.visibility</p:attrName>
                                        </p:attrNameLst>
                                      </p:cBhvr>
                                      <p:to>
                                        <p:strVal val="visible"/>
                                      </p:to>
                                    </p:set>
                                  </p:childTnLst>
                                </p:cTn>
                              </p:par>
                            </p:childTnLst>
                          </p:cTn>
                        </p:par>
                      </p:childTnLst>
                    </p:cTn>
                  </p:par>
                  <p:par>
                    <p:cTn id="11" fill="hold" nodeType="clickPar">
                      <p:stCondLst>
                        <p:cond delay="indefinite"/>
                      </p:stCondLst>
                      <p:childTnLst>
                        <p:par>
                          <p:cTn id="12" fill="hold" nodeType="withGroup">
                            <p:stCondLst>
                              <p:cond delay="0"/>
                            </p:stCondLst>
                            <p:childTnLst>
                              <p:par>
                                <p:cTn id="13" presetID="1" presetClass="entr" presetSubtype="0" fill="hold" nodeType="clickEffect">
                                  <p:stCondLst>
                                    <p:cond delay="0"/>
                                  </p:stCondLst>
                                  <p:childTnLst>
                                    <p:set>
                                      <p:cBhvr>
                                        <p:cTn id="14" dur="1" fill="hold">
                                          <p:stCondLst>
                                            <p:cond delay="0"/>
                                          </p:stCondLst>
                                        </p:cTn>
                                        <p:tgtEl>
                                          <p:spTgt spid="409603">
                                            <p:txEl>
                                              <p:pRg st="3" end="3"/>
                                            </p:txEl>
                                          </p:spTgt>
                                        </p:tgtEl>
                                        <p:attrNameLst>
                                          <p:attrName>style.visibility</p:attrName>
                                        </p:attrNameLst>
                                      </p:cBhvr>
                                      <p:to>
                                        <p:strVal val="visible"/>
                                      </p:to>
                                    </p:set>
                                  </p:childTnLst>
                                </p:cTn>
                              </p:par>
                            </p:childTnLst>
                          </p:cTn>
                        </p:par>
                      </p:childTnLst>
                    </p:cTn>
                  </p:par>
                  <p:par>
                    <p:cTn id="15" fill="hold" nodeType="clickPar">
                      <p:stCondLst>
                        <p:cond delay="indefinite"/>
                      </p:stCondLst>
                      <p:childTnLst>
                        <p:par>
                          <p:cTn id="16" fill="hold" nodeType="withGroup">
                            <p:stCondLst>
                              <p:cond delay="0"/>
                            </p:stCondLst>
                            <p:childTnLst>
                              <p:par>
                                <p:cTn id="17" presetID="1" presetClass="entr" presetSubtype="0" fill="hold" nodeType="clickEffect">
                                  <p:stCondLst>
                                    <p:cond delay="0"/>
                                  </p:stCondLst>
                                  <p:childTnLst>
                                    <p:set>
                                      <p:cBhvr>
                                        <p:cTn id="18" dur="1" fill="hold">
                                          <p:stCondLst>
                                            <p:cond delay="0"/>
                                          </p:stCondLst>
                                        </p:cTn>
                                        <p:tgtEl>
                                          <p:spTgt spid="409603">
                                            <p:txEl>
                                              <p:pRg st="4" end="4"/>
                                            </p:txEl>
                                          </p:spTgt>
                                        </p:tgtEl>
                                        <p:attrNameLst>
                                          <p:attrName>style.visibility</p:attrName>
                                        </p:attrNameLst>
                                      </p:cBhvr>
                                      <p:to>
                                        <p:strVal val="visible"/>
                                      </p:to>
                                    </p:set>
                                  </p:childTnLst>
                                </p:cTn>
                              </p:par>
                            </p:childTnLst>
                          </p:cTn>
                        </p:par>
                      </p:childTnLst>
                    </p:cTn>
                  </p:par>
                  <p:par>
                    <p:cTn id="19" fill="hold" nodeType="clickPar">
                      <p:stCondLst>
                        <p:cond delay="indefinite"/>
                      </p:stCondLst>
                      <p:childTnLst>
                        <p:par>
                          <p:cTn id="20" fill="hold" nodeType="withGroup">
                            <p:stCondLst>
                              <p:cond delay="0"/>
                            </p:stCondLst>
                            <p:childTnLst>
                              <p:par>
                                <p:cTn id="21" presetID="1" presetClass="entr" presetSubtype="0" fill="hold" nodeType="clickEffect">
                                  <p:stCondLst>
                                    <p:cond delay="0"/>
                                  </p:stCondLst>
                                  <p:childTnLst>
                                    <p:set>
                                      <p:cBhvr>
                                        <p:cTn id="22" dur="1" fill="hold">
                                          <p:stCondLst>
                                            <p:cond delay="0"/>
                                          </p:stCondLst>
                                        </p:cTn>
                                        <p:tgtEl>
                                          <p:spTgt spid="409603">
                                            <p:txEl>
                                              <p:pRg st="5" end="5"/>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6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7586" name="Rectangle 2">
            <a:extLst>
              <a:ext uri="{FF2B5EF4-FFF2-40B4-BE49-F238E27FC236}">
                <a16:creationId xmlns:a16="http://schemas.microsoft.com/office/drawing/2014/main" id="{41E50FB1-DB21-4959-91A7-2CBB44C698FD}"/>
              </a:ext>
            </a:extLst>
          </p:cNvPr>
          <p:cNvSpPr>
            <a:spLocks noGrp="1" noChangeArrowheads="1"/>
          </p:cNvSpPr>
          <p:nvPr>
            <p:ph type="title"/>
          </p:nvPr>
        </p:nvSpPr>
        <p:spPr/>
        <p:txBody>
          <a:bodyPr/>
          <a:lstStyle/>
          <a:p>
            <a:pPr eaLnBrk="1" hangingPunct="1"/>
            <a:r>
              <a:rPr lang="en-US" altLang="zh-CN"/>
              <a:t>3.3.6 </a:t>
            </a:r>
            <a:r>
              <a:rPr lang="zh-CN" altLang="en-US"/>
              <a:t>预测分析的错误恢复</a:t>
            </a:r>
          </a:p>
        </p:txBody>
      </p:sp>
      <p:sp>
        <p:nvSpPr>
          <p:cNvPr id="67587" name="Rectangle 3">
            <a:extLst>
              <a:ext uri="{FF2B5EF4-FFF2-40B4-BE49-F238E27FC236}">
                <a16:creationId xmlns:a16="http://schemas.microsoft.com/office/drawing/2014/main" id="{35816328-AE0E-47C1-8DB8-ECF99138EE5D}"/>
              </a:ext>
            </a:extLst>
          </p:cNvPr>
          <p:cNvSpPr>
            <a:spLocks noGrp="1" noChangeArrowheads="1"/>
          </p:cNvSpPr>
          <p:nvPr>
            <p:ph idx="1"/>
          </p:nvPr>
        </p:nvSpPr>
        <p:spPr/>
        <p:txBody>
          <a:bodyPr/>
          <a:lstStyle/>
          <a:p>
            <a:pPr eaLnBrk="1" hangingPunct="1">
              <a:spcBef>
                <a:spcPct val="0"/>
              </a:spcBef>
            </a:pPr>
            <a:r>
              <a:rPr lang="zh-CN" altLang="en-US"/>
              <a:t>分析器对错误处理的基本目标</a:t>
            </a:r>
            <a:endParaRPr lang="zh-CN" altLang="en-US">
              <a:latin typeface="宋体" panose="02010600030101010101" pitchFamily="2" charset="-122"/>
            </a:endParaRPr>
          </a:p>
          <a:p>
            <a:pPr lvl="1" algn="just" eaLnBrk="1" hangingPunct="1">
              <a:spcBef>
                <a:spcPct val="0"/>
              </a:spcBef>
            </a:pPr>
            <a:r>
              <a:rPr lang="zh-CN" altLang="en-US"/>
              <a:t>清楚而准确地报告错误的出现</a:t>
            </a:r>
            <a:endParaRPr lang="zh-CN" altLang="en-US">
              <a:latin typeface="宋体" panose="02010600030101010101" pitchFamily="2" charset="-122"/>
            </a:endParaRPr>
          </a:p>
          <a:p>
            <a:pPr lvl="1" algn="just" eaLnBrk="1" hangingPunct="1">
              <a:spcBef>
                <a:spcPct val="0"/>
              </a:spcBef>
            </a:pPr>
            <a:r>
              <a:rPr lang="zh-CN" altLang="en-US"/>
              <a:t>迅速地从每个错误中恢复过来，以便诊断后面的错误，并尽量少出现</a:t>
            </a:r>
            <a:r>
              <a:rPr lang="zh-CN" altLang="en-US">
                <a:latin typeface="宋体" panose="02010600030101010101" pitchFamily="2" charset="-122"/>
              </a:rPr>
              <a:t>伪错误</a:t>
            </a:r>
            <a:endParaRPr lang="zh-CN" altLang="en-US"/>
          </a:p>
          <a:p>
            <a:pPr lvl="1" algn="just" eaLnBrk="1" hangingPunct="1">
              <a:spcBef>
                <a:spcPct val="0"/>
              </a:spcBef>
            </a:pPr>
            <a:r>
              <a:rPr lang="zh-CN" altLang="en-US">
                <a:latin typeface="宋体" panose="02010600030101010101" pitchFamily="2" charset="-122"/>
              </a:rPr>
              <a:t>它不应该使正确程序的处理速度降低太多</a:t>
            </a:r>
          </a:p>
        </p:txBody>
      </p:sp>
      <p:sp>
        <p:nvSpPr>
          <p:cNvPr id="2" name="日期占位符 1">
            <a:extLst>
              <a:ext uri="{FF2B5EF4-FFF2-40B4-BE49-F238E27FC236}">
                <a16:creationId xmlns:a16="http://schemas.microsoft.com/office/drawing/2014/main" id="{503D074A-D6D8-9E0B-7364-930FE679CF3F}"/>
              </a:ext>
            </a:extLst>
          </p:cNvPr>
          <p:cNvSpPr>
            <a:spLocks noGrp="1"/>
          </p:cNvSpPr>
          <p:nvPr>
            <p:ph type="dt" sz="half" idx="10"/>
          </p:nvPr>
        </p:nvSpPr>
        <p:spPr/>
        <p:txBody>
          <a:bodyPr/>
          <a:lstStyle/>
          <a:p>
            <a:fld id="{DD74681A-BC9E-4C2B-AAF9-5C13E85576A7}" type="datetime2">
              <a:rPr lang="zh-CN" altLang="en-US" smtClean="0"/>
              <a:pPr/>
              <a:t>2025年11月26日</a:t>
            </a:fld>
            <a:endParaRPr lang="zh-CN" altLang="en-US"/>
          </a:p>
        </p:txBody>
      </p:sp>
      <p:sp>
        <p:nvSpPr>
          <p:cNvPr id="3" name="页脚占位符 2">
            <a:extLst>
              <a:ext uri="{FF2B5EF4-FFF2-40B4-BE49-F238E27FC236}">
                <a16:creationId xmlns:a16="http://schemas.microsoft.com/office/drawing/2014/main" id="{C279C8AA-9FF6-5DA0-64FA-F413D1DCD620}"/>
              </a:ext>
            </a:extLst>
          </p:cNvPr>
          <p:cNvSpPr>
            <a:spLocks noGrp="1"/>
          </p:cNvSpPr>
          <p:nvPr>
            <p:ph type="ftr" sz="quarter" idx="11"/>
          </p:nvPr>
        </p:nvSpPr>
        <p:spPr/>
        <p:txBody>
          <a:bodyPr/>
          <a:lstStyle/>
          <a:p>
            <a:r>
              <a:rPr lang="zh-CN" altLang="en-US"/>
              <a:t>编译原理</a:t>
            </a:r>
            <a:r>
              <a:rPr lang="en-US" altLang="zh-CN"/>
              <a:t>-</a:t>
            </a:r>
            <a:r>
              <a:rPr lang="zh-CN" altLang="en-US"/>
              <a:t>王欣捷</a:t>
            </a:r>
            <a:r>
              <a:rPr lang="en-US" altLang="zh-CN"/>
              <a:t>-</a:t>
            </a:r>
            <a:r>
              <a:rPr lang="zh-CN" altLang="en-US"/>
              <a:t>第三章 语法分析</a:t>
            </a:r>
            <a:r>
              <a:rPr lang="en-US" altLang="zh-CN"/>
              <a:t>(4)</a:t>
            </a:r>
            <a:endParaRPr lang="zh-CN" altLang="en-US"/>
          </a:p>
        </p:txBody>
      </p:sp>
      <p:sp>
        <p:nvSpPr>
          <p:cNvPr id="4" name="灯片编号占位符 3">
            <a:extLst>
              <a:ext uri="{FF2B5EF4-FFF2-40B4-BE49-F238E27FC236}">
                <a16:creationId xmlns:a16="http://schemas.microsoft.com/office/drawing/2014/main" id="{9339A730-CFEB-2A94-5D7B-A101B34DD3F2}"/>
              </a:ext>
            </a:extLst>
          </p:cNvPr>
          <p:cNvSpPr>
            <a:spLocks noGrp="1"/>
          </p:cNvSpPr>
          <p:nvPr>
            <p:ph type="sldNum" sz="quarter" idx="12"/>
          </p:nvPr>
        </p:nvSpPr>
        <p:spPr/>
        <p:txBody>
          <a:bodyPr/>
          <a:lstStyle/>
          <a:p>
            <a:fld id="{094DEB03-EFC6-4C20-8FC8-295189A5386F}" type="slidenum">
              <a:rPr lang="zh-CN" altLang="en-US" smtClean="0"/>
              <a:pPr/>
              <a:t>61</a:t>
            </a:fld>
            <a:endParaRPr lang="zh-CN" altLang="en-US"/>
          </a:p>
        </p:txBody>
      </p:sp>
    </p:spTree>
  </p:cSld>
  <p:clrMapOvr>
    <a:masterClrMapping/>
  </p:clrMapOvr>
</p:sld>
</file>

<file path=ppt/slides/slide6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8610" name="Rectangle 2">
            <a:extLst>
              <a:ext uri="{FF2B5EF4-FFF2-40B4-BE49-F238E27FC236}">
                <a16:creationId xmlns:a16="http://schemas.microsoft.com/office/drawing/2014/main" id="{0DBED46C-DAB2-4452-A4D7-F9927C442243}"/>
              </a:ext>
            </a:extLst>
          </p:cNvPr>
          <p:cNvSpPr>
            <a:spLocks noGrp="1" noChangeArrowheads="1"/>
          </p:cNvSpPr>
          <p:nvPr>
            <p:ph type="title"/>
          </p:nvPr>
        </p:nvSpPr>
        <p:spPr/>
        <p:txBody>
          <a:bodyPr/>
          <a:lstStyle/>
          <a:p>
            <a:pPr eaLnBrk="1" hangingPunct="1"/>
            <a:r>
              <a:rPr lang="en-US" altLang="zh-CN"/>
              <a:t>3.3.6 </a:t>
            </a:r>
            <a:r>
              <a:rPr lang="zh-CN" altLang="en-US"/>
              <a:t>预测分析的错误恢复</a:t>
            </a:r>
          </a:p>
        </p:txBody>
      </p:sp>
      <p:sp>
        <p:nvSpPr>
          <p:cNvPr id="411651" name="Rectangle 3">
            <a:extLst>
              <a:ext uri="{FF2B5EF4-FFF2-40B4-BE49-F238E27FC236}">
                <a16:creationId xmlns:a16="http://schemas.microsoft.com/office/drawing/2014/main" id="{978B05D9-7E5A-4FCE-BA3A-BFDCDACEAADB}"/>
              </a:ext>
            </a:extLst>
          </p:cNvPr>
          <p:cNvSpPr>
            <a:spLocks noGrp="1" noChangeArrowheads="1"/>
          </p:cNvSpPr>
          <p:nvPr>
            <p:ph idx="1"/>
          </p:nvPr>
        </p:nvSpPr>
        <p:spPr/>
        <p:txBody>
          <a:bodyPr/>
          <a:lstStyle/>
          <a:p>
            <a:pPr eaLnBrk="1" hangingPunct="1"/>
            <a:r>
              <a:rPr lang="zh-CN" altLang="en-US" sz="2800"/>
              <a:t>错误处理程序怎样报告错误？</a:t>
            </a:r>
          </a:p>
          <a:p>
            <a:pPr lvl="1" eaLnBrk="1" hangingPunct="1"/>
            <a:r>
              <a:rPr lang="zh-CN" altLang="en-US" sz="2400"/>
              <a:t>报告检测位置（可能偏离真正出错位置）</a:t>
            </a:r>
          </a:p>
          <a:p>
            <a:pPr lvl="1" eaLnBrk="1" hangingPunct="1"/>
            <a:r>
              <a:rPr lang="zh-CN" altLang="en-US" sz="2400"/>
              <a:t>附带诊断信息（如果能知道错误可能的原因）</a:t>
            </a:r>
          </a:p>
          <a:p>
            <a:pPr eaLnBrk="1" hangingPunct="1"/>
            <a:r>
              <a:rPr lang="zh-CN" altLang="en-US" sz="2800"/>
              <a:t>错误处理程序如何进行错误恢复？</a:t>
            </a:r>
          </a:p>
          <a:p>
            <a:pPr lvl="1" eaLnBrk="1" hangingPunct="1"/>
            <a:r>
              <a:rPr lang="zh-CN" altLang="en-US" sz="2400"/>
              <a:t>检测到错误就放弃分析。</a:t>
            </a:r>
          </a:p>
          <a:p>
            <a:pPr lvl="1" eaLnBrk="1" hangingPunct="1"/>
            <a:r>
              <a:rPr lang="zh-CN" altLang="en-US" sz="2400"/>
              <a:t>检测到错误后，能够到达一个新状态并开始对剩余输入进行分析。</a:t>
            </a:r>
          </a:p>
          <a:p>
            <a:pPr lvl="1" eaLnBrk="1" hangingPunct="1"/>
            <a:r>
              <a:rPr lang="zh-CN" altLang="en-US" sz="2400"/>
              <a:t>遇雪崩式伪错误，停止。</a:t>
            </a:r>
          </a:p>
        </p:txBody>
      </p:sp>
      <p:sp>
        <p:nvSpPr>
          <p:cNvPr id="2" name="日期占位符 1">
            <a:extLst>
              <a:ext uri="{FF2B5EF4-FFF2-40B4-BE49-F238E27FC236}">
                <a16:creationId xmlns:a16="http://schemas.microsoft.com/office/drawing/2014/main" id="{3FE3A8F3-1018-FED0-81C1-5A4D5A538F91}"/>
              </a:ext>
            </a:extLst>
          </p:cNvPr>
          <p:cNvSpPr>
            <a:spLocks noGrp="1"/>
          </p:cNvSpPr>
          <p:nvPr>
            <p:ph type="dt" sz="half" idx="10"/>
          </p:nvPr>
        </p:nvSpPr>
        <p:spPr/>
        <p:txBody>
          <a:bodyPr/>
          <a:lstStyle/>
          <a:p>
            <a:fld id="{D3EB65AF-8422-42EC-B594-EAF883F9198B}" type="datetime2">
              <a:rPr lang="zh-CN" altLang="en-US" smtClean="0"/>
              <a:pPr/>
              <a:t>2025年11月26日</a:t>
            </a:fld>
            <a:endParaRPr lang="zh-CN" altLang="en-US"/>
          </a:p>
        </p:txBody>
      </p:sp>
      <p:sp>
        <p:nvSpPr>
          <p:cNvPr id="3" name="页脚占位符 2">
            <a:extLst>
              <a:ext uri="{FF2B5EF4-FFF2-40B4-BE49-F238E27FC236}">
                <a16:creationId xmlns:a16="http://schemas.microsoft.com/office/drawing/2014/main" id="{689B6272-6378-0752-B471-632A6FCA6106}"/>
              </a:ext>
            </a:extLst>
          </p:cNvPr>
          <p:cNvSpPr>
            <a:spLocks noGrp="1"/>
          </p:cNvSpPr>
          <p:nvPr>
            <p:ph type="ftr" sz="quarter" idx="11"/>
          </p:nvPr>
        </p:nvSpPr>
        <p:spPr/>
        <p:txBody>
          <a:bodyPr/>
          <a:lstStyle/>
          <a:p>
            <a:r>
              <a:rPr lang="zh-CN" altLang="en-US"/>
              <a:t>编译原理</a:t>
            </a:r>
            <a:r>
              <a:rPr lang="en-US" altLang="zh-CN"/>
              <a:t>-</a:t>
            </a:r>
            <a:r>
              <a:rPr lang="zh-CN" altLang="en-US"/>
              <a:t>王欣捷</a:t>
            </a:r>
            <a:r>
              <a:rPr lang="en-US" altLang="zh-CN"/>
              <a:t>-</a:t>
            </a:r>
            <a:r>
              <a:rPr lang="zh-CN" altLang="en-US"/>
              <a:t>第三章 语法分析</a:t>
            </a:r>
            <a:r>
              <a:rPr lang="en-US" altLang="zh-CN"/>
              <a:t>(4)</a:t>
            </a:r>
            <a:endParaRPr lang="zh-CN" altLang="en-US"/>
          </a:p>
        </p:txBody>
      </p:sp>
      <p:sp>
        <p:nvSpPr>
          <p:cNvPr id="4" name="灯片编号占位符 3">
            <a:extLst>
              <a:ext uri="{FF2B5EF4-FFF2-40B4-BE49-F238E27FC236}">
                <a16:creationId xmlns:a16="http://schemas.microsoft.com/office/drawing/2014/main" id="{55036592-C850-D778-1243-896AFC916640}"/>
              </a:ext>
            </a:extLst>
          </p:cNvPr>
          <p:cNvSpPr>
            <a:spLocks noGrp="1"/>
          </p:cNvSpPr>
          <p:nvPr>
            <p:ph type="sldNum" sz="quarter" idx="12"/>
          </p:nvPr>
        </p:nvSpPr>
        <p:spPr/>
        <p:txBody>
          <a:bodyPr/>
          <a:lstStyle/>
          <a:p>
            <a:fld id="{094DEB03-EFC6-4C20-8FC8-295189A5386F}" type="slidenum">
              <a:rPr lang="zh-CN" altLang="en-US" smtClean="0"/>
              <a:pPr/>
              <a:t>62</a:t>
            </a:fld>
            <a:endParaRPr lang="zh-CN" altLang="en-US"/>
          </a:p>
        </p:txBody>
      </p:sp>
    </p:spTree>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 presetClass="entr" presetSubtype="0" fill="hold" nodeType="clickEffect">
                                  <p:stCondLst>
                                    <p:cond delay="0"/>
                                  </p:stCondLst>
                                  <p:childTnLst>
                                    <p:set>
                                      <p:cBhvr>
                                        <p:cTn id="6" dur="1" fill="hold">
                                          <p:stCondLst>
                                            <p:cond delay="0"/>
                                          </p:stCondLst>
                                        </p:cTn>
                                        <p:tgtEl>
                                          <p:spTgt spid="411651">
                                            <p:txEl>
                                              <p:pRg st="3" end="3"/>
                                            </p:txEl>
                                          </p:spTgt>
                                        </p:tgtEl>
                                        <p:attrNameLst>
                                          <p:attrName>style.visibility</p:attrName>
                                        </p:attrNameLst>
                                      </p:cBhvr>
                                      <p:to>
                                        <p:strVal val="visible"/>
                                      </p:to>
                                    </p:set>
                                  </p:childTnLst>
                                </p:cTn>
                              </p:par>
                              <p:par>
                                <p:cTn id="7" presetID="1" presetClass="entr" presetSubtype="0" fill="hold" nodeType="withEffect">
                                  <p:stCondLst>
                                    <p:cond delay="0"/>
                                  </p:stCondLst>
                                  <p:childTnLst>
                                    <p:set>
                                      <p:cBhvr>
                                        <p:cTn id="8" dur="1" fill="hold">
                                          <p:stCondLst>
                                            <p:cond delay="0"/>
                                          </p:stCondLst>
                                        </p:cTn>
                                        <p:tgtEl>
                                          <p:spTgt spid="411651">
                                            <p:txEl>
                                              <p:pRg st="4" end="4"/>
                                            </p:txEl>
                                          </p:spTgt>
                                        </p:tgtEl>
                                        <p:attrNameLst>
                                          <p:attrName>style.visibility</p:attrName>
                                        </p:attrNameLst>
                                      </p:cBhvr>
                                      <p:to>
                                        <p:strVal val="visible"/>
                                      </p:to>
                                    </p:set>
                                  </p:childTnLst>
                                </p:cTn>
                              </p:par>
                              <p:par>
                                <p:cTn id="9" presetID="1" presetClass="entr" presetSubtype="0" fill="hold" nodeType="withEffect">
                                  <p:stCondLst>
                                    <p:cond delay="0"/>
                                  </p:stCondLst>
                                  <p:childTnLst>
                                    <p:set>
                                      <p:cBhvr>
                                        <p:cTn id="10" dur="1" fill="hold">
                                          <p:stCondLst>
                                            <p:cond delay="0"/>
                                          </p:stCondLst>
                                        </p:cTn>
                                        <p:tgtEl>
                                          <p:spTgt spid="411651">
                                            <p:txEl>
                                              <p:pRg st="5" end="5"/>
                                            </p:txEl>
                                          </p:spTgt>
                                        </p:tgtEl>
                                        <p:attrNameLst>
                                          <p:attrName>style.visibility</p:attrName>
                                        </p:attrNameLst>
                                      </p:cBhvr>
                                      <p:to>
                                        <p:strVal val="visible"/>
                                      </p:to>
                                    </p:set>
                                  </p:childTnLst>
                                </p:cTn>
                              </p:par>
                              <p:par>
                                <p:cTn id="11" presetID="1" presetClass="entr" presetSubtype="0" fill="hold" nodeType="withEffect">
                                  <p:stCondLst>
                                    <p:cond delay="0"/>
                                  </p:stCondLst>
                                  <p:childTnLst>
                                    <p:set>
                                      <p:cBhvr>
                                        <p:cTn id="12" dur="1" fill="hold">
                                          <p:stCondLst>
                                            <p:cond delay="0"/>
                                          </p:stCondLst>
                                        </p:cTn>
                                        <p:tgtEl>
                                          <p:spTgt spid="411651">
                                            <p:txEl>
                                              <p:pRg st="6" end="6"/>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6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9634" name="Rectangle 2">
            <a:extLst>
              <a:ext uri="{FF2B5EF4-FFF2-40B4-BE49-F238E27FC236}">
                <a16:creationId xmlns:a16="http://schemas.microsoft.com/office/drawing/2014/main" id="{13E1D5B9-DC76-4660-A857-6A12CC4F5B1D}"/>
              </a:ext>
            </a:extLst>
          </p:cNvPr>
          <p:cNvSpPr>
            <a:spLocks noGrp="1" noChangeArrowheads="1"/>
          </p:cNvSpPr>
          <p:nvPr>
            <p:ph type="title"/>
          </p:nvPr>
        </p:nvSpPr>
        <p:spPr/>
        <p:txBody>
          <a:bodyPr/>
          <a:lstStyle/>
          <a:p>
            <a:pPr eaLnBrk="1" hangingPunct="1"/>
            <a:r>
              <a:rPr lang="en-US" altLang="zh-CN"/>
              <a:t>3.3.6 </a:t>
            </a:r>
            <a:r>
              <a:rPr lang="zh-CN" altLang="en-US"/>
              <a:t>预测分析的错误恢复</a:t>
            </a:r>
          </a:p>
        </p:txBody>
      </p:sp>
      <p:sp>
        <p:nvSpPr>
          <p:cNvPr id="412675" name="Rectangle 3">
            <a:extLst>
              <a:ext uri="{FF2B5EF4-FFF2-40B4-BE49-F238E27FC236}">
                <a16:creationId xmlns:a16="http://schemas.microsoft.com/office/drawing/2014/main" id="{A0E66614-C3E9-4482-851C-3D1403F93EA3}"/>
              </a:ext>
            </a:extLst>
          </p:cNvPr>
          <p:cNvSpPr>
            <a:spLocks noGrp="1" noChangeArrowheads="1"/>
          </p:cNvSpPr>
          <p:nvPr>
            <p:ph idx="1"/>
          </p:nvPr>
        </p:nvSpPr>
        <p:spPr/>
        <p:txBody>
          <a:bodyPr/>
          <a:lstStyle/>
          <a:p>
            <a:pPr eaLnBrk="1" hangingPunct="1">
              <a:spcBef>
                <a:spcPct val="0"/>
              </a:spcBef>
            </a:pPr>
            <a:r>
              <a:rPr lang="zh-CN" altLang="en-US" dirty="0"/>
              <a:t>非递归预测分析在什么场合下发现错误？</a:t>
            </a:r>
            <a:endParaRPr lang="zh-CN" altLang="en-US" sz="3600" dirty="0"/>
          </a:p>
          <a:p>
            <a:pPr lvl="1" eaLnBrk="1" hangingPunct="1">
              <a:spcBef>
                <a:spcPct val="0"/>
              </a:spcBef>
            </a:pPr>
            <a:r>
              <a:rPr lang="zh-CN" altLang="en-US" dirty="0"/>
              <a:t>栈顶的终结符和下一个输入符号不匹配</a:t>
            </a:r>
          </a:p>
          <a:p>
            <a:pPr lvl="1" eaLnBrk="1" hangingPunct="1">
              <a:spcBef>
                <a:spcPct val="0"/>
              </a:spcBef>
            </a:pPr>
            <a:r>
              <a:rPr lang="zh-CN" altLang="en-US" dirty="0"/>
              <a:t>栈顶是非终结符</a:t>
            </a:r>
            <a:r>
              <a:rPr lang="en-US" altLang="zh-CN" b="1" i="1" dirty="0"/>
              <a:t>A</a:t>
            </a:r>
            <a:r>
              <a:rPr lang="zh-CN" altLang="en-US" dirty="0"/>
              <a:t>，输入符号是</a:t>
            </a:r>
            <a:r>
              <a:rPr lang="en-US" altLang="zh-CN" b="1" i="1" dirty="0"/>
              <a:t>a</a:t>
            </a:r>
            <a:r>
              <a:rPr lang="zh-CN" altLang="en-US" dirty="0"/>
              <a:t>，而</a:t>
            </a:r>
            <a:r>
              <a:rPr lang="en-US" altLang="zh-CN" b="1" i="1" dirty="0"/>
              <a:t>M</a:t>
            </a:r>
            <a:r>
              <a:rPr lang="en-US" altLang="zh-CN" b="1" dirty="0"/>
              <a:t>[</a:t>
            </a:r>
            <a:r>
              <a:rPr lang="en-US" altLang="zh-CN" b="1" i="1" dirty="0"/>
              <a:t>A</a:t>
            </a:r>
            <a:r>
              <a:rPr lang="en-US" altLang="zh-CN" b="1" dirty="0"/>
              <a:t>,</a:t>
            </a:r>
            <a:r>
              <a:rPr lang="en-US" altLang="zh-CN" b="1" i="1" dirty="0"/>
              <a:t> a</a:t>
            </a:r>
            <a:r>
              <a:rPr lang="en-US" altLang="zh-CN" b="1" dirty="0"/>
              <a:t>]</a:t>
            </a:r>
            <a:r>
              <a:rPr lang="zh-CN" altLang="en-US" dirty="0"/>
              <a:t>是空白</a:t>
            </a:r>
          </a:p>
          <a:p>
            <a:pPr eaLnBrk="1" hangingPunct="1"/>
            <a:endParaRPr lang="en-US" altLang="zh-CN" dirty="0"/>
          </a:p>
        </p:txBody>
      </p:sp>
      <p:sp>
        <p:nvSpPr>
          <p:cNvPr id="2" name="日期占位符 1">
            <a:extLst>
              <a:ext uri="{FF2B5EF4-FFF2-40B4-BE49-F238E27FC236}">
                <a16:creationId xmlns:a16="http://schemas.microsoft.com/office/drawing/2014/main" id="{478D92CC-85C4-4917-F249-5DE19EDE6B9A}"/>
              </a:ext>
            </a:extLst>
          </p:cNvPr>
          <p:cNvSpPr>
            <a:spLocks noGrp="1"/>
          </p:cNvSpPr>
          <p:nvPr>
            <p:ph type="dt" sz="half" idx="10"/>
          </p:nvPr>
        </p:nvSpPr>
        <p:spPr/>
        <p:txBody>
          <a:bodyPr/>
          <a:lstStyle/>
          <a:p>
            <a:fld id="{8A7ED7FC-F8F3-4120-90D8-D122D11F3216}" type="datetime2">
              <a:rPr lang="zh-CN" altLang="en-US" smtClean="0"/>
              <a:pPr/>
              <a:t>2025年11月26日</a:t>
            </a:fld>
            <a:endParaRPr lang="zh-CN" altLang="en-US"/>
          </a:p>
        </p:txBody>
      </p:sp>
      <p:sp>
        <p:nvSpPr>
          <p:cNvPr id="3" name="页脚占位符 2">
            <a:extLst>
              <a:ext uri="{FF2B5EF4-FFF2-40B4-BE49-F238E27FC236}">
                <a16:creationId xmlns:a16="http://schemas.microsoft.com/office/drawing/2014/main" id="{6C0770FC-642E-453C-3502-9408829800E7}"/>
              </a:ext>
            </a:extLst>
          </p:cNvPr>
          <p:cNvSpPr>
            <a:spLocks noGrp="1"/>
          </p:cNvSpPr>
          <p:nvPr>
            <p:ph type="ftr" sz="quarter" idx="11"/>
          </p:nvPr>
        </p:nvSpPr>
        <p:spPr/>
        <p:txBody>
          <a:bodyPr/>
          <a:lstStyle/>
          <a:p>
            <a:r>
              <a:rPr lang="zh-CN" altLang="en-US"/>
              <a:t>编译原理</a:t>
            </a:r>
            <a:r>
              <a:rPr lang="en-US" altLang="zh-CN"/>
              <a:t>-</a:t>
            </a:r>
            <a:r>
              <a:rPr lang="zh-CN" altLang="en-US"/>
              <a:t>王欣捷</a:t>
            </a:r>
            <a:r>
              <a:rPr lang="en-US" altLang="zh-CN"/>
              <a:t>-</a:t>
            </a:r>
            <a:r>
              <a:rPr lang="zh-CN" altLang="en-US"/>
              <a:t>第三章 语法分析</a:t>
            </a:r>
            <a:r>
              <a:rPr lang="en-US" altLang="zh-CN"/>
              <a:t>(4)</a:t>
            </a:r>
            <a:endParaRPr lang="zh-CN" altLang="en-US"/>
          </a:p>
        </p:txBody>
      </p:sp>
      <p:sp>
        <p:nvSpPr>
          <p:cNvPr id="4" name="灯片编号占位符 3">
            <a:extLst>
              <a:ext uri="{FF2B5EF4-FFF2-40B4-BE49-F238E27FC236}">
                <a16:creationId xmlns:a16="http://schemas.microsoft.com/office/drawing/2014/main" id="{4E069862-7F4D-0A19-7A71-E361EB3B4564}"/>
              </a:ext>
            </a:extLst>
          </p:cNvPr>
          <p:cNvSpPr>
            <a:spLocks noGrp="1"/>
          </p:cNvSpPr>
          <p:nvPr>
            <p:ph type="sldNum" sz="quarter" idx="12"/>
          </p:nvPr>
        </p:nvSpPr>
        <p:spPr/>
        <p:txBody>
          <a:bodyPr/>
          <a:lstStyle/>
          <a:p>
            <a:fld id="{094DEB03-EFC6-4C20-8FC8-295189A5386F}" type="slidenum">
              <a:rPr lang="zh-CN" altLang="en-US" smtClean="0"/>
              <a:pPr/>
              <a:t>63</a:t>
            </a:fld>
            <a:endParaRPr lang="zh-CN" altLang="en-US"/>
          </a:p>
        </p:txBody>
      </p:sp>
    </p:spTree>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 presetClass="entr" presetSubtype="0" fill="hold" nodeType="clickEffect">
                                  <p:stCondLst>
                                    <p:cond delay="0"/>
                                  </p:stCondLst>
                                  <p:childTnLst>
                                    <p:set>
                                      <p:cBhvr>
                                        <p:cTn id="6" dur="1" fill="hold">
                                          <p:stCondLst>
                                            <p:cond delay="0"/>
                                          </p:stCondLst>
                                        </p:cTn>
                                        <p:tgtEl>
                                          <p:spTgt spid="412675">
                                            <p:txEl>
                                              <p:pRg st="1" end="1"/>
                                            </p:txEl>
                                          </p:spTgt>
                                        </p:tgtEl>
                                        <p:attrNameLst>
                                          <p:attrName>style.visibility</p:attrName>
                                        </p:attrNameLst>
                                      </p:cBhvr>
                                      <p:to>
                                        <p:strVal val="visible"/>
                                      </p:to>
                                    </p:set>
                                  </p:childTnLst>
                                </p:cTn>
                              </p:par>
                            </p:childTnLst>
                          </p:cTn>
                        </p:par>
                      </p:childTnLst>
                    </p:cTn>
                  </p:par>
                  <p:par>
                    <p:cTn id="7" fill="hold" nodeType="clickPar">
                      <p:stCondLst>
                        <p:cond delay="indefinite"/>
                      </p:stCondLst>
                      <p:childTnLst>
                        <p:par>
                          <p:cTn id="8" fill="hold" nodeType="withGroup">
                            <p:stCondLst>
                              <p:cond delay="0"/>
                            </p:stCondLst>
                            <p:childTnLst>
                              <p:par>
                                <p:cTn id="9" presetID="1" presetClass="entr" presetSubtype="0" fill="hold" nodeType="clickEffect">
                                  <p:stCondLst>
                                    <p:cond delay="0"/>
                                  </p:stCondLst>
                                  <p:childTnLst>
                                    <p:set>
                                      <p:cBhvr>
                                        <p:cTn id="10" dur="1" fill="hold">
                                          <p:stCondLst>
                                            <p:cond delay="0"/>
                                          </p:stCondLst>
                                        </p:cTn>
                                        <p:tgtEl>
                                          <p:spTgt spid="412675">
                                            <p:txEl>
                                              <p:pRg st="2" end="2"/>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6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0658" name="Rectangle 2">
            <a:extLst>
              <a:ext uri="{FF2B5EF4-FFF2-40B4-BE49-F238E27FC236}">
                <a16:creationId xmlns:a16="http://schemas.microsoft.com/office/drawing/2014/main" id="{05895938-FE6B-4FD6-B7E0-EF2B49D03E40}"/>
              </a:ext>
            </a:extLst>
          </p:cNvPr>
          <p:cNvSpPr>
            <a:spLocks noGrp="1" noChangeArrowheads="1"/>
          </p:cNvSpPr>
          <p:nvPr>
            <p:ph type="title"/>
          </p:nvPr>
        </p:nvSpPr>
        <p:spPr/>
        <p:txBody>
          <a:bodyPr/>
          <a:lstStyle/>
          <a:p>
            <a:pPr eaLnBrk="1" hangingPunct="1"/>
            <a:r>
              <a:rPr lang="en-US" altLang="zh-CN"/>
              <a:t>3.3.6 </a:t>
            </a:r>
            <a:r>
              <a:rPr lang="zh-CN" altLang="en-US"/>
              <a:t>预测分析的错误恢复</a:t>
            </a:r>
          </a:p>
        </p:txBody>
      </p:sp>
      <p:sp>
        <p:nvSpPr>
          <p:cNvPr id="413699" name="Rectangle 3">
            <a:extLst>
              <a:ext uri="{FF2B5EF4-FFF2-40B4-BE49-F238E27FC236}">
                <a16:creationId xmlns:a16="http://schemas.microsoft.com/office/drawing/2014/main" id="{5231261E-8333-4B28-BC95-F9D9FFE2C7FE}"/>
              </a:ext>
            </a:extLst>
          </p:cNvPr>
          <p:cNvSpPr>
            <a:spLocks noGrp="1" noChangeArrowheads="1"/>
          </p:cNvSpPr>
          <p:nvPr>
            <p:ph idx="1"/>
          </p:nvPr>
        </p:nvSpPr>
        <p:spPr/>
        <p:txBody>
          <a:bodyPr>
            <a:normAutofit/>
          </a:bodyPr>
          <a:lstStyle/>
          <a:p>
            <a:pPr eaLnBrk="1" hangingPunct="1">
              <a:spcBef>
                <a:spcPct val="0"/>
              </a:spcBef>
            </a:pPr>
            <a:r>
              <a:rPr lang="zh-CN" altLang="en-US" sz="3200">
                <a:solidFill>
                  <a:schemeClr val="accent2"/>
                </a:solidFill>
              </a:rPr>
              <a:t>紧急方式</a:t>
            </a:r>
            <a:r>
              <a:rPr lang="zh-CN" altLang="en-US" sz="3200"/>
              <a:t>（</a:t>
            </a:r>
            <a:r>
              <a:rPr lang="en-US" altLang="zh-CN" sz="3200"/>
              <a:t>panic mode</a:t>
            </a:r>
            <a:r>
              <a:rPr lang="zh-CN" altLang="en-US" sz="3200"/>
              <a:t>）</a:t>
            </a:r>
          </a:p>
          <a:p>
            <a:pPr lvl="1" eaLnBrk="1" hangingPunct="1">
              <a:spcBef>
                <a:spcPct val="0"/>
              </a:spcBef>
            </a:pPr>
            <a:r>
              <a:rPr lang="zh-CN" altLang="en-US" sz="2800">
                <a:latin typeface="宋体" panose="02010600030101010101" pitchFamily="2" charset="-122"/>
              </a:rPr>
              <a:t>发现错误时，分析器每次抛弃一个输入记号，直到输入记号属于某个指定的</a:t>
            </a:r>
            <a:r>
              <a:rPr lang="zh-CN" altLang="en-US" sz="2800">
                <a:solidFill>
                  <a:schemeClr val="accent2"/>
                </a:solidFill>
                <a:latin typeface="宋体" panose="02010600030101010101" pitchFamily="2" charset="-122"/>
              </a:rPr>
              <a:t>同步记号集合</a:t>
            </a:r>
            <a:r>
              <a:rPr lang="en-US" altLang="zh-CN" sz="2800">
                <a:latin typeface="宋体" panose="02010600030101010101" pitchFamily="2" charset="-122"/>
              </a:rPr>
              <a:t>(</a:t>
            </a:r>
            <a:r>
              <a:rPr lang="en-US" altLang="zh-CN" sz="2800"/>
              <a:t>Synchronizing set</a:t>
            </a:r>
            <a:r>
              <a:rPr lang="en-US" altLang="zh-CN" sz="2800">
                <a:latin typeface="宋体" panose="02010600030101010101" pitchFamily="2" charset="-122"/>
              </a:rPr>
              <a:t>)</a:t>
            </a:r>
            <a:r>
              <a:rPr lang="zh-CN" altLang="en-US" sz="2800">
                <a:latin typeface="宋体" panose="02010600030101010101" pitchFamily="2" charset="-122"/>
              </a:rPr>
              <a:t>为止</a:t>
            </a:r>
          </a:p>
          <a:p>
            <a:pPr lvl="1">
              <a:spcBef>
                <a:spcPct val="0"/>
              </a:spcBef>
            </a:pPr>
            <a:r>
              <a:rPr lang="zh-CN" altLang="en-US" sz="2800">
                <a:latin typeface="宋体" panose="02010600030101010101" pitchFamily="2" charset="-122"/>
              </a:rPr>
              <a:t>该方法的效果依赖于</a:t>
            </a:r>
            <a:r>
              <a:rPr lang="zh-CN" altLang="en-US" sz="2800">
                <a:solidFill>
                  <a:schemeClr val="accent1"/>
                </a:solidFill>
                <a:latin typeface="宋体" panose="02010600030101010101" pitchFamily="2" charset="-122"/>
              </a:rPr>
              <a:t>同步记号集合的选择</a:t>
            </a:r>
            <a:r>
              <a:rPr lang="zh-CN" altLang="en-US" sz="2800">
                <a:latin typeface="宋体" panose="02010600030101010101" pitchFamily="2" charset="-122"/>
              </a:rPr>
              <a:t>。集合的选择应该使得语法分析器能从实际遇到的错误中</a:t>
            </a:r>
            <a:r>
              <a:rPr lang="zh-CN" altLang="en-US" sz="2800">
                <a:solidFill>
                  <a:schemeClr val="accent1"/>
                </a:solidFill>
                <a:latin typeface="宋体" panose="02010600030101010101" pitchFamily="2" charset="-122"/>
              </a:rPr>
              <a:t>快速恢复</a:t>
            </a:r>
            <a:endParaRPr lang="en-US" altLang="zh-CN" sz="2800">
              <a:solidFill>
                <a:schemeClr val="accent1"/>
              </a:solidFill>
              <a:latin typeface="宋体" panose="02010600030101010101" pitchFamily="2" charset="-122"/>
            </a:endParaRPr>
          </a:p>
          <a:p>
            <a:pPr lvl="2">
              <a:spcBef>
                <a:spcPct val="0"/>
              </a:spcBef>
            </a:pPr>
            <a:r>
              <a:rPr lang="zh-CN" altLang="en-US" sz="2400">
                <a:latin typeface="宋体" panose="02010600030101010101" pitchFamily="2" charset="-122"/>
              </a:rPr>
              <a:t>例如，可以把</a:t>
            </a:r>
            <a:r>
              <a:rPr lang="en-US" altLang="zh-CN" sz="2400" b="1">
                <a:latin typeface="Times New Roman" panose="02020603050405020304" pitchFamily="18" charset="0"/>
                <a:cs typeface="Times New Roman" panose="02020603050405020304" pitchFamily="18" charset="0"/>
              </a:rPr>
              <a:t>FOLLOW(A)</a:t>
            </a:r>
            <a:r>
              <a:rPr lang="zh-CN" altLang="en-US" sz="2400">
                <a:latin typeface="宋体" panose="02010600030101010101" pitchFamily="2" charset="-122"/>
              </a:rPr>
              <a:t>中的所有终结符放入非终结符</a:t>
            </a:r>
            <a:r>
              <a:rPr lang="en-US" altLang="zh-CN" sz="2400" b="1">
                <a:latin typeface="Times New Roman" panose="02020603050405020304" pitchFamily="18" charset="0"/>
                <a:cs typeface="Times New Roman" panose="02020603050405020304" pitchFamily="18" charset="0"/>
              </a:rPr>
              <a:t>A</a:t>
            </a:r>
            <a:r>
              <a:rPr lang="zh-CN" altLang="en-US" sz="2400">
                <a:latin typeface="宋体" panose="02010600030101010101" pitchFamily="2" charset="-122"/>
              </a:rPr>
              <a:t>的同步记号集合</a:t>
            </a:r>
            <a:endParaRPr lang="en-US" altLang="zh-CN" sz="2400">
              <a:latin typeface="宋体" panose="02010600030101010101" pitchFamily="2" charset="-122"/>
            </a:endParaRPr>
          </a:p>
          <a:p>
            <a:pPr lvl="2">
              <a:spcBef>
                <a:spcPct val="0"/>
              </a:spcBef>
            </a:pPr>
            <a:endParaRPr lang="zh-CN" altLang="en-US" sz="2400">
              <a:solidFill>
                <a:schemeClr val="accent2"/>
              </a:solidFill>
              <a:latin typeface="宋体" panose="02010600030101010101" pitchFamily="2" charset="-122"/>
            </a:endParaRPr>
          </a:p>
          <a:p>
            <a:pPr eaLnBrk="1" hangingPunct="1"/>
            <a:endParaRPr lang="en-US" altLang="zh-CN" sz="3200"/>
          </a:p>
        </p:txBody>
      </p:sp>
      <p:sp>
        <p:nvSpPr>
          <p:cNvPr id="2" name="日期占位符 1">
            <a:extLst>
              <a:ext uri="{FF2B5EF4-FFF2-40B4-BE49-F238E27FC236}">
                <a16:creationId xmlns:a16="http://schemas.microsoft.com/office/drawing/2014/main" id="{45E0F178-8B40-C619-904A-F6721C8ADB64}"/>
              </a:ext>
            </a:extLst>
          </p:cNvPr>
          <p:cNvSpPr>
            <a:spLocks noGrp="1"/>
          </p:cNvSpPr>
          <p:nvPr>
            <p:ph type="dt" sz="half" idx="10"/>
          </p:nvPr>
        </p:nvSpPr>
        <p:spPr/>
        <p:txBody>
          <a:bodyPr/>
          <a:lstStyle/>
          <a:p>
            <a:fld id="{9ABE6223-EB63-4275-88B7-D074CDA5DA71}" type="datetime2">
              <a:rPr lang="zh-CN" altLang="en-US" smtClean="0"/>
              <a:pPr/>
              <a:t>2025年11月26日</a:t>
            </a:fld>
            <a:endParaRPr lang="zh-CN" altLang="en-US"/>
          </a:p>
        </p:txBody>
      </p:sp>
      <p:sp>
        <p:nvSpPr>
          <p:cNvPr id="3" name="页脚占位符 2">
            <a:extLst>
              <a:ext uri="{FF2B5EF4-FFF2-40B4-BE49-F238E27FC236}">
                <a16:creationId xmlns:a16="http://schemas.microsoft.com/office/drawing/2014/main" id="{77773706-4782-DE2A-3CC5-B0AD91623303}"/>
              </a:ext>
            </a:extLst>
          </p:cNvPr>
          <p:cNvSpPr>
            <a:spLocks noGrp="1"/>
          </p:cNvSpPr>
          <p:nvPr>
            <p:ph type="ftr" sz="quarter" idx="11"/>
          </p:nvPr>
        </p:nvSpPr>
        <p:spPr/>
        <p:txBody>
          <a:bodyPr/>
          <a:lstStyle/>
          <a:p>
            <a:r>
              <a:rPr lang="zh-CN" altLang="en-US"/>
              <a:t>编译原理</a:t>
            </a:r>
            <a:r>
              <a:rPr lang="en-US" altLang="zh-CN"/>
              <a:t>-</a:t>
            </a:r>
            <a:r>
              <a:rPr lang="zh-CN" altLang="en-US"/>
              <a:t>王欣捷</a:t>
            </a:r>
            <a:r>
              <a:rPr lang="en-US" altLang="zh-CN"/>
              <a:t>-</a:t>
            </a:r>
            <a:r>
              <a:rPr lang="zh-CN" altLang="en-US"/>
              <a:t>第三章 语法分析</a:t>
            </a:r>
            <a:r>
              <a:rPr lang="en-US" altLang="zh-CN"/>
              <a:t>(4)</a:t>
            </a:r>
            <a:endParaRPr lang="zh-CN" altLang="en-US"/>
          </a:p>
        </p:txBody>
      </p:sp>
      <p:sp>
        <p:nvSpPr>
          <p:cNvPr id="4" name="灯片编号占位符 3">
            <a:extLst>
              <a:ext uri="{FF2B5EF4-FFF2-40B4-BE49-F238E27FC236}">
                <a16:creationId xmlns:a16="http://schemas.microsoft.com/office/drawing/2014/main" id="{94E248EC-A4D8-DC1A-CEE0-8AD0C75821DD}"/>
              </a:ext>
            </a:extLst>
          </p:cNvPr>
          <p:cNvSpPr>
            <a:spLocks noGrp="1"/>
          </p:cNvSpPr>
          <p:nvPr>
            <p:ph type="sldNum" sz="quarter" idx="12"/>
          </p:nvPr>
        </p:nvSpPr>
        <p:spPr/>
        <p:txBody>
          <a:bodyPr/>
          <a:lstStyle/>
          <a:p>
            <a:fld id="{094DEB03-EFC6-4C20-8FC8-295189A5386F}" type="slidenum">
              <a:rPr lang="zh-CN" altLang="en-US" smtClean="0"/>
              <a:pPr/>
              <a:t>64</a:t>
            </a:fld>
            <a:endParaRPr lang="zh-CN" altLang="en-US"/>
          </a:p>
        </p:txBody>
      </p:sp>
    </p:spTree>
  </p:cSld>
  <p:clrMapOvr>
    <a:masterClrMapping/>
  </p:clrMapOvr>
</p:sld>
</file>

<file path=ppt/slides/slide6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1682" name="Rectangle 2">
            <a:extLst>
              <a:ext uri="{FF2B5EF4-FFF2-40B4-BE49-F238E27FC236}">
                <a16:creationId xmlns:a16="http://schemas.microsoft.com/office/drawing/2014/main" id="{6943D891-F142-4422-B936-E0D290BA1A17}"/>
              </a:ext>
            </a:extLst>
          </p:cNvPr>
          <p:cNvSpPr>
            <a:spLocks noGrp="1" noChangeArrowheads="1"/>
          </p:cNvSpPr>
          <p:nvPr>
            <p:ph type="title"/>
          </p:nvPr>
        </p:nvSpPr>
        <p:spPr/>
        <p:txBody>
          <a:bodyPr/>
          <a:lstStyle/>
          <a:p>
            <a:pPr eaLnBrk="1" hangingPunct="1"/>
            <a:r>
              <a:rPr lang="en-US" altLang="zh-CN"/>
              <a:t>3.3.6 </a:t>
            </a:r>
            <a:r>
              <a:rPr lang="zh-CN" altLang="en-US"/>
              <a:t>预测分析的错误恢复</a:t>
            </a:r>
          </a:p>
        </p:txBody>
      </p:sp>
      <p:sp>
        <p:nvSpPr>
          <p:cNvPr id="71683" name="Rectangle 3">
            <a:extLst>
              <a:ext uri="{FF2B5EF4-FFF2-40B4-BE49-F238E27FC236}">
                <a16:creationId xmlns:a16="http://schemas.microsoft.com/office/drawing/2014/main" id="{E80E05ED-F5FC-4204-979A-8F797D0E54DA}"/>
              </a:ext>
            </a:extLst>
          </p:cNvPr>
          <p:cNvSpPr>
            <a:spLocks noGrp="1" noChangeArrowheads="1"/>
          </p:cNvSpPr>
          <p:nvPr>
            <p:ph idx="1"/>
          </p:nvPr>
        </p:nvSpPr>
        <p:spPr/>
        <p:txBody>
          <a:bodyPr/>
          <a:lstStyle/>
          <a:p>
            <a:pPr eaLnBrk="1" hangingPunct="1">
              <a:spcBef>
                <a:spcPct val="0"/>
              </a:spcBef>
            </a:pPr>
            <a:r>
              <a:rPr lang="zh-CN" altLang="en-US"/>
              <a:t>同步记号集合的选择</a:t>
            </a:r>
          </a:p>
          <a:p>
            <a:pPr lvl="1" eaLnBrk="1" hangingPunct="1">
              <a:spcBef>
                <a:spcPct val="0"/>
              </a:spcBef>
            </a:pPr>
            <a:r>
              <a:rPr lang="zh-CN" altLang="en-US">
                <a:solidFill>
                  <a:schemeClr val="accent2"/>
                </a:solidFill>
              </a:rPr>
              <a:t>把</a:t>
            </a:r>
            <a:r>
              <a:rPr lang="en-US" altLang="zh-CN" b="1">
                <a:solidFill>
                  <a:schemeClr val="accent2"/>
                </a:solidFill>
              </a:rPr>
              <a:t>FOLLOW(</a:t>
            </a:r>
            <a:r>
              <a:rPr lang="en-US" altLang="zh-CN" b="1" i="1">
                <a:solidFill>
                  <a:schemeClr val="accent2"/>
                </a:solidFill>
              </a:rPr>
              <a:t>A</a:t>
            </a:r>
            <a:r>
              <a:rPr lang="en-US" altLang="zh-CN" b="1">
                <a:solidFill>
                  <a:schemeClr val="accent2"/>
                </a:solidFill>
              </a:rPr>
              <a:t>)</a:t>
            </a:r>
            <a:r>
              <a:rPr lang="zh-CN" altLang="en-US">
                <a:solidFill>
                  <a:schemeClr val="accent2"/>
                </a:solidFill>
              </a:rPr>
              <a:t>的所有终结符放入非终结符</a:t>
            </a:r>
            <a:r>
              <a:rPr lang="en-US" altLang="zh-CN" b="1" i="1">
                <a:solidFill>
                  <a:schemeClr val="accent2"/>
                </a:solidFill>
              </a:rPr>
              <a:t>A</a:t>
            </a:r>
            <a:r>
              <a:rPr lang="zh-CN" altLang="en-US">
                <a:solidFill>
                  <a:schemeClr val="accent2"/>
                </a:solidFill>
              </a:rPr>
              <a:t>的同步记号集合</a:t>
            </a:r>
          </a:p>
          <a:p>
            <a:pPr lvl="1" eaLnBrk="1" hangingPunct="1">
              <a:spcBef>
                <a:spcPct val="0"/>
              </a:spcBef>
              <a:buFont typeface="Wingdings" panose="05000000000000000000" pitchFamily="2" charset="2"/>
              <a:buNone/>
            </a:pPr>
            <a:endParaRPr lang="zh-CN" altLang="en-US" b="1">
              <a:solidFill>
                <a:schemeClr val="tx2"/>
              </a:solidFill>
            </a:endParaRPr>
          </a:p>
          <a:p>
            <a:pPr lvl="1" eaLnBrk="1" hangingPunct="1">
              <a:spcBef>
                <a:spcPct val="0"/>
              </a:spcBef>
              <a:buFont typeface="Wingdings" panose="05000000000000000000" pitchFamily="2" charset="2"/>
              <a:buNone/>
            </a:pPr>
            <a:r>
              <a:rPr lang="en-US" altLang="zh-CN" b="1"/>
              <a:t>if  </a:t>
            </a:r>
            <a:r>
              <a:rPr lang="en-US" altLang="zh-CN" b="1" i="1"/>
              <a:t>expr   </a:t>
            </a:r>
            <a:r>
              <a:rPr lang="en-US" altLang="zh-CN" b="1"/>
              <a:t>then</a:t>
            </a:r>
          </a:p>
          <a:p>
            <a:pPr lvl="1" eaLnBrk="1" hangingPunct="1">
              <a:spcBef>
                <a:spcPct val="0"/>
              </a:spcBef>
              <a:buFont typeface="Wingdings" panose="05000000000000000000" pitchFamily="2" charset="2"/>
              <a:buNone/>
            </a:pPr>
            <a:r>
              <a:rPr lang="en-US" altLang="zh-CN" b="1"/>
              <a:t>			</a:t>
            </a:r>
            <a:r>
              <a:rPr lang="zh-CN" altLang="en-US" b="1"/>
              <a:t>（</a:t>
            </a:r>
            <a:r>
              <a:rPr lang="en-US" altLang="zh-CN" b="1"/>
              <a:t>then</a:t>
            </a:r>
            <a:r>
              <a:rPr lang="zh-CN" altLang="en-US"/>
              <a:t>是</a:t>
            </a:r>
            <a:r>
              <a:rPr lang="en-US" altLang="zh-CN" b="1" i="1"/>
              <a:t>expr</a:t>
            </a:r>
            <a:r>
              <a:rPr lang="zh-CN" altLang="en-US"/>
              <a:t>的一个同步记号</a:t>
            </a:r>
            <a:r>
              <a:rPr lang="zh-CN" altLang="en-US" b="1"/>
              <a:t>）</a:t>
            </a:r>
            <a:endParaRPr lang="zh-CN" altLang="en-US"/>
          </a:p>
          <a:p>
            <a:pPr eaLnBrk="1" hangingPunct="1"/>
            <a:endParaRPr lang="zh-CN" altLang="en-US"/>
          </a:p>
          <a:p>
            <a:pPr lvl="1" eaLnBrk="1" hangingPunct="1"/>
            <a:r>
              <a:rPr lang="zh-CN" altLang="en-US"/>
              <a:t>错误恢复时只要从栈中弹出</a:t>
            </a:r>
            <a:r>
              <a:rPr lang="en-US" altLang="zh-CN" b="1" i="1"/>
              <a:t>A</a:t>
            </a:r>
            <a:r>
              <a:rPr lang="zh-CN" altLang="en-US"/>
              <a:t>即可恢复分析</a:t>
            </a:r>
          </a:p>
        </p:txBody>
      </p:sp>
      <p:sp>
        <p:nvSpPr>
          <p:cNvPr id="2" name="日期占位符 1">
            <a:extLst>
              <a:ext uri="{FF2B5EF4-FFF2-40B4-BE49-F238E27FC236}">
                <a16:creationId xmlns:a16="http://schemas.microsoft.com/office/drawing/2014/main" id="{F8DE7F74-79C8-0B51-D706-5C480DFD318D}"/>
              </a:ext>
            </a:extLst>
          </p:cNvPr>
          <p:cNvSpPr>
            <a:spLocks noGrp="1"/>
          </p:cNvSpPr>
          <p:nvPr>
            <p:ph type="dt" sz="half" idx="10"/>
          </p:nvPr>
        </p:nvSpPr>
        <p:spPr/>
        <p:txBody>
          <a:bodyPr/>
          <a:lstStyle/>
          <a:p>
            <a:fld id="{114DC65A-C362-4787-9217-5B6E1730A97E}" type="datetime2">
              <a:rPr lang="zh-CN" altLang="en-US" smtClean="0"/>
              <a:pPr/>
              <a:t>2025年11月26日</a:t>
            </a:fld>
            <a:endParaRPr lang="zh-CN" altLang="en-US"/>
          </a:p>
        </p:txBody>
      </p:sp>
      <p:sp>
        <p:nvSpPr>
          <p:cNvPr id="3" name="页脚占位符 2">
            <a:extLst>
              <a:ext uri="{FF2B5EF4-FFF2-40B4-BE49-F238E27FC236}">
                <a16:creationId xmlns:a16="http://schemas.microsoft.com/office/drawing/2014/main" id="{AFB98350-ED81-FA84-4060-8E1BE9D7A104}"/>
              </a:ext>
            </a:extLst>
          </p:cNvPr>
          <p:cNvSpPr>
            <a:spLocks noGrp="1"/>
          </p:cNvSpPr>
          <p:nvPr>
            <p:ph type="ftr" sz="quarter" idx="11"/>
          </p:nvPr>
        </p:nvSpPr>
        <p:spPr/>
        <p:txBody>
          <a:bodyPr/>
          <a:lstStyle/>
          <a:p>
            <a:r>
              <a:rPr lang="zh-CN" altLang="en-US"/>
              <a:t>编译原理</a:t>
            </a:r>
            <a:r>
              <a:rPr lang="en-US" altLang="zh-CN"/>
              <a:t>-</a:t>
            </a:r>
            <a:r>
              <a:rPr lang="zh-CN" altLang="en-US"/>
              <a:t>王欣捷</a:t>
            </a:r>
            <a:r>
              <a:rPr lang="en-US" altLang="zh-CN"/>
              <a:t>-</a:t>
            </a:r>
            <a:r>
              <a:rPr lang="zh-CN" altLang="en-US"/>
              <a:t>第三章 语法分析</a:t>
            </a:r>
            <a:r>
              <a:rPr lang="en-US" altLang="zh-CN"/>
              <a:t>(4)</a:t>
            </a:r>
            <a:endParaRPr lang="zh-CN" altLang="en-US"/>
          </a:p>
        </p:txBody>
      </p:sp>
      <p:sp>
        <p:nvSpPr>
          <p:cNvPr id="4" name="灯片编号占位符 3">
            <a:extLst>
              <a:ext uri="{FF2B5EF4-FFF2-40B4-BE49-F238E27FC236}">
                <a16:creationId xmlns:a16="http://schemas.microsoft.com/office/drawing/2014/main" id="{C827B577-BFD1-CBD2-DBD1-D96610B15EF8}"/>
              </a:ext>
            </a:extLst>
          </p:cNvPr>
          <p:cNvSpPr>
            <a:spLocks noGrp="1"/>
          </p:cNvSpPr>
          <p:nvPr>
            <p:ph type="sldNum" sz="quarter" idx="12"/>
          </p:nvPr>
        </p:nvSpPr>
        <p:spPr/>
        <p:txBody>
          <a:bodyPr/>
          <a:lstStyle/>
          <a:p>
            <a:fld id="{094DEB03-EFC6-4C20-8FC8-295189A5386F}" type="slidenum">
              <a:rPr lang="zh-CN" altLang="en-US" smtClean="0"/>
              <a:pPr/>
              <a:t>65</a:t>
            </a:fld>
            <a:endParaRPr lang="zh-CN" altLang="en-US"/>
          </a:p>
        </p:txBody>
      </p:sp>
    </p:spTree>
  </p:cSld>
  <p:clrMapOvr>
    <a:masterClrMapping/>
  </p:clrMapOvr>
</p:sld>
</file>

<file path=ppt/slides/slide6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3730" name="Rectangle 2">
            <a:extLst>
              <a:ext uri="{FF2B5EF4-FFF2-40B4-BE49-F238E27FC236}">
                <a16:creationId xmlns:a16="http://schemas.microsoft.com/office/drawing/2014/main" id="{2C984C42-4FE2-429A-A0EB-66D08695E76F}"/>
              </a:ext>
            </a:extLst>
          </p:cNvPr>
          <p:cNvSpPr>
            <a:spLocks noGrp="1" noChangeArrowheads="1"/>
          </p:cNvSpPr>
          <p:nvPr>
            <p:ph type="title"/>
          </p:nvPr>
        </p:nvSpPr>
        <p:spPr/>
        <p:txBody>
          <a:bodyPr/>
          <a:lstStyle/>
          <a:p>
            <a:pPr eaLnBrk="1" hangingPunct="1"/>
            <a:r>
              <a:rPr lang="en-US" altLang="zh-CN"/>
              <a:t>3.3.6 </a:t>
            </a:r>
            <a:r>
              <a:rPr lang="zh-CN" altLang="en-US"/>
              <a:t>预测分析的错误恢复</a:t>
            </a:r>
          </a:p>
        </p:txBody>
      </p:sp>
      <p:sp>
        <p:nvSpPr>
          <p:cNvPr id="73731" name="Rectangle 3">
            <a:extLst>
              <a:ext uri="{FF2B5EF4-FFF2-40B4-BE49-F238E27FC236}">
                <a16:creationId xmlns:a16="http://schemas.microsoft.com/office/drawing/2014/main" id="{6FCB6A8F-27F9-4368-AC67-21C4F497690B}"/>
              </a:ext>
            </a:extLst>
          </p:cNvPr>
          <p:cNvSpPr>
            <a:spLocks noGrp="1" noChangeArrowheads="1"/>
          </p:cNvSpPr>
          <p:nvPr>
            <p:ph idx="1"/>
          </p:nvPr>
        </p:nvSpPr>
        <p:spPr/>
        <p:txBody>
          <a:bodyPr/>
          <a:lstStyle/>
          <a:p>
            <a:pPr eaLnBrk="1" hangingPunct="1"/>
            <a:r>
              <a:rPr lang="en-US" altLang="zh-CN" b="1"/>
              <a:t>M(A,a)</a:t>
            </a:r>
            <a:r>
              <a:rPr lang="zh-CN" altLang="en-US"/>
              <a:t>为空，</a:t>
            </a:r>
            <a:r>
              <a:rPr lang="en-US" altLang="zh-CN" b="1"/>
              <a:t>a</a:t>
            </a:r>
            <a:r>
              <a:rPr lang="zh-CN" altLang="en-US"/>
              <a:t>和</a:t>
            </a:r>
            <a:r>
              <a:rPr lang="en-US" altLang="zh-CN" b="1"/>
              <a:t>b</a:t>
            </a:r>
            <a:r>
              <a:rPr lang="zh-CN" altLang="en-US"/>
              <a:t>都不在</a:t>
            </a:r>
            <a:r>
              <a:rPr lang="en-US" altLang="zh-CN" b="1"/>
              <a:t>A</a:t>
            </a:r>
            <a:r>
              <a:rPr lang="zh-CN" altLang="en-US"/>
              <a:t>的同步集合中，</a:t>
            </a:r>
            <a:r>
              <a:rPr lang="en-US" altLang="zh-CN" b="1"/>
              <a:t>c</a:t>
            </a:r>
            <a:r>
              <a:rPr lang="en-US" altLang="zh-CN" b="1">
                <a:sym typeface="Symbol" panose="05050102010706020507" pitchFamily="18" charset="2"/>
              </a:rPr>
              <a:t>FOLLOW(A)</a:t>
            </a:r>
          </a:p>
          <a:p>
            <a:pPr eaLnBrk="1" hangingPunct="1"/>
            <a:endParaRPr lang="en-US" altLang="zh-CN"/>
          </a:p>
        </p:txBody>
      </p:sp>
      <p:sp>
        <p:nvSpPr>
          <p:cNvPr id="2" name="日期占位符 1">
            <a:extLst>
              <a:ext uri="{FF2B5EF4-FFF2-40B4-BE49-F238E27FC236}">
                <a16:creationId xmlns:a16="http://schemas.microsoft.com/office/drawing/2014/main" id="{F6AE11CD-636C-0FC1-74EE-9D2779E92E7D}"/>
              </a:ext>
            </a:extLst>
          </p:cNvPr>
          <p:cNvSpPr>
            <a:spLocks noGrp="1"/>
          </p:cNvSpPr>
          <p:nvPr>
            <p:ph type="dt" sz="half" idx="10"/>
          </p:nvPr>
        </p:nvSpPr>
        <p:spPr/>
        <p:txBody>
          <a:bodyPr/>
          <a:lstStyle/>
          <a:p>
            <a:fld id="{1E06CA35-B1A3-4AE0-83BB-1489FD15B47D}" type="datetime2">
              <a:rPr lang="zh-CN" altLang="en-US" smtClean="0"/>
              <a:pPr/>
              <a:t>2025年11月26日</a:t>
            </a:fld>
            <a:endParaRPr lang="zh-CN" altLang="en-US"/>
          </a:p>
        </p:txBody>
      </p:sp>
      <p:sp>
        <p:nvSpPr>
          <p:cNvPr id="3" name="页脚占位符 2">
            <a:extLst>
              <a:ext uri="{FF2B5EF4-FFF2-40B4-BE49-F238E27FC236}">
                <a16:creationId xmlns:a16="http://schemas.microsoft.com/office/drawing/2014/main" id="{390ADB84-CF20-4F35-D63C-7139AD10E9BE}"/>
              </a:ext>
            </a:extLst>
          </p:cNvPr>
          <p:cNvSpPr>
            <a:spLocks noGrp="1"/>
          </p:cNvSpPr>
          <p:nvPr>
            <p:ph type="ftr" sz="quarter" idx="11"/>
          </p:nvPr>
        </p:nvSpPr>
        <p:spPr/>
        <p:txBody>
          <a:bodyPr/>
          <a:lstStyle/>
          <a:p>
            <a:r>
              <a:rPr lang="zh-CN" altLang="en-US"/>
              <a:t>编译原理</a:t>
            </a:r>
            <a:r>
              <a:rPr lang="en-US" altLang="zh-CN"/>
              <a:t>-</a:t>
            </a:r>
            <a:r>
              <a:rPr lang="zh-CN" altLang="en-US"/>
              <a:t>王欣捷</a:t>
            </a:r>
            <a:r>
              <a:rPr lang="en-US" altLang="zh-CN"/>
              <a:t>-</a:t>
            </a:r>
            <a:r>
              <a:rPr lang="zh-CN" altLang="en-US"/>
              <a:t>第三章 语法分析</a:t>
            </a:r>
            <a:r>
              <a:rPr lang="en-US" altLang="zh-CN"/>
              <a:t>(4)</a:t>
            </a:r>
            <a:endParaRPr lang="zh-CN" altLang="en-US"/>
          </a:p>
        </p:txBody>
      </p:sp>
      <p:sp>
        <p:nvSpPr>
          <p:cNvPr id="4" name="灯片编号占位符 3">
            <a:extLst>
              <a:ext uri="{FF2B5EF4-FFF2-40B4-BE49-F238E27FC236}">
                <a16:creationId xmlns:a16="http://schemas.microsoft.com/office/drawing/2014/main" id="{8120F9A8-76A7-2F46-4801-01C994F3EA31}"/>
              </a:ext>
            </a:extLst>
          </p:cNvPr>
          <p:cNvSpPr>
            <a:spLocks noGrp="1"/>
          </p:cNvSpPr>
          <p:nvPr>
            <p:ph type="sldNum" sz="quarter" idx="12"/>
          </p:nvPr>
        </p:nvSpPr>
        <p:spPr/>
        <p:txBody>
          <a:bodyPr/>
          <a:lstStyle/>
          <a:p>
            <a:fld id="{094DEB03-EFC6-4C20-8FC8-295189A5386F}" type="slidenum">
              <a:rPr lang="zh-CN" altLang="en-US" smtClean="0"/>
              <a:pPr/>
              <a:t>66</a:t>
            </a:fld>
            <a:endParaRPr lang="zh-CN" altLang="en-US"/>
          </a:p>
        </p:txBody>
      </p:sp>
      <p:sp>
        <p:nvSpPr>
          <p:cNvPr id="73732" name="Text Box 26">
            <a:extLst>
              <a:ext uri="{FF2B5EF4-FFF2-40B4-BE49-F238E27FC236}">
                <a16:creationId xmlns:a16="http://schemas.microsoft.com/office/drawing/2014/main" id="{2F595BE5-A4A5-49B8-B31B-BCFF9849D19E}"/>
              </a:ext>
            </a:extLst>
          </p:cNvPr>
          <p:cNvSpPr txBox="1">
            <a:spLocks noChangeArrowheads="1"/>
          </p:cNvSpPr>
          <p:nvPr/>
        </p:nvSpPr>
        <p:spPr bwMode="auto">
          <a:xfrm>
            <a:off x="4991689" y="4142077"/>
            <a:ext cx="1186273" cy="489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5400" algn="ctr">
                <a:solidFill>
                  <a:srgbClr val="000000"/>
                </a:solidFill>
                <a:miter lim="800000"/>
                <a:headEnd/>
                <a:tailEnd/>
              </a14:hiddenLine>
            </a:ext>
          </a:extLst>
        </p:spPr>
        <p:txBody>
          <a:bodyPr wrap="none" lIns="54000" tIns="28800" rIns="54000" bIns="28800">
            <a:spAutoFit/>
          </a:bodyPr>
          <a:lstStyle>
            <a:lvl1pPr>
              <a:spcBef>
                <a:spcPct val="20000"/>
              </a:spcBef>
              <a:buClr>
                <a:schemeClr val="folHlink"/>
              </a:buClr>
              <a:buSzPct val="60000"/>
              <a:buFont typeface="Wingdings" panose="05000000000000000000" pitchFamily="2" charset="2"/>
              <a:buChar char="n"/>
              <a:defRPr sz="3200">
                <a:solidFill>
                  <a:schemeClr val="tx1"/>
                </a:solidFill>
                <a:latin typeface="Times New Roman" panose="02020603050405020304" pitchFamily="18" charset="0"/>
                <a:ea typeface="黑体" panose="02010609060101010101" pitchFamily="49" charset="-122"/>
              </a:defRPr>
            </a:lvl1pPr>
            <a:lvl2pPr marL="742950" indent="-285750">
              <a:spcBef>
                <a:spcPct val="20000"/>
              </a:spcBef>
              <a:buClr>
                <a:schemeClr val="hlink"/>
              </a:buClr>
              <a:buSzPct val="55000"/>
              <a:buFont typeface="Wingdings" panose="05000000000000000000" pitchFamily="2" charset="2"/>
              <a:buChar char="n"/>
              <a:defRPr sz="2800">
                <a:solidFill>
                  <a:schemeClr val="tx1"/>
                </a:solidFill>
                <a:latin typeface="Times New Roman" panose="02020603050405020304" pitchFamily="18" charset="0"/>
                <a:ea typeface="黑体" panose="02010609060101010101" pitchFamily="49" charset="-122"/>
              </a:defRPr>
            </a:lvl2pPr>
            <a:lvl3pPr marL="1143000" indent="-228600">
              <a:spcBef>
                <a:spcPct val="20000"/>
              </a:spcBef>
              <a:buClr>
                <a:schemeClr val="folHlink"/>
              </a:buClr>
              <a:buSzPct val="50000"/>
              <a:buFont typeface="Wingdings" panose="05000000000000000000" pitchFamily="2" charset="2"/>
              <a:buChar char="n"/>
              <a:defRPr sz="2400">
                <a:solidFill>
                  <a:schemeClr val="tx1"/>
                </a:solidFill>
                <a:latin typeface="Times New Roman" panose="02020603050405020304" pitchFamily="18" charset="0"/>
                <a:ea typeface="黑体" panose="02010609060101010101" pitchFamily="49" charset="-122"/>
              </a:defRPr>
            </a:lvl3pPr>
            <a:lvl4pPr marL="1600200" indent="-228600">
              <a:spcBef>
                <a:spcPct val="20000"/>
              </a:spcBef>
              <a:buClr>
                <a:schemeClr val="accent2"/>
              </a:buClr>
              <a:buSzPct val="55000"/>
              <a:buFont typeface="Wingdings" panose="05000000000000000000" pitchFamily="2" charset="2"/>
              <a:buChar char="n"/>
              <a:defRPr sz="2000">
                <a:solidFill>
                  <a:schemeClr val="tx1"/>
                </a:solidFill>
                <a:latin typeface="Times New Roman" panose="02020603050405020304" pitchFamily="18" charset="0"/>
                <a:ea typeface="黑体" panose="02010609060101010101" pitchFamily="49" charset="-122"/>
              </a:defRPr>
            </a:lvl4pPr>
            <a:lvl5pPr marL="2057400" indent="-228600">
              <a:spcBef>
                <a:spcPct val="20000"/>
              </a:spcBef>
              <a:buClr>
                <a:schemeClr val="accent1"/>
              </a:buClr>
              <a:buSzPct val="50000"/>
              <a:buFont typeface="Wingdings" panose="05000000000000000000" pitchFamily="2" charset="2"/>
              <a:buChar char="n"/>
              <a:defRPr sz="2000">
                <a:solidFill>
                  <a:schemeClr val="tx1"/>
                </a:solidFill>
                <a:latin typeface="Times New Roman" panose="02020603050405020304" pitchFamily="18"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imes New Roman" panose="02020603050405020304" pitchFamily="18"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imes New Roman" panose="02020603050405020304" pitchFamily="18"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imes New Roman" panose="02020603050405020304" pitchFamily="18"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imes New Roman" panose="02020603050405020304" pitchFamily="18" charset="0"/>
                <a:ea typeface="黑体" panose="02010609060101010101" pitchFamily="49" charset="-122"/>
              </a:defRPr>
            </a:lvl9pPr>
          </a:lstStyle>
          <a:p>
            <a:pPr algn="just">
              <a:spcBef>
                <a:spcPct val="0"/>
              </a:spcBef>
              <a:buClrTx/>
              <a:buSzTx/>
              <a:buFontTx/>
              <a:buNone/>
            </a:pPr>
            <a:r>
              <a:rPr lang="zh-CN" altLang="en-US" sz="2800" b="0">
                <a:solidFill>
                  <a:srgbClr val="FF0000"/>
                </a:solidFill>
              </a:rPr>
              <a:t>出错！</a:t>
            </a:r>
          </a:p>
        </p:txBody>
      </p:sp>
      <p:grpSp>
        <p:nvGrpSpPr>
          <p:cNvPr id="73733" name="Group 30">
            <a:extLst>
              <a:ext uri="{FF2B5EF4-FFF2-40B4-BE49-F238E27FC236}">
                <a16:creationId xmlns:a16="http://schemas.microsoft.com/office/drawing/2014/main" id="{35AF47D4-41BA-4010-A3EE-AA9AE9B0AAA8}"/>
              </a:ext>
            </a:extLst>
          </p:cNvPr>
          <p:cNvGrpSpPr>
            <a:grpSpLocks/>
          </p:cNvGrpSpPr>
          <p:nvPr/>
        </p:nvGrpSpPr>
        <p:grpSpPr bwMode="auto">
          <a:xfrm>
            <a:off x="1828800" y="2784764"/>
            <a:ext cx="609600" cy="2971800"/>
            <a:chOff x="1152" y="2160"/>
            <a:chExt cx="384" cy="1872"/>
          </a:xfrm>
        </p:grpSpPr>
        <p:grpSp>
          <p:nvGrpSpPr>
            <p:cNvPr id="73747" name="Group 24">
              <a:extLst>
                <a:ext uri="{FF2B5EF4-FFF2-40B4-BE49-F238E27FC236}">
                  <a16:creationId xmlns:a16="http://schemas.microsoft.com/office/drawing/2014/main" id="{4D14FDF5-90A1-4651-8573-ED677AA09ECF}"/>
                </a:ext>
              </a:extLst>
            </p:cNvPr>
            <p:cNvGrpSpPr>
              <a:grpSpLocks/>
            </p:cNvGrpSpPr>
            <p:nvPr/>
          </p:nvGrpSpPr>
          <p:grpSpPr bwMode="auto">
            <a:xfrm>
              <a:off x="1152" y="2640"/>
              <a:ext cx="384" cy="1392"/>
              <a:chOff x="1152" y="2208"/>
              <a:chExt cx="384" cy="1392"/>
            </a:xfrm>
          </p:grpSpPr>
          <p:sp>
            <p:nvSpPr>
              <p:cNvPr id="73749" name="Line 5">
                <a:extLst>
                  <a:ext uri="{FF2B5EF4-FFF2-40B4-BE49-F238E27FC236}">
                    <a16:creationId xmlns:a16="http://schemas.microsoft.com/office/drawing/2014/main" id="{E552AFE9-FE50-46F5-9E93-E63D8E2D202F}"/>
                  </a:ext>
                </a:extLst>
              </p:cNvPr>
              <p:cNvSpPr>
                <a:spLocks noChangeShapeType="1"/>
              </p:cNvSpPr>
              <p:nvPr/>
            </p:nvSpPr>
            <p:spPr bwMode="auto">
              <a:xfrm>
                <a:off x="1152" y="2208"/>
                <a:ext cx="0" cy="1344"/>
              </a:xfrm>
              <a:prstGeom prst="line">
                <a:avLst/>
              </a:prstGeom>
              <a:noFill/>
              <a:ln w="25400">
                <a:solidFill>
                  <a:srgbClr val="008000"/>
                </a:solidFill>
                <a:round/>
                <a:headEnd/>
                <a:tailEnd/>
              </a:ln>
              <a:extLst>
                <a:ext uri="{909E8E84-426E-40DD-AFC4-6F175D3DCCD1}">
                  <a14:hiddenFill xmlns:a14="http://schemas.microsoft.com/office/drawing/2010/main">
                    <a:noFill/>
                  </a14:hiddenFill>
                </a:ext>
              </a:extLst>
            </p:spPr>
            <p:txBody>
              <a:bodyPr lIns="54000" tIns="28800" rIns="54000" bIns="28800"/>
              <a:lstStyle/>
              <a:p>
                <a:endParaRPr lang="zh-CN" altLang="en-US"/>
              </a:p>
            </p:txBody>
          </p:sp>
          <p:sp>
            <p:nvSpPr>
              <p:cNvPr id="73750" name="Line 6">
                <a:extLst>
                  <a:ext uri="{FF2B5EF4-FFF2-40B4-BE49-F238E27FC236}">
                    <a16:creationId xmlns:a16="http://schemas.microsoft.com/office/drawing/2014/main" id="{F206255D-CEE4-43E8-B97E-BA9B97990200}"/>
                  </a:ext>
                </a:extLst>
              </p:cNvPr>
              <p:cNvSpPr>
                <a:spLocks noChangeShapeType="1"/>
              </p:cNvSpPr>
              <p:nvPr/>
            </p:nvSpPr>
            <p:spPr bwMode="auto">
              <a:xfrm>
                <a:off x="1536" y="2208"/>
                <a:ext cx="0" cy="1344"/>
              </a:xfrm>
              <a:prstGeom prst="line">
                <a:avLst/>
              </a:prstGeom>
              <a:noFill/>
              <a:ln w="25400">
                <a:solidFill>
                  <a:srgbClr val="008000"/>
                </a:solidFill>
                <a:round/>
                <a:headEnd/>
                <a:tailEnd/>
              </a:ln>
              <a:extLst>
                <a:ext uri="{909E8E84-426E-40DD-AFC4-6F175D3DCCD1}">
                  <a14:hiddenFill xmlns:a14="http://schemas.microsoft.com/office/drawing/2010/main">
                    <a:noFill/>
                  </a14:hiddenFill>
                </a:ext>
              </a:extLst>
            </p:spPr>
            <p:txBody>
              <a:bodyPr lIns="54000" tIns="28800" rIns="54000" bIns="28800"/>
              <a:lstStyle/>
              <a:p>
                <a:endParaRPr lang="zh-CN" altLang="en-US"/>
              </a:p>
            </p:txBody>
          </p:sp>
          <p:sp>
            <p:nvSpPr>
              <p:cNvPr id="73751" name="Rectangle 7">
                <a:extLst>
                  <a:ext uri="{FF2B5EF4-FFF2-40B4-BE49-F238E27FC236}">
                    <a16:creationId xmlns:a16="http://schemas.microsoft.com/office/drawing/2014/main" id="{C37C6D9D-0AE4-497A-8B09-56BECAD1DED1}"/>
                  </a:ext>
                </a:extLst>
              </p:cNvPr>
              <p:cNvSpPr>
                <a:spLocks noChangeArrowheads="1"/>
              </p:cNvSpPr>
              <p:nvPr/>
            </p:nvSpPr>
            <p:spPr bwMode="auto">
              <a:xfrm>
                <a:off x="1152" y="2640"/>
                <a:ext cx="384" cy="336"/>
              </a:xfrm>
              <a:prstGeom prst="rect">
                <a:avLst/>
              </a:prstGeom>
              <a:noFill/>
              <a:ln w="25400" algn="ctr">
                <a:solidFill>
                  <a:srgbClr val="008000"/>
                </a:solidFill>
                <a:miter lim="800000"/>
                <a:headEnd/>
                <a:tailEnd/>
              </a:ln>
              <a:extLst>
                <a:ext uri="{909E8E84-426E-40DD-AFC4-6F175D3DCCD1}">
                  <a14:hiddenFill xmlns:a14="http://schemas.microsoft.com/office/drawing/2010/main">
                    <a:solidFill>
                      <a:srgbClr val="FFFFFF"/>
                    </a:solidFill>
                  </a14:hiddenFill>
                </a:ext>
              </a:extLst>
            </p:spPr>
            <p:txBody>
              <a:bodyPr wrap="none" lIns="54000" tIns="28800" rIns="54000" bIns="28800" anchor="ctr"/>
              <a:lstStyle>
                <a:lvl1pPr>
                  <a:spcBef>
                    <a:spcPct val="20000"/>
                  </a:spcBef>
                  <a:buClr>
                    <a:schemeClr val="folHlink"/>
                  </a:buClr>
                  <a:buSzPct val="60000"/>
                  <a:buFont typeface="Wingdings" panose="05000000000000000000" pitchFamily="2" charset="2"/>
                  <a:buChar char="n"/>
                  <a:defRPr sz="3200">
                    <a:solidFill>
                      <a:schemeClr val="tx1"/>
                    </a:solidFill>
                    <a:latin typeface="Times New Roman" panose="02020603050405020304" pitchFamily="18" charset="0"/>
                    <a:ea typeface="黑体" panose="02010609060101010101" pitchFamily="49" charset="-122"/>
                  </a:defRPr>
                </a:lvl1pPr>
                <a:lvl2pPr marL="742950" indent="-285750">
                  <a:spcBef>
                    <a:spcPct val="20000"/>
                  </a:spcBef>
                  <a:buClr>
                    <a:schemeClr val="hlink"/>
                  </a:buClr>
                  <a:buSzPct val="55000"/>
                  <a:buFont typeface="Wingdings" panose="05000000000000000000" pitchFamily="2" charset="2"/>
                  <a:buChar char="n"/>
                  <a:defRPr sz="2800">
                    <a:solidFill>
                      <a:schemeClr val="tx1"/>
                    </a:solidFill>
                    <a:latin typeface="Times New Roman" panose="02020603050405020304" pitchFamily="18" charset="0"/>
                    <a:ea typeface="黑体" panose="02010609060101010101" pitchFamily="49" charset="-122"/>
                  </a:defRPr>
                </a:lvl2pPr>
                <a:lvl3pPr marL="1143000" indent="-228600">
                  <a:spcBef>
                    <a:spcPct val="20000"/>
                  </a:spcBef>
                  <a:buClr>
                    <a:schemeClr val="folHlink"/>
                  </a:buClr>
                  <a:buSzPct val="50000"/>
                  <a:buFont typeface="Wingdings" panose="05000000000000000000" pitchFamily="2" charset="2"/>
                  <a:buChar char="n"/>
                  <a:defRPr sz="2400">
                    <a:solidFill>
                      <a:schemeClr val="tx1"/>
                    </a:solidFill>
                    <a:latin typeface="Times New Roman" panose="02020603050405020304" pitchFamily="18" charset="0"/>
                    <a:ea typeface="黑体" panose="02010609060101010101" pitchFamily="49" charset="-122"/>
                  </a:defRPr>
                </a:lvl3pPr>
                <a:lvl4pPr marL="1600200" indent="-228600">
                  <a:spcBef>
                    <a:spcPct val="20000"/>
                  </a:spcBef>
                  <a:buClr>
                    <a:schemeClr val="accent2"/>
                  </a:buClr>
                  <a:buSzPct val="55000"/>
                  <a:buFont typeface="Wingdings" panose="05000000000000000000" pitchFamily="2" charset="2"/>
                  <a:buChar char="n"/>
                  <a:defRPr sz="2000">
                    <a:solidFill>
                      <a:schemeClr val="tx1"/>
                    </a:solidFill>
                    <a:latin typeface="Times New Roman" panose="02020603050405020304" pitchFamily="18" charset="0"/>
                    <a:ea typeface="黑体" panose="02010609060101010101" pitchFamily="49" charset="-122"/>
                  </a:defRPr>
                </a:lvl4pPr>
                <a:lvl5pPr marL="2057400" indent="-228600">
                  <a:spcBef>
                    <a:spcPct val="20000"/>
                  </a:spcBef>
                  <a:buClr>
                    <a:schemeClr val="accent1"/>
                  </a:buClr>
                  <a:buSzPct val="50000"/>
                  <a:buFont typeface="Wingdings" panose="05000000000000000000" pitchFamily="2" charset="2"/>
                  <a:buChar char="n"/>
                  <a:defRPr sz="2000">
                    <a:solidFill>
                      <a:schemeClr val="tx1"/>
                    </a:solidFill>
                    <a:latin typeface="Times New Roman" panose="02020603050405020304" pitchFamily="18"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imes New Roman" panose="02020603050405020304" pitchFamily="18"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imes New Roman" panose="02020603050405020304" pitchFamily="18"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imes New Roman" panose="02020603050405020304" pitchFamily="18"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imes New Roman" panose="02020603050405020304" pitchFamily="18" charset="0"/>
                    <a:ea typeface="黑体" panose="02010609060101010101" pitchFamily="49" charset="-122"/>
                  </a:defRPr>
                </a:lvl9pPr>
              </a:lstStyle>
              <a:p>
                <a:pPr algn="ctr">
                  <a:spcBef>
                    <a:spcPct val="0"/>
                  </a:spcBef>
                  <a:buClrTx/>
                  <a:buSzTx/>
                  <a:buFontTx/>
                  <a:buNone/>
                </a:pPr>
                <a:r>
                  <a:rPr lang="en-US" altLang="zh-CN" sz="2400">
                    <a:solidFill>
                      <a:srgbClr val="000000"/>
                    </a:solidFill>
                    <a:ea typeface="宋体" panose="02010600030101010101" pitchFamily="2" charset="-122"/>
                  </a:rPr>
                  <a:t>B</a:t>
                </a:r>
              </a:p>
            </p:txBody>
          </p:sp>
          <p:sp>
            <p:nvSpPr>
              <p:cNvPr id="73752" name="Rectangle 8">
                <a:extLst>
                  <a:ext uri="{FF2B5EF4-FFF2-40B4-BE49-F238E27FC236}">
                    <a16:creationId xmlns:a16="http://schemas.microsoft.com/office/drawing/2014/main" id="{A9934DEB-B695-4E9A-A8AA-1A6940FEE1F4}"/>
                  </a:ext>
                </a:extLst>
              </p:cNvPr>
              <p:cNvSpPr>
                <a:spLocks noChangeArrowheads="1"/>
              </p:cNvSpPr>
              <p:nvPr/>
            </p:nvSpPr>
            <p:spPr bwMode="auto">
              <a:xfrm>
                <a:off x="1152" y="2976"/>
                <a:ext cx="384" cy="624"/>
              </a:xfrm>
              <a:prstGeom prst="rect">
                <a:avLst/>
              </a:prstGeom>
              <a:noFill/>
              <a:ln w="25400" algn="ctr">
                <a:solidFill>
                  <a:srgbClr val="008000"/>
                </a:solidFill>
                <a:miter lim="800000"/>
                <a:headEnd/>
                <a:tailEnd/>
              </a:ln>
              <a:extLst>
                <a:ext uri="{909E8E84-426E-40DD-AFC4-6F175D3DCCD1}">
                  <a14:hiddenFill xmlns:a14="http://schemas.microsoft.com/office/drawing/2010/main">
                    <a:solidFill>
                      <a:srgbClr val="FFFFFF"/>
                    </a:solidFill>
                  </a14:hiddenFill>
                </a:ext>
              </a:extLst>
            </p:spPr>
            <p:txBody>
              <a:bodyPr wrap="none" lIns="54000" tIns="28800" rIns="54000" bIns="28800" anchor="ctr"/>
              <a:lstStyle>
                <a:lvl1pPr>
                  <a:spcBef>
                    <a:spcPct val="20000"/>
                  </a:spcBef>
                  <a:buClr>
                    <a:schemeClr val="folHlink"/>
                  </a:buClr>
                  <a:buSzPct val="60000"/>
                  <a:buFont typeface="Wingdings" panose="05000000000000000000" pitchFamily="2" charset="2"/>
                  <a:buChar char="n"/>
                  <a:defRPr sz="3200">
                    <a:solidFill>
                      <a:schemeClr val="tx1"/>
                    </a:solidFill>
                    <a:latin typeface="Times New Roman" panose="02020603050405020304" pitchFamily="18" charset="0"/>
                    <a:ea typeface="黑体" panose="02010609060101010101" pitchFamily="49" charset="-122"/>
                  </a:defRPr>
                </a:lvl1pPr>
                <a:lvl2pPr marL="742950" indent="-285750">
                  <a:spcBef>
                    <a:spcPct val="20000"/>
                  </a:spcBef>
                  <a:buClr>
                    <a:schemeClr val="hlink"/>
                  </a:buClr>
                  <a:buSzPct val="55000"/>
                  <a:buFont typeface="Wingdings" panose="05000000000000000000" pitchFamily="2" charset="2"/>
                  <a:buChar char="n"/>
                  <a:defRPr sz="2800">
                    <a:solidFill>
                      <a:schemeClr val="tx1"/>
                    </a:solidFill>
                    <a:latin typeface="Times New Roman" panose="02020603050405020304" pitchFamily="18" charset="0"/>
                    <a:ea typeface="黑体" panose="02010609060101010101" pitchFamily="49" charset="-122"/>
                  </a:defRPr>
                </a:lvl2pPr>
                <a:lvl3pPr marL="1143000" indent="-228600">
                  <a:spcBef>
                    <a:spcPct val="20000"/>
                  </a:spcBef>
                  <a:buClr>
                    <a:schemeClr val="folHlink"/>
                  </a:buClr>
                  <a:buSzPct val="50000"/>
                  <a:buFont typeface="Wingdings" panose="05000000000000000000" pitchFamily="2" charset="2"/>
                  <a:buChar char="n"/>
                  <a:defRPr sz="2400">
                    <a:solidFill>
                      <a:schemeClr val="tx1"/>
                    </a:solidFill>
                    <a:latin typeface="Times New Roman" panose="02020603050405020304" pitchFamily="18" charset="0"/>
                    <a:ea typeface="黑体" panose="02010609060101010101" pitchFamily="49" charset="-122"/>
                  </a:defRPr>
                </a:lvl3pPr>
                <a:lvl4pPr marL="1600200" indent="-228600">
                  <a:spcBef>
                    <a:spcPct val="20000"/>
                  </a:spcBef>
                  <a:buClr>
                    <a:schemeClr val="accent2"/>
                  </a:buClr>
                  <a:buSzPct val="55000"/>
                  <a:buFont typeface="Wingdings" panose="05000000000000000000" pitchFamily="2" charset="2"/>
                  <a:buChar char="n"/>
                  <a:defRPr sz="2000">
                    <a:solidFill>
                      <a:schemeClr val="tx1"/>
                    </a:solidFill>
                    <a:latin typeface="Times New Roman" panose="02020603050405020304" pitchFamily="18" charset="0"/>
                    <a:ea typeface="黑体" panose="02010609060101010101" pitchFamily="49" charset="-122"/>
                  </a:defRPr>
                </a:lvl4pPr>
                <a:lvl5pPr marL="2057400" indent="-228600">
                  <a:spcBef>
                    <a:spcPct val="20000"/>
                  </a:spcBef>
                  <a:buClr>
                    <a:schemeClr val="accent1"/>
                  </a:buClr>
                  <a:buSzPct val="50000"/>
                  <a:buFont typeface="Wingdings" panose="05000000000000000000" pitchFamily="2" charset="2"/>
                  <a:buChar char="n"/>
                  <a:defRPr sz="2000">
                    <a:solidFill>
                      <a:schemeClr val="tx1"/>
                    </a:solidFill>
                    <a:latin typeface="Times New Roman" panose="02020603050405020304" pitchFamily="18"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imes New Roman" panose="02020603050405020304" pitchFamily="18"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imes New Roman" panose="02020603050405020304" pitchFamily="18"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imes New Roman" panose="02020603050405020304" pitchFamily="18"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imes New Roman" panose="02020603050405020304" pitchFamily="18" charset="0"/>
                    <a:ea typeface="黑体" panose="02010609060101010101" pitchFamily="49" charset="-122"/>
                  </a:defRPr>
                </a:lvl9pPr>
              </a:lstStyle>
              <a:p>
                <a:pPr algn="just">
                  <a:spcBef>
                    <a:spcPct val="0"/>
                  </a:spcBef>
                  <a:buClrTx/>
                  <a:buSzTx/>
                  <a:buFontTx/>
                  <a:buNone/>
                </a:pPr>
                <a:endParaRPr lang="zh-CN" altLang="en-US" sz="2400">
                  <a:solidFill>
                    <a:srgbClr val="000000"/>
                  </a:solidFill>
                  <a:ea typeface="宋体" panose="02010600030101010101" pitchFamily="2" charset="-122"/>
                </a:endParaRPr>
              </a:p>
            </p:txBody>
          </p:sp>
          <p:sp>
            <p:nvSpPr>
              <p:cNvPr id="73753" name="Text Box 9">
                <a:extLst>
                  <a:ext uri="{FF2B5EF4-FFF2-40B4-BE49-F238E27FC236}">
                    <a16:creationId xmlns:a16="http://schemas.microsoft.com/office/drawing/2014/main" id="{45BC4C88-3676-44FA-8C5C-ECF3E5569D3E}"/>
                  </a:ext>
                </a:extLst>
              </p:cNvPr>
              <p:cNvSpPr txBox="1">
                <a:spLocks noChangeArrowheads="1"/>
              </p:cNvSpPr>
              <p:nvPr/>
            </p:nvSpPr>
            <p:spPr bwMode="auto">
              <a:xfrm>
                <a:off x="1235" y="3053"/>
                <a:ext cx="301" cy="2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5400" algn="ctr">
                    <a:solidFill>
                      <a:srgbClr val="000000"/>
                    </a:solidFill>
                    <a:miter lim="800000"/>
                    <a:headEnd/>
                    <a:tailEnd/>
                  </a14:hiddenLine>
                </a:ext>
              </a:extLst>
            </p:spPr>
            <p:txBody>
              <a:bodyPr vert="eaVert" wrap="none" lIns="54000" tIns="28800" rIns="54000" bIns="28800">
                <a:spAutoFit/>
              </a:bodyPr>
              <a:lstStyle>
                <a:lvl1pPr>
                  <a:spcBef>
                    <a:spcPct val="20000"/>
                  </a:spcBef>
                  <a:buClr>
                    <a:schemeClr val="folHlink"/>
                  </a:buClr>
                  <a:buSzPct val="60000"/>
                  <a:buFont typeface="Wingdings" panose="05000000000000000000" pitchFamily="2" charset="2"/>
                  <a:buChar char="n"/>
                  <a:defRPr sz="3200">
                    <a:solidFill>
                      <a:schemeClr val="tx1"/>
                    </a:solidFill>
                    <a:latin typeface="Times New Roman" panose="02020603050405020304" pitchFamily="18" charset="0"/>
                    <a:ea typeface="黑体" panose="02010609060101010101" pitchFamily="49" charset="-122"/>
                  </a:defRPr>
                </a:lvl1pPr>
                <a:lvl2pPr marL="742950" indent="-285750">
                  <a:spcBef>
                    <a:spcPct val="20000"/>
                  </a:spcBef>
                  <a:buClr>
                    <a:schemeClr val="hlink"/>
                  </a:buClr>
                  <a:buSzPct val="55000"/>
                  <a:buFont typeface="Wingdings" panose="05000000000000000000" pitchFamily="2" charset="2"/>
                  <a:buChar char="n"/>
                  <a:defRPr sz="2800">
                    <a:solidFill>
                      <a:schemeClr val="tx1"/>
                    </a:solidFill>
                    <a:latin typeface="Times New Roman" panose="02020603050405020304" pitchFamily="18" charset="0"/>
                    <a:ea typeface="黑体" panose="02010609060101010101" pitchFamily="49" charset="-122"/>
                  </a:defRPr>
                </a:lvl2pPr>
                <a:lvl3pPr marL="1143000" indent="-228600">
                  <a:spcBef>
                    <a:spcPct val="20000"/>
                  </a:spcBef>
                  <a:buClr>
                    <a:schemeClr val="folHlink"/>
                  </a:buClr>
                  <a:buSzPct val="50000"/>
                  <a:buFont typeface="Wingdings" panose="05000000000000000000" pitchFamily="2" charset="2"/>
                  <a:buChar char="n"/>
                  <a:defRPr sz="2400">
                    <a:solidFill>
                      <a:schemeClr val="tx1"/>
                    </a:solidFill>
                    <a:latin typeface="Times New Roman" panose="02020603050405020304" pitchFamily="18" charset="0"/>
                    <a:ea typeface="黑体" panose="02010609060101010101" pitchFamily="49" charset="-122"/>
                  </a:defRPr>
                </a:lvl3pPr>
                <a:lvl4pPr marL="1600200" indent="-228600">
                  <a:spcBef>
                    <a:spcPct val="20000"/>
                  </a:spcBef>
                  <a:buClr>
                    <a:schemeClr val="accent2"/>
                  </a:buClr>
                  <a:buSzPct val="55000"/>
                  <a:buFont typeface="Wingdings" panose="05000000000000000000" pitchFamily="2" charset="2"/>
                  <a:buChar char="n"/>
                  <a:defRPr sz="2000">
                    <a:solidFill>
                      <a:schemeClr val="tx1"/>
                    </a:solidFill>
                    <a:latin typeface="Times New Roman" panose="02020603050405020304" pitchFamily="18" charset="0"/>
                    <a:ea typeface="黑体" panose="02010609060101010101" pitchFamily="49" charset="-122"/>
                  </a:defRPr>
                </a:lvl4pPr>
                <a:lvl5pPr marL="2057400" indent="-228600">
                  <a:spcBef>
                    <a:spcPct val="20000"/>
                  </a:spcBef>
                  <a:buClr>
                    <a:schemeClr val="accent1"/>
                  </a:buClr>
                  <a:buSzPct val="50000"/>
                  <a:buFont typeface="Wingdings" panose="05000000000000000000" pitchFamily="2" charset="2"/>
                  <a:buChar char="n"/>
                  <a:defRPr sz="2000">
                    <a:solidFill>
                      <a:schemeClr val="tx1"/>
                    </a:solidFill>
                    <a:latin typeface="Times New Roman" panose="02020603050405020304" pitchFamily="18"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imes New Roman" panose="02020603050405020304" pitchFamily="18"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imes New Roman" panose="02020603050405020304" pitchFamily="18"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imes New Roman" panose="02020603050405020304" pitchFamily="18"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imes New Roman" panose="02020603050405020304" pitchFamily="18" charset="0"/>
                    <a:ea typeface="黑体" panose="02010609060101010101" pitchFamily="49" charset="-122"/>
                  </a:defRPr>
                </a:lvl9pPr>
              </a:lstStyle>
              <a:p>
                <a:pPr algn="just">
                  <a:spcBef>
                    <a:spcPct val="0"/>
                  </a:spcBef>
                  <a:buClrTx/>
                  <a:buSzTx/>
                  <a:buFontTx/>
                  <a:buNone/>
                </a:pPr>
                <a:r>
                  <a:rPr lang="en-US" altLang="zh-CN" sz="2400">
                    <a:solidFill>
                      <a:srgbClr val="000000"/>
                    </a:solidFill>
                    <a:ea typeface="宋体" panose="02010600030101010101" pitchFamily="2" charset="-122"/>
                  </a:rPr>
                  <a:t>…</a:t>
                </a:r>
              </a:p>
            </p:txBody>
          </p:sp>
          <p:sp>
            <p:nvSpPr>
              <p:cNvPr id="73754" name="Text Box 10">
                <a:extLst>
                  <a:ext uri="{FF2B5EF4-FFF2-40B4-BE49-F238E27FC236}">
                    <a16:creationId xmlns:a16="http://schemas.microsoft.com/office/drawing/2014/main" id="{4EAAE6E8-5456-4880-B27D-FDF91249BAF2}"/>
                  </a:ext>
                </a:extLst>
              </p:cNvPr>
              <p:cNvSpPr txBox="1">
                <a:spLocks noChangeArrowheads="1"/>
              </p:cNvSpPr>
              <p:nvPr/>
            </p:nvSpPr>
            <p:spPr bwMode="auto">
              <a:xfrm>
                <a:off x="1232" y="2326"/>
                <a:ext cx="209" cy="26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5400" algn="ctr">
                    <a:solidFill>
                      <a:srgbClr val="000000"/>
                    </a:solidFill>
                    <a:miter lim="800000"/>
                    <a:headEnd/>
                    <a:tailEnd/>
                  </a14:hiddenLine>
                </a:ext>
              </a:extLst>
            </p:spPr>
            <p:txBody>
              <a:bodyPr wrap="none" lIns="54000" tIns="28800" rIns="54000" bIns="28800">
                <a:spAutoFit/>
              </a:bodyPr>
              <a:lstStyle>
                <a:lvl1pPr>
                  <a:spcBef>
                    <a:spcPct val="20000"/>
                  </a:spcBef>
                  <a:buClr>
                    <a:schemeClr val="folHlink"/>
                  </a:buClr>
                  <a:buSzPct val="60000"/>
                  <a:buFont typeface="Wingdings" panose="05000000000000000000" pitchFamily="2" charset="2"/>
                  <a:buChar char="n"/>
                  <a:defRPr sz="3200">
                    <a:solidFill>
                      <a:schemeClr val="tx1"/>
                    </a:solidFill>
                    <a:latin typeface="Times New Roman" panose="02020603050405020304" pitchFamily="18" charset="0"/>
                    <a:ea typeface="黑体" panose="02010609060101010101" pitchFamily="49" charset="-122"/>
                  </a:defRPr>
                </a:lvl1pPr>
                <a:lvl2pPr marL="742950" indent="-285750">
                  <a:spcBef>
                    <a:spcPct val="20000"/>
                  </a:spcBef>
                  <a:buClr>
                    <a:schemeClr val="hlink"/>
                  </a:buClr>
                  <a:buSzPct val="55000"/>
                  <a:buFont typeface="Wingdings" panose="05000000000000000000" pitchFamily="2" charset="2"/>
                  <a:buChar char="n"/>
                  <a:defRPr sz="2800">
                    <a:solidFill>
                      <a:schemeClr val="tx1"/>
                    </a:solidFill>
                    <a:latin typeface="Times New Roman" panose="02020603050405020304" pitchFamily="18" charset="0"/>
                    <a:ea typeface="黑体" panose="02010609060101010101" pitchFamily="49" charset="-122"/>
                  </a:defRPr>
                </a:lvl2pPr>
                <a:lvl3pPr marL="1143000" indent="-228600">
                  <a:spcBef>
                    <a:spcPct val="20000"/>
                  </a:spcBef>
                  <a:buClr>
                    <a:schemeClr val="folHlink"/>
                  </a:buClr>
                  <a:buSzPct val="50000"/>
                  <a:buFont typeface="Wingdings" panose="05000000000000000000" pitchFamily="2" charset="2"/>
                  <a:buChar char="n"/>
                  <a:defRPr sz="2400">
                    <a:solidFill>
                      <a:schemeClr val="tx1"/>
                    </a:solidFill>
                    <a:latin typeface="Times New Roman" panose="02020603050405020304" pitchFamily="18" charset="0"/>
                    <a:ea typeface="黑体" panose="02010609060101010101" pitchFamily="49" charset="-122"/>
                  </a:defRPr>
                </a:lvl3pPr>
                <a:lvl4pPr marL="1600200" indent="-228600">
                  <a:spcBef>
                    <a:spcPct val="20000"/>
                  </a:spcBef>
                  <a:buClr>
                    <a:schemeClr val="accent2"/>
                  </a:buClr>
                  <a:buSzPct val="55000"/>
                  <a:buFont typeface="Wingdings" panose="05000000000000000000" pitchFamily="2" charset="2"/>
                  <a:buChar char="n"/>
                  <a:defRPr sz="2000">
                    <a:solidFill>
                      <a:schemeClr val="tx1"/>
                    </a:solidFill>
                    <a:latin typeface="Times New Roman" panose="02020603050405020304" pitchFamily="18" charset="0"/>
                    <a:ea typeface="黑体" panose="02010609060101010101" pitchFamily="49" charset="-122"/>
                  </a:defRPr>
                </a:lvl4pPr>
                <a:lvl5pPr marL="2057400" indent="-228600">
                  <a:spcBef>
                    <a:spcPct val="20000"/>
                  </a:spcBef>
                  <a:buClr>
                    <a:schemeClr val="accent1"/>
                  </a:buClr>
                  <a:buSzPct val="50000"/>
                  <a:buFont typeface="Wingdings" panose="05000000000000000000" pitchFamily="2" charset="2"/>
                  <a:buChar char="n"/>
                  <a:defRPr sz="2000">
                    <a:solidFill>
                      <a:schemeClr val="tx1"/>
                    </a:solidFill>
                    <a:latin typeface="Times New Roman" panose="02020603050405020304" pitchFamily="18"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imes New Roman" panose="02020603050405020304" pitchFamily="18"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imes New Roman" panose="02020603050405020304" pitchFamily="18"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imes New Roman" panose="02020603050405020304" pitchFamily="18"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imes New Roman" panose="02020603050405020304" pitchFamily="18" charset="0"/>
                    <a:ea typeface="黑体" panose="02010609060101010101" pitchFamily="49" charset="-122"/>
                  </a:defRPr>
                </a:lvl9pPr>
              </a:lstStyle>
              <a:p>
                <a:pPr algn="just">
                  <a:spcBef>
                    <a:spcPct val="0"/>
                  </a:spcBef>
                  <a:buClrTx/>
                  <a:buSzTx/>
                  <a:buFontTx/>
                  <a:buNone/>
                </a:pPr>
                <a:r>
                  <a:rPr lang="en-US" altLang="zh-CN" sz="2400">
                    <a:solidFill>
                      <a:srgbClr val="000000"/>
                    </a:solidFill>
                    <a:ea typeface="宋体" panose="02010600030101010101" pitchFamily="2" charset="-122"/>
                  </a:rPr>
                  <a:t>A</a:t>
                </a:r>
              </a:p>
            </p:txBody>
          </p:sp>
          <p:sp>
            <p:nvSpPr>
              <p:cNvPr id="73755" name="Rectangle 11">
                <a:extLst>
                  <a:ext uri="{FF2B5EF4-FFF2-40B4-BE49-F238E27FC236}">
                    <a16:creationId xmlns:a16="http://schemas.microsoft.com/office/drawing/2014/main" id="{A137011A-6911-4D4C-A2F7-CA20C92B57E1}"/>
                  </a:ext>
                </a:extLst>
              </p:cNvPr>
              <p:cNvSpPr>
                <a:spLocks noChangeArrowheads="1"/>
              </p:cNvSpPr>
              <p:nvPr/>
            </p:nvSpPr>
            <p:spPr bwMode="auto">
              <a:xfrm>
                <a:off x="1152" y="2304"/>
                <a:ext cx="384" cy="336"/>
              </a:xfrm>
              <a:prstGeom prst="rect">
                <a:avLst/>
              </a:prstGeom>
              <a:noFill/>
              <a:ln w="25400" algn="ctr">
                <a:solidFill>
                  <a:srgbClr val="008000"/>
                </a:solidFill>
                <a:miter lim="800000"/>
                <a:headEnd/>
                <a:tailEnd/>
              </a:ln>
              <a:extLst>
                <a:ext uri="{909E8E84-426E-40DD-AFC4-6F175D3DCCD1}">
                  <a14:hiddenFill xmlns:a14="http://schemas.microsoft.com/office/drawing/2010/main">
                    <a:solidFill>
                      <a:srgbClr val="FFFFFF"/>
                    </a:solidFill>
                  </a14:hiddenFill>
                </a:ext>
              </a:extLst>
            </p:spPr>
            <p:txBody>
              <a:bodyPr wrap="none" lIns="54000" tIns="28800" rIns="54000" bIns="28800" anchor="ctr"/>
              <a:lstStyle>
                <a:lvl1pPr>
                  <a:spcBef>
                    <a:spcPct val="20000"/>
                  </a:spcBef>
                  <a:buClr>
                    <a:schemeClr val="folHlink"/>
                  </a:buClr>
                  <a:buSzPct val="60000"/>
                  <a:buFont typeface="Wingdings" panose="05000000000000000000" pitchFamily="2" charset="2"/>
                  <a:buChar char="n"/>
                  <a:defRPr sz="3200">
                    <a:solidFill>
                      <a:schemeClr val="tx1"/>
                    </a:solidFill>
                    <a:latin typeface="Times New Roman" panose="02020603050405020304" pitchFamily="18" charset="0"/>
                    <a:ea typeface="黑体" panose="02010609060101010101" pitchFamily="49" charset="-122"/>
                  </a:defRPr>
                </a:lvl1pPr>
                <a:lvl2pPr marL="742950" indent="-285750">
                  <a:spcBef>
                    <a:spcPct val="20000"/>
                  </a:spcBef>
                  <a:buClr>
                    <a:schemeClr val="hlink"/>
                  </a:buClr>
                  <a:buSzPct val="55000"/>
                  <a:buFont typeface="Wingdings" panose="05000000000000000000" pitchFamily="2" charset="2"/>
                  <a:buChar char="n"/>
                  <a:defRPr sz="2800">
                    <a:solidFill>
                      <a:schemeClr val="tx1"/>
                    </a:solidFill>
                    <a:latin typeface="Times New Roman" panose="02020603050405020304" pitchFamily="18" charset="0"/>
                    <a:ea typeface="黑体" panose="02010609060101010101" pitchFamily="49" charset="-122"/>
                  </a:defRPr>
                </a:lvl2pPr>
                <a:lvl3pPr marL="1143000" indent="-228600">
                  <a:spcBef>
                    <a:spcPct val="20000"/>
                  </a:spcBef>
                  <a:buClr>
                    <a:schemeClr val="folHlink"/>
                  </a:buClr>
                  <a:buSzPct val="50000"/>
                  <a:buFont typeface="Wingdings" panose="05000000000000000000" pitchFamily="2" charset="2"/>
                  <a:buChar char="n"/>
                  <a:defRPr sz="2400">
                    <a:solidFill>
                      <a:schemeClr val="tx1"/>
                    </a:solidFill>
                    <a:latin typeface="Times New Roman" panose="02020603050405020304" pitchFamily="18" charset="0"/>
                    <a:ea typeface="黑体" panose="02010609060101010101" pitchFamily="49" charset="-122"/>
                  </a:defRPr>
                </a:lvl3pPr>
                <a:lvl4pPr marL="1600200" indent="-228600">
                  <a:spcBef>
                    <a:spcPct val="20000"/>
                  </a:spcBef>
                  <a:buClr>
                    <a:schemeClr val="accent2"/>
                  </a:buClr>
                  <a:buSzPct val="55000"/>
                  <a:buFont typeface="Wingdings" panose="05000000000000000000" pitchFamily="2" charset="2"/>
                  <a:buChar char="n"/>
                  <a:defRPr sz="2000">
                    <a:solidFill>
                      <a:schemeClr val="tx1"/>
                    </a:solidFill>
                    <a:latin typeface="Times New Roman" panose="02020603050405020304" pitchFamily="18" charset="0"/>
                    <a:ea typeface="黑体" panose="02010609060101010101" pitchFamily="49" charset="-122"/>
                  </a:defRPr>
                </a:lvl4pPr>
                <a:lvl5pPr marL="2057400" indent="-228600">
                  <a:spcBef>
                    <a:spcPct val="20000"/>
                  </a:spcBef>
                  <a:buClr>
                    <a:schemeClr val="accent1"/>
                  </a:buClr>
                  <a:buSzPct val="50000"/>
                  <a:buFont typeface="Wingdings" panose="05000000000000000000" pitchFamily="2" charset="2"/>
                  <a:buChar char="n"/>
                  <a:defRPr sz="2000">
                    <a:solidFill>
                      <a:schemeClr val="tx1"/>
                    </a:solidFill>
                    <a:latin typeface="Times New Roman" panose="02020603050405020304" pitchFamily="18"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imes New Roman" panose="02020603050405020304" pitchFamily="18"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imes New Roman" panose="02020603050405020304" pitchFamily="18"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imes New Roman" panose="02020603050405020304" pitchFamily="18"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imes New Roman" panose="02020603050405020304" pitchFamily="18" charset="0"/>
                    <a:ea typeface="黑体" panose="02010609060101010101" pitchFamily="49" charset="-122"/>
                  </a:defRPr>
                </a:lvl9pPr>
              </a:lstStyle>
              <a:p>
                <a:pPr algn="just">
                  <a:spcBef>
                    <a:spcPct val="0"/>
                  </a:spcBef>
                  <a:buClrTx/>
                  <a:buSzTx/>
                  <a:buFontTx/>
                  <a:buNone/>
                </a:pPr>
                <a:endParaRPr lang="zh-CN" altLang="en-US" sz="2400">
                  <a:solidFill>
                    <a:srgbClr val="000000"/>
                  </a:solidFill>
                  <a:ea typeface="宋体" panose="02010600030101010101" pitchFamily="2" charset="-122"/>
                </a:endParaRPr>
              </a:p>
            </p:txBody>
          </p:sp>
          <p:sp>
            <p:nvSpPr>
              <p:cNvPr id="73756" name="Rectangle 12">
                <a:extLst>
                  <a:ext uri="{FF2B5EF4-FFF2-40B4-BE49-F238E27FC236}">
                    <a16:creationId xmlns:a16="http://schemas.microsoft.com/office/drawing/2014/main" id="{1FBF0169-03AB-45A0-9EB5-3B0AE8714D7F}"/>
                  </a:ext>
                </a:extLst>
              </p:cNvPr>
              <p:cNvSpPr>
                <a:spLocks noChangeArrowheads="1"/>
              </p:cNvSpPr>
              <p:nvPr/>
            </p:nvSpPr>
            <p:spPr bwMode="auto">
              <a:xfrm>
                <a:off x="1152" y="3312"/>
                <a:ext cx="384" cy="288"/>
              </a:xfrm>
              <a:prstGeom prst="rect">
                <a:avLst/>
              </a:prstGeom>
              <a:noFill/>
              <a:ln w="25400" algn="ctr">
                <a:solidFill>
                  <a:srgbClr val="008000"/>
                </a:solidFill>
                <a:miter lim="800000"/>
                <a:headEnd/>
                <a:tailEnd/>
              </a:ln>
              <a:extLst>
                <a:ext uri="{909E8E84-426E-40DD-AFC4-6F175D3DCCD1}">
                  <a14:hiddenFill xmlns:a14="http://schemas.microsoft.com/office/drawing/2010/main">
                    <a:solidFill>
                      <a:srgbClr val="FFFFFF"/>
                    </a:solidFill>
                  </a14:hiddenFill>
                </a:ext>
              </a:extLst>
            </p:spPr>
            <p:txBody>
              <a:bodyPr wrap="none" lIns="54000" tIns="28800" rIns="54000" bIns="28800" anchor="ctr"/>
              <a:lstStyle>
                <a:lvl1pPr>
                  <a:spcBef>
                    <a:spcPct val="20000"/>
                  </a:spcBef>
                  <a:buClr>
                    <a:schemeClr val="folHlink"/>
                  </a:buClr>
                  <a:buSzPct val="60000"/>
                  <a:buFont typeface="Wingdings" panose="05000000000000000000" pitchFamily="2" charset="2"/>
                  <a:buChar char="n"/>
                  <a:defRPr sz="3200">
                    <a:solidFill>
                      <a:schemeClr val="tx1"/>
                    </a:solidFill>
                    <a:latin typeface="Times New Roman" panose="02020603050405020304" pitchFamily="18" charset="0"/>
                    <a:ea typeface="黑体" panose="02010609060101010101" pitchFamily="49" charset="-122"/>
                  </a:defRPr>
                </a:lvl1pPr>
                <a:lvl2pPr marL="742950" indent="-285750">
                  <a:spcBef>
                    <a:spcPct val="20000"/>
                  </a:spcBef>
                  <a:buClr>
                    <a:schemeClr val="hlink"/>
                  </a:buClr>
                  <a:buSzPct val="55000"/>
                  <a:buFont typeface="Wingdings" panose="05000000000000000000" pitchFamily="2" charset="2"/>
                  <a:buChar char="n"/>
                  <a:defRPr sz="2800">
                    <a:solidFill>
                      <a:schemeClr val="tx1"/>
                    </a:solidFill>
                    <a:latin typeface="Times New Roman" panose="02020603050405020304" pitchFamily="18" charset="0"/>
                    <a:ea typeface="黑体" panose="02010609060101010101" pitchFamily="49" charset="-122"/>
                  </a:defRPr>
                </a:lvl2pPr>
                <a:lvl3pPr marL="1143000" indent="-228600">
                  <a:spcBef>
                    <a:spcPct val="20000"/>
                  </a:spcBef>
                  <a:buClr>
                    <a:schemeClr val="folHlink"/>
                  </a:buClr>
                  <a:buSzPct val="50000"/>
                  <a:buFont typeface="Wingdings" panose="05000000000000000000" pitchFamily="2" charset="2"/>
                  <a:buChar char="n"/>
                  <a:defRPr sz="2400">
                    <a:solidFill>
                      <a:schemeClr val="tx1"/>
                    </a:solidFill>
                    <a:latin typeface="Times New Roman" panose="02020603050405020304" pitchFamily="18" charset="0"/>
                    <a:ea typeface="黑体" panose="02010609060101010101" pitchFamily="49" charset="-122"/>
                  </a:defRPr>
                </a:lvl3pPr>
                <a:lvl4pPr marL="1600200" indent="-228600">
                  <a:spcBef>
                    <a:spcPct val="20000"/>
                  </a:spcBef>
                  <a:buClr>
                    <a:schemeClr val="accent2"/>
                  </a:buClr>
                  <a:buSzPct val="55000"/>
                  <a:buFont typeface="Wingdings" panose="05000000000000000000" pitchFamily="2" charset="2"/>
                  <a:buChar char="n"/>
                  <a:defRPr sz="2000">
                    <a:solidFill>
                      <a:schemeClr val="tx1"/>
                    </a:solidFill>
                    <a:latin typeface="Times New Roman" panose="02020603050405020304" pitchFamily="18" charset="0"/>
                    <a:ea typeface="黑体" panose="02010609060101010101" pitchFamily="49" charset="-122"/>
                  </a:defRPr>
                </a:lvl4pPr>
                <a:lvl5pPr marL="2057400" indent="-228600">
                  <a:spcBef>
                    <a:spcPct val="20000"/>
                  </a:spcBef>
                  <a:buClr>
                    <a:schemeClr val="accent1"/>
                  </a:buClr>
                  <a:buSzPct val="50000"/>
                  <a:buFont typeface="Wingdings" panose="05000000000000000000" pitchFamily="2" charset="2"/>
                  <a:buChar char="n"/>
                  <a:defRPr sz="2000">
                    <a:solidFill>
                      <a:schemeClr val="tx1"/>
                    </a:solidFill>
                    <a:latin typeface="Times New Roman" panose="02020603050405020304" pitchFamily="18"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imes New Roman" panose="02020603050405020304" pitchFamily="18"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imes New Roman" panose="02020603050405020304" pitchFamily="18"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imes New Roman" panose="02020603050405020304" pitchFamily="18"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imes New Roman" panose="02020603050405020304" pitchFamily="18" charset="0"/>
                    <a:ea typeface="黑体" panose="02010609060101010101" pitchFamily="49" charset="-122"/>
                  </a:defRPr>
                </a:lvl9pPr>
              </a:lstStyle>
              <a:p>
                <a:pPr algn="ctr">
                  <a:spcBef>
                    <a:spcPct val="0"/>
                  </a:spcBef>
                  <a:buClrTx/>
                  <a:buSzTx/>
                  <a:buFontTx/>
                  <a:buNone/>
                </a:pPr>
                <a:r>
                  <a:rPr lang="en-US" altLang="zh-CN" sz="2400">
                    <a:solidFill>
                      <a:srgbClr val="000000"/>
                    </a:solidFill>
                    <a:ea typeface="宋体" panose="02010600030101010101" pitchFamily="2" charset="-122"/>
                  </a:rPr>
                  <a:t>$</a:t>
                </a:r>
              </a:p>
            </p:txBody>
          </p:sp>
        </p:grpSp>
        <p:sp>
          <p:nvSpPr>
            <p:cNvPr id="73748" name="Text Box 27">
              <a:extLst>
                <a:ext uri="{FF2B5EF4-FFF2-40B4-BE49-F238E27FC236}">
                  <a16:creationId xmlns:a16="http://schemas.microsoft.com/office/drawing/2014/main" id="{1D190000-6210-46A8-A9B1-F57CCE4DAB9C}"/>
                </a:ext>
              </a:extLst>
            </p:cNvPr>
            <p:cNvSpPr txBox="1">
              <a:spLocks noChangeArrowheads="1"/>
            </p:cNvSpPr>
            <p:nvPr/>
          </p:nvSpPr>
          <p:spPr bwMode="auto">
            <a:xfrm>
              <a:off x="1199" y="2160"/>
              <a:ext cx="295" cy="30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5400" algn="ctr">
                  <a:solidFill>
                    <a:srgbClr val="000000"/>
                  </a:solidFill>
                  <a:miter lim="800000"/>
                  <a:headEnd/>
                  <a:tailEnd/>
                </a14:hiddenLine>
              </a:ext>
            </a:extLst>
          </p:spPr>
          <p:txBody>
            <a:bodyPr wrap="none" lIns="54000" tIns="28800" rIns="54000" bIns="28800">
              <a:spAutoFit/>
            </a:bodyPr>
            <a:lstStyle>
              <a:lvl1pPr>
                <a:spcBef>
                  <a:spcPct val="20000"/>
                </a:spcBef>
                <a:buClr>
                  <a:schemeClr val="folHlink"/>
                </a:buClr>
                <a:buSzPct val="60000"/>
                <a:buFont typeface="Wingdings" panose="05000000000000000000" pitchFamily="2" charset="2"/>
                <a:buChar char="n"/>
                <a:defRPr sz="3200">
                  <a:solidFill>
                    <a:schemeClr val="tx1"/>
                  </a:solidFill>
                  <a:latin typeface="Times New Roman" panose="02020603050405020304" pitchFamily="18" charset="0"/>
                  <a:ea typeface="黑体" panose="02010609060101010101" pitchFamily="49" charset="-122"/>
                </a:defRPr>
              </a:lvl1pPr>
              <a:lvl2pPr marL="742950" indent="-285750">
                <a:spcBef>
                  <a:spcPct val="20000"/>
                </a:spcBef>
                <a:buClr>
                  <a:schemeClr val="hlink"/>
                </a:buClr>
                <a:buSzPct val="55000"/>
                <a:buFont typeface="Wingdings" panose="05000000000000000000" pitchFamily="2" charset="2"/>
                <a:buChar char="n"/>
                <a:defRPr sz="2800">
                  <a:solidFill>
                    <a:schemeClr val="tx1"/>
                  </a:solidFill>
                  <a:latin typeface="Times New Roman" panose="02020603050405020304" pitchFamily="18" charset="0"/>
                  <a:ea typeface="黑体" panose="02010609060101010101" pitchFamily="49" charset="-122"/>
                </a:defRPr>
              </a:lvl2pPr>
              <a:lvl3pPr marL="1143000" indent="-228600">
                <a:spcBef>
                  <a:spcPct val="20000"/>
                </a:spcBef>
                <a:buClr>
                  <a:schemeClr val="folHlink"/>
                </a:buClr>
                <a:buSzPct val="50000"/>
                <a:buFont typeface="Wingdings" panose="05000000000000000000" pitchFamily="2" charset="2"/>
                <a:buChar char="n"/>
                <a:defRPr sz="2400">
                  <a:solidFill>
                    <a:schemeClr val="tx1"/>
                  </a:solidFill>
                  <a:latin typeface="Times New Roman" panose="02020603050405020304" pitchFamily="18" charset="0"/>
                  <a:ea typeface="黑体" panose="02010609060101010101" pitchFamily="49" charset="-122"/>
                </a:defRPr>
              </a:lvl3pPr>
              <a:lvl4pPr marL="1600200" indent="-228600">
                <a:spcBef>
                  <a:spcPct val="20000"/>
                </a:spcBef>
                <a:buClr>
                  <a:schemeClr val="accent2"/>
                </a:buClr>
                <a:buSzPct val="55000"/>
                <a:buFont typeface="Wingdings" panose="05000000000000000000" pitchFamily="2" charset="2"/>
                <a:buChar char="n"/>
                <a:defRPr sz="2000">
                  <a:solidFill>
                    <a:schemeClr val="tx1"/>
                  </a:solidFill>
                  <a:latin typeface="Times New Roman" panose="02020603050405020304" pitchFamily="18" charset="0"/>
                  <a:ea typeface="黑体" panose="02010609060101010101" pitchFamily="49" charset="-122"/>
                </a:defRPr>
              </a:lvl4pPr>
              <a:lvl5pPr marL="2057400" indent="-228600">
                <a:spcBef>
                  <a:spcPct val="20000"/>
                </a:spcBef>
                <a:buClr>
                  <a:schemeClr val="accent1"/>
                </a:buClr>
                <a:buSzPct val="50000"/>
                <a:buFont typeface="Wingdings" panose="05000000000000000000" pitchFamily="2" charset="2"/>
                <a:buChar char="n"/>
                <a:defRPr sz="2000">
                  <a:solidFill>
                    <a:schemeClr val="tx1"/>
                  </a:solidFill>
                  <a:latin typeface="Times New Roman" panose="02020603050405020304" pitchFamily="18"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imes New Roman" panose="02020603050405020304" pitchFamily="18"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imes New Roman" panose="02020603050405020304" pitchFamily="18"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imes New Roman" panose="02020603050405020304" pitchFamily="18"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imes New Roman" panose="02020603050405020304" pitchFamily="18" charset="0"/>
                  <a:ea typeface="黑体" panose="02010609060101010101" pitchFamily="49" charset="-122"/>
                </a:defRPr>
              </a:lvl9pPr>
            </a:lstStyle>
            <a:p>
              <a:pPr algn="just">
                <a:spcBef>
                  <a:spcPct val="0"/>
                </a:spcBef>
                <a:buClrTx/>
                <a:buSzTx/>
                <a:buFontTx/>
                <a:buNone/>
              </a:pPr>
              <a:r>
                <a:rPr lang="zh-CN" altLang="en-US" sz="2800" b="0">
                  <a:solidFill>
                    <a:srgbClr val="000000"/>
                  </a:solidFill>
                </a:rPr>
                <a:t>栈</a:t>
              </a:r>
            </a:p>
          </p:txBody>
        </p:sp>
      </p:grpSp>
      <p:grpSp>
        <p:nvGrpSpPr>
          <p:cNvPr id="73734" name="Group 29">
            <a:extLst>
              <a:ext uri="{FF2B5EF4-FFF2-40B4-BE49-F238E27FC236}">
                <a16:creationId xmlns:a16="http://schemas.microsoft.com/office/drawing/2014/main" id="{8F00B4C0-044E-4BC9-B6D2-AF0FA60133E5}"/>
              </a:ext>
            </a:extLst>
          </p:cNvPr>
          <p:cNvGrpSpPr>
            <a:grpSpLocks/>
          </p:cNvGrpSpPr>
          <p:nvPr/>
        </p:nvGrpSpPr>
        <p:grpSpPr bwMode="auto">
          <a:xfrm>
            <a:off x="3352800" y="2632364"/>
            <a:ext cx="4572000" cy="1143000"/>
            <a:chOff x="2112" y="2064"/>
            <a:chExt cx="2880" cy="720"/>
          </a:xfrm>
        </p:grpSpPr>
        <p:grpSp>
          <p:nvGrpSpPr>
            <p:cNvPr id="73736" name="Group 25">
              <a:extLst>
                <a:ext uri="{FF2B5EF4-FFF2-40B4-BE49-F238E27FC236}">
                  <a16:creationId xmlns:a16="http://schemas.microsoft.com/office/drawing/2014/main" id="{903A64E8-67F9-4FB6-A7B5-AD9A5DC7ECA1}"/>
                </a:ext>
              </a:extLst>
            </p:cNvPr>
            <p:cNvGrpSpPr>
              <a:grpSpLocks/>
            </p:cNvGrpSpPr>
            <p:nvPr/>
          </p:nvGrpSpPr>
          <p:grpSpPr bwMode="auto">
            <a:xfrm>
              <a:off x="2736" y="2064"/>
              <a:ext cx="2256" cy="720"/>
              <a:chOff x="2736" y="1728"/>
              <a:chExt cx="2256" cy="720"/>
            </a:xfrm>
          </p:grpSpPr>
          <p:grpSp>
            <p:nvGrpSpPr>
              <p:cNvPr id="73738" name="Group 23">
                <a:extLst>
                  <a:ext uri="{FF2B5EF4-FFF2-40B4-BE49-F238E27FC236}">
                    <a16:creationId xmlns:a16="http://schemas.microsoft.com/office/drawing/2014/main" id="{66527C2C-66C9-4919-B0EC-9F0C39FBF2C7}"/>
                  </a:ext>
                </a:extLst>
              </p:cNvPr>
              <p:cNvGrpSpPr>
                <a:grpSpLocks/>
              </p:cNvGrpSpPr>
              <p:nvPr/>
            </p:nvGrpSpPr>
            <p:grpSpPr bwMode="auto">
              <a:xfrm>
                <a:off x="2736" y="1728"/>
                <a:ext cx="2256" cy="338"/>
                <a:chOff x="2736" y="1728"/>
                <a:chExt cx="2256" cy="338"/>
              </a:xfrm>
            </p:grpSpPr>
            <p:sp>
              <p:nvSpPr>
                <p:cNvPr id="73740" name="Line 14">
                  <a:extLst>
                    <a:ext uri="{FF2B5EF4-FFF2-40B4-BE49-F238E27FC236}">
                      <a16:creationId xmlns:a16="http://schemas.microsoft.com/office/drawing/2014/main" id="{5B4618E1-73B3-4D42-A0D6-4EF93EA6FEED}"/>
                    </a:ext>
                  </a:extLst>
                </p:cNvPr>
                <p:cNvSpPr>
                  <a:spLocks noChangeShapeType="1"/>
                </p:cNvSpPr>
                <p:nvPr/>
              </p:nvSpPr>
              <p:spPr bwMode="auto">
                <a:xfrm>
                  <a:off x="2736" y="1728"/>
                  <a:ext cx="2256" cy="0"/>
                </a:xfrm>
                <a:prstGeom prst="line">
                  <a:avLst/>
                </a:prstGeom>
                <a:noFill/>
                <a:ln w="25400">
                  <a:solidFill>
                    <a:srgbClr val="008000"/>
                  </a:solidFill>
                  <a:round/>
                  <a:headEnd/>
                  <a:tailEnd/>
                </a:ln>
                <a:extLst>
                  <a:ext uri="{909E8E84-426E-40DD-AFC4-6F175D3DCCD1}">
                    <a14:hiddenFill xmlns:a14="http://schemas.microsoft.com/office/drawing/2010/main">
                      <a:noFill/>
                    </a14:hiddenFill>
                  </a:ext>
                </a:extLst>
              </p:spPr>
              <p:txBody>
                <a:bodyPr lIns="54000" tIns="28800" rIns="54000" bIns="28800"/>
                <a:lstStyle/>
                <a:p>
                  <a:endParaRPr lang="zh-CN" altLang="en-US"/>
                </a:p>
              </p:txBody>
            </p:sp>
            <p:sp>
              <p:nvSpPr>
                <p:cNvPr id="73741" name="Line 15">
                  <a:extLst>
                    <a:ext uri="{FF2B5EF4-FFF2-40B4-BE49-F238E27FC236}">
                      <a16:creationId xmlns:a16="http://schemas.microsoft.com/office/drawing/2014/main" id="{781828EC-3C67-4AD3-8BCE-80B9173385A0}"/>
                    </a:ext>
                  </a:extLst>
                </p:cNvPr>
                <p:cNvSpPr>
                  <a:spLocks noChangeShapeType="1"/>
                </p:cNvSpPr>
                <p:nvPr/>
              </p:nvSpPr>
              <p:spPr bwMode="auto">
                <a:xfrm>
                  <a:off x="2736" y="2066"/>
                  <a:ext cx="2256" cy="0"/>
                </a:xfrm>
                <a:prstGeom prst="line">
                  <a:avLst/>
                </a:prstGeom>
                <a:noFill/>
                <a:ln w="25400">
                  <a:solidFill>
                    <a:srgbClr val="008000"/>
                  </a:solidFill>
                  <a:round/>
                  <a:headEnd/>
                  <a:tailEnd/>
                </a:ln>
                <a:extLst>
                  <a:ext uri="{909E8E84-426E-40DD-AFC4-6F175D3DCCD1}">
                    <a14:hiddenFill xmlns:a14="http://schemas.microsoft.com/office/drawing/2010/main">
                      <a:noFill/>
                    </a14:hiddenFill>
                  </a:ext>
                </a:extLst>
              </p:spPr>
              <p:txBody>
                <a:bodyPr lIns="54000" tIns="28800" rIns="54000" bIns="28800"/>
                <a:lstStyle/>
                <a:p>
                  <a:endParaRPr lang="zh-CN" altLang="en-US"/>
                </a:p>
              </p:txBody>
            </p:sp>
            <p:sp>
              <p:nvSpPr>
                <p:cNvPr id="73742" name="Rectangle 16">
                  <a:extLst>
                    <a:ext uri="{FF2B5EF4-FFF2-40B4-BE49-F238E27FC236}">
                      <a16:creationId xmlns:a16="http://schemas.microsoft.com/office/drawing/2014/main" id="{58200621-2CDF-43EC-A8D8-F6352EF00E3F}"/>
                    </a:ext>
                  </a:extLst>
                </p:cNvPr>
                <p:cNvSpPr>
                  <a:spLocks noChangeArrowheads="1"/>
                </p:cNvSpPr>
                <p:nvPr/>
              </p:nvSpPr>
              <p:spPr bwMode="auto">
                <a:xfrm>
                  <a:off x="2928" y="1728"/>
                  <a:ext cx="384" cy="336"/>
                </a:xfrm>
                <a:prstGeom prst="rect">
                  <a:avLst/>
                </a:prstGeom>
                <a:noFill/>
                <a:ln w="25400" algn="ctr">
                  <a:solidFill>
                    <a:srgbClr val="008000"/>
                  </a:solidFill>
                  <a:miter lim="800000"/>
                  <a:headEnd/>
                  <a:tailEnd/>
                </a:ln>
                <a:extLst>
                  <a:ext uri="{909E8E84-426E-40DD-AFC4-6F175D3DCCD1}">
                    <a14:hiddenFill xmlns:a14="http://schemas.microsoft.com/office/drawing/2010/main">
                      <a:solidFill>
                        <a:srgbClr val="FFFFFF"/>
                      </a:solidFill>
                    </a14:hiddenFill>
                  </a:ext>
                </a:extLst>
              </p:spPr>
              <p:txBody>
                <a:bodyPr wrap="none" lIns="54000" tIns="28800" rIns="54000" bIns="28800" anchor="ctr"/>
                <a:lstStyle>
                  <a:lvl1pPr>
                    <a:spcBef>
                      <a:spcPct val="20000"/>
                    </a:spcBef>
                    <a:buClr>
                      <a:schemeClr val="folHlink"/>
                    </a:buClr>
                    <a:buSzPct val="60000"/>
                    <a:buFont typeface="Wingdings" panose="05000000000000000000" pitchFamily="2" charset="2"/>
                    <a:buChar char="n"/>
                    <a:defRPr sz="3200">
                      <a:solidFill>
                        <a:schemeClr val="tx1"/>
                      </a:solidFill>
                      <a:latin typeface="Times New Roman" panose="02020603050405020304" pitchFamily="18" charset="0"/>
                      <a:ea typeface="黑体" panose="02010609060101010101" pitchFamily="49" charset="-122"/>
                    </a:defRPr>
                  </a:lvl1pPr>
                  <a:lvl2pPr marL="742950" indent="-285750">
                    <a:spcBef>
                      <a:spcPct val="20000"/>
                    </a:spcBef>
                    <a:buClr>
                      <a:schemeClr val="hlink"/>
                    </a:buClr>
                    <a:buSzPct val="55000"/>
                    <a:buFont typeface="Wingdings" panose="05000000000000000000" pitchFamily="2" charset="2"/>
                    <a:buChar char="n"/>
                    <a:defRPr sz="2800">
                      <a:solidFill>
                        <a:schemeClr val="tx1"/>
                      </a:solidFill>
                      <a:latin typeface="Times New Roman" panose="02020603050405020304" pitchFamily="18" charset="0"/>
                      <a:ea typeface="黑体" panose="02010609060101010101" pitchFamily="49" charset="-122"/>
                    </a:defRPr>
                  </a:lvl2pPr>
                  <a:lvl3pPr marL="1143000" indent="-228600">
                    <a:spcBef>
                      <a:spcPct val="20000"/>
                    </a:spcBef>
                    <a:buClr>
                      <a:schemeClr val="folHlink"/>
                    </a:buClr>
                    <a:buSzPct val="50000"/>
                    <a:buFont typeface="Wingdings" panose="05000000000000000000" pitchFamily="2" charset="2"/>
                    <a:buChar char="n"/>
                    <a:defRPr sz="2400">
                      <a:solidFill>
                        <a:schemeClr val="tx1"/>
                      </a:solidFill>
                      <a:latin typeface="Times New Roman" panose="02020603050405020304" pitchFamily="18" charset="0"/>
                      <a:ea typeface="黑体" panose="02010609060101010101" pitchFamily="49" charset="-122"/>
                    </a:defRPr>
                  </a:lvl3pPr>
                  <a:lvl4pPr marL="1600200" indent="-228600">
                    <a:spcBef>
                      <a:spcPct val="20000"/>
                    </a:spcBef>
                    <a:buClr>
                      <a:schemeClr val="accent2"/>
                    </a:buClr>
                    <a:buSzPct val="55000"/>
                    <a:buFont typeface="Wingdings" panose="05000000000000000000" pitchFamily="2" charset="2"/>
                    <a:buChar char="n"/>
                    <a:defRPr sz="2000">
                      <a:solidFill>
                        <a:schemeClr val="tx1"/>
                      </a:solidFill>
                      <a:latin typeface="Times New Roman" panose="02020603050405020304" pitchFamily="18" charset="0"/>
                      <a:ea typeface="黑体" panose="02010609060101010101" pitchFamily="49" charset="-122"/>
                    </a:defRPr>
                  </a:lvl4pPr>
                  <a:lvl5pPr marL="2057400" indent="-228600">
                    <a:spcBef>
                      <a:spcPct val="20000"/>
                    </a:spcBef>
                    <a:buClr>
                      <a:schemeClr val="accent1"/>
                    </a:buClr>
                    <a:buSzPct val="50000"/>
                    <a:buFont typeface="Wingdings" panose="05000000000000000000" pitchFamily="2" charset="2"/>
                    <a:buChar char="n"/>
                    <a:defRPr sz="2000">
                      <a:solidFill>
                        <a:schemeClr val="tx1"/>
                      </a:solidFill>
                      <a:latin typeface="Times New Roman" panose="02020603050405020304" pitchFamily="18"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imes New Roman" panose="02020603050405020304" pitchFamily="18"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imes New Roman" panose="02020603050405020304" pitchFamily="18"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imes New Roman" panose="02020603050405020304" pitchFamily="18"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imes New Roman" panose="02020603050405020304" pitchFamily="18" charset="0"/>
                      <a:ea typeface="黑体" panose="02010609060101010101" pitchFamily="49" charset="-122"/>
                    </a:defRPr>
                  </a:lvl9pPr>
                </a:lstStyle>
                <a:p>
                  <a:pPr algn="ctr">
                    <a:spcBef>
                      <a:spcPct val="0"/>
                    </a:spcBef>
                    <a:buClrTx/>
                    <a:buSzTx/>
                    <a:buFontTx/>
                    <a:buNone/>
                  </a:pPr>
                  <a:r>
                    <a:rPr lang="en-US" altLang="zh-CN" sz="2400">
                      <a:solidFill>
                        <a:srgbClr val="000000"/>
                      </a:solidFill>
                      <a:ea typeface="宋体" panose="02010600030101010101" pitchFamily="2" charset="-122"/>
                    </a:rPr>
                    <a:t>a</a:t>
                  </a:r>
                </a:p>
              </p:txBody>
            </p:sp>
            <p:sp>
              <p:nvSpPr>
                <p:cNvPr id="73743" name="Rectangle 17">
                  <a:extLst>
                    <a:ext uri="{FF2B5EF4-FFF2-40B4-BE49-F238E27FC236}">
                      <a16:creationId xmlns:a16="http://schemas.microsoft.com/office/drawing/2014/main" id="{A334A7AB-19CF-4683-95C8-C0904D0C2696}"/>
                    </a:ext>
                  </a:extLst>
                </p:cNvPr>
                <p:cNvSpPr>
                  <a:spLocks noChangeArrowheads="1"/>
                </p:cNvSpPr>
                <p:nvPr/>
              </p:nvSpPr>
              <p:spPr bwMode="auto">
                <a:xfrm>
                  <a:off x="3312" y="1728"/>
                  <a:ext cx="384" cy="336"/>
                </a:xfrm>
                <a:prstGeom prst="rect">
                  <a:avLst/>
                </a:prstGeom>
                <a:noFill/>
                <a:ln w="25400" algn="ctr">
                  <a:solidFill>
                    <a:srgbClr val="008000"/>
                  </a:solidFill>
                  <a:miter lim="800000"/>
                  <a:headEnd/>
                  <a:tailEnd/>
                </a:ln>
                <a:extLst>
                  <a:ext uri="{909E8E84-426E-40DD-AFC4-6F175D3DCCD1}">
                    <a14:hiddenFill xmlns:a14="http://schemas.microsoft.com/office/drawing/2010/main">
                      <a:solidFill>
                        <a:srgbClr val="FFFFFF"/>
                      </a:solidFill>
                    </a14:hiddenFill>
                  </a:ext>
                </a:extLst>
              </p:spPr>
              <p:txBody>
                <a:bodyPr wrap="none" lIns="54000" tIns="28800" rIns="54000" bIns="28800" anchor="ctr"/>
                <a:lstStyle>
                  <a:lvl1pPr>
                    <a:spcBef>
                      <a:spcPct val="20000"/>
                    </a:spcBef>
                    <a:buClr>
                      <a:schemeClr val="folHlink"/>
                    </a:buClr>
                    <a:buSzPct val="60000"/>
                    <a:buFont typeface="Wingdings" panose="05000000000000000000" pitchFamily="2" charset="2"/>
                    <a:buChar char="n"/>
                    <a:defRPr sz="3200">
                      <a:solidFill>
                        <a:schemeClr val="tx1"/>
                      </a:solidFill>
                      <a:latin typeface="Times New Roman" panose="02020603050405020304" pitchFamily="18" charset="0"/>
                      <a:ea typeface="黑体" panose="02010609060101010101" pitchFamily="49" charset="-122"/>
                    </a:defRPr>
                  </a:lvl1pPr>
                  <a:lvl2pPr marL="742950" indent="-285750">
                    <a:spcBef>
                      <a:spcPct val="20000"/>
                    </a:spcBef>
                    <a:buClr>
                      <a:schemeClr val="hlink"/>
                    </a:buClr>
                    <a:buSzPct val="55000"/>
                    <a:buFont typeface="Wingdings" panose="05000000000000000000" pitchFamily="2" charset="2"/>
                    <a:buChar char="n"/>
                    <a:defRPr sz="2800">
                      <a:solidFill>
                        <a:schemeClr val="tx1"/>
                      </a:solidFill>
                      <a:latin typeface="Times New Roman" panose="02020603050405020304" pitchFamily="18" charset="0"/>
                      <a:ea typeface="黑体" panose="02010609060101010101" pitchFamily="49" charset="-122"/>
                    </a:defRPr>
                  </a:lvl2pPr>
                  <a:lvl3pPr marL="1143000" indent="-228600">
                    <a:spcBef>
                      <a:spcPct val="20000"/>
                    </a:spcBef>
                    <a:buClr>
                      <a:schemeClr val="folHlink"/>
                    </a:buClr>
                    <a:buSzPct val="50000"/>
                    <a:buFont typeface="Wingdings" panose="05000000000000000000" pitchFamily="2" charset="2"/>
                    <a:buChar char="n"/>
                    <a:defRPr sz="2400">
                      <a:solidFill>
                        <a:schemeClr val="tx1"/>
                      </a:solidFill>
                      <a:latin typeface="Times New Roman" panose="02020603050405020304" pitchFamily="18" charset="0"/>
                      <a:ea typeface="黑体" panose="02010609060101010101" pitchFamily="49" charset="-122"/>
                    </a:defRPr>
                  </a:lvl3pPr>
                  <a:lvl4pPr marL="1600200" indent="-228600">
                    <a:spcBef>
                      <a:spcPct val="20000"/>
                    </a:spcBef>
                    <a:buClr>
                      <a:schemeClr val="accent2"/>
                    </a:buClr>
                    <a:buSzPct val="55000"/>
                    <a:buFont typeface="Wingdings" panose="05000000000000000000" pitchFamily="2" charset="2"/>
                    <a:buChar char="n"/>
                    <a:defRPr sz="2000">
                      <a:solidFill>
                        <a:schemeClr val="tx1"/>
                      </a:solidFill>
                      <a:latin typeface="Times New Roman" panose="02020603050405020304" pitchFamily="18" charset="0"/>
                      <a:ea typeface="黑体" panose="02010609060101010101" pitchFamily="49" charset="-122"/>
                    </a:defRPr>
                  </a:lvl4pPr>
                  <a:lvl5pPr marL="2057400" indent="-228600">
                    <a:spcBef>
                      <a:spcPct val="20000"/>
                    </a:spcBef>
                    <a:buClr>
                      <a:schemeClr val="accent1"/>
                    </a:buClr>
                    <a:buSzPct val="50000"/>
                    <a:buFont typeface="Wingdings" panose="05000000000000000000" pitchFamily="2" charset="2"/>
                    <a:buChar char="n"/>
                    <a:defRPr sz="2000">
                      <a:solidFill>
                        <a:schemeClr val="tx1"/>
                      </a:solidFill>
                      <a:latin typeface="Times New Roman" panose="02020603050405020304" pitchFamily="18"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imes New Roman" panose="02020603050405020304" pitchFamily="18"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imes New Roman" panose="02020603050405020304" pitchFamily="18"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imes New Roman" panose="02020603050405020304" pitchFamily="18"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imes New Roman" panose="02020603050405020304" pitchFamily="18" charset="0"/>
                      <a:ea typeface="黑体" panose="02010609060101010101" pitchFamily="49" charset="-122"/>
                    </a:defRPr>
                  </a:lvl9pPr>
                </a:lstStyle>
                <a:p>
                  <a:pPr algn="ctr">
                    <a:spcBef>
                      <a:spcPct val="0"/>
                    </a:spcBef>
                    <a:buClrTx/>
                    <a:buSzTx/>
                    <a:buFontTx/>
                    <a:buNone/>
                  </a:pPr>
                  <a:r>
                    <a:rPr lang="en-US" altLang="zh-CN" sz="2400">
                      <a:solidFill>
                        <a:srgbClr val="000000"/>
                      </a:solidFill>
                      <a:ea typeface="宋体" panose="02010600030101010101" pitchFamily="2" charset="-122"/>
                    </a:rPr>
                    <a:t>b</a:t>
                  </a:r>
                </a:p>
              </p:txBody>
            </p:sp>
            <p:sp>
              <p:nvSpPr>
                <p:cNvPr id="73744" name="Rectangle 18">
                  <a:extLst>
                    <a:ext uri="{FF2B5EF4-FFF2-40B4-BE49-F238E27FC236}">
                      <a16:creationId xmlns:a16="http://schemas.microsoft.com/office/drawing/2014/main" id="{E8B28291-28C8-47BB-9029-437A128A631A}"/>
                    </a:ext>
                  </a:extLst>
                </p:cNvPr>
                <p:cNvSpPr>
                  <a:spLocks noChangeArrowheads="1"/>
                </p:cNvSpPr>
                <p:nvPr/>
              </p:nvSpPr>
              <p:spPr bwMode="auto">
                <a:xfrm>
                  <a:off x="3696" y="1728"/>
                  <a:ext cx="384" cy="336"/>
                </a:xfrm>
                <a:prstGeom prst="rect">
                  <a:avLst/>
                </a:prstGeom>
                <a:noFill/>
                <a:ln w="25400" algn="ctr">
                  <a:solidFill>
                    <a:srgbClr val="008000"/>
                  </a:solidFill>
                  <a:miter lim="800000"/>
                  <a:headEnd/>
                  <a:tailEnd/>
                </a:ln>
                <a:extLst>
                  <a:ext uri="{909E8E84-426E-40DD-AFC4-6F175D3DCCD1}">
                    <a14:hiddenFill xmlns:a14="http://schemas.microsoft.com/office/drawing/2010/main">
                      <a:solidFill>
                        <a:srgbClr val="FFFFFF"/>
                      </a:solidFill>
                    </a14:hiddenFill>
                  </a:ext>
                </a:extLst>
              </p:spPr>
              <p:txBody>
                <a:bodyPr wrap="none" lIns="54000" tIns="28800" rIns="54000" bIns="28800" anchor="ctr"/>
                <a:lstStyle>
                  <a:lvl1pPr>
                    <a:spcBef>
                      <a:spcPct val="20000"/>
                    </a:spcBef>
                    <a:buClr>
                      <a:schemeClr val="folHlink"/>
                    </a:buClr>
                    <a:buSzPct val="60000"/>
                    <a:buFont typeface="Wingdings" panose="05000000000000000000" pitchFamily="2" charset="2"/>
                    <a:buChar char="n"/>
                    <a:defRPr sz="3200">
                      <a:solidFill>
                        <a:schemeClr val="tx1"/>
                      </a:solidFill>
                      <a:latin typeface="Times New Roman" panose="02020603050405020304" pitchFamily="18" charset="0"/>
                      <a:ea typeface="黑体" panose="02010609060101010101" pitchFamily="49" charset="-122"/>
                    </a:defRPr>
                  </a:lvl1pPr>
                  <a:lvl2pPr marL="742950" indent="-285750">
                    <a:spcBef>
                      <a:spcPct val="20000"/>
                    </a:spcBef>
                    <a:buClr>
                      <a:schemeClr val="hlink"/>
                    </a:buClr>
                    <a:buSzPct val="55000"/>
                    <a:buFont typeface="Wingdings" panose="05000000000000000000" pitchFamily="2" charset="2"/>
                    <a:buChar char="n"/>
                    <a:defRPr sz="2800">
                      <a:solidFill>
                        <a:schemeClr val="tx1"/>
                      </a:solidFill>
                      <a:latin typeface="Times New Roman" panose="02020603050405020304" pitchFamily="18" charset="0"/>
                      <a:ea typeface="黑体" panose="02010609060101010101" pitchFamily="49" charset="-122"/>
                    </a:defRPr>
                  </a:lvl2pPr>
                  <a:lvl3pPr marL="1143000" indent="-228600">
                    <a:spcBef>
                      <a:spcPct val="20000"/>
                    </a:spcBef>
                    <a:buClr>
                      <a:schemeClr val="folHlink"/>
                    </a:buClr>
                    <a:buSzPct val="50000"/>
                    <a:buFont typeface="Wingdings" panose="05000000000000000000" pitchFamily="2" charset="2"/>
                    <a:buChar char="n"/>
                    <a:defRPr sz="2400">
                      <a:solidFill>
                        <a:schemeClr val="tx1"/>
                      </a:solidFill>
                      <a:latin typeface="Times New Roman" panose="02020603050405020304" pitchFamily="18" charset="0"/>
                      <a:ea typeface="黑体" panose="02010609060101010101" pitchFamily="49" charset="-122"/>
                    </a:defRPr>
                  </a:lvl3pPr>
                  <a:lvl4pPr marL="1600200" indent="-228600">
                    <a:spcBef>
                      <a:spcPct val="20000"/>
                    </a:spcBef>
                    <a:buClr>
                      <a:schemeClr val="accent2"/>
                    </a:buClr>
                    <a:buSzPct val="55000"/>
                    <a:buFont typeface="Wingdings" panose="05000000000000000000" pitchFamily="2" charset="2"/>
                    <a:buChar char="n"/>
                    <a:defRPr sz="2000">
                      <a:solidFill>
                        <a:schemeClr val="tx1"/>
                      </a:solidFill>
                      <a:latin typeface="Times New Roman" panose="02020603050405020304" pitchFamily="18" charset="0"/>
                      <a:ea typeface="黑体" panose="02010609060101010101" pitchFamily="49" charset="-122"/>
                    </a:defRPr>
                  </a:lvl4pPr>
                  <a:lvl5pPr marL="2057400" indent="-228600">
                    <a:spcBef>
                      <a:spcPct val="20000"/>
                    </a:spcBef>
                    <a:buClr>
                      <a:schemeClr val="accent1"/>
                    </a:buClr>
                    <a:buSzPct val="50000"/>
                    <a:buFont typeface="Wingdings" panose="05000000000000000000" pitchFamily="2" charset="2"/>
                    <a:buChar char="n"/>
                    <a:defRPr sz="2000">
                      <a:solidFill>
                        <a:schemeClr val="tx1"/>
                      </a:solidFill>
                      <a:latin typeface="Times New Roman" panose="02020603050405020304" pitchFamily="18"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imes New Roman" panose="02020603050405020304" pitchFamily="18"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imes New Roman" panose="02020603050405020304" pitchFamily="18"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imes New Roman" panose="02020603050405020304" pitchFamily="18"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imes New Roman" panose="02020603050405020304" pitchFamily="18" charset="0"/>
                      <a:ea typeface="黑体" panose="02010609060101010101" pitchFamily="49" charset="-122"/>
                    </a:defRPr>
                  </a:lvl9pPr>
                </a:lstStyle>
                <a:p>
                  <a:pPr algn="ctr">
                    <a:spcBef>
                      <a:spcPct val="0"/>
                    </a:spcBef>
                    <a:buClrTx/>
                    <a:buSzTx/>
                    <a:buFontTx/>
                    <a:buNone/>
                  </a:pPr>
                  <a:r>
                    <a:rPr lang="en-US" altLang="zh-CN" sz="2400">
                      <a:solidFill>
                        <a:srgbClr val="000000"/>
                      </a:solidFill>
                      <a:ea typeface="宋体" panose="02010600030101010101" pitchFamily="2" charset="-122"/>
                    </a:rPr>
                    <a:t>c</a:t>
                  </a:r>
                </a:p>
              </p:txBody>
            </p:sp>
            <p:sp>
              <p:nvSpPr>
                <p:cNvPr id="73745" name="Rectangle 19">
                  <a:extLst>
                    <a:ext uri="{FF2B5EF4-FFF2-40B4-BE49-F238E27FC236}">
                      <a16:creationId xmlns:a16="http://schemas.microsoft.com/office/drawing/2014/main" id="{A628B1F0-EDED-417D-AD7B-5B839BA37CAB}"/>
                    </a:ext>
                  </a:extLst>
                </p:cNvPr>
                <p:cNvSpPr>
                  <a:spLocks noChangeArrowheads="1"/>
                </p:cNvSpPr>
                <p:nvPr/>
              </p:nvSpPr>
              <p:spPr bwMode="auto">
                <a:xfrm>
                  <a:off x="4608" y="1728"/>
                  <a:ext cx="384" cy="336"/>
                </a:xfrm>
                <a:prstGeom prst="rect">
                  <a:avLst/>
                </a:prstGeom>
                <a:noFill/>
                <a:ln w="25400" algn="ctr">
                  <a:solidFill>
                    <a:srgbClr val="008000"/>
                  </a:solidFill>
                  <a:miter lim="800000"/>
                  <a:headEnd/>
                  <a:tailEnd/>
                </a:ln>
                <a:extLst>
                  <a:ext uri="{909E8E84-426E-40DD-AFC4-6F175D3DCCD1}">
                    <a14:hiddenFill xmlns:a14="http://schemas.microsoft.com/office/drawing/2010/main">
                      <a:solidFill>
                        <a:srgbClr val="FFFFFF"/>
                      </a:solidFill>
                    </a14:hiddenFill>
                  </a:ext>
                </a:extLst>
              </p:spPr>
              <p:txBody>
                <a:bodyPr wrap="none" lIns="54000" tIns="28800" rIns="54000" bIns="28800" anchor="ctr"/>
                <a:lstStyle>
                  <a:lvl1pPr>
                    <a:spcBef>
                      <a:spcPct val="20000"/>
                    </a:spcBef>
                    <a:buClr>
                      <a:schemeClr val="folHlink"/>
                    </a:buClr>
                    <a:buSzPct val="60000"/>
                    <a:buFont typeface="Wingdings" panose="05000000000000000000" pitchFamily="2" charset="2"/>
                    <a:buChar char="n"/>
                    <a:defRPr sz="3200">
                      <a:solidFill>
                        <a:schemeClr val="tx1"/>
                      </a:solidFill>
                      <a:latin typeface="Times New Roman" panose="02020603050405020304" pitchFamily="18" charset="0"/>
                      <a:ea typeface="黑体" panose="02010609060101010101" pitchFamily="49" charset="-122"/>
                    </a:defRPr>
                  </a:lvl1pPr>
                  <a:lvl2pPr marL="742950" indent="-285750">
                    <a:spcBef>
                      <a:spcPct val="20000"/>
                    </a:spcBef>
                    <a:buClr>
                      <a:schemeClr val="hlink"/>
                    </a:buClr>
                    <a:buSzPct val="55000"/>
                    <a:buFont typeface="Wingdings" panose="05000000000000000000" pitchFamily="2" charset="2"/>
                    <a:buChar char="n"/>
                    <a:defRPr sz="2800">
                      <a:solidFill>
                        <a:schemeClr val="tx1"/>
                      </a:solidFill>
                      <a:latin typeface="Times New Roman" panose="02020603050405020304" pitchFamily="18" charset="0"/>
                      <a:ea typeface="黑体" panose="02010609060101010101" pitchFamily="49" charset="-122"/>
                    </a:defRPr>
                  </a:lvl2pPr>
                  <a:lvl3pPr marL="1143000" indent="-228600">
                    <a:spcBef>
                      <a:spcPct val="20000"/>
                    </a:spcBef>
                    <a:buClr>
                      <a:schemeClr val="folHlink"/>
                    </a:buClr>
                    <a:buSzPct val="50000"/>
                    <a:buFont typeface="Wingdings" panose="05000000000000000000" pitchFamily="2" charset="2"/>
                    <a:buChar char="n"/>
                    <a:defRPr sz="2400">
                      <a:solidFill>
                        <a:schemeClr val="tx1"/>
                      </a:solidFill>
                      <a:latin typeface="Times New Roman" panose="02020603050405020304" pitchFamily="18" charset="0"/>
                      <a:ea typeface="黑体" panose="02010609060101010101" pitchFamily="49" charset="-122"/>
                    </a:defRPr>
                  </a:lvl3pPr>
                  <a:lvl4pPr marL="1600200" indent="-228600">
                    <a:spcBef>
                      <a:spcPct val="20000"/>
                    </a:spcBef>
                    <a:buClr>
                      <a:schemeClr val="accent2"/>
                    </a:buClr>
                    <a:buSzPct val="55000"/>
                    <a:buFont typeface="Wingdings" panose="05000000000000000000" pitchFamily="2" charset="2"/>
                    <a:buChar char="n"/>
                    <a:defRPr sz="2000">
                      <a:solidFill>
                        <a:schemeClr val="tx1"/>
                      </a:solidFill>
                      <a:latin typeface="Times New Roman" panose="02020603050405020304" pitchFamily="18" charset="0"/>
                      <a:ea typeface="黑体" panose="02010609060101010101" pitchFamily="49" charset="-122"/>
                    </a:defRPr>
                  </a:lvl4pPr>
                  <a:lvl5pPr marL="2057400" indent="-228600">
                    <a:spcBef>
                      <a:spcPct val="20000"/>
                    </a:spcBef>
                    <a:buClr>
                      <a:schemeClr val="accent1"/>
                    </a:buClr>
                    <a:buSzPct val="50000"/>
                    <a:buFont typeface="Wingdings" panose="05000000000000000000" pitchFamily="2" charset="2"/>
                    <a:buChar char="n"/>
                    <a:defRPr sz="2000">
                      <a:solidFill>
                        <a:schemeClr val="tx1"/>
                      </a:solidFill>
                      <a:latin typeface="Times New Roman" panose="02020603050405020304" pitchFamily="18"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imes New Roman" panose="02020603050405020304" pitchFamily="18"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imes New Roman" panose="02020603050405020304" pitchFamily="18"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imes New Roman" panose="02020603050405020304" pitchFamily="18"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imes New Roman" panose="02020603050405020304" pitchFamily="18" charset="0"/>
                      <a:ea typeface="黑体" panose="02010609060101010101" pitchFamily="49" charset="-122"/>
                    </a:defRPr>
                  </a:lvl9pPr>
                </a:lstStyle>
                <a:p>
                  <a:pPr algn="ctr">
                    <a:spcBef>
                      <a:spcPct val="0"/>
                    </a:spcBef>
                    <a:buClrTx/>
                    <a:buSzTx/>
                    <a:buFontTx/>
                    <a:buNone/>
                  </a:pPr>
                  <a:r>
                    <a:rPr lang="en-US" altLang="zh-CN" sz="2400">
                      <a:solidFill>
                        <a:srgbClr val="000000"/>
                      </a:solidFill>
                      <a:ea typeface="宋体" panose="02010600030101010101" pitchFamily="2" charset="-122"/>
                    </a:rPr>
                    <a:t>$</a:t>
                  </a:r>
                </a:p>
              </p:txBody>
            </p:sp>
            <p:sp>
              <p:nvSpPr>
                <p:cNvPr id="73746" name="Text Box 20">
                  <a:extLst>
                    <a:ext uri="{FF2B5EF4-FFF2-40B4-BE49-F238E27FC236}">
                      <a16:creationId xmlns:a16="http://schemas.microsoft.com/office/drawing/2014/main" id="{062234B1-85DC-4CD3-B1E9-0737A91B11B4}"/>
                    </a:ext>
                  </a:extLst>
                </p:cNvPr>
                <p:cNvSpPr txBox="1">
                  <a:spLocks noChangeArrowheads="1"/>
                </p:cNvSpPr>
                <p:nvPr/>
              </p:nvSpPr>
              <p:spPr bwMode="auto">
                <a:xfrm>
                  <a:off x="4237" y="1765"/>
                  <a:ext cx="263" cy="26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5400" algn="ctr">
                      <a:solidFill>
                        <a:srgbClr val="000000"/>
                      </a:solidFill>
                      <a:miter lim="800000"/>
                      <a:headEnd/>
                      <a:tailEnd/>
                    </a14:hiddenLine>
                  </a:ext>
                </a:extLst>
              </p:spPr>
              <p:txBody>
                <a:bodyPr wrap="none" lIns="54000" tIns="28800" rIns="54000" bIns="28800">
                  <a:spAutoFit/>
                </a:bodyPr>
                <a:lstStyle>
                  <a:lvl1pPr>
                    <a:spcBef>
                      <a:spcPct val="20000"/>
                    </a:spcBef>
                    <a:buClr>
                      <a:schemeClr val="folHlink"/>
                    </a:buClr>
                    <a:buSzPct val="60000"/>
                    <a:buFont typeface="Wingdings" panose="05000000000000000000" pitchFamily="2" charset="2"/>
                    <a:buChar char="n"/>
                    <a:defRPr sz="3200">
                      <a:solidFill>
                        <a:schemeClr val="tx1"/>
                      </a:solidFill>
                      <a:latin typeface="Times New Roman" panose="02020603050405020304" pitchFamily="18" charset="0"/>
                      <a:ea typeface="黑体" panose="02010609060101010101" pitchFamily="49" charset="-122"/>
                    </a:defRPr>
                  </a:lvl1pPr>
                  <a:lvl2pPr marL="742950" indent="-285750">
                    <a:spcBef>
                      <a:spcPct val="20000"/>
                    </a:spcBef>
                    <a:buClr>
                      <a:schemeClr val="hlink"/>
                    </a:buClr>
                    <a:buSzPct val="55000"/>
                    <a:buFont typeface="Wingdings" panose="05000000000000000000" pitchFamily="2" charset="2"/>
                    <a:buChar char="n"/>
                    <a:defRPr sz="2800">
                      <a:solidFill>
                        <a:schemeClr val="tx1"/>
                      </a:solidFill>
                      <a:latin typeface="Times New Roman" panose="02020603050405020304" pitchFamily="18" charset="0"/>
                      <a:ea typeface="黑体" panose="02010609060101010101" pitchFamily="49" charset="-122"/>
                    </a:defRPr>
                  </a:lvl2pPr>
                  <a:lvl3pPr marL="1143000" indent="-228600">
                    <a:spcBef>
                      <a:spcPct val="20000"/>
                    </a:spcBef>
                    <a:buClr>
                      <a:schemeClr val="folHlink"/>
                    </a:buClr>
                    <a:buSzPct val="50000"/>
                    <a:buFont typeface="Wingdings" panose="05000000000000000000" pitchFamily="2" charset="2"/>
                    <a:buChar char="n"/>
                    <a:defRPr sz="2400">
                      <a:solidFill>
                        <a:schemeClr val="tx1"/>
                      </a:solidFill>
                      <a:latin typeface="Times New Roman" panose="02020603050405020304" pitchFamily="18" charset="0"/>
                      <a:ea typeface="黑体" panose="02010609060101010101" pitchFamily="49" charset="-122"/>
                    </a:defRPr>
                  </a:lvl3pPr>
                  <a:lvl4pPr marL="1600200" indent="-228600">
                    <a:spcBef>
                      <a:spcPct val="20000"/>
                    </a:spcBef>
                    <a:buClr>
                      <a:schemeClr val="accent2"/>
                    </a:buClr>
                    <a:buSzPct val="55000"/>
                    <a:buFont typeface="Wingdings" panose="05000000000000000000" pitchFamily="2" charset="2"/>
                    <a:buChar char="n"/>
                    <a:defRPr sz="2000">
                      <a:solidFill>
                        <a:schemeClr val="tx1"/>
                      </a:solidFill>
                      <a:latin typeface="Times New Roman" panose="02020603050405020304" pitchFamily="18" charset="0"/>
                      <a:ea typeface="黑体" panose="02010609060101010101" pitchFamily="49" charset="-122"/>
                    </a:defRPr>
                  </a:lvl4pPr>
                  <a:lvl5pPr marL="2057400" indent="-228600">
                    <a:spcBef>
                      <a:spcPct val="20000"/>
                    </a:spcBef>
                    <a:buClr>
                      <a:schemeClr val="accent1"/>
                    </a:buClr>
                    <a:buSzPct val="50000"/>
                    <a:buFont typeface="Wingdings" panose="05000000000000000000" pitchFamily="2" charset="2"/>
                    <a:buChar char="n"/>
                    <a:defRPr sz="2000">
                      <a:solidFill>
                        <a:schemeClr val="tx1"/>
                      </a:solidFill>
                      <a:latin typeface="Times New Roman" panose="02020603050405020304" pitchFamily="18"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imes New Roman" panose="02020603050405020304" pitchFamily="18"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imes New Roman" panose="02020603050405020304" pitchFamily="18"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imes New Roman" panose="02020603050405020304" pitchFamily="18"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imes New Roman" panose="02020603050405020304" pitchFamily="18" charset="0"/>
                      <a:ea typeface="黑体" panose="02010609060101010101" pitchFamily="49" charset="-122"/>
                    </a:defRPr>
                  </a:lvl9pPr>
                </a:lstStyle>
                <a:p>
                  <a:pPr algn="just">
                    <a:spcBef>
                      <a:spcPct val="0"/>
                    </a:spcBef>
                    <a:buClrTx/>
                    <a:buSzTx/>
                    <a:buFontTx/>
                    <a:buNone/>
                  </a:pPr>
                  <a:r>
                    <a:rPr lang="en-US" altLang="zh-CN" sz="2400">
                      <a:solidFill>
                        <a:srgbClr val="000000"/>
                      </a:solidFill>
                      <a:ea typeface="宋体" panose="02010600030101010101" pitchFamily="2" charset="-122"/>
                    </a:rPr>
                    <a:t>…</a:t>
                  </a:r>
                </a:p>
              </p:txBody>
            </p:sp>
          </p:grpSp>
          <p:sp>
            <p:nvSpPr>
              <p:cNvPr id="73739" name="Line 21">
                <a:extLst>
                  <a:ext uri="{FF2B5EF4-FFF2-40B4-BE49-F238E27FC236}">
                    <a16:creationId xmlns:a16="http://schemas.microsoft.com/office/drawing/2014/main" id="{734C789E-1362-4113-BCFF-E43D1611F7FE}"/>
                  </a:ext>
                </a:extLst>
              </p:cNvPr>
              <p:cNvSpPr>
                <a:spLocks noChangeShapeType="1"/>
              </p:cNvSpPr>
              <p:nvPr/>
            </p:nvSpPr>
            <p:spPr bwMode="auto">
              <a:xfrm flipV="1">
                <a:off x="3120" y="2064"/>
                <a:ext cx="0" cy="384"/>
              </a:xfrm>
              <a:prstGeom prst="line">
                <a:avLst/>
              </a:prstGeom>
              <a:noFill/>
              <a:ln w="25400">
                <a:solidFill>
                  <a:srgbClr val="008000"/>
                </a:solidFill>
                <a:round/>
                <a:headEnd/>
                <a:tailEnd type="triangle" w="med" len="med"/>
              </a:ln>
              <a:extLst>
                <a:ext uri="{909E8E84-426E-40DD-AFC4-6F175D3DCCD1}">
                  <a14:hiddenFill xmlns:a14="http://schemas.microsoft.com/office/drawing/2010/main">
                    <a:noFill/>
                  </a14:hiddenFill>
                </a:ext>
              </a:extLst>
            </p:spPr>
            <p:txBody>
              <a:bodyPr lIns="54000" tIns="28800" rIns="54000" bIns="28800"/>
              <a:lstStyle/>
              <a:p>
                <a:endParaRPr lang="zh-CN" altLang="en-US"/>
              </a:p>
            </p:txBody>
          </p:sp>
        </p:grpSp>
        <p:sp>
          <p:nvSpPr>
            <p:cNvPr id="73737" name="Text Box 28">
              <a:extLst>
                <a:ext uri="{FF2B5EF4-FFF2-40B4-BE49-F238E27FC236}">
                  <a16:creationId xmlns:a16="http://schemas.microsoft.com/office/drawing/2014/main" id="{2548D516-AD2A-44EE-A8D8-330700083E97}"/>
                </a:ext>
              </a:extLst>
            </p:cNvPr>
            <p:cNvSpPr txBox="1">
              <a:spLocks noChangeArrowheads="1"/>
            </p:cNvSpPr>
            <p:nvPr/>
          </p:nvSpPr>
          <p:spPr bwMode="auto">
            <a:xfrm>
              <a:off x="2112" y="2064"/>
              <a:ext cx="624" cy="30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5400" algn="ctr">
                  <a:solidFill>
                    <a:srgbClr val="000000"/>
                  </a:solidFill>
                  <a:miter lim="800000"/>
                  <a:headEnd/>
                  <a:tailEnd/>
                </a14:hiddenLine>
              </a:ext>
            </a:extLst>
          </p:spPr>
          <p:txBody>
            <a:bodyPr lIns="54000" tIns="28800" rIns="54000" bIns="28800">
              <a:spAutoFit/>
            </a:bodyPr>
            <a:lstStyle>
              <a:lvl1pPr>
                <a:spcBef>
                  <a:spcPct val="20000"/>
                </a:spcBef>
                <a:buClr>
                  <a:schemeClr val="folHlink"/>
                </a:buClr>
                <a:buSzPct val="60000"/>
                <a:buFont typeface="Wingdings" panose="05000000000000000000" pitchFamily="2" charset="2"/>
                <a:buChar char="n"/>
                <a:defRPr sz="3200">
                  <a:solidFill>
                    <a:schemeClr val="tx1"/>
                  </a:solidFill>
                  <a:latin typeface="Times New Roman" panose="02020603050405020304" pitchFamily="18" charset="0"/>
                  <a:ea typeface="黑体" panose="02010609060101010101" pitchFamily="49" charset="-122"/>
                </a:defRPr>
              </a:lvl1pPr>
              <a:lvl2pPr marL="742950" indent="-285750">
                <a:spcBef>
                  <a:spcPct val="20000"/>
                </a:spcBef>
                <a:buClr>
                  <a:schemeClr val="hlink"/>
                </a:buClr>
                <a:buSzPct val="55000"/>
                <a:buFont typeface="Wingdings" panose="05000000000000000000" pitchFamily="2" charset="2"/>
                <a:buChar char="n"/>
                <a:defRPr sz="2800">
                  <a:solidFill>
                    <a:schemeClr val="tx1"/>
                  </a:solidFill>
                  <a:latin typeface="Times New Roman" panose="02020603050405020304" pitchFamily="18" charset="0"/>
                  <a:ea typeface="黑体" panose="02010609060101010101" pitchFamily="49" charset="-122"/>
                </a:defRPr>
              </a:lvl2pPr>
              <a:lvl3pPr marL="1143000" indent="-228600">
                <a:spcBef>
                  <a:spcPct val="20000"/>
                </a:spcBef>
                <a:buClr>
                  <a:schemeClr val="folHlink"/>
                </a:buClr>
                <a:buSzPct val="50000"/>
                <a:buFont typeface="Wingdings" panose="05000000000000000000" pitchFamily="2" charset="2"/>
                <a:buChar char="n"/>
                <a:defRPr sz="2400">
                  <a:solidFill>
                    <a:schemeClr val="tx1"/>
                  </a:solidFill>
                  <a:latin typeface="Times New Roman" panose="02020603050405020304" pitchFamily="18" charset="0"/>
                  <a:ea typeface="黑体" panose="02010609060101010101" pitchFamily="49" charset="-122"/>
                </a:defRPr>
              </a:lvl3pPr>
              <a:lvl4pPr marL="1600200" indent="-228600">
                <a:spcBef>
                  <a:spcPct val="20000"/>
                </a:spcBef>
                <a:buClr>
                  <a:schemeClr val="accent2"/>
                </a:buClr>
                <a:buSzPct val="55000"/>
                <a:buFont typeface="Wingdings" panose="05000000000000000000" pitchFamily="2" charset="2"/>
                <a:buChar char="n"/>
                <a:defRPr sz="2000">
                  <a:solidFill>
                    <a:schemeClr val="tx1"/>
                  </a:solidFill>
                  <a:latin typeface="Times New Roman" panose="02020603050405020304" pitchFamily="18" charset="0"/>
                  <a:ea typeface="黑体" panose="02010609060101010101" pitchFamily="49" charset="-122"/>
                </a:defRPr>
              </a:lvl4pPr>
              <a:lvl5pPr marL="2057400" indent="-228600">
                <a:spcBef>
                  <a:spcPct val="20000"/>
                </a:spcBef>
                <a:buClr>
                  <a:schemeClr val="accent1"/>
                </a:buClr>
                <a:buSzPct val="50000"/>
                <a:buFont typeface="Wingdings" panose="05000000000000000000" pitchFamily="2" charset="2"/>
                <a:buChar char="n"/>
                <a:defRPr sz="2000">
                  <a:solidFill>
                    <a:schemeClr val="tx1"/>
                  </a:solidFill>
                  <a:latin typeface="Times New Roman" panose="02020603050405020304" pitchFamily="18"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imes New Roman" panose="02020603050405020304" pitchFamily="18"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imes New Roman" panose="02020603050405020304" pitchFamily="18"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imes New Roman" panose="02020603050405020304" pitchFamily="18"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imes New Roman" panose="02020603050405020304" pitchFamily="18" charset="0"/>
                  <a:ea typeface="黑体" panose="02010609060101010101" pitchFamily="49" charset="-122"/>
                </a:defRPr>
              </a:lvl9pPr>
            </a:lstStyle>
            <a:p>
              <a:pPr algn="just">
                <a:spcBef>
                  <a:spcPct val="50000"/>
                </a:spcBef>
                <a:buClrTx/>
                <a:buSzTx/>
                <a:buFontTx/>
                <a:buNone/>
              </a:pPr>
              <a:r>
                <a:rPr lang="zh-CN" altLang="en-US" sz="2800" b="0">
                  <a:solidFill>
                    <a:srgbClr val="000000"/>
                  </a:solidFill>
                </a:rPr>
                <a:t>输入</a:t>
              </a:r>
            </a:p>
          </p:txBody>
        </p:sp>
      </p:grpSp>
      <p:sp>
        <p:nvSpPr>
          <p:cNvPr id="73735" name="Line 32">
            <a:extLst>
              <a:ext uri="{FF2B5EF4-FFF2-40B4-BE49-F238E27FC236}">
                <a16:creationId xmlns:a16="http://schemas.microsoft.com/office/drawing/2014/main" id="{36B604F8-3844-47AB-95F1-F454F9C6C40D}"/>
              </a:ext>
            </a:extLst>
          </p:cNvPr>
          <p:cNvSpPr>
            <a:spLocks noChangeShapeType="1"/>
          </p:cNvSpPr>
          <p:nvPr/>
        </p:nvSpPr>
        <p:spPr bwMode="auto">
          <a:xfrm>
            <a:off x="1295400" y="3927764"/>
            <a:ext cx="533400" cy="0"/>
          </a:xfrm>
          <a:prstGeom prst="line">
            <a:avLst/>
          </a:prstGeom>
          <a:noFill/>
          <a:ln w="25400">
            <a:solidFill>
              <a:srgbClr val="008000"/>
            </a:solidFill>
            <a:round/>
            <a:headEnd/>
            <a:tailEnd type="triangle" w="med" len="med"/>
          </a:ln>
          <a:extLst>
            <a:ext uri="{909E8E84-426E-40DD-AFC4-6F175D3DCCD1}">
              <a14:hiddenFill xmlns:a14="http://schemas.microsoft.com/office/drawing/2010/main">
                <a:noFill/>
              </a14:hiddenFill>
            </a:ext>
          </a:extLst>
        </p:spPr>
        <p:txBody>
          <a:bodyPr lIns="54000" tIns="28800" rIns="54000" bIns="28800"/>
          <a:lstStyle/>
          <a:p>
            <a:endParaRPr lang="zh-CN" altLang="en-US"/>
          </a:p>
        </p:txBody>
      </p:sp>
    </p:spTree>
  </p:cSld>
  <p:clrMapOvr>
    <a:masterClrMapping/>
  </p:clrMapOvr>
</p:sld>
</file>

<file path=ppt/slides/slide6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4754" name="Rectangle 2">
            <a:extLst>
              <a:ext uri="{FF2B5EF4-FFF2-40B4-BE49-F238E27FC236}">
                <a16:creationId xmlns:a16="http://schemas.microsoft.com/office/drawing/2014/main" id="{DE526793-237A-4E96-BBB2-8EEF12ADF658}"/>
              </a:ext>
            </a:extLst>
          </p:cNvPr>
          <p:cNvSpPr>
            <a:spLocks noGrp="1" noChangeArrowheads="1"/>
          </p:cNvSpPr>
          <p:nvPr>
            <p:ph type="title"/>
          </p:nvPr>
        </p:nvSpPr>
        <p:spPr/>
        <p:txBody>
          <a:bodyPr/>
          <a:lstStyle/>
          <a:p>
            <a:pPr eaLnBrk="1" hangingPunct="1"/>
            <a:r>
              <a:rPr lang="en-US" altLang="zh-CN"/>
              <a:t>3.3.6 </a:t>
            </a:r>
            <a:r>
              <a:rPr lang="zh-CN" altLang="en-US"/>
              <a:t>预测分析的错误恢复</a:t>
            </a:r>
          </a:p>
        </p:txBody>
      </p:sp>
      <p:sp>
        <p:nvSpPr>
          <p:cNvPr id="74755" name="Rectangle 3">
            <a:extLst>
              <a:ext uri="{FF2B5EF4-FFF2-40B4-BE49-F238E27FC236}">
                <a16:creationId xmlns:a16="http://schemas.microsoft.com/office/drawing/2014/main" id="{4349CE3B-FC57-4374-9CC0-116ED3339F5A}"/>
              </a:ext>
            </a:extLst>
          </p:cNvPr>
          <p:cNvSpPr>
            <a:spLocks noGrp="1" noChangeArrowheads="1"/>
          </p:cNvSpPr>
          <p:nvPr>
            <p:ph idx="1"/>
          </p:nvPr>
        </p:nvSpPr>
        <p:spPr/>
        <p:txBody>
          <a:bodyPr/>
          <a:lstStyle/>
          <a:p>
            <a:pPr eaLnBrk="1" hangingPunct="1"/>
            <a:r>
              <a:rPr lang="en-US" altLang="zh-CN" b="1">
                <a:cs typeface="Times New Roman" panose="02020603050405020304" pitchFamily="18" charset="0"/>
              </a:rPr>
              <a:t>M(A,a)</a:t>
            </a:r>
            <a:r>
              <a:rPr lang="zh-CN" altLang="en-US">
                <a:cs typeface="Times New Roman" panose="02020603050405020304" pitchFamily="18" charset="0"/>
              </a:rPr>
              <a:t>为空，</a:t>
            </a:r>
            <a:r>
              <a:rPr lang="en-US" altLang="zh-CN" b="1">
                <a:cs typeface="Times New Roman" panose="02020603050405020304" pitchFamily="18" charset="0"/>
              </a:rPr>
              <a:t>a</a:t>
            </a:r>
            <a:r>
              <a:rPr lang="zh-CN" altLang="en-US">
                <a:cs typeface="Times New Roman" panose="02020603050405020304" pitchFamily="18" charset="0"/>
              </a:rPr>
              <a:t>和</a:t>
            </a:r>
            <a:r>
              <a:rPr lang="en-US" altLang="zh-CN" b="1">
                <a:cs typeface="Times New Roman" panose="02020603050405020304" pitchFamily="18" charset="0"/>
              </a:rPr>
              <a:t>b</a:t>
            </a:r>
            <a:r>
              <a:rPr lang="zh-CN" altLang="en-US">
                <a:cs typeface="Times New Roman" panose="02020603050405020304" pitchFamily="18" charset="0"/>
              </a:rPr>
              <a:t>都不在</a:t>
            </a:r>
            <a:r>
              <a:rPr lang="en-US" altLang="zh-CN" b="1">
                <a:cs typeface="Times New Roman" panose="02020603050405020304" pitchFamily="18" charset="0"/>
              </a:rPr>
              <a:t>A</a:t>
            </a:r>
            <a:r>
              <a:rPr lang="zh-CN" altLang="en-US">
                <a:cs typeface="Times New Roman" panose="02020603050405020304" pitchFamily="18" charset="0"/>
              </a:rPr>
              <a:t>的同步集合中，</a:t>
            </a:r>
            <a:r>
              <a:rPr lang="en-US" altLang="zh-CN" b="1">
                <a:cs typeface="Times New Roman" panose="02020603050405020304" pitchFamily="18" charset="0"/>
              </a:rPr>
              <a:t>c</a:t>
            </a:r>
            <a:r>
              <a:rPr lang="en-US" altLang="zh-CN" b="1">
                <a:cs typeface="Times New Roman" panose="02020603050405020304" pitchFamily="18" charset="0"/>
                <a:sym typeface="Symbol" panose="05050102010706020507" pitchFamily="18" charset="2"/>
              </a:rPr>
              <a:t>FOLLOW(A)</a:t>
            </a:r>
          </a:p>
          <a:p>
            <a:pPr eaLnBrk="1" hangingPunct="1"/>
            <a:endParaRPr lang="en-US" altLang="zh-CN"/>
          </a:p>
        </p:txBody>
      </p:sp>
      <p:sp>
        <p:nvSpPr>
          <p:cNvPr id="2" name="日期占位符 1">
            <a:extLst>
              <a:ext uri="{FF2B5EF4-FFF2-40B4-BE49-F238E27FC236}">
                <a16:creationId xmlns:a16="http://schemas.microsoft.com/office/drawing/2014/main" id="{061B228A-90E2-F6A1-0761-D24D351E1E15}"/>
              </a:ext>
            </a:extLst>
          </p:cNvPr>
          <p:cNvSpPr>
            <a:spLocks noGrp="1"/>
          </p:cNvSpPr>
          <p:nvPr>
            <p:ph type="dt" sz="half" idx="10"/>
          </p:nvPr>
        </p:nvSpPr>
        <p:spPr/>
        <p:txBody>
          <a:bodyPr/>
          <a:lstStyle/>
          <a:p>
            <a:fld id="{7F75699D-1315-47F6-A0D6-DF31CA1D1416}" type="datetime2">
              <a:rPr lang="zh-CN" altLang="en-US" smtClean="0"/>
              <a:pPr/>
              <a:t>2025年11月26日</a:t>
            </a:fld>
            <a:endParaRPr lang="zh-CN" altLang="en-US"/>
          </a:p>
        </p:txBody>
      </p:sp>
      <p:sp>
        <p:nvSpPr>
          <p:cNvPr id="3" name="页脚占位符 2">
            <a:extLst>
              <a:ext uri="{FF2B5EF4-FFF2-40B4-BE49-F238E27FC236}">
                <a16:creationId xmlns:a16="http://schemas.microsoft.com/office/drawing/2014/main" id="{ABEEACB3-B41B-1763-2A57-B228A064C919}"/>
              </a:ext>
            </a:extLst>
          </p:cNvPr>
          <p:cNvSpPr>
            <a:spLocks noGrp="1"/>
          </p:cNvSpPr>
          <p:nvPr>
            <p:ph type="ftr" sz="quarter" idx="11"/>
          </p:nvPr>
        </p:nvSpPr>
        <p:spPr/>
        <p:txBody>
          <a:bodyPr/>
          <a:lstStyle/>
          <a:p>
            <a:r>
              <a:rPr lang="zh-CN" altLang="en-US"/>
              <a:t>编译原理</a:t>
            </a:r>
            <a:r>
              <a:rPr lang="en-US" altLang="zh-CN"/>
              <a:t>-</a:t>
            </a:r>
            <a:r>
              <a:rPr lang="zh-CN" altLang="en-US"/>
              <a:t>王欣捷</a:t>
            </a:r>
            <a:r>
              <a:rPr lang="en-US" altLang="zh-CN"/>
              <a:t>-</a:t>
            </a:r>
            <a:r>
              <a:rPr lang="zh-CN" altLang="en-US"/>
              <a:t>第三章 语法分析</a:t>
            </a:r>
            <a:r>
              <a:rPr lang="en-US" altLang="zh-CN"/>
              <a:t>(4)</a:t>
            </a:r>
            <a:endParaRPr lang="zh-CN" altLang="en-US"/>
          </a:p>
        </p:txBody>
      </p:sp>
      <p:sp>
        <p:nvSpPr>
          <p:cNvPr id="4" name="灯片编号占位符 3">
            <a:extLst>
              <a:ext uri="{FF2B5EF4-FFF2-40B4-BE49-F238E27FC236}">
                <a16:creationId xmlns:a16="http://schemas.microsoft.com/office/drawing/2014/main" id="{A1899A41-5D3C-B151-0EEE-ABDA7E40F072}"/>
              </a:ext>
            </a:extLst>
          </p:cNvPr>
          <p:cNvSpPr>
            <a:spLocks noGrp="1"/>
          </p:cNvSpPr>
          <p:nvPr>
            <p:ph type="sldNum" sz="quarter" idx="12"/>
          </p:nvPr>
        </p:nvSpPr>
        <p:spPr/>
        <p:txBody>
          <a:bodyPr/>
          <a:lstStyle/>
          <a:p>
            <a:fld id="{094DEB03-EFC6-4C20-8FC8-295189A5386F}" type="slidenum">
              <a:rPr lang="zh-CN" altLang="en-US" smtClean="0"/>
              <a:pPr/>
              <a:t>67</a:t>
            </a:fld>
            <a:endParaRPr lang="zh-CN" altLang="en-US"/>
          </a:p>
        </p:txBody>
      </p:sp>
      <p:sp>
        <p:nvSpPr>
          <p:cNvPr id="74756" name="Text Box 4">
            <a:extLst>
              <a:ext uri="{FF2B5EF4-FFF2-40B4-BE49-F238E27FC236}">
                <a16:creationId xmlns:a16="http://schemas.microsoft.com/office/drawing/2014/main" id="{3AD19EA4-8662-4906-869E-DF0C7208017B}"/>
              </a:ext>
            </a:extLst>
          </p:cNvPr>
          <p:cNvSpPr txBox="1">
            <a:spLocks noChangeArrowheads="1"/>
          </p:cNvSpPr>
          <p:nvPr/>
        </p:nvSpPr>
        <p:spPr bwMode="auto">
          <a:xfrm>
            <a:off x="4923303" y="4164302"/>
            <a:ext cx="1704043" cy="489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5400" algn="ctr">
                <a:solidFill>
                  <a:srgbClr val="000000"/>
                </a:solidFill>
                <a:miter lim="800000"/>
                <a:headEnd/>
                <a:tailEnd/>
              </a14:hiddenLine>
            </a:ext>
          </a:extLst>
        </p:spPr>
        <p:txBody>
          <a:bodyPr wrap="none" lIns="54000" tIns="28800" rIns="54000" bIns="28800">
            <a:spAutoFit/>
          </a:bodyPr>
          <a:lstStyle>
            <a:lvl1pPr>
              <a:spcBef>
                <a:spcPct val="20000"/>
              </a:spcBef>
              <a:buClr>
                <a:schemeClr val="folHlink"/>
              </a:buClr>
              <a:buSzPct val="60000"/>
              <a:buFont typeface="Wingdings" panose="05000000000000000000" pitchFamily="2" charset="2"/>
              <a:buChar char="n"/>
              <a:defRPr sz="3200">
                <a:solidFill>
                  <a:schemeClr val="tx1"/>
                </a:solidFill>
                <a:latin typeface="Times New Roman" panose="02020603050405020304" pitchFamily="18" charset="0"/>
                <a:ea typeface="黑体" panose="02010609060101010101" pitchFamily="49" charset="-122"/>
              </a:defRPr>
            </a:lvl1pPr>
            <a:lvl2pPr marL="742950" indent="-285750">
              <a:spcBef>
                <a:spcPct val="20000"/>
              </a:spcBef>
              <a:buClr>
                <a:schemeClr val="hlink"/>
              </a:buClr>
              <a:buSzPct val="55000"/>
              <a:buFont typeface="Wingdings" panose="05000000000000000000" pitchFamily="2" charset="2"/>
              <a:buChar char="n"/>
              <a:defRPr sz="2800">
                <a:solidFill>
                  <a:schemeClr val="tx1"/>
                </a:solidFill>
                <a:latin typeface="Times New Roman" panose="02020603050405020304" pitchFamily="18" charset="0"/>
                <a:ea typeface="黑体" panose="02010609060101010101" pitchFamily="49" charset="-122"/>
              </a:defRPr>
            </a:lvl2pPr>
            <a:lvl3pPr marL="1143000" indent="-228600">
              <a:spcBef>
                <a:spcPct val="20000"/>
              </a:spcBef>
              <a:buClr>
                <a:schemeClr val="folHlink"/>
              </a:buClr>
              <a:buSzPct val="50000"/>
              <a:buFont typeface="Wingdings" panose="05000000000000000000" pitchFamily="2" charset="2"/>
              <a:buChar char="n"/>
              <a:defRPr sz="2400">
                <a:solidFill>
                  <a:schemeClr val="tx1"/>
                </a:solidFill>
                <a:latin typeface="Times New Roman" panose="02020603050405020304" pitchFamily="18" charset="0"/>
                <a:ea typeface="黑体" panose="02010609060101010101" pitchFamily="49" charset="-122"/>
              </a:defRPr>
            </a:lvl3pPr>
            <a:lvl4pPr marL="1600200" indent="-228600">
              <a:spcBef>
                <a:spcPct val="20000"/>
              </a:spcBef>
              <a:buClr>
                <a:schemeClr val="accent2"/>
              </a:buClr>
              <a:buSzPct val="55000"/>
              <a:buFont typeface="Wingdings" panose="05000000000000000000" pitchFamily="2" charset="2"/>
              <a:buChar char="n"/>
              <a:defRPr sz="2000">
                <a:solidFill>
                  <a:schemeClr val="tx1"/>
                </a:solidFill>
                <a:latin typeface="Times New Roman" panose="02020603050405020304" pitchFamily="18" charset="0"/>
                <a:ea typeface="黑体" panose="02010609060101010101" pitchFamily="49" charset="-122"/>
              </a:defRPr>
            </a:lvl4pPr>
            <a:lvl5pPr marL="2057400" indent="-228600">
              <a:spcBef>
                <a:spcPct val="20000"/>
              </a:spcBef>
              <a:buClr>
                <a:schemeClr val="accent1"/>
              </a:buClr>
              <a:buSzPct val="50000"/>
              <a:buFont typeface="Wingdings" panose="05000000000000000000" pitchFamily="2" charset="2"/>
              <a:buChar char="n"/>
              <a:defRPr sz="2000">
                <a:solidFill>
                  <a:schemeClr val="tx1"/>
                </a:solidFill>
                <a:latin typeface="Times New Roman" panose="02020603050405020304" pitchFamily="18"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imes New Roman" panose="02020603050405020304" pitchFamily="18"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imes New Roman" panose="02020603050405020304" pitchFamily="18"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imes New Roman" panose="02020603050405020304" pitchFamily="18"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imes New Roman" panose="02020603050405020304" pitchFamily="18" charset="0"/>
                <a:ea typeface="黑体" panose="02010609060101010101" pitchFamily="49" charset="-122"/>
              </a:defRPr>
            </a:lvl9pPr>
          </a:lstStyle>
          <a:p>
            <a:pPr algn="just">
              <a:spcBef>
                <a:spcPct val="0"/>
              </a:spcBef>
              <a:buClrTx/>
              <a:buSzTx/>
              <a:buFontTx/>
              <a:buNone/>
            </a:pPr>
            <a:r>
              <a:rPr lang="zh-CN" altLang="en-US" sz="2800" b="0">
                <a:solidFill>
                  <a:srgbClr val="333399"/>
                </a:solidFill>
              </a:rPr>
              <a:t>输入抛弃</a:t>
            </a:r>
            <a:r>
              <a:rPr lang="en-US" altLang="zh-CN" sz="2800">
                <a:solidFill>
                  <a:srgbClr val="333399"/>
                </a:solidFill>
              </a:rPr>
              <a:t>a</a:t>
            </a:r>
          </a:p>
        </p:txBody>
      </p:sp>
      <p:grpSp>
        <p:nvGrpSpPr>
          <p:cNvPr id="74757" name="Group 5">
            <a:extLst>
              <a:ext uri="{FF2B5EF4-FFF2-40B4-BE49-F238E27FC236}">
                <a16:creationId xmlns:a16="http://schemas.microsoft.com/office/drawing/2014/main" id="{AF80181B-EA26-4E2D-A564-886432E66193}"/>
              </a:ext>
            </a:extLst>
          </p:cNvPr>
          <p:cNvGrpSpPr>
            <a:grpSpLocks/>
          </p:cNvGrpSpPr>
          <p:nvPr/>
        </p:nvGrpSpPr>
        <p:grpSpPr bwMode="auto">
          <a:xfrm>
            <a:off x="1828800" y="2784764"/>
            <a:ext cx="609600" cy="2971800"/>
            <a:chOff x="1152" y="2160"/>
            <a:chExt cx="384" cy="1872"/>
          </a:xfrm>
        </p:grpSpPr>
        <p:grpSp>
          <p:nvGrpSpPr>
            <p:cNvPr id="74770" name="Group 6">
              <a:extLst>
                <a:ext uri="{FF2B5EF4-FFF2-40B4-BE49-F238E27FC236}">
                  <a16:creationId xmlns:a16="http://schemas.microsoft.com/office/drawing/2014/main" id="{3BA61BAE-D444-4F29-A9FA-3C97B47470D6}"/>
                </a:ext>
              </a:extLst>
            </p:cNvPr>
            <p:cNvGrpSpPr>
              <a:grpSpLocks/>
            </p:cNvGrpSpPr>
            <p:nvPr/>
          </p:nvGrpSpPr>
          <p:grpSpPr bwMode="auto">
            <a:xfrm>
              <a:off x="1152" y="2640"/>
              <a:ext cx="384" cy="1392"/>
              <a:chOff x="1152" y="2208"/>
              <a:chExt cx="384" cy="1392"/>
            </a:xfrm>
          </p:grpSpPr>
          <p:sp>
            <p:nvSpPr>
              <p:cNvPr id="74772" name="Line 7">
                <a:extLst>
                  <a:ext uri="{FF2B5EF4-FFF2-40B4-BE49-F238E27FC236}">
                    <a16:creationId xmlns:a16="http://schemas.microsoft.com/office/drawing/2014/main" id="{0F31BDB2-DBAC-4E54-AB2B-27DA4598DE64}"/>
                  </a:ext>
                </a:extLst>
              </p:cNvPr>
              <p:cNvSpPr>
                <a:spLocks noChangeShapeType="1"/>
              </p:cNvSpPr>
              <p:nvPr/>
            </p:nvSpPr>
            <p:spPr bwMode="auto">
              <a:xfrm>
                <a:off x="1152" y="2208"/>
                <a:ext cx="0" cy="1344"/>
              </a:xfrm>
              <a:prstGeom prst="line">
                <a:avLst/>
              </a:prstGeom>
              <a:noFill/>
              <a:ln w="25400">
                <a:solidFill>
                  <a:srgbClr val="008000"/>
                </a:solidFill>
                <a:round/>
                <a:headEnd/>
                <a:tailEnd/>
              </a:ln>
              <a:extLst>
                <a:ext uri="{909E8E84-426E-40DD-AFC4-6F175D3DCCD1}">
                  <a14:hiddenFill xmlns:a14="http://schemas.microsoft.com/office/drawing/2010/main">
                    <a:noFill/>
                  </a14:hiddenFill>
                </a:ext>
              </a:extLst>
            </p:spPr>
            <p:txBody>
              <a:bodyPr lIns="54000" tIns="28800" rIns="54000" bIns="28800"/>
              <a:lstStyle/>
              <a:p>
                <a:endParaRPr lang="zh-CN" altLang="en-US"/>
              </a:p>
            </p:txBody>
          </p:sp>
          <p:sp>
            <p:nvSpPr>
              <p:cNvPr id="74773" name="Line 8">
                <a:extLst>
                  <a:ext uri="{FF2B5EF4-FFF2-40B4-BE49-F238E27FC236}">
                    <a16:creationId xmlns:a16="http://schemas.microsoft.com/office/drawing/2014/main" id="{BFD227C3-5F7F-44C6-982E-0AB10F47B658}"/>
                  </a:ext>
                </a:extLst>
              </p:cNvPr>
              <p:cNvSpPr>
                <a:spLocks noChangeShapeType="1"/>
              </p:cNvSpPr>
              <p:nvPr/>
            </p:nvSpPr>
            <p:spPr bwMode="auto">
              <a:xfrm>
                <a:off x="1536" y="2208"/>
                <a:ext cx="0" cy="1344"/>
              </a:xfrm>
              <a:prstGeom prst="line">
                <a:avLst/>
              </a:prstGeom>
              <a:noFill/>
              <a:ln w="25400">
                <a:solidFill>
                  <a:srgbClr val="008000"/>
                </a:solidFill>
                <a:round/>
                <a:headEnd/>
                <a:tailEnd/>
              </a:ln>
              <a:extLst>
                <a:ext uri="{909E8E84-426E-40DD-AFC4-6F175D3DCCD1}">
                  <a14:hiddenFill xmlns:a14="http://schemas.microsoft.com/office/drawing/2010/main">
                    <a:noFill/>
                  </a14:hiddenFill>
                </a:ext>
              </a:extLst>
            </p:spPr>
            <p:txBody>
              <a:bodyPr lIns="54000" tIns="28800" rIns="54000" bIns="28800"/>
              <a:lstStyle/>
              <a:p>
                <a:endParaRPr lang="zh-CN" altLang="en-US"/>
              </a:p>
            </p:txBody>
          </p:sp>
          <p:sp>
            <p:nvSpPr>
              <p:cNvPr id="74774" name="Rectangle 9">
                <a:extLst>
                  <a:ext uri="{FF2B5EF4-FFF2-40B4-BE49-F238E27FC236}">
                    <a16:creationId xmlns:a16="http://schemas.microsoft.com/office/drawing/2014/main" id="{1E6212D6-1EFB-4A9E-979C-90B4A60ED986}"/>
                  </a:ext>
                </a:extLst>
              </p:cNvPr>
              <p:cNvSpPr>
                <a:spLocks noChangeArrowheads="1"/>
              </p:cNvSpPr>
              <p:nvPr/>
            </p:nvSpPr>
            <p:spPr bwMode="auto">
              <a:xfrm>
                <a:off x="1152" y="2640"/>
                <a:ext cx="384" cy="336"/>
              </a:xfrm>
              <a:prstGeom prst="rect">
                <a:avLst/>
              </a:prstGeom>
              <a:noFill/>
              <a:ln w="25400" algn="ctr">
                <a:solidFill>
                  <a:srgbClr val="008000"/>
                </a:solidFill>
                <a:miter lim="800000"/>
                <a:headEnd/>
                <a:tailEnd/>
              </a:ln>
              <a:extLst>
                <a:ext uri="{909E8E84-426E-40DD-AFC4-6F175D3DCCD1}">
                  <a14:hiddenFill xmlns:a14="http://schemas.microsoft.com/office/drawing/2010/main">
                    <a:solidFill>
                      <a:srgbClr val="FFFFFF"/>
                    </a:solidFill>
                  </a14:hiddenFill>
                </a:ext>
              </a:extLst>
            </p:spPr>
            <p:txBody>
              <a:bodyPr wrap="none" lIns="54000" tIns="28800" rIns="54000" bIns="28800" anchor="ctr"/>
              <a:lstStyle>
                <a:lvl1pPr>
                  <a:spcBef>
                    <a:spcPct val="20000"/>
                  </a:spcBef>
                  <a:buClr>
                    <a:schemeClr val="folHlink"/>
                  </a:buClr>
                  <a:buSzPct val="60000"/>
                  <a:buFont typeface="Wingdings" panose="05000000000000000000" pitchFamily="2" charset="2"/>
                  <a:buChar char="n"/>
                  <a:defRPr sz="3200">
                    <a:solidFill>
                      <a:schemeClr val="tx1"/>
                    </a:solidFill>
                    <a:latin typeface="Times New Roman" panose="02020603050405020304" pitchFamily="18" charset="0"/>
                    <a:ea typeface="黑体" panose="02010609060101010101" pitchFamily="49" charset="-122"/>
                  </a:defRPr>
                </a:lvl1pPr>
                <a:lvl2pPr marL="742950" indent="-285750">
                  <a:spcBef>
                    <a:spcPct val="20000"/>
                  </a:spcBef>
                  <a:buClr>
                    <a:schemeClr val="hlink"/>
                  </a:buClr>
                  <a:buSzPct val="55000"/>
                  <a:buFont typeface="Wingdings" panose="05000000000000000000" pitchFamily="2" charset="2"/>
                  <a:buChar char="n"/>
                  <a:defRPr sz="2800">
                    <a:solidFill>
                      <a:schemeClr val="tx1"/>
                    </a:solidFill>
                    <a:latin typeface="Times New Roman" panose="02020603050405020304" pitchFamily="18" charset="0"/>
                    <a:ea typeface="黑体" panose="02010609060101010101" pitchFamily="49" charset="-122"/>
                  </a:defRPr>
                </a:lvl2pPr>
                <a:lvl3pPr marL="1143000" indent="-228600">
                  <a:spcBef>
                    <a:spcPct val="20000"/>
                  </a:spcBef>
                  <a:buClr>
                    <a:schemeClr val="folHlink"/>
                  </a:buClr>
                  <a:buSzPct val="50000"/>
                  <a:buFont typeface="Wingdings" panose="05000000000000000000" pitchFamily="2" charset="2"/>
                  <a:buChar char="n"/>
                  <a:defRPr sz="2400">
                    <a:solidFill>
                      <a:schemeClr val="tx1"/>
                    </a:solidFill>
                    <a:latin typeface="Times New Roman" panose="02020603050405020304" pitchFamily="18" charset="0"/>
                    <a:ea typeface="黑体" panose="02010609060101010101" pitchFamily="49" charset="-122"/>
                  </a:defRPr>
                </a:lvl3pPr>
                <a:lvl4pPr marL="1600200" indent="-228600">
                  <a:spcBef>
                    <a:spcPct val="20000"/>
                  </a:spcBef>
                  <a:buClr>
                    <a:schemeClr val="accent2"/>
                  </a:buClr>
                  <a:buSzPct val="55000"/>
                  <a:buFont typeface="Wingdings" panose="05000000000000000000" pitchFamily="2" charset="2"/>
                  <a:buChar char="n"/>
                  <a:defRPr sz="2000">
                    <a:solidFill>
                      <a:schemeClr val="tx1"/>
                    </a:solidFill>
                    <a:latin typeface="Times New Roman" panose="02020603050405020304" pitchFamily="18" charset="0"/>
                    <a:ea typeface="黑体" panose="02010609060101010101" pitchFamily="49" charset="-122"/>
                  </a:defRPr>
                </a:lvl4pPr>
                <a:lvl5pPr marL="2057400" indent="-228600">
                  <a:spcBef>
                    <a:spcPct val="20000"/>
                  </a:spcBef>
                  <a:buClr>
                    <a:schemeClr val="accent1"/>
                  </a:buClr>
                  <a:buSzPct val="50000"/>
                  <a:buFont typeface="Wingdings" panose="05000000000000000000" pitchFamily="2" charset="2"/>
                  <a:buChar char="n"/>
                  <a:defRPr sz="2000">
                    <a:solidFill>
                      <a:schemeClr val="tx1"/>
                    </a:solidFill>
                    <a:latin typeface="Times New Roman" panose="02020603050405020304" pitchFamily="18"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imes New Roman" panose="02020603050405020304" pitchFamily="18"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imes New Roman" panose="02020603050405020304" pitchFamily="18"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imes New Roman" panose="02020603050405020304" pitchFamily="18"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imes New Roman" panose="02020603050405020304" pitchFamily="18" charset="0"/>
                    <a:ea typeface="黑体" panose="02010609060101010101" pitchFamily="49" charset="-122"/>
                  </a:defRPr>
                </a:lvl9pPr>
              </a:lstStyle>
              <a:p>
                <a:pPr algn="ctr">
                  <a:spcBef>
                    <a:spcPct val="0"/>
                  </a:spcBef>
                  <a:buClrTx/>
                  <a:buSzTx/>
                  <a:buFontTx/>
                  <a:buNone/>
                </a:pPr>
                <a:r>
                  <a:rPr lang="en-US" altLang="zh-CN" sz="2400">
                    <a:solidFill>
                      <a:srgbClr val="000000"/>
                    </a:solidFill>
                    <a:ea typeface="宋体" panose="02010600030101010101" pitchFamily="2" charset="-122"/>
                  </a:rPr>
                  <a:t>B</a:t>
                </a:r>
              </a:p>
            </p:txBody>
          </p:sp>
          <p:sp>
            <p:nvSpPr>
              <p:cNvPr id="74775" name="Rectangle 10">
                <a:extLst>
                  <a:ext uri="{FF2B5EF4-FFF2-40B4-BE49-F238E27FC236}">
                    <a16:creationId xmlns:a16="http://schemas.microsoft.com/office/drawing/2014/main" id="{0B197EDE-056E-47EB-B154-FD6D47638A0F}"/>
                  </a:ext>
                </a:extLst>
              </p:cNvPr>
              <p:cNvSpPr>
                <a:spLocks noChangeArrowheads="1"/>
              </p:cNvSpPr>
              <p:nvPr/>
            </p:nvSpPr>
            <p:spPr bwMode="auto">
              <a:xfrm>
                <a:off x="1152" y="2976"/>
                <a:ext cx="384" cy="624"/>
              </a:xfrm>
              <a:prstGeom prst="rect">
                <a:avLst/>
              </a:prstGeom>
              <a:noFill/>
              <a:ln w="25400" algn="ctr">
                <a:solidFill>
                  <a:srgbClr val="008000"/>
                </a:solidFill>
                <a:miter lim="800000"/>
                <a:headEnd/>
                <a:tailEnd/>
              </a:ln>
              <a:extLst>
                <a:ext uri="{909E8E84-426E-40DD-AFC4-6F175D3DCCD1}">
                  <a14:hiddenFill xmlns:a14="http://schemas.microsoft.com/office/drawing/2010/main">
                    <a:solidFill>
                      <a:srgbClr val="FFFFFF"/>
                    </a:solidFill>
                  </a14:hiddenFill>
                </a:ext>
              </a:extLst>
            </p:spPr>
            <p:txBody>
              <a:bodyPr wrap="none" lIns="54000" tIns="28800" rIns="54000" bIns="28800" anchor="ctr"/>
              <a:lstStyle>
                <a:lvl1pPr>
                  <a:spcBef>
                    <a:spcPct val="20000"/>
                  </a:spcBef>
                  <a:buClr>
                    <a:schemeClr val="folHlink"/>
                  </a:buClr>
                  <a:buSzPct val="60000"/>
                  <a:buFont typeface="Wingdings" panose="05000000000000000000" pitchFamily="2" charset="2"/>
                  <a:buChar char="n"/>
                  <a:defRPr sz="3200">
                    <a:solidFill>
                      <a:schemeClr val="tx1"/>
                    </a:solidFill>
                    <a:latin typeface="Times New Roman" panose="02020603050405020304" pitchFamily="18" charset="0"/>
                    <a:ea typeface="黑体" panose="02010609060101010101" pitchFamily="49" charset="-122"/>
                  </a:defRPr>
                </a:lvl1pPr>
                <a:lvl2pPr marL="742950" indent="-285750">
                  <a:spcBef>
                    <a:spcPct val="20000"/>
                  </a:spcBef>
                  <a:buClr>
                    <a:schemeClr val="hlink"/>
                  </a:buClr>
                  <a:buSzPct val="55000"/>
                  <a:buFont typeface="Wingdings" panose="05000000000000000000" pitchFamily="2" charset="2"/>
                  <a:buChar char="n"/>
                  <a:defRPr sz="2800">
                    <a:solidFill>
                      <a:schemeClr val="tx1"/>
                    </a:solidFill>
                    <a:latin typeface="Times New Roman" panose="02020603050405020304" pitchFamily="18" charset="0"/>
                    <a:ea typeface="黑体" panose="02010609060101010101" pitchFamily="49" charset="-122"/>
                  </a:defRPr>
                </a:lvl2pPr>
                <a:lvl3pPr marL="1143000" indent="-228600">
                  <a:spcBef>
                    <a:spcPct val="20000"/>
                  </a:spcBef>
                  <a:buClr>
                    <a:schemeClr val="folHlink"/>
                  </a:buClr>
                  <a:buSzPct val="50000"/>
                  <a:buFont typeface="Wingdings" panose="05000000000000000000" pitchFamily="2" charset="2"/>
                  <a:buChar char="n"/>
                  <a:defRPr sz="2400">
                    <a:solidFill>
                      <a:schemeClr val="tx1"/>
                    </a:solidFill>
                    <a:latin typeface="Times New Roman" panose="02020603050405020304" pitchFamily="18" charset="0"/>
                    <a:ea typeface="黑体" panose="02010609060101010101" pitchFamily="49" charset="-122"/>
                  </a:defRPr>
                </a:lvl3pPr>
                <a:lvl4pPr marL="1600200" indent="-228600">
                  <a:spcBef>
                    <a:spcPct val="20000"/>
                  </a:spcBef>
                  <a:buClr>
                    <a:schemeClr val="accent2"/>
                  </a:buClr>
                  <a:buSzPct val="55000"/>
                  <a:buFont typeface="Wingdings" panose="05000000000000000000" pitchFamily="2" charset="2"/>
                  <a:buChar char="n"/>
                  <a:defRPr sz="2000">
                    <a:solidFill>
                      <a:schemeClr val="tx1"/>
                    </a:solidFill>
                    <a:latin typeface="Times New Roman" panose="02020603050405020304" pitchFamily="18" charset="0"/>
                    <a:ea typeface="黑体" panose="02010609060101010101" pitchFamily="49" charset="-122"/>
                  </a:defRPr>
                </a:lvl4pPr>
                <a:lvl5pPr marL="2057400" indent="-228600">
                  <a:spcBef>
                    <a:spcPct val="20000"/>
                  </a:spcBef>
                  <a:buClr>
                    <a:schemeClr val="accent1"/>
                  </a:buClr>
                  <a:buSzPct val="50000"/>
                  <a:buFont typeface="Wingdings" panose="05000000000000000000" pitchFamily="2" charset="2"/>
                  <a:buChar char="n"/>
                  <a:defRPr sz="2000">
                    <a:solidFill>
                      <a:schemeClr val="tx1"/>
                    </a:solidFill>
                    <a:latin typeface="Times New Roman" panose="02020603050405020304" pitchFamily="18"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imes New Roman" panose="02020603050405020304" pitchFamily="18"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imes New Roman" panose="02020603050405020304" pitchFamily="18"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imes New Roman" panose="02020603050405020304" pitchFamily="18"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imes New Roman" panose="02020603050405020304" pitchFamily="18" charset="0"/>
                    <a:ea typeface="黑体" panose="02010609060101010101" pitchFamily="49" charset="-122"/>
                  </a:defRPr>
                </a:lvl9pPr>
              </a:lstStyle>
              <a:p>
                <a:pPr algn="just">
                  <a:spcBef>
                    <a:spcPct val="0"/>
                  </a:spcBef>
                  <a:buClrTx/>
                  <a:buSzTx/>
                  <a:buFontTx/>
                  <a:buNone/>
                </a:pPr>
                <a:endParaRPr lang="zh-CN" altLang="en-US" sz="2400">
                  <a:solidFill>
                    <a:srgbClr val="000000"/>
                  </a:solidFill>
                  <a:ea typeface="宋体" panose="02010600030101010101" pitchFamily="2" charset="-122"/>
                </a:endParaRPr>
              </a:p>
            </p:txBody>
          </p:sp>
          <p:sp>
            <p:nvSpPr>
              <p:cNvPr id="74776" name="Text Box 11">
                <a:extLst>
                  <a:ext uri="{FF2B5EF4-FFF2-40B4-BE49-F238E27FC236}">
                    <a16:creationId xmlns:a16="http://schemas.microsoft.com/office/drawing/2014/main" id="{FFD87CF4-F4EE-4BB0-AF7E-87A0087A974F}"/>
                  </a:ext>
                </a:extLst>
              </p:cNvPr>
              <p:cNvSpPr txBox="1">
                <a:spLocks noChangeArrowheads="1"/>
              </p:cNvSpPr>
              <p:nvPr/>
            </p:nvSpPr>
            <p:spPr bwMode="auto">
              <a:xfrm>
                <a:off x="1235" y="3053"/>
                <a:ext cx="301" cy="2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5400" algn="ctr">
                    <a:solidFill>
                      <a:srgbClr val="000000"/>
                    </a:solidFill>
                    <a:miter lim="800000"/>
                    <a:headEnd/>
                    <a:tailEnd/>
                  </a14:hiddenLine>
                </a:ext>
              </a:extLst>
            </p:spPr>
            <p:txBody>
              <a:bodyPr vert="eaVert" wrap="none" lIns="54000" tIns="28800" rIns="54000" bIns="28800">
                <a:spAutoFit/>
              </a:bodyPr>
              <a:lstStyle>
                <a:lvl1pPr>
                  <a:spcBef>
                    <a:spcPct val="20000"/>
                  </a:spcBef>
                  <a:buClr>
                    <a:schemeClr val="folHlink"/>
                  </a:buClr>
                  <a:buSzPct val="60000"/>
                  <a:buFont typeface="Wingdings" panose="05000000000000000000" pitchFamily="2" charset="2"/>
                  <a:buChar char="n"/>
                  <a:defRPr sz="3200">
                    <a:solidFill>
                      <a:schemeClr val="tx1"/>
                    </a:solidFill>
                    <a:latin typeface="Times New Roman" panose="02020603050405020304" pitchFamily="18" charset="0"/>
                    <a:ea typeface="黑体" panose="02010609060101010101" pitchFamily="49" charset="-122"/>
                  </a:defRPr>
                </a:lvl1pPr>
                <a:lvl2pPr marL="742950" indent="-285750">
                  <a:spcBef>
                    <a:spcPct val="20000"/>
                  </a:spcBef>
                  <a:buClr>
                    <a:schemeClr val="hlink"/>
                  </a:buClr>
                  <a:buSzPct val="55000"/>
                  <a:buFont typeface="Wingdings" panose="05000000000000000000" pitchFamily="2" charset="2"/>
                  <a:buChar char="n"/>
                  <a:defRPr sz="2800">
                    <a:solidFill>
                      <a:schemeClr val="tx1"/>
                    </a:solidFill>
                    <a:latin typeface="Times New Roman" panose="02020603050405020304" pitchFamily="18" charset="0"/>
                    <a:ea typeface="黑体" panose="02010609060101010101" pitchFamily="49" charset="-122"/>
                  </a:defRPr>
                </a:lvl2pPr>
                <a:lvl3pPr marL="1143000" indent="-228600">
                  <a:spcBef>
                    <a:spcPct val="20000"/>
                  </a:spcBef>
                  <a:buClr>
                    <a:schemeClr val="folHlink"/>
                  </a:buClr>
                  <a:buSzPct val="50000"/>
                  <a:buFont typeface="Wingdings" panose="05000000000000000000" pitchFamily="2" charset="2"/>
                  <a:buChar char="n"/>
                  <a:defRPr sz="2400">
                    <a:solidFill>
                      <a:schemeClr val="tx1"/>
                    </a:solidFill>
                    <a:latin typeface="Times New Roman" panose="02020603050405020304" pitchFamily="18" charset="0"/>
                    <a:ea typeface="黑体" panose="02010609060101010101" pitchFamily="49" charset="-122"/>
                  </a:defRPr>
                </a:lvl3pPr>
                <a:lvl4pPr marL="1600200" indent="-228600">
                  <a:spcBef>
                    <a:spcPct val="20000"/>
                  </a:spcBef>
                  <a:buClr>
                    <a:schemeClr val="accent2"/>
                  </a:buClr>
                  <a:buSzPct val="55000"/>
                  <a:buFont typeface="Wingdings" panose="05000000000000000000" pitchFamily="2" charset="2"/>
                  <a:buChar char="n"/>
                  <a:defRPr sz="2000">
                    <a:solidFill>
                      <a:schemeClr val="tx1"/>
                    </a:solidFill>
                    <a:latin typeface="Times New Roman" panose="02020603050405020304" pitchFamily="18" charset="0"/>
                    <a:ea typeface="黑体" panose="02010609060101010101" pitchFamily="49" charset="-122"/>
                  </a:defRPr>
                </a:lvl4pPr>
                <a:lvl5pPr marL="2057400" indent="-228600">
                  <a:spcBef>
                    <a:spcPct val="20000"/>
                  </a:spcBef>
                  <a:buClr>
                    <a:schemeClr val="accent1"/>
                  </a:buClr>
                  <a:buSzPct val="50000"/>
                  <a:buFont typeface="Wingdings" panose="05000000000000000000" pitchFamily="2" charset="2"/>
                  <a:buChar char="n"/>
                  <a:defRPr sz="2000">
                    <a:solidFill>
                      <a:schemeClr val="tx1"/>
                    </a:solidFill>
                    <a:latin typeface="Times New Roman" panose="02020603050405020304" pitchFamily="18"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imes New Roman" panose="02020603050405020304" pitchFamily="18"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imes New Roman" panose="02020603050405020304" pitchFamily="18"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imes New Roman" panose="02020603050405020304" pitchFamily="18"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imes New Roman" panose="02020603050405020304" pitchFamily="18" charset="0"/>
                    <a:ea typeface="黑体" panose="02010609060101010101" pitchFamily="49" charset="-122"/>
                  </a:defRPr>
                </a:lvl9pPr>
              </a:lstStyle>
              <a:p>
                <a:pPr algn="just">
                  <a:spcBef>
                    <a:spcPct val="0"/>
                  </a:spcBef>
                  <a:buClrTx/>
                  <a:buSzTx/>
                  <a:buFontTx/>
                  <a:buNone/>
                </a:pPr>
                <a:r>
                  <a:rPr lang="en-US" altLang="zh-CN" sz="2400">
                    <a:solidFill>
                      <a:srgbClr val="000000"/>
                    </a:solidFill>
                    <a:ea typeface="宋体" panose="02010600030101010101" pitchFamily="2" charset="-122"/>
                  </a:rPr>
                  <a:t>…</a:t>
                </a:r>
              </a:p>
            </p:txBody>
          </p:sp>
          <p:sp>
            <p:nvSpPr>
              <p:cNvPr id="74777" name="Text Box 12">
                <a:extLst>
                  <a:ext uri="{FF2B5EF4-FFF2-40B4-BE49-F238E27FC236}">
                    <a16:creationId xmlns:a16="http://schemas.microsoft.com/office/drawing/2014/main" id="{35A8BC6E-AD69-4E22-851F-D7556D724C05}"/>
                  </a:ext>
                </a:extLst>
              </p:cNvPr>
              <p:cNvSpPr txBox="1">
                <a:spLocks noChangeArrowheads="1"/>
              </p:cNvSpPr>
              <p:nvPr/>
            </p:nvSpPr>
            <p:spPr bwMode="auto">
              <a:xfrm>
                <a:off x="1232" y="2326"/>
                <a:ext cx="209" cy="26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5400" algn="ctr">
                    <a:solidFill>
                      <a:srgbClr val="000000"/>
                    </a:solidFill>
                    <a:miter lim="800000"/>
                    <a:headEnd/>
                    <a:tailEnd/>
                  </a14:hiddenLine>
                </a:ext>
              </a:extLst>
            </p:spPr>
            <p:txBody>
              <a:bodyPr wrap="none" lIns="54000" tIns="28800" rIns="54000" bIns="28800">
                <a:spAutoFit/>
              </a:bodyPr>
              <a:lstStyle>
                <a:lvl1pPr>
                  <a:spcBef>
                    <a:spcPct val="20000"/>
                  </a:spcBef>
                  <a:buClr>
                    <a:schemeClr val="folHlink"/>
                  </a:buClr>
                  <a:buSzPct val="60000"/>
                  <a:buFont typeface="Wingdings" panose="05000000000000000000" pitchFamily="2" charset="2"/>
                  <a:buChar char="n"/>
                  <a:defRPr sz="3200">
                    <a:solidFill>
                      <a:schemeClr val="tx1"/>
                    </a:solidFill>
                    <a:latin typeface="Times New Roman" panose="02020603050405020304" pitchFamily="18" charset="0"/>
                    <a:ea typeface="黑体" panose="02010609060101010101" pitchFamily="49" charset="-122"/>
                  </a:defRPr>
                </a:lvl1pPr>
                <a:lvl2pPr marL="742950" indent="-285750">
                  <a:spcBef>
                    <a:spcPct val="20000"/>
                  </a:spcBef>
                  <a:buClr>
                    <a:schemeClr val="hlink"/>
                  </a:buClr>
                  <a:buSzPct val="55000"/>
                  <a:buFont typeface="Wingdings" panose="05000000000000000000" pitchFamily="2" charset="2"/>
                  <a:buChar char="n"/>
                  <a:defRPr sz="2800">
                    <a:solidFill>
                      <a:schemeClr val="tx1"/>
                    </a:solidFill>
                    <a:latin typeface="Times New Roman" panose="02020603050405020304" pitchFamily="18" charset="0"/>
                    <a:ea typeface="黑体" panose="02010609060101010101" pitchFamily="49" charset="-122"/>
                  </a:defRPr>
                </a:lvl2pPr>
                <a:lvl3pPr marL="1143000" indent="-228600">
                  <a:spcBef>
                    <a:spcPct val="20000"/>
                  </a:spcBef>
                  <a:buClr>
                    <a:schemeClr val="folHlink"/>
                  </a:buClr>
                  <a:buSzPct val="50000"/>
                  <a:buFont typeface="Wingdings" panose="05000000000000000000" pitchFamily="2" charset="2"/>
                  <a:buChar char="n"/>
                  <a:defRPr sz="2400">
                    <a:solidFill>
                      <a:schemeClr val="tx1"/>
                    </a:solidFill>
                    <a:latin typeface="Times New Roman" panose="02020603050405020304" pitchFamily="18" charset="0"/>
                    <a:ea typeface="黑体" panose="02010609060101010101" pitchFamily="49" charset="-122"/>
                  </a:defRPr>
                </a:lvl3pPr>
                <a:lvl4pPr marL="1600200" indent="-228600">
                  <a:spcBef>
                    <a:spcPct val="20000"/>
                  </a:spcBef>
                  <a:buClr>
                    <a:schemeClr val="accent2"/>
                  </a:buClr>
                  <a:buSzPct val="55000"/>
                  <a:buFont typeface="Wingdings" panose="05000000000000000000" pitchFamily="2" charset="2"/>
                  <a:buChar char="n"/>
                  <a:defRPr sz="2000">
                    <a:solidFill>
                      <a:schemeClr val="tx1"/>
                    </a:solidFill>
                    <a:latin typeface="Times New Roman" panose="02020603050405020304" pitchFamily="18" charset="0"/>
                    <a:ea typeface="黑体" panose="02010609060101010101" pitchFamily="49" charset="-122"/>
                  </a:defRPr>
                </a:lvl4pPr>
                <a:lvl5pPr marL="2057400" indent="-228600">
                  <a:spcBef>
                    <a:spcPct val="20000"/>
                  </a:spcBef>
                  <a:buClr>
                    <a:schemeClr val="accent1"/>
                  </a:buClr>
                  <a:buSzPct val="50000"/>
                  <a:buFont typeface="Wingdings" panose="05000000000000000000" pitchFamily="2" charset="2"/>
                  <a:buChar char="n"/>
                  <a:defRPr sz="2000">
                    <a:solidFill>
                      <a:schemeClr val="tx1"/>
                    </a:solidFill>
                    <a:latin typeface="Times New Roman" panose="02020603050405020304" pitchFamily="18"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imes New Roman" panose="02020603050405020304" pitchFamily="18"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imes New Roman" panose="02020603050405020304" pitchFamily="18"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imes New Roman" panose="02020603050405020304" pitchFamily="18"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imes New Roman" panose="02020603050405020304" pitchFamily="18" charset="0"/>
                    <a:ea typeface="黑体" panose="02010609060101010101" pitchFamily="49" charset="-122"/>
                  </a:defRPr>
                </a:lvl9pPr>
              </a:lstStyle>
              <a:p>
                <a:pPr algn="just">
                  <a:spcBef>
                    <a:spcPct val="0"/>
                  </a:spcBef>
                  <a:buClrTx/>
                  <a:buSzTx/>
                  <a:buFontTx/>
                  <a:buNone/>
                </a:pPr>
                <a:r>
                  <a:rPr lang="en-US" altLang="zh-CN" sz="2400">
                    <a:solidFill>
                      <a:srgbClr val="000000"/>
                    </a:solidFill>
                    <a:ea typeface="宋体" panose="02010600030101010101" pitchFamily="2" charset="-122"/>
                  </a:rPr>
                  <a:t>A</a:t>
                </a:r>
              </a:p>
            </p:txBody>
          </p:sp>
          <p:sp>
            <p:nvSpPr>
              <p:cNvPr id="74778" name="Rectangle 13">
                <a:extLst>
                  <a:ext uri="{FF2B5EF4-FFF2-40B4-BE49-F238E27FC236}">
                    <a16:creationId xmlns:a16="http://schemas.microsoft.com/office/drawing/2014/main" id="{3F5E874D-D2AF-4758-A4F7-99FAB8F911A5}"/>
                  </a:ext>
                </a:extLst>
              </p:cNvPr>
              <p:cNvSpPr>
                <a:spLocks noChangeArrowheads="1"/>
              </p:cNvSpPr>
              <p:nvPr/>
            </p:nvSpPr>
            <p:spPr bwMode="auto">
              <a:xfrm>
                <a:off x="1152" y="2304"/>
                <a:ext cx="384" cy="336"/>
              </a:xfrm>
              <a:prstGeom prst="rect">
                <a:avLst/>
              </a:prstGeom>
              <a:noFill/>
              <a:ln w="25400" algn="ctr">
                <a:solidFill>
                  <a:srgbClr val="008000"/>
                </a:solidFill>
                <a:miter lim="800000"/>
                <a:headEnd/>
                <a:tailEnd/>
              </a:ln>
              <a:extLst>
                <a:ext uri="{909E8E84-426E-40DD-AFC4-6F175D3DCCD1}">
                  <a14:hiddenFill xmlns:a14="http://schemas.microsoft.com/office/drawing/2010/main">
                    <a:solidFill>
                      <a:srgbClr val="FFFFFF"/>
                    </a:solidFill>
                  </a14:hiddenFill>
                </a:ext>
              </a:extLst>
            </p:spPr>
            <p:txBody>
              <a:bodyPr wrap="none" lIns="54000" tIns="28800" rIns="54000" bIns="28800" anchor="ctr"/>
              <a:lstStyle>
                <a:lvl1pPr>
                  <a:spcBef>
                    <a:spcPct val="20000"/>
                  </a:spcBef>
                  <a:buClr>
                    <a:schemeClr val="folHlink"/>
                  </a:buClr>
                  <a:buSzPct val="60000"/>
                  <a:buFont typeface="Wingdings" panose="05000000000000000000" pitchFamily="2" charset="2"/>
                  <a:buChar char="n"/>
                  <a:defRPr sz="3200">
                    <a:solidFill>
                      <a:schemeClr val="tx1"/>
                    </a:solidFill>
                    <a:latin typeface="Times New Roman" panose="02020603050405020304" pitchFamily="18" charset="0"/>
                    <a:ea typeface="黑体" panose="02010609060101010101" pitchFamily="49" charset="-122"/>
                  </a:defRPr>
                </a:lvl1pPr>
                <a:lvl2pPr marL="742950" indent="-285750">
                  <a:spcBef>
                    <a:spcPct val="20000"/>
                  </a:spcBef>
                  <a:buClr>
                    <a:schemeClr val="hlink"/>
                  </a:buClr>
                  <a:buSzPct val="55000"/>
                  <a:buFont typeface="Wingdings" panose="05000000000000000000" pitchFamily="2" charset="2"/>
                  <a:buChar char="n"/>
                  <a:defRPr sz="2800">
                    <a:solidFill>
                      <a:schemeClr val="tx1"/>
                    </a:solidFill>
                    <a:latin typeface="Times New Roman" panose="02020603050405020304" pitchFamily="18" charset="0"/>
                    <a:ea typeface="黑体" panose="02010609060101010101" pitchFamily="49" charset="-122"/>
                  </a:defRPr>
                </a:lvl2pPr>
                <a:lvl3pPr marL="1143000" indent="-228600">
                  <a:spcBef>
                    <a:spcPct val="20000"/>
                  </a:spcBef>
                  <a:buClr>
                    <a:schemeClr val="folHlink"/>
                  </a:buClr>
                  <a:buSzPct val="50000"/>
                  <a:buFont typeface="Wingdings" panose="05000000000000000000" pitchFamily="2" charset="2"/>
                  <a:buChar char="n"/>
                  <a:defRPr sz="2400">
                    <a:solidFill>
                      <a:schemeClr val="tx1"/>
                    </a:solidFill>
                    <a:latin typeface="Times New Roman" panose="02020603050405020304" pitchFamily="18" charset="0"/>
                    <a:ea typeface="黑体" panose="02010609060101010101" pitchFamily="49" charset="-122"/>
                  </a:defRPr>
                </a:lvl3pPr>
                <a:lvl4pPr marL="1600200" indent="-228600">
                  <a:spcBef>
                    <a:spcPct val="20000"/>
                  </a:spcBef>
                  <a:buClr>
                    <a:schemeClr val="accent2"/>
                  </a:buClr>
                  <a:buSzPct val="55000"/>
                  <a:buFont typeface="Wingdings" panose="05000000000000000000" pitchFamily="2" charset="2"/>
                  <a:buChar char="n"/>
                  <a:defRPr sz="2000">
                    <a:solidFill>
                      <a:schemeClr val="tx1"/>
                    </a:solidFill>
                    <a:latin typeface="Times New Roman" panose="02020603050405020304" pitchFamily="18" charset="0"/>
                    <a:ea typeface="黑体" panose="02010609060101010101" pitchFamily="49" charset="-122"/>
                  </a:defRPr>
                </a:lvl4pPr>
                <a:lvl5pPr marL="2057400" indent="-228600">
                  <a:spcBef>
                    <a:spcPct val="20000"/>
                  </a:spcBef>
                  <a:buClr>
                    <a:schemeClr val="accent1"/>
                  </a:buClr>
                  <a:buSzPct val="50000"/>
                  <a:buFont typeface="Wingdings" panose="05000000000000000000" pitchFamily="2" charset="2"/>
                  <a:buChar char="n"/>
                  <a:defRPr sz="2000">
                    <a:solidFill>
                      <a:schemeClr val="tx1"/>
                    </a:solidFill>
                    <a:latin typeface="Times New Roman" panose="02020603050405020304" pitchFamily="18"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imes New Roman" panose="02020603050405020304" pitchFamily="18"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imes New Roman" panose="02020603050405020304" pitchFamily="18"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imes New Roman" panose="02020603050405020304" pitchFamily="18"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imes New Roman" panose="02020603050405020304" pitchFamily="18" charset="0"/>
                    <a:ea typeface="黑体" panose="02010609060101010101" pitchFamily="49" charset="-122"/>
                  </a:defRPr>
                </a:lvl9pPr>
              </a:lstStyle>
              <a:p>
                <a:pPr algn="just">
                  <a:spcBef>
                    <a:spcPct val="0"/>
                  </a:spcBef>
                  <a:buClrTx/>
                  <a:buSzTx/>
                  <a:buFontTx/>
                  <a:buNone/>
                </a:pPr>
                <a:endParaRPr lang="zh-CN" altLang="en-US" sz="2400">
                  <a:solidFill>
                    <a:srgbClr val="000000"/>
                  </a:solidFill>
                  <a:ea typeface="宋体" panose="02010600030101010101" pitchFamily="2" charset="-122"/>
                </a:endParaRPr>
              </a:p>
            </p:txBody>
          </p:sp>
          <p:sp>
            <p:nvSpPr>
              <p:cNvPr id="74779" name="Rectangle 14">
                <a:extLst>
                  <a:ext uri="{FF2B5EF4-FFF2-40B4-BE49-F238E27FC236}">
                    <a16:creationId xmlns:a16="http://schemas.microsoft.com/office/drawing/2014/main" id="{AA472200-C2DE-44D3-B587-2E4F4F4B6929}"/>
                  </a:ext>
                </a:extLst>
              </p:cNvPr>
              <p:cNvSpPr>
                <a:spLocks noChangeArrowheads="1"/>
              </p:cNvSpPr>
              <p:nvPr/>
            </p:nvSpPr>
            <p:spPr bwMode="auto">
              <a:xfrm>
                <a:off x="1152" y="3312"/>
                <a:ext cx="384" cy="288"/>
              </a:xfrm>
              <a:prstGeom prst="rect">
                <a:avLst/>
              </a:prstGeom>
              <a:noFill/>
              <a:ln w="25400" algn="ctr">
                <a:solidFill>
                  <a:srgbClr val="008000"/>
                </a:solidFill>
                <a:miter lim="800000"/>
                <a:headEnd/>
                <a:tailEnd/>
              </a:ln>
              <a:extLst>
                <a:ext uri="{909E8E84-426E-40DD-AFC4-6F175D3DCCD1}">
                  <a14:hiddenFill xmlns:a14="http://schemas.microsoft.com/office/drawing/2010/main">
                    <a:solidFill>
                      <a:srgbClr val="FFFFFF"/>
                    </a:solidFill>
                  </a14:hiddenFill>
                </a:ext>
              </a:extLst>
            </p:spPr>
            <p:txBody>
              <a:bodyPr wrap="none" lIns="54000" tIns="28800" rIns="54000" bIns="28800" anchor="ctr"/>
              <a:lstStyle>
                <a:lvl1pPr>
                  <a:spcBef>
                    <a:spcPct val="20000"/>
                  </a:spcBef>
                  <a:buClr>
                    <a:schemeClr val="folHlink"/>
                  </a:buClr>
                  <a:buSzPct val="60000"/>
                  <a:buFont typeface="Wingdings" panose="05000000000000000000" pitchFamily="2" charset="2"/>
                  <a:buChar char="n"/>
                  <a:defRPr sz="3200">
                    <a:solidFill>
                      <a:schemeClr val="tx1"/>
                    </a:solidFill>
                    <a:latin typeface="Times New Roman" panose="02020603050405020304" pitchFamily="18" charset="0"/>
                    <a:ea typeface="黑体" panose="02010609060101010101" pitchFamily="49" charset="-122"/>
                  </a:defRPr>
                </a:lvl1pPr>
                <a:lvl2pPr marL="742950" indent="-285750">
                  <a:spcBef>
                    <a:spcPct val="20000"/>
                  </a:spcBef>
                  <a:buClr>
                    <a:schemeClr val="hlink"/>
                  </a:buClr>
                  <a:buSzPct val="55000"/>
                  <a:buFont typeface="Wingdings" panose="05000000000000000000" pitchFamily="2" charset="2"/>
                  <a:buChar char="n"/>
                  <a:defRPr sz="2800">
                    <a:solidFill>
                      <a:schemeClr val="tx1"/>
                    </a:solidFill>
                    <a:latin typeface="Times New Roman" panose="02020603050405020304" pitchFamily="18" charset="0"/>
                    <a:ea typeface="黑体" panose="02010609060101010101" pitchFamily="49" charset="-122"/>
                  </a:defRPr>
                </a:lvl2pPr>
                <a:lvl3pPr marL="1143000" indent="-228600">
                  <a:spcBef>
                    <a:spcPct val="20000"/>
                  </a:spcBef>
                  <a:buClr>
                    <a:schemeClr val="folHlink"/>
                  </a:buClr>
                  <a:buSzPct val="50000"/>
                  <a:buFont typeface="Wingdings" panose="05000000000000000000" pitchFamily="2" charset="2"/>
                  <a:buChar char="n"/>
                  <a:defRPr sz="2400">
                    <a:solidFill>
                      <a:schemeClr val="tx1"/>
                    </a:solidFill>
                    <a:latin typeface="Times New Roman" panose="02020603050405020304" pitchFamily="18" charset="0"/>
                    <a:ea typeface="黑体" panose="02010609060101010101" pitchFamily="49" charset="-122"/>
                  </a:defRPr>
                </a:lvl3pPr>
                <a:lvl4pPr marL="1600200" indent="-228600">
                  <a:spcBef>
                    <a:spcPct val="20000"/>
                  </a:spcBef>
                  <a:buClr>
                    <a:schemeClr val="accent2"/>
                  </a:buClr>
                  <a:buSzPct val="55000"/>
                  <a:buFont typeface="Wingdings" panose="05000000000000000000" pitchFamily="2" charset="2"/>
                  <a:buChar char="n"/>
                  <a:defRPr sz="2000">
                    <a:solidFill>
                      <a:schemeClr val="tx1"/>
                    </a:solidFill>
                    <a:latin typeface="Times New Roman" panose="02020603050405020304" pitchFamily="18" charset="0"/>
                    <a:ea typeface="黑体" panose="02010609060101010101" pitchFamily="49" charset="-122"/>
                  </a:defRPr>
                </a:lvl4pPr>
                <a:lvl5pPr marL="2057400" indent="-228600">
                  <a:spcBef>
                    <a:spcPct val="20000"/>
                  </a:spcBef>
                  <a:buClr>
                    <a:schemeClr val="accent1"/>
                  </a:buClr>
                  <a:buSzPct val="50000"/>
                  <a:buFont typeface="Wingdings" panose="05000000000000000000" pitchFamily="2" charset="2"/>
                  <a:buChar char="n"/>
                  <a:defRPr sz="2000">
                    <a:solidFill>
                      <a:schemeClr val="tx1"/>
                    </a:solidFill>
                    <a:latin typeface="Times New Roman" panose="02020603050405020304" pitchFamily="18"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imes New Roman" panose="02020603050405020304" pitchFamily="18"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imes New Roman" panose="02020603050405020304" pitchFamily="18"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imes New Roman" panose="02020603050405020304" pitchFamily="18"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imes New Roman" panose="02020603050405020304" pitchFamily="18" charset="0"/>
                    <a:ea typeface="黑体" panose="02010609060101010101" pitchFamily="49" charset="-122"/>
                  </a:defRPr>
                </a:lvl9pPr>
              </a:lstStyle>
              <a:p>
                <a:pPr algn="ctr">
                  <a:spcBef>
                    <a:spcPct val="0"/>
                  </a:spcBef>
                  <a:buClrTx/>
                  <a:buSzTx/>
                  <a:buFontTx/>
                  <a:buNone/>
                </a:pPr>
                <a:r>
                  <a:rPr lang="en-US" altLang="zh-CN" sz="2400">
                    <a:solidFill>
                      <a:srgbClr val="000000"/>
                    </a:solidFill>
                    <a:ea typeface="宋体" panose="02010600030101010101" pitchFamily="2" charset="-122"/>
                  </a:rPr>
                  <a:t>$</a:t>
                </a:r>
              </a:p>
            </p:txBody>
          </p:sp>
        </p:grpSp>
        <p:sp>
          <p:nvSpPr>
            <p:cNvPr id="74771" name="Text Box 15">
              <a:extLst>
                <a:ext uri="{FF2B5EF4-FFF2-40B4-BE49-F238E27FC236}">
                  <a16:creationId xmlns:a16="http://schemas.microsoft.com/office/drawing/2014/main" id="{A583F035-06CC-4186-8F23-8C3D4297BE0A}"/>
                </a:ext>
              </a:extLst>
            </p:cNvPr>
            <p:cNvSpPr txBox="1">
              <a:spLocks noChangeArrowheads="1"/>
            </p:cNvSpPr>
            <p:nvPr/>
          </p:nvSpPr>
          <p:spPr bwMode="auto">
            <a:xfrm>
              <a:off x="1199" y="2160"/>
              <a:ext cx="295" cy="30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5400" algn="ctr">
                  <a:solidFill>
                    <a:srgbClr val="000000"/>
                  </a:solidFill>
                  <a:miter lim="800000"/>
                  <a:headEnd/>
                  <a:tailEnd/>
                </a14:hiddenLine>
              </a:ext>
            </a:extLst>
          </p:spPr>
          <p:txBody>
            <a:bodyPr wrap="none" lIns="54000" tIns="28800" rIns="54000" bIns="28800">
              <a:spAutoFit/>
            </a:bodyPr>
            <a:lstStyle>
              <a:lvl1pPr>
                <a:spcBef>
                  <a:spcPct val="20000"/>
                </a:spcBef>
                <a:buClr>
                  <a:schemeClr val="folHlink"/>
                </a:buClr>
                <a:buSzPct val="60000"/>
                <a:buFont typeface="Wingdings" panose="05000000000000000000" pitchFamily="2" charset="2"/>
                <a:buChar char="n"/>
                <a:defRPr sz="3200">
                  <a:solidFill>
                    <a:schemeClr val="tx1"/>
                  </a:solidFill>
                  <a:latin typeface="Times New Roman" panose="02020603050405020304" pitchFamily="18" charset="0"/>
                  <a:ea typeface="黑体" panose="02010609060101010101" pitchFamily="49" charset="-122"/>
                </a:defRPr>
              </a:lvl1pPr>
              <a:lvl2pPr marL="742950" indent="-285750">
                <a:spcBef>
                  <a:spcPct val="20000"/>
                </a:spcBef>
                <a:buClr>
                  <a:schemeClr val="hlink"/>
                </a:buClr>
                <a:buSzPct val="55000"/>
                <a:buFont typeface="Wingdings" panose="05000000000000000000" pitchFamily="2" charset="2"/>
                <a:buChar char="n"/>
                <a:defRPr sz="2800">
                  <a:solidFill>
                    <a:schemeClr val="tx1"/>
                  </a:solidFill>
                  <a:latin typeface="Times New Roman" panose="02020603050405020304" pitchFamily="18" charset="0"/>
                  <a:ea typeface="黑体" panose="02010609060101010101" pitchFamily="49" charset="-122"/>
                </a:defRPr>
              </a:lvl2pPr>
              <a:lvl3pPr marL="1143000" indent="-228600">
                <a:spcBef>
                  <a:spcPct val="20000"/>
                </a:spcBef>
                <a:buClr>
                  <a:schemeClr val="folHlink"/>
                </a:buClr>
                <a:buSzPct val="50000"/>
                <a:buFont typeface="Wingdings" panose="05000000000000000000" pitchFamily="2" charset="2"/>
                <a:buChar char="n"/>
                <a:defRPr sz="2400">
                  <a:solidFill>
                    <a:schemeClr val="tx1"/>
                  </a:solidFill>
                  <a:latin typeface="Times New Roman" panose="02020603050405020304" pitchFamily="18" charset="0"/>
                  <a:ea typeface="黑体" panose="02010609060101010101" pitchFamily="49" charset="-122"/>
                </a:defRPr>
              </a:lvl3pPr>
              <a:lvl4pPr marL="1600200" indent="-228600">
                <a:spcBef>
                  <a:spcPct val="20000"/>
                </a:spcBef>
                <a:buClr>
                  <a:schemeClr val="accent2"/>
                </a:buClr>
                <a:buSzPct val="55000"/>
                <a:buFont typeface="Wingdings" panose="05000000000000000000" pitchFamily="2" charset="2"/>
                <a:buChar char="n"/>
                <a:defRPr sz="2000">
                  <a:solidFill>
                    <a:schemeClr val="tx1"/>
                  </a:solidFill>
                  <a:latin typeface="Times New Roman" panose="02020603050405020304" pitchFamily="18" charset="0"/>
                  <a:ea typeface="黑体" panose="02010609060101010101" pitchFamily="49" charset="-122"/>
                </a:defRPr>
              </a:lvl4pPr>
              <a:lvl5pPr marL="2057400" indent="-228600">
                <a:spcBef>
                  <a:spcPct val="20000"/>
                </a:spcBef>
                <a:buClr>
                  <a:schemeClr val="accent1"/>
                </a:buClr>
                <a:buSzPct val="50000"/>
                <a:buFont typeface="Wingdings" panose="05000000000000000000" pitchFamily="2" charset="2"/>
                <a:buChar char="n"/>
                <a:defRPr sz="2000">
                  <a:solidFill>
                    <a:schemeClr val="tx1"/>
                  </a:solidFill>
                  <a:latin typeface="Times New Roman" panose="02020603050405020304" pitchFamily="18"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imes New Roman" panose="02020603050405020304" pitchFamily="18"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imes New Roman" panose="02020603050405020304" pitchFamily="18"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imes New Roman" panose="02020603050405020304" pitchFamily="18"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imes New Roman" panose="02020603050405020304" pitchFamily="18" charset="0"/>
                  <a:ea typeface="黑体" panose="02010609060101010101" pitchFamily="49" charset="-122"/>
                </a:defRPr>
              </a:lvl9pPr>
            </a:lstStyle>
            <a:p>
              <a:pPr algn="just">
                <a:spcBef>
                  <a:spcPct val="0"/>
                </a:spcBef>
                <a:buClrTx/>
                <a:buSzTx/>
                <a:buFontTx/>
                <a:buNone/>
              </a:pPr>
              <a:r>
                <a:rPr lang="zh-CN" altLang="en-US" sz="2800" b="0">
                  <a:solidFill>
                    <a:srgbClr val="000000"/>
                  </a:solidFill>
                </a:rPr>
                <a:t>栈</a:t>
              </a:r>
            </a:p>
          </p:txBody>
        </p:sp>
      </p:grpSp>
      <p:sp>
        <p:nvSpPr>
          <p:cNvPr id="74758" name="Line 26">
            <a:extLst>
              <a:ext uri="{FF2B5EF4-FFF2-40B4-BE49-F238E27FC236}">
                <a16:creationId xmlns:a16="http://schemas.microsoft.com/office/drawing/2014/main" id="{1B181780-D82B-414B-959E-7B5C3623F747}"/>
              </a:ext>
            </a:extLst>
          </p:cNvPr>
          <p:cNvSpPr>
            <a:spLocks noChangeShapeType="1"/>
          </p:cNvSpPr>
          <p:nvPr/>
        </p:nvSpPr>
        <p:spPr bwMode="auto">
          <a:xfrm flipV="1">
            <a:off x="5562600" y="3165764"/>
            <a:ext cx="0" cy="609600"/>
          </a:xfrm>
          <a:prstGeom prst="line">
            <a:avLst/>
          </a:prstGeom>
          <a:noFill/>
          <a:ln w="25400">
            <a:solidFill>
              <a:srgbClr val="008000"/>
            </a:solidFill>
            <a:round/>
            <a:headEnd/>
            <a:tailEnd type="triangle" w="med" len="med"/>
          </a:ln>
          <a:extLst>
            <a:ext uri="{909E8E84-426E-40DD-AFC4-6F175D3DCCD1}">
              <a14:hiddenFill xmlns:a14="http://schemas.microsoft.com/office/drawing/2010/main">
                <a:noFill/>
              </a14:hiddenFill>
            </a:ext>
          </a:extLst>
        </p:spPr>
        <p:txBody>
          <a:bodyPr lIns="54000" tIns="28800" rIns="54000" bIns="28800"/>
          <a:lstStyle/>
          <a:p>
            <a:endParaRPr lang="zh-CN" altLang="en-US"/>
          </a:p>
        </p:txBody>
      </p:sp>
      <p:grpSp>
        <p:nvGrpSpPr>
          <p:cNvPr id="74759" name="Group 29">
            <a:extLst>
              <a:ext uri="{FF2B5EF4-FFF2-40B4-BE49-F238E27FC236}">
                <a16:creationId xmlns:a16="http://schemas.microsoft.com/office/drawing/2014/main" id="{F41B25B0-B8F8-469C-AED4-DA75DAA9A56A}"/>
              </a:ext>
            </a:extLst>
          </p:cNvPr>
          <p:cNvGrpSpPr>
            <a:grpSpLocks/>
          </p:cNvGrpSpPr>
          <p:nvPr/>
        </p:nvGrpSpPr>
        <p:grpSpPr bwMode="auto">
          <a:xfrm>
            <a:off x="3352800" y="2632364"/>
            <a:ext cx="4572000" cy="536575"/>
            <a:chOff x="2112" y="2064"/>
            <a:chExt cx="2880" cy="338"/>
          </a:xfrm>
        </p:grpSpPr>
        <p:grpSp>
          <p:nvGrpSpPr>
            <p:cNvPr id="74761" name="Group 28">
              <a:extLst>
                <a:ext uri="{FF2B5EF4-FFF2-40B4-BE49-F238E27FC236}">
                  <a16:creationId xmlns:a16="http://schemas.microsoft.com/office/drawing/2014/main" id="{0C57C80F-703A-4241-B60E-28B8C5B16C3D}"/>
                </a:ext>
              </a:extLst>
            </p:cNvPr>
            <p:cNvGrpSpPr>
              <a:grpSpLocks/>
            </p:cNvGrpSpPr>
            <p:nvPr/>
          </p:nvGrpSpPr>
          <p:grpSpPr bwMode="auto">
            <a:xfrm>
              <a:off x="2736" y="2064"/>
              <a:ext cx="2256" cy="338"/>
              <a:chOff x="2736" y="2064"/>
              <a:chExt cx="2256" cy="338"/>
            </a:xfrm>
          </p:grpSpPr>
          <p:sp>
            <p:nvSpPr>
              <p:cNvPr id="74763" name="Line 19">
                <a:extLst>
                  <a:ext uri="{FF2B5EF4-FFF2-40B4-BE49-F238E27FC236}">
                    <a16:creationId xmlns:a16="http://schemas.microsoft.com/office/drawing/2014/main" id="{2E19B8C5-5FA2-4AF2-987C-449A6BA3EC69}"/>
                  </a:ext>
                </a:extLst>
              </p:cNvPr>
              <p:cNvSpPr>
                <a:spLocks noChangeShapeType="1"/>
              </p:cNvSpPr>
              <p:nvPr/>
            </p:nvSpPr>
            <p:spPr bwMode="auto">
              <a:xfrm>
                <a:off x="2736" y="2064"/>
                <a:ext cx="2256" cy="0"/>
              </a:xfrm>
              <a:prstGeom prst="line">
                <a:avLst/>
              </a:prstGeom>
              <a:noFill/>
              <a:ln w="25400">
                <a:solidFill>
                  <a:srgbClr val="008000"/>
                </a:solidFill>
                <a:round/>
                <a:headEnd/>
                <a:tailEnd/>
              </a:ln>
              <a:extLst>
                <a:ext uri="{909E8E84-426E-40DD-AFC4-6F175D3DCCD1}">
                  <a14:hiddenFill xmlns:a14="http://schemas.microsoft.com/office/drawing/2010/main">
                    <a:noFill/>
                  </a14:hiddenFill>
                </a:ext>
              </a:extLst>
            </p:spPr>
            <p:txBody>
              <a:bodyPr lIns="54000" tIns="28800" rIns="54000" bIns="28800"/>
              <a:lstStyle/>
              <a:p>
                <a:endParaRPr lang="zh-CN" altLang="en-US"/>
              </a:p>
            </p:txBody>
          </p:sp>
          <p:sp>
            <p:nvSpPr>
              <p:cNvPr id="74764" name="Line 20">
                <a:extLst>
                  <a:ext uri="{FF2B5EF4-FFF2-40B4-BE49-F238E27FC236}">
                    <a16:creationId xmlns:a16="http://schemas.microsoft.com/office/drawing/2014/main" id="{529C4F4B-65FD-4F5F-9E28-6F294BC84D82}"/>
                  </a:ext>
                </a:extLst>
              </p:cNvPr>
              <p:cNvSpPr>
                <a:spLocks noChangeShapeType="1"/>
              </p:cNvSpPr>
              <p:nvPr/>
            </p:nvSpPr>
            <p:spPr bwMode="auto">
              <a:xfrm>
                <a:off x="2736" y="2402"/>
                <a:ext cx="2256" cy="0"/>
              </a:xfrm>
              <a:prstGeom prst="line">
                <a:avLst/>
              </a:prstGeom>
              <a:noFill/>
              <a:ln w="25400">
                <a:solidFill>
                  <a:srgbClr val="008000"/>
                </a:solidFill>
                <a:round/>
                <a:headEnd/>
                <a:tailEnd/>
              </a:ln>
              <a:extLst>
                <a:ext uri="{909E8E84-426E-40DD-AFC4-6F175D3DCCD1}">
                  <a14:hiddenFill xmlns:a14="http://schemas.microsoft.com/office/drawing/2010/main">
                    <a:noFill/>
                  </a14:hiddenFill>
                </a:ext>
              </a:extLst>
            </p:spPr>
            <p:txBody>
              <a:bodyPr lIns="54000" tIns="28800" rIns="54000" bIns="28800"/>
              <a:lstStyle/>
              <a:p>
                <a:endParaRPr lang="zh-CN" altLang="en-US"/>
              </a:p>
            </p:txBody>
          </p:sp>
          <p:sp>
            <p:nvSpPr>
              <p:cNvPr id="74765" name="Rectangle 21">
                <a:extLst>
                  <a:ext uri="{FF2B5EF4-FFF2-40B4-BE49-F238E27FC236}">
                    <a16:creationId xmlns:a16="http://schemas.microsoft.com/office/drawing/2014/main" id="{D6DD38AF-EB58-4A3F-B51D-C5AF4BABF421}"/>
                  </a:ext>
                </a:extLst>
              </p:cNvPr>
              <p:cNvSpPr>
                <a:spLocks noChangeArrowheads="1"/>
              </p:cNvSpPr>
              <p:nvPr/>
            </p:nvSpPr>
            <p:spPr bwMode="auto">
              <a:xfrm>
                <a:off x="2928" y="2064"/>
                <a:ext cx="384" cy="336"/>
              </a:xfrm>
              <a:prstGeom prst="rect">
                <a:avLst/>
              </a:prstGeom>
              <a:noFill/>
              <a:ln w="25400" algn="ctr">
                <a:solidFill>
                  <a:srgbClr val="008000"/>
                </a:solidFill>
                <a:miter lim="800000"/>
                <a:headEnd/>
                <a:tailEnd/>
              </a:ln>
              <a:extLst>
                <a:ext uri="{909E8E84-426E-40DD-AFC4-6F175D3DCCD1}">
                  <a14:hiddenFill xmlns:a14="http://schemas.microsoft.com/office/drawing/2010/main">
                    <a:solidFill>
                      <a:srgbClr val="FFFFFF"/>
                    </a:solidFill>
                  </a14:hiddenFill>
                </a:ext>
              </a:extLst>
            </p:spPr>
            <p:txBody>
              <a:bodyPr wrap="none" lIns="54000" tIns="28800" rIns="54000" bIns="28800" anchor="ctr"/>
              <a:lstStyle>
                <a:lvl1pPr>
                  <a:spcBef>
                    <a:spcPct val="20000"/>
                  </a:spcBef>
                  <a:buClr>
                    <a:schemeClr val="folHlink"/>
                  </a:buClr>
                  <a:buSzPct val="60000"/>
                  <a:buFont typeface="Wingdings" panose="05000000000000000000" pitchFamily="2" charset="2"/>
                  <a:buChar char="n"/>
                  <a:defRPr sz="3200">
                    <a:solidFill>
                      <a:schemeClr val="tx1"/>
                    </a:solidFill>
                    <a:latin typeface="Times New Roman" panose="02020603050405020304" pitchFamily="18" charset="0"/>
                    <a:ea typeface="黑体" panose="02010609060101010101" pitchFamily="49" charset="-122"/>
                  </a:defRPr>
                </a:lvl1pPr>
                <a:lvl2pPr marL="742950" indent="-285750">
                  <a:spcBef>
                    <a:spcPct val="20000"/>
                  </a:spcBef>
                  <a:buClr>
                    <a:schemeClr val="hlink"/>
                  </a:buClr>
                  <a:buSzPct val="55000"/>
                  <a:buFont typeface="Wingdings" panose="05000000000000000000" pitchFamily="2" charset="2"/>
                  <a:buChar char="n"/>
                  <a:defRPr sz="2800">
                    <a:solidFill>
                      <a:schemeClr val="tx1"/>
                    </a:solidFill>
                    <a:latin typeface="Times New Roman" panose="02020603050405020304" pitchFamily="18" charset="0"/>
                    <a:ea typeface="黑体" panose="02010609060101010101" pitchFamily="49" charset="-122"/>
                  </a:defRPr>
                </a:lvl2pPr>
                <a:lvl3pPr marL="1143000" indent="-228600">
                  <a:spcBef>
                    <a:spcPct val="20000"/>
                  </a:spcBef>
                  <a:buClr>
                    <a:schemeClr val="folHlink"/>
                  </a:buClr>
                  <a:buSzPct val="50000"/>
                  <a:buFont typeface="Wingdings" panose="05000000000000000000" pitchFamily="2" charset="2"/>
                  <a:buChar char="n"/>
                  <a:defRPr sz="2400">
                    <a:solidFill>
                      <a:schemeClr val="tx1"/>
                    </a:solidFill>
                    <a:latin typeface="Times New Roman" panose="02020603050405020304" pitchFamily="18" charset="0"/>
                    <a:ea typeface="黑体" panose="02010609060101010101" pitchFamily="49" charset="-122"/>
                  </a:defRPr>
                </a:lvl3pPr>
                <a:lvl4pPr marL="1600200" indent="-228600">
                  <a:spcBef>
                    <a:spcPct val="20000"/>
                  </a:spcBef>
                  <a:buClr>
                    <a:schemeClr val="accent2"/>
                  </a:buClr>
                  <a:buSzPct val="55000"/>
                  <a:buFont typeface="Wingdings" panose="05000000000000000000" pitchFamily="2" charset="2"/>
                  <a:buChar char="n"/>
                  <a:defRPr sz="2000">
                    <a:solidFill>
                      <a:schemeClr val="tx1"/>
                    </a:solidFill>
                    <a:latin typeface="Times New Roman" panose="02020603050405020304" pitchFamily="18" charset="0"/>
                    <a:ea typeface="黑体" panose="02010609060101010101" pitchFamily="49" charset="-122"/>
                  </a:defRPr>
                </a:lvl4pPr>
                <a:lvl5pPr marL="2057400" indent="-228600">
                  <a:spcBef>
                    <a:spcPct val="20000"/>
                  </a:spcBef>
                  <a:buClr>
                    <a:schemeClr val="accent1"/>
                  </a:buClr>
                  <a:buSzPct val="50000"/>
                  <a:buFont typeface="Wingdings" panose="05000000000000000000" pitchFamily="2" charset="2"/>
                  <a:buChar char="n"/>
                  <a:defRPr sz="2000">
                    <a:solidFill>
                      <a:schemeClr val="tx1"/>
                    </a:solidFill>
                    <a:latin typeface="Times New Roman" panose="02020603050405020304" pitchFamily="18"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imes New Roman" panose="02020603050405020304" pitchFamily="18"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imes New Roman" panose="02020603050405020304" pitchFamily="18"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imes New Roman" panose="02020603050405020304" pitchFamily="18"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imes New Roman" panose="02020603050405020304" pitchFamily="18" charset="0"/>
                    <a:ea typeface="黑体" panose="02010609060101010101" pitchFamily="49" charset="-122"/>
                  </a:defRPr>
                </a:lvl9pPr>
              </a:lstStyle>
              <a:p>
                <a:pPr algn="ctr">
                  <a:spcBef>
                    <a:spcPct val="0"/>
                  </a:spcBef>
                  <a:buClrTx/>
                  <a:buSzTx/>
                  <a:buFontTx/>
                  <a:buNone/>
                </a:pPr>
                <a:r>
                  <a:rPr lang="en-US" altLang="zh-CN" sz="2400">
                    <a:solidFill>
                      <a:srgbClr val="808080"/>
                    </a:solidFill>
                    <a:ea typeface="宋体" panose="02010600030101010101" pitchFamily="2" charset="-122"/>
                  </a:rPr>
                  <a:t>a</a:t>
                </a:r>
              </a:p>
            </p:txBody>
          </p:sp>
          <p:sp>
            <p:nvSpPr>
              <p:cNvPr id="74766" name="Rectangle 22">
                <a:extLst>
                  <a:ext uri="{FF2B5EF4-FFF2-40B4-BE49-F238E27FC236}">
                    <a16:creationId xmlns:a16="http://schemas.microsoft.com/office/drawing/2014/main" id="{7F191AEA-9398-40BE-91BD-ED08C78EC58A}"/>
                  </a:ext>
                </a:extLst>
              </p:cNvPr>
              <p:cNvSpPr>
                <a:spLocks noChangeArrowheads="1"/>
              </p:cNvSpPr>
              <p:nvPr/>
            </p:nvSpPr>
            <p:spPr bwMode="auto">
              <a:xfrm>
                <a:off x="3312" y="2064"/>
                <a:ext cx="384" cy="336"/>
              </a:xfrm>
              <a:prstGeom prst="rect">
                <a:avLst/>
              </a:prstGeom>
              <a:noFill/>
              <a:ln w="25400" algn="ctr">
                <a:solidFill>
                  <a:srgbClr val="008000"/>
                </a:solidFill>
                <a:miter lim="800000"/>
                <a:headEnd/>
                <a:tailEnd/>
              </a:ln>
              <a:extLst>
                <a:ext uri="{909E8E84-426E-40DD-AFC4-6F175D3DCCD1}">
                  <a14:hiddenFill xmlns:a14="http://schemas.microsoft.com/office/drawing/2010/main">
                    <a:solidFill>
                      <a:srgbClr val="FFFFFF"/>
                    </a:solidFill>
                  </a14:hiddenFill>
                </a:ext>
              </a:extLst>
            </p:spPr>
            <p:txBody>
              <a:bodyPr wrap="none" lIns="54000" tIns="28800" rIns="54000" bIns="28800" anchor="ctr"/>
              <a:lstStyle>
                <a:lvl1pPr>
                  <a:spcBef>
                    <a:spcPct val="20000"/>
                  </a:spcBef>
                  <a:buClr>
                    <a:schemeClr val="folHlink"/>
                  </a:buClr>
                  <a:buSzPct val="60000"/>
                  <a:buFont typeface="Wingdings" panose="05000000000000000000" pitchFamily="2" charset="2"/>
                  <a:buChar char="n"/>
                  <a:defRPr sz="3200">
                    <a:solidFill>
                      <a:schemeClr val="tx1"/>
                    </a:solidFill>
                    <a:latin typeface="Times New Roman" panose="02020603050405020304" pitchFamily="18" charset="0"/>
                    <a:ea typeface="黑体" panose="02010609060101010101" pitchFamily="49" charset="-122"/>
                  </a:defRPr>
                </a:lvl1pPr>
                <a:lvl2pPr marL="742950" indent="-285750">
                  <a:spcBef>
                    <a:spcPct val="20000"/>
                  </a:spcBef>
                  <a:buClr>
                    <a:schemeClr val="hlink"/>
                  </a:buClr>
                  <a:buSzPct val="55000"/>
                  <a:buFont typeface="Wingdings" panose="05000000000000000000" pitchFamily="2" charset="2"/>
                  <a:buChar char="n"/>
                  <a:defRPr sz="2800">
                    <a:solidFill>
                      <a:schemeClr val="tx1"/>
                    </a:solidFill>
                    <a:latin typeface="Times New Roman" panose="02020603050405020304" pitchFamily="18" charset="0"/>
                    <a:ea typeface="黑体" panose="02010609060101010101" pitchFamily="49" charset="-122"/>
                  </a:defRPr>
                </a:lvl2pPr>
                <a:lvl3pPr marL="1143000" indent="-228600">
                  <a:spcBef>
                    <a:spcPct val="20000"/>
                  </a:spcBef>
                  <a:buClr>
                    <a:schemeClr val="folHlink"/>
                  </a:buClr>
                  <a:buSzPct val="50000"/>
                  <a:buFont typeface="Wingdings" panose="05000000000000000000" pitchFamily="2" charset="2"/>
                  <a:buChar char="n"/>
                  <a:defRPr sz="2400">
                    <a:solidFill>
                      <a:schemeClr val="tx1"/>
                    </a:solidFill>
                    <a:latin typeface="Times New Roman" panose="02020603050405020304" pitchFamily="18" charset="0"/>
                    <a:ea typeface="黑体" panose="02010609060101010101" pitchFamily="49" charset="-122"/>
                  </a:defRPr>
                </a:lvl3pPr>
                <a:lvl4pPr marL="1600200" indent="-228600">
                  <a:spcBef>
                    <a:spcPct val="20000"/>
                  </a:spcBef>
                  <a:buClr>
                    <a:schemeClr val="accent2"/>
                  </a:buClr>
                  <a:buSzPct val="55000"/>
                  <a:buFont typeface="Wingdings" panose="05000000000000000000" pitchFamily="2" charset="2"/>
                  <a:buChar char="n"/>
                  <a:defRPr sz="2000">
                    <a:solidFill>
                      <a:schemeClr val="tx1"/>
                    </a:solidFill>
                    <a:latin typeface="Times New Roman" panose="02020603050405020304" pitchFamily="18" charset="0"/>
                    <a:ea typeface="黑体" panose="02010609060101010101" pitchFamily="49" charset="-122"/>
                  </a:defRPr>
                </a:lvl4pPr>
                <a:lvl5pPr marL="2057400" indent="-228600">
                  <a:spcBef>
                    <a:spcPct val="20000"/>
                  </a:spcBef>
                  <a:buClr>
                    <a:schemeClr val="accent1"/>
                  </a:buClr>
                  <a:buSzPct val="50000"/>
                  <a:buFont typeface="Wingdings" panose="05000000000000000000" pitchFamily="2" charset="2"/>
                  <a:buChar char="n"/>
                  <a:defRPr sz="2000">
                    <a:solidFill>
                      <a:schemeClr val="tx1"/>
                    </a:solidFill>
                    <a:latin typeface="Times New Roman" panose="02020603050405020304" pitchFamily="18"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imes New Roman" panose="02020603050405020304" pitchFamily="18"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imes New Roman" panose="02020603050405020304" pitchFamily="18"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imes New Roman" panose="02020603050405020304" pitchFamily="18"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imes New Roman" panose="02020603050405020304" pitchFamily="18" charset="0"/>
                    <a:ea typeface="黑体" panose="02010609060101010101" pitchFamily="49" charset="-122"/>
                  </a:defRPr>
                </a:lvl9pPr>
              </a:lstStyle>
              <a:p>
                <a:pPr algn="ctr">
                  <a:spcBef>
                    <a:spcPct val="0"/>
                  </a:spcBef>
                  <a:buClrTx/>
                  <a:buSzTx/>
                  <a:buFontTx/>
                  <a:buNone/>
                </a:pPr>
                <a:r>
                  <a:rPr lang="en-US" altLang="zh-CN" sz="2400">
                    <a:solidFill>
                      <a:srgbClr val="000000"/>
                    </a:solidFill>
                    <a:ea typeface="宋体" panose="02010600030101010101" pitchFamily="2" charset="-122"/>
                  </a:rPr>
                  <a:t>b</a:t>
                </a:r>
              </a:p>
            </p:txBody>
          </p:sp>
          <p:sp>
            <p:nvSpPr>
              <p:cNvPr id="74767" name="Rectangle 23">
                <a:extLst>
                  <a:ext uri="{FF2B5EF4-FFF2-40B4-BE49-F238E27FC236}">
                    <a16:creationId xmlns:a16="http://schemas.microsoft.com/office/drawing/2014/main" id="{F82B8C6C-84F4-4940-B273-89AA1AB153B3}"/>
                  </a:ext>
                </a:extLst>
              </p:cNvPr>
              <p:cNvSpPr>
                <a:spLocks noChangeArrowheads="1"/>
              </p:cNvSpPr>
              <p:nvPr/>
            </p:nvSpPr>
            <p:spPr bwMode="auto">
              <a:xfrm>
                <a:off x="3696" y="2064"/>
                <a:ext cx="384" cy="336"/>
              </a:xfrm>
              <a:prstGeom prst="rect">
                <a:avLst/>
              </a:prstGeom>
              <a:noFill/>
              <a:ln w="25400" algn="ctr">
                <a:solidFill>
                  <a:srgbClr val="008000"/>
                </a:solidFill>
                <a:miter lim="800000"/>
                <a:headEnd/>
                <a:tailEnd/>
              </a:ln>
              <a:extLst>
                <a:ext uri="{909E8E84-426E-40DD-AFC4-6F175D3DCCD1}">
                  <a14:hiddenFill xmlns:a14="http://schemas.microsoft.com/office/drawing/2010/main">
                    <a:solidFill>
                      <a:srgbClr val="FFFFFF"/>
                    </a:solidFill>
                  </a14:hiddenFill>
                </a:ext>
              </a:extLst>
            </p:spPr>
            <p:txBody>
              <a:bodyPr wrap="none" lIns="54000" tIns="28800" rIns="54000" bIns="28800" anchor="ctr"/>
              <a:lstStyle>
                <a:lvl1pPr>
                  <a:spcBef>
                    <a:spcPct val="20000"/>
                  </a:spcBef>
                  <a:buClr>
                    <a:schemeClr val="folHlink"/>
                  </a:buClr>
                  <a:buSzPct val="60000"/>
                  <a:buFont typeface="Wingdings" panose="05000000000000000000" pitchFamily="2" charset="2"/>
                  <a:buChar char="n"/>
                  <a:defRPr sz="3200">
                    <a:solidFill>
                      <a:schemeClr val="tx1"/>
                    </a:solidFill>
                    <a:latin typeface="Times New Roman" panose="02020603050405020304" pitchFamily="18" charset="0"/>
                    <a:ea typeface="黑体" panose="02010609060101010101" pitchFamily="49" charset="-122"/>
                  </a:defRPr>
                </a:lvl1pPr>
                <a:lvl2pPr marL="742950" indent="-285750">
                  <a:spcBef>
                    <a:spcPct val="20000"/>
                  </a:spcBef>
                  <a:buClr>
                    <a:schemeClr val="hlink"/>
                  </a:buClr>
                  <a:buSzPct val="55000"/>
                  <a:buFont typeface="Wingdings" panose="05000000000000000000" pitchFamily="2" charset="2"/>
                  <a:buChar char="n"/>
                  <a:defRPr sz="2800">
                    <a:solidFill>
                      <a:schemeClr val="tx1"/>
                    </a:solidFill>
                    <a:latin typeface="Times New Roman" panose="02020603050405020304" pitchFamily="18" charset="0"/>
                    <a:ea typeface="黑体" panose="02010609060101010101" pitchFamily="49" charset="-122"/>
                  </a:defRPr>
                </a:lvl2pPr>
                <a:lvl3pPr marL="1143000" indent="-228600">
                  <a:spcBef>
                    <a:spcPct val="20000"/>
                  </a:spcBef>
                  <a:buClr>
                    <a:schemeClr val="folHlink"/>
                  </a:buClr>
                  <a:buSzPct val="50000"/>
                  <a:buFont typeface="Wingdings" panose="05000000000000000000" pitchFamily="2" charset="2"/>
                  <a:buChar char="n"/>
                  <a:defRPr sz="2400">
                    <a:solidFill>
                      <a:schemeClr val="tx1"/>
                    </a:solidFill>
                    <a:latin typeface="Times New Roman" panose="02020603050405020304" pitchFamily="18" charset="0"/>
                    <a:ea typeface="黑体" panose="02010609060101010101" pitchFamily="49" charset="-122"/>
                  </a:defRPr>
                </a:lvl3pPr>
                <a:lvl4pPr marL="1600200" indent="-228600">
                  <a:spcBef>
                    <a:spcPct val="20000"/>
                  </a:spcBef>
                  <a:buClr>
                    <a:schemeClr val="accent2"/>
                  </a:buClr>
                  <a:buSzPct val="55000"/>
                  <a:buFont typeface="Wingdings" panose="05000000000000000000" pitchFamily="2" charset="2"/>
                  <a:buChar char="n"/>
                  <a:defRPr sz="2000">
                    <a:solidFill>
                      <a:schemeClr val="tx1"/>
                    </a:solidFill>
                    <a:latin typeface="Times New Roman" panose="02020603050405020304" pitchFamily="18" charset="0"/>
                    <a:ea typeface="黑体" panose="02010609060101010101" pitchFamily="49" charset="-122"/>
                  </a:defRPr>
                </a:lvl4pPr>
                <a:lvl5pPr marL="2057400" indent="-228600">
                  <a:spcBef>
                    <a:spcPct val="20000"/>
                  </a:spcBef>
                  <a:buClr>
                    <a:schemeClr val="accent1"/>
                  </a:buClr>
                  <a:buSzPct val="50000"/>
                  <a:buFont typeface="Wingdings" panose="05000000000000000000" pitchFamily="2" charset="2"/>
                  <a:buChar char="n"/>
                  <a:defRPr sz="2000">
                    <a:solidFill>
                      <a:schemeClr val="tx1"/>
                    </a:solidFill>
                    <a:latin typeface="Times New Roman" panose="02020603050405020304" pitchFamily="18"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imes New Roman" panose="02020603050405020304" pitchFamily="18"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imes New Roman" panose="02020603050405020304" pitchFamily="18"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imes New Roman" panose="02020603050405020304" pitchFamily="18"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imes New Roman" panose="02020603050405020304" pitchFamily="18" charset="0"/>
                    <a:ea typeface="黑体" panose="02010609060101010101" pitchFamily="49" charset="-122"/>
                  </a:defRPr>
                </a:lvl9pPr>
              </a:lstStyle>
              <a:p>
                <a:pPr algn="ctr">
                  <a:spcBef>
                    <a:spcPct val="0"/>
                  </a:spcBef>
                  <a:buClrTx/>
                  <a:buSzTx/>
                  <a:buFontTx/>
                  <a:buNone/>
                </a:pPr>
                <a:r>
                  <a:rPr lang="en-US" altLang="zh-CN" sz="2400">
                    <a:solidFill>
                      <a:srgbClr val="000000"/>
                    </a:solidFill>
                    <a:ea typeface="宋体" panose="02010600030101010101" pitchFamily="2" charset="-122"/>
                  </a:rPr>
                  <a:t>c</a:t>
                </a:r>
              </a:p>
            </p:txBody>
          </p:sp>
          <p:sp>
            <p:nvSpPr>
              <p:cNvPr id="74768" name="Rectangle 24">
                <a:extLst>
                  <a:ext uri="{FF2B5EF4-FFF2-40B4-BE49-F238E27FC236}">
                    <a16:creationId xmlns:a16="http://schemas.microsoft.com/office/drawing/2014/main" id="{EB1F6CC5-4AFE-4B36-9E61-8C4FC1E02872}"/>
                  </a:ext>
                </a:extLst>
              </p:cNvPr>
              <p:cNvSpPr>
                <a:spLocks noChangeArrowheads="1"/>
              </p:cNvSpPr>
              <p:nvPr/>
            </p:nvSpPr>
            <p:spPr bwMode="auto">
              <a:xfrm>
                <a:off x="4608" y="2064"/>
                <a:ext cx="384" cy="336"/>
              </a:xfrm>
              <a:prstGeom prst="rect">
                <a:avLst/>
              </a:prstGeom>
              <a:noFill/>
              <a:ln w="25400" algn="ctr">
                <a:solidFill>
                  <a:srgbClr val="008000"/>
                </a:solidFill>
                <a:miter lim="800000"/>
                <a:headEnd/>
                <a:tailEnd/>
              </a:ln>
              <a:extLst>
                <a:ext uri="{909E8E84-426E-40DD-AFC4-6F175D3DCCD1}">
                  <a14:hiddenFill xmlns:a14="http://schemas.microsoft.com/office/drawing/2010/main">
                    <a:solidFill>
                      <a:srgbClr val="FFFFFF"/>
                    </a:solidFill>
                  </a14:hiddenFill>
                </a:ext>
              </a:extLst>
            </p:spPr>
            <p:txBody>
              <a:bodyPr wrap="none" lIns="54000" tIns="28800" rIns="54000" bIns="28800" anchor="ctr"/>
              <a:lstStyle>
                <a:lvl1pPr>
                  <a:spcBef>
                    <a:spcPct val="20000"/>
                  </a:spcBef>
                  <a:buClr>
                    <a:schemeClr val="folHlink"/>
                  </a:buClr>
                  <a:buSzPct val="60000"/>
                  <a:buFont typeface="Wingdings" panose="05000000000000000000" pitchFamily="2" charset="2"/>
                  <a:buChar char="n"/>
                  <a:defRPr sz="3200">
                    <a:solidFill>
                      <a:schemeClr val="tx1"/>
                    </a:solidFill>
                    <a:latin typeface="Times New Roman" panose="02020603050405020304" pitchFamily="18" charset="0"/>
                    <a:ea typeface="黑体" panose="02010609060101010101" pitchFamily="49" charset="-122"/>
                  </a:defRPr>
                </a:lvl1pPr>
                <a:lvl2pPr marL="742950" indent="-285750">
                  <a:spcBef>
                    <a:spcPct val="20000"/>
                  </a:spcBef>
                  <a:buClr>
                    <a:schemeClr val="hlink"/>
                  </a:buClr>
                  <a:buSzPct val="55000"/>
                  <a:buFont typeface="Wingdings" panose="05000000000000000000" pitchFamily="2" charset="2"/>
                  <a:buChar char="n"/>
                  <a:defRPr sz="2800">
                    <a:solidFill>
                      <a:schemeClr val="tx1"/>
                    </a:solidFill>
                    <a:latin typeface="Times New Roman" panose="02020603050405020304" pitchFamily="18" charset="0"/>
                    <a:ea typeface="黑体" panose="02010609060101010101" pitchFamily="49" charset="-122"/>
                  </a:defRPr>
                </a:lvl2pPr>
                <a:lvl3pPr marL="1143000" indent="-228600">
                  <a:spcBef>
                    <a:spcPct val="20000"/>
                  </a:spcBef>
                  <a:buClr>
                    <a:schemeClr val="folHlink"/>
                  </a:buClr>
                  <a:buSzPct val="50000"/>
                  <a:buFont typeface="Wingdings" panose="05000000000000000000" pitchFamily="2" charset="2"/>
                  <a:buChar char="n"/>
                  <a:defRPr sz="2400">
                    <a:solidFill>
                      <a:schemeClr val="tx1"/>
                    </a:solidFill>
                    <a:latin typeface="Times New Roman" panose="02020603050405020304" pitchFamily="18" charset="0"/>
                    <a:ea typeface="黑体" panose="02010609060101010101" pitchFamily="49" charset="-122"/>
                  </a:defRPr>
                </a:lvl3pPr>
                <a:lvl4pPr marL="1600200" indent="-228600">
                  <a:spcBef>
                    <a:spcPct val="20000"/>
                  </a:spcBef>
                  <a:buClr>
                    <a:schemeClr val="accent2"/>
                  </a:buClr>
                  <a:buSzPct val="55000"/>
                  <a:buFont typeface="Wingdings" panose="05000000000000000000" pitchFamily="2" charset="2"/>
                  <a:buChar char="n"/>
                  <a:defRPr sz="2000">
                    <a:solidFill>
                      <a:schemeClr val="tx1"/>
                    </a:solidFill>
                    <a:latin typeface="Times New Roman" panose="02020603050405020304" pitchFamily="18" charset="0"/>
                    <a:ea typeface="黑体" panose="02010609060101010101" pitchFamily="49" charset="-122"/>
                  </a:defRPr>
                </a:lvl4pPr>
                <a:lvl5pPr marL="2057400" indent="-228600">
                  <a:spcBef>
                    <a:spcPct val="20000"/>
                  </a:spcBef>
                  <a:buClr>
                    <a:schemeClr val="accent1"/>
                  </a:buClr>
                  <a:buSzPct val="50000"/>
                  <a:buFont typeface="Wingdings" panose="05000000000000000000" pitchFamily="2" charset="2"/>
                  <a:buChar char="n"/>
                  <a:defRPr sz="2000">
                    <a:solidFill>
                      <a:schemeClr val="tx1"/>
                    </a:solidFill>
                    <a:latin typeface="Times New Roman" panose="02020603050405020304" pitchFamily="18"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imes New Roman" panose="02020603050405020304" pitchFamily="18"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imes New Roman" panose="02020603050405020304" pitchFamily="18"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imes New Roman" panose="02020603050405020304" pitchFamily="18"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imes New Roman" panose="02020603050405020304" pitchFamily="18" charset="0"/>
                    <a:ea typeface="黑体" panose="02010609060101010101" pitchFamily="49" charset="-122"/>
                  </a:defRPr>
                </a:lvl9pPr>
              </a:lstStyle>
              <a:p>
                <a:pPr algn="ctr">
                  <a:spcBef>
                    <a:spcPct val="0"/>
                  </a:spcBef>
                  <a:buClrTx/>
                  <a:buSzTx/>
                  <a:buFontTx/>
                  <a:buNone/>
                </a:pPr>
                <a:r>
                  <a:rPr lang="en-US" altLang="zh-CN" sz="2400">
                    <a:solidFill>
                      <a:srgbClr val="000000"/>
                    </a:solidFill>
                    <a:ea typeface="宋体" panose="02010600030101010101" pitchFamily="2" charset="-122"/>
                  </a:rPr>
                  <a:t>$</a:t>
                </a:r>
              </a:p>
            </p:txBody>
          </p:sp>
          <p:sp>
            <p:nvSpPr>
              <p:cNvPr id="74769" name="Text Box 25">
                <a:extLst>
                  <a:ext uri="{FF2B5EF4-FFF2-40B4-BE49-F238E27FC236}">
                    <a16:creationId xmlns:a16="http://schemas.microsoft.com/office/drawing/2014/main" id="{7F19AEB6-97A8-4801-BD7E-D940F5F72D16}"/>
                  </a:ext>
                </a:extLst>
              </p:cNvPr>
              <p:cNvSpPr txBox="1">
                <a:spLocks noChangeArrowheads="1"/>
              </p:cNvSpPr>
              <p:nvPr/>
            </p:nvSpPr>
            <p:spPr bwMode="auto">
              <a:xfrm>
                <a:off x="4237" y="2101"/>
                <a:ext cx="263" cy="26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5400" algn="ctr">
                    <a:solidFill>
                      <a:srgbClr val="000000"/>
                    </a:solidFill>
                    <a:miter lim="800000"/>
                    <a:headEnd/>
                    <a:tailEnd/>
                  </a14:hiddenLine>
                </a:ext>
              </a:extLst>
            </p:spPr>
            <p:txBody>
              <a:bodyPr wrap="none" lIns="54000" tIns="28800" rIns="54000" bIns="28800">
                <a:spAutoFit/>
              </a:bodyPr>
              <a:lstStyle>
                <a:lvl1pPr>
                  <a:spcBef>
                    <a:spcPct val="20000"/>
                  </a:spcBef>
                  <a:buClr>
                    <a:schemeClr val="folHlink"/>
                  </a:buClr>
                  <a:buSzPct val="60000"/>
                  <a:buFont typeface="Wingdings" panose="05000000000000000000" pitchFamily="2" charset="2"/>
                  <a:buChar char="n"/>
                  <a:defRPr sz="3200">
                    <a:solidFill>
                      <a:schemeClr val="tx1"/>
                    </a:solidFill>
                    <a:latin typeface="Times New Roman" panose="02020603050405020304" pitchFamily="18" charset="0"/>
                    <a:ea typeface="黑体" panose="02010609060101010101" pitchFamily="49" charset="-122"/>
                  </a:defRPr>
                </a:lvl1pPr>
                <a:lvl2pPr marL="742950" indent="-285750">
                  <a:spcBef>
                    <a:spcPct val="20000"/>
                  </a:spcBef>
                  <a:buClr>
                    <a:schemeClr val="hlink"/>
                  </a:buClr>
                  <a:buSzPct val="55000"/>
                  <a:buFont typeface="Wingdings" panose="05000000000000000000" pitchFamily="2" charset="2"/>
                  <a:buChar char="n"/>
                  <a:defRPr sz="2800">
                    <a:solidFill>
                      <a:schemeClr val="tx1"/>
                    </a:solidFill>
                    <a:latin typeface="Times New Roman" panose="02020603050405020304" pitchFamily="18" charset="0"/>
                    <a:ea typeface="黑体" panose="02010609060101010101" pitchFamily="49" charset="-122"/>
                  </a:defRPr>
                </a:lvl2pPr>
                <a:lvl3pPr marL="1143000" indent="-228600">
                  <a:spcBef>
                    <a:spcPct val="20000"/>
                  </a:spcBef>
                  <a:buClr>
                    <a:schemeClr val="folHlink"/>
                  </a:buClr>
                  <a:buSzPct val="50000"/>
                  <a:buFont typeface="Wingdings" panose="05000000000000000000" pitchFamily="2" charset="2"/>
                  <a:buChar char="n"/>
                  <a:defRPr sz="2400">
                    <a:solidFill>
                      <a:schemeClr val="tx1"/>
                    </a:solidFill>
                    <a:latin typeface="Times New Roman" panose="02020603050405020304" pitchFamily="18" charset="0"/>
                    <a:ea typeface="黑体" panose="02010609060101010101" pitchFamily="49" charset="-122"/>
                  </a:defRPr>
                </a:lvl3pPr>
                <a:lvl4pPr marL="1600200" indent="-228600">
                  <a:spcBef>
                    <a:spcPct val="20000"/>
                  </a:spcBef>
                  <a:buClr>
                    <a:schemeClr val="accent2"/>
                  </a:buClr>
                  <a:buSzPct val="55000"/>
                  <a:buFont typeface="Wingdings" panose="05000000000000000000" pitchFamily="2" charset="2"/>
                  <a:buChar char="n"/>
                  <a:defRPr sz="2000">
                    <a:solidFill>
                      <a:schemeClr val="tx1"/>
                    </a:solidFill>
                    <a:latin typeface="Times New Roman" panose="02020603050405020304" pitchFamily="18" charset="0"/>
                    <a:ea typeface="黑体" panose="02010609060101010101" pitchFamily="49" charset="-122"/>
                  </a:defRPr>
                </a:lvl4pPr>
                <a:lvl5pPr marL="2057400" indent="-228600">
                  <a:spcBef>
                    <a:spcPct val="20000"/>
                  </a:spcBef>
                  <a:buClr>
                    <a:schemeClr val="accent1"/>
                  </a:buClr>
                  <a:buSzPct val="50000"/>
                  <a:buFont typeface="Wingdings" panose="05000000000000000000" pitchFamily="2" charset="2"/>
                  <a:buChar char="n"/>
                  <a:defRPr sz="2000">
                    <a:solidFill>
                      <a:schemeClr val="tx1"/>
                    </a:solidFill>
                    <a:latin typeface="Times New Roman" panose="02020603050405020304" pitchFamily="18"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imes New Roman" panose="02020603050405020304" pitchFamily="18"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imes New Roman" panose="02020603050405020304" pitchFamily="18"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imes New Roman" panose="02020603050405020304" pitchFamily="18"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imes New Roman" panose="02020603050405020304" pitchFamily="18" charset="0"/>
                    <a:ea typeface="黑体" panose="02010609060101010101" pitchFamily="49" charset="-122"/>
                  </a:defRPr>
                </a:lvl9pPr>
              </a:lstStyle>
              <a:p>
                <a:pPr algn="just">
                  <a:spcBef>
                    <a:spcPct val="0"/>
                  </a:spcBef>
                  <a:buClrTx/>
                  <a:buSzTx/>
                  <a:buFontTx/>
                  <a:buNone/>
                </a:pPr>
                <a:r>
                  <a:rPr lang="en-US" altLang="zh-CN" sz="2400">
                    <a:solidFill>
                      <a:srgbClr val="000000"/>
                    </a:solidFill>
                    <a:ea typeface="宋体" panose="02010600030101010101" pitchFamily="2" charset="-122"/>
                  </a:rPr>
                  <a:t>…</a:t>
                </a:r>
              </a:p>
            </p:txBody>
          </p:sp>
        </p:grpSp>
        <p:sp>
          <p:nvSpPr>
            <p:cNvPr id="74762" name="Text Box 27">
              <a:extLst>
                <a:ext uri="{FF2B5EF4-FFF2-40B4-BE49-F238E27FC236}">
                  <a16:creationId xmlns:a16="http://schemas.microsoft.com/office/drawing/2014/main" id="{208A8F55-877A-4255-AFD5-00C594066C7E}"/>
                </a:ext>
              </a:extLst>
            </p:cNvPr>
            <p:cNvSpPr txBox="1">
              <a:spLocks noChangeArrowheads="1"/>
            </p:cNvSpPr>
            <p:nvPr/>
          </p:nvSpPr>
          <p:spPr bwMode="auto">
            <a:xfrm>
              <a:off x="2112" y="2064"/>
              <a:ext cx="624" cy="30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5400" algn="ctr">
                  <a:solidFill>
                    <a:srgbClr val="000000"/>
                  </a:solidFill>
                  <a:miter lim="800000"/>
                  <a:headEnd/>
                  <a:tailEnd/>
                </a14:hiddenLine>
              </a:ext>
            </a:extLst>
          </p:spPr>
          <p:txBody>
            <a:bodyPr lIns="54000" tIns="28800" rIns="54000" bIns="28800">
              <a:spAutoFit/>
            </a:bodyPr>
            <a:lstStyle>
              <a:lvl1pPr>
                <a:spcBef>
                  <a:spcPct val="20000"/>
                </a:spcBef>
                <a:buClr>
                  <a:schemeClr val="folHlink"/>
                </a:buClr>
                <a:buSzPct val="60000"/>
                <a:buFont typeface="Wingdings" panose="05000000000000000000" pitchFamily="2" charset="2"/>
                <a:buChar char="n"/>
                <a:defRPr sz="3200">
                  <a:solidFill>
                    <a:schemeClr val="tx1"/>
                  </a:solidFill>
                  <a:latin typeface="Times New Roman" panose="02020603050405020304" pitchFamily="18" charset="0"/>
                  <a:ea typeface="黑体" panose="02010609060101010101" pitchFamily="49" charset="-122"/>
                </a:defRPr>
              </a:lvl1pPr>
              <a:lvl2pPr marL="742950" indent="-285750">
                <a:spcBef>
                  <a:spcPct val="20000"/>
                </a:spcBef>
                <a:buClr>
                  <a:schemeClr val="hlink"/>
                </a:buClr>
                <a:buSzPct val="55000"/>
                <a:buFont typeface="Wingdings" panose="05000000000000000000" pitchFamily="2" charset="2"/>
                <a:buChar char="n"/>
                <a:defRPr sz="2800">
                  <a:solidFill>
                    <a:schemeClr val="tx1"/>
                  </a:solidFill>
                  <a:latin typeface="Times New Roman" panose="02020603050405020304" pitchFamily="18" charset="0"/>
                  <a:ea typeface="黑体" panose="02010609060101010101" pitchFamily="49" charset="-122"/>
                </a:defRPr>
              </a:lvl2pPr>
              <a:lvl3pPr marL="1143000" indent="-228600">
                <a:spcBef>
                  <a:spcPct val="20000"/>
                </a:spcBef>
                <a:buClr>
                  <a:schemeClr val="folHlink"/>
                </a:buClr>
                <a:buSzPct val="50000"/>
                <a:buFont typeface="Wingdings" panose="05000000000000000000" pitchFamily="2" charset="2"/>
                <a:buChar char="n"/>
                <a:defRPr sz="2400">
                  <a:solidFill>
                    <a:schemeClr val="tx1"/>
                  </a:solidFill>
                  <a:latin typeface="Times New Roman" panose="02020603050405020304" pitchFamily="18" charset="0"/>
                  <a:ea typeface="黑体" panose="02010609060101010101" pitchFamily="49" charset="-122"/>
                </a:defRPr>
              </a:lvl3pPr>
              <a:lvl4pPr marL="1600200" indent="-228600">
                <a:spcBef>
                  <a:spcPct val="20000"/>
                </a:spcBef>
                <a:buClr>
                  <a:schemeClr val="accent2"/>
                </a:buClr>
                <a:buSzPct val="55000"/>
                <a:buFont typeface="Wingdings" panose="05000000000000000000" pitchFamily="2" charset="2"/>
                <a:buChar char="n"/>
                <a:defRPr sz="2000">
                  <a:solidFill>
                    <a:schemeClr val="tx1"/>
                  </a:solidFill>
                  <a:latin typeface="Times New Roman" panose="02020603050405020304" pitchFamily="18" charset="0"/>
                  <a:ea typeface="黑体" panose="02010609060101010101" pitchFamily="49" charset="-122"/>
                </a:defRPr>
              </a:lvl4pPr>
              <a:lvl5pPr marL="2057400" indent="-228600">
                <a:spcBef>
                  <a:spcPct val="20000"/>
                </a:spcBef>
                <a:buClr>
                  <a:schemeClr val="accent1"/>
                </a:buClr>
                <a:buSzPct val="50000"/>
                <a:buFont typeface="Wingdings" panose="05000000000000000000" pitchFamily="2" charset="2"/>
                <a:buChar char="n"/>
                <a:defRPr sz="2000">
                  <a:solidFill>
                    <a:schemeClr val="tx1"/>
                  </a:solidFill>
                  <a:latin typeface="Times New Roman" panose="02020603050405020304" pitchFamily="18"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imes New Roman" panose="02020603050405020304" pitchFamily="18"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imes New Roman" panose="02020603050405020304" pitchFamily="18"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imes New Roman" panose="02020603050405020304" pitchFamily="18"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imes New Roman" panose="02020603050405020304" pitchFamily="18" charset="0"/>
                  <a:ea typeface="黑体" panose="02010609060101010101" pitchFamily="49" charset="-122"/>
                </a:defRPr>
              </a:lvl9pPr>
            </a:lstStyle>
            <a:p>
              <a:pPr algn="just">
                <a:spcBef>
                  <a:spcPct val="50000"/>
                </a:spcBef>
                <a:buClrTx/>
                <a:buSzTx/>
                <a:buFontTx/>
                <a:buNone/>
              </a:pPr>
              <a:r>
                <a:rPr lang="zh-CN" altLang="en-US" sz="2800" b="0">
                  <a:solidFill>
                    <a:srgbClr val="000000"/>
                  </a:solidFill>
                </a:rPr>
                <a:t>输入</a:t>
              </a:r>
            </a:p>
          </p:txBody>
        </p:sp>
      </p:grpSp>
      <p:sp>
        <p:nvSpPr>
          <p:cNvPr id="74760" name="Line 30">
            <a:extLst>
              <a:ext uri="{FF2B5EF4-FFF2-40B4-BE49-F238E27FC236}">
                <a16:creationId xmlns:a16="http://schemas.microsoft.com/office/drawing/2014/main" id="{B72F9F44-073C-4E62-8905-6CFEA6934F62}"/>
              </a:ext>
            </a:extLst>
          </p:cNvPr>
          <p:cNvSpPr>
            <a:spLocks noChangeShapeType="1"/>
          </p:cNvSpPr>
          <p:nvPr/>
        </p:nvSpPr>
        <p:spPr bwMode="auto">
          <a:xfrm>
            <a:off x="1295400" y="3927764"/>
            <a:ext cx="533400" cy="0"/>
          </a:xfrm>
          <a:prstGeom prst="line">
            <a:avLst/>
          </a:prstGeom>
          <a:noFill/>
          <a:ln w="25400">
            <a:solidFill>
              <a:srgbClr val="008000"/>
            </a:solidFill>
            <a:round/>
            <a:headEnd/>
            <a:tailEnd type="triangle" w="med" len="med"/>
          </a:ln>
          <a:extLst>
            <a:ext uri="{909E8E84-426E-40DD-AFC4-6F175D3DCCD1}">
              <a14:hiddenFill xmlns:a14="http://schemas.microsoft.com/office/drawing/2010/main">
                <a:noFill/>
              </a14:hiddenFill>
            </a:ext>
          </a:extLst>
        </p:spPr>
        <p:txBody>
          <a:bodyPr lIns="54000" tIns="28800" rIns="54000" bIns="28800"/>
          <a:lstStyle/>
          <a:p>
            <a:endParaRPr lang="zh-CN" altLang="en-US"/>
          </a:p>
        </p:txBody>
      </p:sp>
    </p:spTree>
  </p:cSld>
  <p:clrMapOvr>
    <a:masterClrMapping/>
  </p:clrMapOvr>
</p:sld>
</file>

<file path=ppt/slides/slide6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5778" name="Rectangle 2">
            <a:extLst>
              <a:ext uri="{FF2B5EF4-FFF2-40B4-BE49-F238E27FC236}">
                <a16:creationId xmlns:a16="http://schemas.microsoft.com/office/drawing/2014/main" id="{963A8966-694C-4BE5-BFD9-DEC3420942ED}"/>
              </a:ext>
            </a:extLst>
          </p:cNvPr>
          <p:cNvSpPr>
            <a:spLocks noGrp="1" noChangeArrowheads="1"/>
          </p:cNvSpPr>
          <p:nvPr>
            <p:ph type="title"/>
          </p:nvPr>
        </p:nvSpPr>
        <p:spPr/>
        <p:txBody>
          <a:bodyPr/>
          <a:lstStyle/>
          <a:p>
            <a:pPr eaLnBrk="1" hangingPunct="1"/>
            <a:r>
              <a:rPr lang="en-US" altLang="zh-CN"/>
              <a:t>3.3.6 </a:t>
            </a:r>
            <a:r>
              <a:rPr lang="zh-CN" altLang="en-US"/>
              <a:t>预测分析的错误恢复</a:t>
            </a:r>
          </a:p>
        </p:txBody>
      </p:sp>
      <p:sp>
        <p:nvSpPr>
          <p:cNvPr id="75779" name="Rectangle 3">
            <a:extLst>
              <a:ext uri="{FF2B5EF4-FFF2-40B4-BE49-F238E27FC236}">
                <a16:creationId xmlns:a16="http://schemas.microsoft.com/office/drawing/2014/main" id="{FE864DD0-AC0D-4AB7-B98D-AF95657E2411}"/>
              </a:ext>
            </a:extLst>
          </p:cNvPr>
          <p:cNvSpPr>
            <a:spLocks noGrp="1" noChangeArrowheads="1"/>
          </p:cNvSpPr>
          <p:nvPr>
            <p:ph idx="1"/>
          </p:nvPr>
        </p:nvSpPr>
        <p:spPr/>
        <p:txBody>
          <a:bodyPr/>
          <a:lstStyle/>
          <a:p>
            <a:pPr eaLnBrk="1" hangingPunct="1"/>
            <a:r>
              <a:rPr lang="en-US" altLang="zh-CN" b="1">
                <a:cs typeface="Times New Roman" panose="02020603050405020304" pitchFamily="18" charset="0"/>
              </a:rPr>
              <a:t>M(A,a)</a:t>
            </a:r>
            <a:r>
              <a:rPr lang="zh-CN" altLang="en-US">
                <a:cs typeface="Times New Roman" panose="02020603050405020304" pitchFamily="18" charset="0"/>
              </a:rPr>
              <a:t>为空，</a:t>
            </a:r>
            <a:r>
              <a:rPr lang="en-US" altLang="zh-CN" b="1">
                <a:cs typeface="Times New Roman" panose="02020603050405020304" pitchFamily="18" charset="0"/>
              </a:rPr>
              <a:t>a</a:t>
            </a:r>
            <a:r>
              <a:rPr lang="zh-CN" altLang="en-US">
                <a:cs typeface="Times New Roman" panose="02020603050405020304" pitchFamily="18" charset="0"/>
              </a:rPr>
              <a:t>和</a:t>
            </a:r>
            <a:r>
              <a:rPr lang="en-US" altLang="zh-CN" b="1">
                <a:cs typeface="Times New Roman" panose="02020603050405020304" pitchFamily="18" charset="0"/>
              </a:rPr>
              <a:t>b</a:t>
            </a:r>
            <a:r>
              <a:rPr lang="zh-CN" altLang="en-US">
                <a:cs typeface="Times New Roman" panose="02020603050405020304" pitchFamily="18" charset="0"/>
              </a:rPr>
              <a:t>都不在</a:t>
            </a:r>
            <a:r>
              <a:rPr lang="en-US" altLang="zh-CN" b="1">
                <a:cs typeface="Times New Roman" panose="02020603050405020304" pitchFamily="18" charset="0"/>
              </a:rPr>
              <a:t>A</a:t>
            </a:r>
            <a:r>
              <a:rPr lang="zh-CN" altLang="en-US">
                <a:cs typeface="Times New Roman" panose="02020603050405020304" pitchFamily="18" charset="0"/>
              </a:rPr>
              <a:t>的同步集合中，</a:t>
            </a:r>
            <a:r>
              <a:rPr lang="en-US" altLang="zh-CN" b="1">
                <a:cs typeface="Times New Roman" panose="02020603050405020304" pitchFamily="18" charset="0"/>
              </a:rPr>
              <a:t>c</a:t>
            </a:r>
            <a:r>
              <a:rPr lang="en-US" altLang="zh-CN" b="1">
                <a:cs typeface="Times New Roman" panose="02020603050405020304" pitchFamily="18" charset="0"/>
                <a:sym typeface="Symbol" panose="05050102010706020507" pitchFamily="18" charset="2"/>
              </a:rPr>
              <a:t>FOLLOW(A)</a:t>
            </a:r>
          </a:p>
          <a:p>
            <a:pPr eaLnBrk="1" hangingPunct="1"/>
            <a:endParaRPr lang="en-US" altLang="zh-CN"/>
          </a:p>
        </p:txBody>
      </p:sp>
      <p:sp>
        <p:nvSpPr>
          <p:cNvPr id="2" name="日期占位符 1">
            <a:extLst>
              <a:ext uri="{FF2B5EF4-FFF2-40B4-BE49-F238E27FC236}">
                <a16:creationId xmlns:a16="http://schemas.microsoft.com/office/drawing/2014/main" id="{6F4077A7-1E89-7AA5-71DB-B4A957CE60DC}"/>
              </a:ext>
            </a:extLst>
          </p:cNvPr>
          <p:cNvSpPr>
            <a:spLocks noGrp="1"/>
          </p:cNvSpPr>
          <p:nvPr>
            <p:ph type="dt" sz="half" idx="10"/>
          </p:nvPr>
        </p:nvSpPr>
        <p:spPr/>
        <p:txBody>
          <a:bodyPr/>
          <a:lstStyle/>
          <a:p>
            <a:fld id="{B7A46466-A7C1-4DC7-AABC-71058886CBD0}" type="datetime2">
              <a:rPr lang="zh-CN" altLang="en-US" smtClean="0"/>
              <a:pPr/>
              <a:t>2025年11月26日</a:t>
            </a:fld>
            <a:endParaRPr lang="zh-CN" altLang="en-US"/>
          </a:p>
        </p:txBody>
      </p:sp>
      <p:sp>
        <p:nvSpPr>
          <p:cNvPr id="3" name="页脚占位符 2">
            <a:extLst>
              <a:ext uri="{FF2B5EF4-FFF2-40B4-BE49-F238E27FC236}">
                <a16:creationId xmlns:a16="http://schemas.microsoft.com/office/drawing/2014/main" id="{1DF65941-5F05-496E-1FF4-BAF712B6FE7F}"/>
              </a:ext>
            </a:extLst>
          </p:cNvPr>
          <p:cNvSpPr>
            <a:spLocks noGrp="1"/>
          </p:cNvSpPr>
          <p:nvPr>
            <p:ph type="ftr" sz="quarter" idx="11"/>
          </p:nvPr>
        </p:nvSpPr>
        <p:spPr/>
        <p:txBody>
          <a:bodyPr/>
          <a:lstStyle/>
          <a:p>
            <a:r>
              <a:rPr lang="zh-CN" altLang="en-US"/>
              <a:t>编译原理</a:t>
            </a:r>
            <a:r>
              <a:rPr lang="en-US" altLang="zh-CN"/>
              <a:t>-</a:t>
            </a:r>
            <a:r>
              <a:rPr lang="zh-CN" altLang="en-US"/>
              <a:t>王欣捷</a:t>
            </a:r>
            <a:r>
              <a:rPr lang="en-US" altLang="zh-CN"/>
              <a:t>-</a:t>
            </a:r>
            <a:r>
              <a:rPr lang="zh-CN" altLang="en-US"/>
              <a:t>第三章 语法分析</a:t>
            </a:r>
            <a:r>
              <a:rPr lang="en-US" altLang="zh-CN"/>
              <a:t>(4)</a:t>
            </a:r>
            <a:endParaRPr lang="zh-CN" altLang="en-US"/>
          </a:p>
        </p:txBody>
      </p:sp>
      <p:sp>
        <p:nvSpPr>
          <p:cNvPr id="4" name="灯片编号占位符 3">
            <a:extLst>
              <a:ext uri="{FF2B5EF4-FFF2-40B4-BE49-F238E27FC236}">
                <a16:creationId xmlns:a16="http://schemas.microsoft.com/office/drawing/2014/main" id="{0D0D7DCD-3896-97CB-3819-5DD2109E95B2}"/>
              </a:ext>
            </a:extLst>
          </p:cNvPr>
          <p:cNvSpPr>
            <a:spLocks noGrp="1"/>
          </p:cNvSpPr>
          <p:nvPr>
            <p:ph type="sldNum" sz="quarter" idx="12"/>
          </p:nvPr>
        </p:nvSpPr>
        <p:spPr/>
        <p:txBody>
          <a:bodyPr/>
          <a:lstStyle/>
          <a:p>
            <a:fld id="{094DEB03-EFC6-4C20-8FC8-295189A5386F}" type="slidenum">
              <a:rPr lang="zh-CN" altLang="en-US" smtClean="0"/>
              <a:pPr/>
              <a:t>68</a:t>
            </a:fld>
            <a:endParaRPr lang="zh-CN" altLang="en-US"/>
          </a:p>
        </p:txBody>
      </p:sp>
      <p:grpSp>
        <p:nvGrpSpPr>
          <p:cNvPr id="75780" name="Group 5">
            <a:extLst>
              <a:ext uri="{FF2B5EF4-FFF2-40B4-BE49-F238E27FC236}">
                <a16:creationId xmlns:a16="http://schemas.microsoft.com/office/drawing/2014/main" id="{02CC0B63-4D4D-4DF3-BF54-E15FDED6B4A7}"/>
              </a:ext>
            </a:extLst>
          </p:cNvPr>
          <p:cNvGrpSpPr>
            <a:grpSpLocks/>
          </p:cNvGrpSpPr>
          <p:nvPr/>
        </p:nvGrpSpPr>
        <p:grpSpPr bwMode="auto">
          <a:xfrm>
            <a:off x="1828800" y="2784764"/>
            <a:ext cx="609600" cy="2971800"/>
            <a:chOff x="1152" y="2160"/>
            <a:chExt cx="384" cy="1872"/>
          </a:xfrm>
        </p:grpSpPr>
        <p:grpSp>
          <p:nvGrpSpPr>
            <p:cNvPr id="75794" name="Group 6">
              <a:extLst>
                <a:ext uri="{FF2B5EF4-FFF2-40B4-BE49-F238E27FC236}">
                  <a16:creationId xmlns:a16="http://schemas.microsoft.com/office/drawing/2014/main" id="{26C79729-E419-4F8C-9B8F-E49A2324E9EE}"/>
                </a:ext>
              </a:extLst>
            </p:cNvPr>
            <p:cNvGrpSpPr>
              <a:grpSpLocks/>
            </p:cNvGrpSpPr>
            <p:nvPr/>
          </p:nvGrpSpPr>
          <p:grpSpPr bwMode="auto">
            <a:xfrm>
              <a:off x="1152" y="2640"/>
              <a:ext cx="384" cy="1392"/>
              <a:chOff x="1152" y="2208"/>
              <a:chExt cx="384" cy="1392"/>
            </a:xfrm>
          </p:grpSpPr>
          <p:sp>
            <p:nvSpPr>
              <p:cNvPr id="75796" name="Line 7">
                <a:extLst>
                  <a:ext uri="{FF2B5EF4-FFF2-40B4-BE49-F238E27FC236}">
                    <a16:creationId xmlns:a16="http://schemas.microsoft.com/office/drawing/2014/main" id="{2F3561A6-1DAE-4687-B80C-323AAB09E4DA}"/>
                  </a:ext>
                </a:extLst>
              </p:cNvPr>
              <p:cNvSpPr>
                <a:spLocks noChangeShapeType="1"/>
              </p:cNvSpPr>
              <p:nvPr/>
            </p:nvSpPr>
            <p:spPr bwMode="auto">
              <a:xfrm>
                <a:off x="1152" y="2208"/>
                <a:ext cx="0" cy="1344"/>
              </a:xfrm>
              <a:prstGeom prst="line">
                <a:avLst/>
              </a:prstGeom>
              <a:noFill/>
              <a:ln w="25400">
                <a:solidFill>
                  <a:srgbClr val="008000"/>
                </a:solidFill>
                <a:round/>
                <a:headEnd/>
                <a:tailEnd/>
              </a:ln>
              <a:extLst>
                <a:ext uri="{909E8E84-426E-40DD-AFC4-6F175D3DCCD1}">
                  <a14:hiddenFill xmlns:a14="http://schemas.microsoft.com/office/drawing/2010/main">
                    <a:noFill/>
                  </a14:hiddenFill>
                </a:ext>
              </a:extLst>
            </p:spPr>
            <p:txBody>
              <a:bodyPr lIns="54000" tIns="28800" rIns="54000" bIns="28800"/>
              <a:lstStyle/>
              <a:p>
                <a:endParaRPr lang="zh-CN" altLang="en-US"/>
              </a:p>
            </p:txBody>
          </p:sp>
          <p:sp>
            <p:nvSpPr>
              <p:cNvPr id="75797" name="Line 8">
                <a:extLst>
                  <a:ext uri="{FF2B5EF4-FFF2-40B4-BE49-F238E27FC236}">
                    <a16:creationId xmlns:a16="http://schemas.microsoft.com/office/drawing/2014/main" id="{4F56E7A0-52EC-4B94-A184-B335C175359F}"/>
                  </a:ext>
                </a:extLst>
              </p:cNvPr>
              <p:cNvSpPr>
                <a:spLocks noChangeShapeType="1"/>
              </p:cNvSpPr>
              <p:nvPr/>
            </p:nvSpPr>
            <p:spPr bwMode="auto">
              <a:xfrm>
                <a:off x="1536" y="2208"/>
                <a:ext cx="0" cy="1344"/>
              </a:xfrm>
              <a:prstGeom prst="line">
                <a:avLst/>
              </a:prstGeom>
              <a:noFill/>
              <a:ln w="25400">
                <a:solidFill>
                  <a:srgbClr val="008000"/>
                </a:solidFill>
                <a:round/>
                <a:headEnd/>
                <a:tailEnd/>
              </a:ln>
              <a:extLst>
                <a:ext uri="{909E8E84-426E-40DD-AFC4-6F175D3DCCD1}">
                  <a14:hiddenFill xmlns:a14="http://schemas.microsoft.com/office/drawing/2010/main">
                    <a:noFill/>
                  </a14:hiddenFill>
                </a:ext>
              </a:extLst>
            </p:spPr>
            <p:txBody>
              <a:bodyPr lIns="54000" tIns="28800" rIns="54000" bIns="28800"/>
              <a:lstStyle/>
              <a:p>
                <a:endParaRPr lang="zh-CN" altLang="en-US"/>
              </a:p>
            </p:txBody>
          </p:sp>
          <p:sp>
            <p:nvSpPr>
              <p:cNvPr id="75798" name="Rectangle 9">
                <a:extLst>
                  <a:ext uri="{FF2B5EF4-FFF2-40B4-BE49-F238E27FC236}">
                    <a16:creationId xmlns:a16="http://schemas.microsoft.com/office/drawing/2014/main" id="{8E2A4567-935E-4815-8034-033A3FBE82E2}"/>
                  </a:ext>
                </a:extLst>
              </p:cNvPr>
              <p:cNvSpPr>
                <a:spLocks noChangeArrowheads="1"/>
              </p:cNvSpPr>
              <p:nvPr/>
            </p:nvSpPr>
            <p:spPr bwMode="auto">
              <a:xfrm>
                <a:off x="1152" y="2640"/>
                <a:ext cx="384" cy="336"/>
              </a:xfrm>
              <a:prstGeom prst="rect">
                <a:avLst/>
              </a:prstGeom>
              <a:noFill/>
              <a:ln w="25400" algn="ctr">
                <a:solidFill>
                  <a:srgbClr val="008000"/>
                </a:solidFill>
                <a:miter lim="800000"/>
                <a:headEnd/>
                <a:tailEnd/>
              </a:ln>
              <a:extLst>
                <a:ext uri="{909E8E84-426E-40DD-AFC4-6F175D3DCCD1}">
                  <a14:hiddenFill xmlns:a14="http://schemas.microsoft.com/office/drawing/2010/main">
                    <a:solidFill>
                      <a:srgbClr val="FFFFFF"/>
                    </a:solidFill>
                  </a14:hiddenFill>
                </a:ext>
              </a:extLst>
            </p:spPr>
            <p:txBody>
              <a:bodyPr wrap="none" lIns="54000" tIns="28800" rIns="54000" bIns="28800" anchor="ctr"/>
              <a:lstStyle>
                <a:lvl1pPr>
                  <a:spcBef>
                    <a:spcPct val="20000"/>
                  </a:spcBef>
                  <a:buClr>
                    <a:schemeClr val="folHlink"/>
                  </a:buClr>
                  <a:buSzPct val="60000"/>
                  <a:buFont typeface="Wingdings" panose="05000000000000000000" pitchFamily="2" charset="2"/>
                  <a:buChar char="n"/>
                  <a:defRPr sz="3200">
                    <a:solidFill>
                      <a:schemeClr val="tx1"/>
                    </a:solidFill>
                    <a:latin typeface="Times New Roman" panose="02020603050405020304" pitchFamily="18" charset="0"/>
                    <a:ea typeface="黑体" panose="02010609060101010101" pitchFamily="49" charset="-122"/>
                  </a:defRPr>
                </a:lvl1pPr>
                <a:lvl2pPr marL="742950" indent="-285750">
                  <a:spcBef>
                    <a:spcPct val="20000"/>
                  </a:spcBef>
                  <a:buClr>
                    <a:schemeClr val="hlink"/>
                  </a:buClr>
                  <a:buSzPct val="55000"/>
                  <a:buFont typeface="Wingdings" panose="05000000000000000000" pitchFamily="2" charset="2"/>
                  <a:buChar char="n"/>
                  <a:defRPr sz="2800">
                    <a:solidFill>
                      <a:schemeClr val="tx1"/>
                    </a:solidFill>
                    <a:latin typeface="Times New Roman" panose="02020603050405020304" pitchFamily="18" charset="0"/>
                    <a:ea typeface="黑体" panose="02010609060101010101" pitchFamily="49" charset="-122"/>
                  </a:defRPr>
                </a:lvl2pPr>
                <a:lvl3pPr marL="1143000" indent="-228600">
                  <a:spcBef>
                    <a:spcPct val="20000"/>
                  </a:spcBef>
                  <a:buClr>
                    <a:schemeClr val="folHlink"/>
                  </a:buClr>
                  <a:buSzPct val="50000"/>
                  <a:buFont typeface="Wingdings" panose="05000000000000000000" pitchFamily="2" charset="2"/>
                  <a:buChar char="n"/>
                  <a:defRPr sz="2400">
                    <a:solidFill>
                      <a:schemeClr val="tx1"/>
                    </a:solidFill>
                    <a:latin typeface="Times New Roman" panose="02020603050405020304" pitchFamily="18" charset="0"/>
                    <a:ea typeface="黑体" panose="02010609060101010101" pitchFamily="49" charset="-122"/>
                  </a:defRPr>
                </a:lvl3pPr>
                <a:lvl4pPr marL="1600200" indent="-228600">
                  <a:spcBef>
                    <a:spcPct val="20000"/>
                  </a:spcBef>
                  <a:buClr>
                    <a:schemeClr val="accent2"/>
                  </a:buClr>
                  <a:buSzPct val="55000"/>
                  <a:buFont typeface="Wingdings" panose="05000000000000000000" pitchFamily="2" charset="2"/>
                  <a:buChar char="n"/>
                  <a:defRPr sz="2000">
                    <a:solidFill>
                      <a:schemeClr val="tx1"/>
                    </a:solidFill>
                    <a:latin typeface="Times New Roman" panose="02020603050405020304" pitchFamily="18" charset="0"/>
                    <a:ea typeface="黑体" panose="02010609060101010101" pitchFamily="49" charset="-122"/>
                  </a:defRPr>
                </a:lvl4pPr>
                <a:lvl5pPr marL="2057400" indent="-228600">
                  <a:spcBef>
                    <a:spcPct val="20000"/>
                  </a:spcBef>
                  <a:buClr>
                    <a:schemeClr val="accent1"/>
                  </a:buClr>
                  <a:buSzPct val="50000"/>
                  <a:buFont typeface="Wingdings" panose="05000000000000000000" pitchFamily="2" charset="2"/>
                  <a:buChar char="n"/>
                  <a:defRPr sz="2000">
                    <a:solidFill>
                      <a:schemeClr val="tx1"/>
                    </a:solidFill>
                    <a:latin typeface="Times New Roman" panose="02020603050405020304" pitchFamily="18"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imes New Roman" panose="02020603050405020304" pitchFamily="18"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imes New Roman" panose="02020603050405020304" pitchFamily="18"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imes New Roman" panose="02020603050405020304" pitchFamily="18"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imes New Roman" panose="02020603050405020304" pitchFamily="18" charset="0"/>
                    <a:ea typeface="黑体" panose="02010609060101010101" pitchFamily="49" charset="-122"/>
                  </a:defRPr>
                </a:lvl9pPr>
              </a:lstStyle>
              <a:p>
                <a:pPr algn="ctr">
                  <a:spcBef>
                    <a:spcPct val="0"/>
                  </a:spcBef>
                  <a:buClrTx/>
                  <a:buSzTx/>
                  <a:buFontTx/>
                  <a:buNone/>
                </a:pPr>
                <a:r>
                  <a:rPr lang="en-US" altLang="zh-CN" sz="2400">
                    <a:solidFill>
                      <a:srgbClr val="000000"/>
                    </a:solidFill>
                    <a:ea typeface="宋体" panose="02010600030101010101" pitchFamily="2" charset="-122"/>
                  </a:rPr>
                  <a:t>B</a:t>
                </a:r>
              </a:p>
            </p:txBody>
          </p:sp>
          <p:sp>
            <p:nvSpPr>
              <p:cNvPr id="75799" name="Rectangle 10">
                <a:extLst>
                  <a:ext uri="{FF2B5EF4-FFF2-40B4-BE49-F238E27FC236}">
                    <a16:creationId xmlns:a16="http://schemas.microsoft.com/office/drawing/2014/main" id="{C3045F93-F2E9-4ADB-BA48-D783E872DA61}"/>
                  </a:ext>
                </a:extLst>
              </p:cNvPr>
              <p:cNvSpPr>
                <a:spLocks noChangeArrowheads="1"/>
              </p:cNvSpPr>
              <p:nvPr/>
            </p:nvSpPr>
            <p:spPr bwMode="auto">
              <a:xfrm>
                <a:off x="1152" y="2976"/>
                <a:ext cx="384" cy="624"/>
              </a:xfrm>
              <a:prstGeom prst="rect">
                <a:avLst/>
              </a:prstGeom>
              <a:noFill/>
              <a:ln w="25400" algn="ctr">
                <a:solidFill>
                  <a:srgbClr val="008000"/>
                </a:solidFill>
                <a:miter lim="800000"/>
                <a:headEnd/>
                <a:tailEnd/>
              </a:ln>
              <a:extLst>
                <a:ext uri="{909E8E84-426E-40DD-AFC4-6F175D3DCCD1}">
                  <a14:hiddenFill xmlns:a14="http://schemas.microsoft.com/office/drawing/2010/main">
                    <a:solidFill>
                      <a:srgbClr val="FFFFFF"/>
                    </a:solidFill>
                  </a14:hiddenFill>
                </a:ext>
              </a:extLst>
            </p:spPr>
            <p:txBody>
              <a:bodyPr wrap="none" lIns="54000" tIns="28800" rIns="54000" bIns="28800" anchor="ctr"/>
              <a:lstStyle>
                <a:lvl1pPr>
                  <a:spcBef>
                    <a:spcPct val="20000"/>
                  </a:spcBef>
                  <a:buClr>
                    <a:schemeClr val="folHlink"/>
                  </a:buClr>
                  <a:buSzPct val="60000"/>
                  <a:buFont typeface="Wingdings" panose="05000000000000000000" pitchFamily="2" charset="2"/>
                  <a:buChar char="n"/>
                  <a:defRPr sz="3200">
                    <a:solidFill>
                      <a:schemeClr val="tx1"/>
                    </a:solidFill>
                    <a:latin typeface="Times New Roman" panose="02020603050405020304" pitchFamily="18" charset="0"/>
                    <a:ea typeface="黑体" panose="02010609060101010101" pitchFamily="49" charset="-122"/>
                  </a:defRPr>
                </a:lvl1pPr>
                <a:lvl2pPr marL="742950" indent="-285750">
                  <a:spcBef>
                    <a:spcPct val="20000"/>
                  </a:spcBef>
                  <a:buClr>
                    <a:schemeClr val="hlink"/>
                  </a:buClr>
                  <a:buSzPct val="55000"/>
                  <a:buFont typeface="Wingdings" panose="05000000000000000000" pitchFamily="2" charset="2"/>
                  <a:buChar char="n"/>
                  <a:defRPr sz="2800">
                    <a:solidFill>
                      <a:schemeClr val="tx1"/>
                    </a:solidFill>
                    <a:latin typeface="Times New Roman" panose="02020603050405020304" pitchFamily="18" charset="0"/>
                    <a:ea typeface="黑体" panose="02010609060101010101" pitchFamily="49" charset="-122"/>
                  </a:defRPr>
                </a:lvl2pPr>
                <a:lvl3pPr marL="1143000" indent="-228600">
                  <a:spcBef>
                    <a:spcPct val="20000"/>
                  </a:spcBef>
                  <a:buClr>
                    <a:schemeClr val="folHlink"/>
                  </a:buClr>
                  <a:buSzPct val="50000"/>
                  <a:buFont typeface="Wingdings" panose="05000000000000000000" pitchFamily="2" charset="2"/>
                  <a:buChar char="n"/>
                  <a:defRPr sz="2400">
                    <a:solidFill>
                      <a:schemeClr val="tx1"/>
                    </a:solidFill>
                    <a:latin typeface="Times New Roman" panose="02020603050405020304" pitchFamily="18" charset="0"/>
                    <a:ea typeface="黑体" panose="02010609060101010101" pitchFamily="49" charset="-122"/>
                  </a:defRPr>
                </a:lvl3pPr>
                <a:lvl4pPr marL="1600200" indent="-228600">
                  <a:spcBef>
                    <a:spcPct val="20000"/>
                  </a:spcBef>
                  <a:buClr>
                    <a:schemeClr val="accent2"/>
                  </a:buClr>
                  <a:buSzPct val="55000"/>
                  <a:buFont typeface="Wingdings" panose="05000000000000000000" pitchFamily="2" charset="2"/>
                  <a:buChar char="n"/>
                  <a:defRPr sz="2000">
                    <a:solidFill>
                      <a:schemeClr val="tx1"/>
                    </a:solidFill>
                    <a:latin typeface="Times New Roman" panose="02020603050405020304" pitchFamily="18" charset="0"/>
                    <a:ea typeface="黑体" panose="02010609060101010101" pitchFamily="49" charset="-122"/>
                  </a:defRPr>
                </a:lvl4pPr>
                <a:lvl5pPr marL="2057400" indent="-228600">
                  <a:spcBef>
                    <a:spcPct val="20000"/>
                  </a:spcBef>
                  <a:buClr>
                    <a:schemeClr val="accent1"/>
                  </a:buClr>
                  <a:buSzPct val="50000"/>
                  <a:buFont typeface="Wingdings" panose="05000000000000000000" pitchFamily="2" charset="2"/>
                  <a:buChar char="n"/>
                  <a:defRPr sz="2000">
                    <a:solidFill>
                      <a:schemeClr val="tx1"/>
                    </a:solidFill>
                    <a:latin typeface="Times New Roman" panose="02020603050405020304" pitchFamily="18"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imes New Roman" panose="02020603050405020304" pitchFamily="18"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imes New Roman" panose="02020603050405020304" pitchFamily="18"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imes New Roman" panose="02020603050405020304" pitchFamily="18"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imes New Roman" panose="02020603050405020304" pitchFamily="18" charset="0"/>
                    <a:ea typeface="黑体" panose="02010609060101010101" pitchFamily="49" charset="-122"/>
                  </a:defRPr>
                </a:lvl9pPr>
              </a:lstStyle>
              <a:p>
                <a:pPr algn="just">
                  <a:spcBef>
                    <a:spcPct val="0"/>
                  </a:spcBef>
                  <a:buClrTx/>
                  <a:buSzTx/>
                  <a:buFontTx/>
                  <a:buNone/>
                </a:pPr>
                <a:endParaRPr lang="zh-CN" altLang="en-US" sz="2400">
                  <a:solidFill>
                    <a:srgbClr val="000000"/>
                  </a:solidFill>
                  <a:ea typeface="宋体" panose="02010600030101010101" pitchFamily="2" charset="-122"/>
                </a:endParaRPr>
              </a:p>
            </p:txBody>
          </p:sp>
          <p:sp>
            <p:nvSpPr>
              <p:cNvPr id="75800" name="Text Box 11">
                <a:extLst>
                  <a:ext uri="{FF2B5EF4-FFF2-40B4-BE49-F238E27FC236}">
                    <a16:creationId xmlns:a16="http://schemas.microsoft.com/office/drawing/2014/main" id="{0F9976D5-6132-4B76-AEF0-3C93D075975D}"/>
                  </a:ext>
                </a:extLst>
              </p:cNvPr>
              <p:cNvSpPr txBox="1">
                <a:spLocks noChangeArrowheads="1"/>
              </p:cNvSpPr>
              <p:nvPr/>
            </p:nvSpPr>
            <p:spPr bwMode="auto">
              <a:xfrm>
                <a:off x="1235" y="3053"/>
                <a:ext cx="301" cy="2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5400" algn="ctr">
                    <a:solidFill>
                      <a:srgbClr val="000000"/>
                    </a:solidFill>
                    <a:miter lim="800000"/>
                    <a:headEnd/>
                    <a:tailEnd/>
                  </a14:hiddenLine>
                </a:ext>
              </a:extLst>
            </p:spPr>
            <p:txBody>
              <a:bodyPr vert="eaVert" wrap="none" lIns="54000" tIns="28800" rIns="54000" bIns="28800">
                <a:spAutoFit/>
              </a:bodyPr>
              <a:lstStyle>
                <a:lvl1pPr>
                  <a:spcBef>
                    <a:spcPct val="20000"/>
                  </a:spcBef>
                  <a:buClr>
                    <a:schemeClr val="folHlink"/>
                  </a:buClr>
                  <a:buSzPct val="60000"/>
                  <a:buFont typeface="Wingdings" panose="05000000000000000000" pitchFamily="2" charset="2"/>
                  <a:buChar char="n"/>
                  <a:defRPr sz="3200">
                    <a:solidFill>
                      <a:schemeClr val="tx1"/>
                    </a:solidFill>
                    <a:latin typeface="Times New Roman" panose="02020603050405020304" pitchFamily="18" charset="0"/>
                    <a:ea typeface="黑体" panose="02010609060101010101" pitchFamily="49" charset="-122"/>
                  </a:defRPr>
                </a:lvl1pPr>
                <a:lvl2pPr marL="742950" indent="-285750">
                  <a:spcBef>
                    <a:spcPct val="20000"/>
                  </a:spcBef>
                  <a:buClr>
                    <a:schemeClr val="hlink"/>
                  </a:buClr>
                  <a:buSzPct val="55000"/>
                  <a:buFont typeface="Wingdings" panose="05000000000000000000" pitchFamily="2" charset="2"/>
                  <a:buChar char="n"/>
                  <a:defRPr sz="2800">
                    <a:solidFill>
                      <a:schemeClr val="tx1"/>
                    </a:solidFill>
                    <a:latin typeface="Times New Roman" panose="02020603050405020304" pitchFamily="18" charset="0"/>
                    <a:ea typeface="黑体" panose="02010609060101010101" pitchFamily="49" charset="-122"/>
                  </a:defRPr>
                </a:lvl2pPr>
                <a:lvl3pPr marL="1143000" indent="-228600">
                  <a:spcBef>
                    <a:spcPct val="20000"/>
                  </a:spcBef>
                  <a:buClr>
                    <a:schemeClr val="folHlink"/>
                  </a:buClr>
                  <a:buSzPct val="50000"/>
                  <a:buFont typeface="Wingdings" panose="05000000000000000000" pitchFamily="2" charset="2"/>
                  <a:buChar char="n"/>
                  <a:defRPr sz="2400">
                    <a:solidFill>
                      <a:schemeClr val="tx1"/>
                    </a:solidFill>
                    <a:latin typeface="Times New Roman" panose="02020603050405020304" pitchFamily="18" charset="0"/>
                    <a:ea typeface="黑体" panose="02010609060101010101" pitchFamily="49" charset="-122"/>
                  </a:defRPr>
                </a:lvl3pPr>
                <a:lvl4pPr marL="1600200" indent="-228600">
                  <a:spcBef>
                    <a:spcPct val="20000"/>
                  </a:spcBef>
                  <a:buClr>
                    <a:schemeClr val="accent2"/>
                  </a:buClr>
                  <a:buSzPct val="55000"/>
                  <a:buFont typeface="Wingdings" panose="05000000000000000000" pitchFamily="2" charset="2"/>
                  <a:buChar char="n"/>
                  <a:defRPr sz="2000">
                    <a:solidFill>
                      <a:schemeClr val="tx1"/>
                    </a:solidFill>
                    <a:latin typeface="Times New Roman" panose="02020603050405020304" pitchFamily="18" charset="0"/>
                    <a:ea typeface="黑体" panose="02010609060101010101" pitchFamily="49" charset="-122"/>
                  </a:defRPr>
                </a:lvl4pPr>
                <a:lvl5pPr marL="2057400" indent="-228600">
                  <a:spcBef>
                    <a:spcPct val="20000"/>
                  </a:spcBef>
                  <a:buClr>
                    <a:schemeClr val="accent1"/>
                  </a:buClr>
                  <a:buSzPct val="50000"/>
                  <a:buFont typeface="Wingdings" panose="05000000000000000000" pitchFamily="2" charset="2"/>
                  <a:buChar char="n"/>
                  <a:defRPr sz="2000">
                    <a:solidFill>
                      <a:schemeClr val="tx1"/>
                    </a:solidFill>
                    <a:latin typeface="Times New Roman" panose="02020603050405020304" pitchFamily="18"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imes New Roman" panose="02020603050405020304" pitchFamily="18"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imes New Roman" panose="02020603050405020304" pitchFamily="18"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imes New Roman" panose="02020603050405020304" pitchFamily="18"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imes New Roman" panose="02020603050405020304" pitchFamily="18" charset="0"/>
                    <a:ea typeface="黑体" panose="02010609060101010101" pitchFamily="49" charset="-122"/>
                  </a:defRPr>
                </a:lvl9pPr>
              </a:lstStyle>
              <a:p>
                <a:pPr algn="just">
                  <a:spcBef>
                    <a:spcPct val="0"/>
                  </a:spcBef>
                  <a:buClrTx/>
                  <a:buSzTx/>
                  <a:buFontTx/>
                  <a:buNone/>
                </a:pPr>
                <a:r>
                  <a:rPr lang="en-US" altLang="zh-CN" sz="2400">
                    <a:solidFill>
                      <a:srgbClr val="000000"/>
                    </a:solidFill>
                    <a:ea typeface="宋体" panose="02010600030101010101" pitchFamily="2" charset="-122"/>
                  </a:rPr>
                  <a:t>…</a:t>
                </a:r>
              </a:p>
            </p:txBody>
          </p:sp>
          <p:sp>
            <p:nvSpPr>
              <p:cNvPr id="75801" name="Text Box 12">
                <a:extLst>
                  <a:ext uri="{FF2B5EF4-FFF2-40B4-BE49-F238E27FC236}">
                    <a16:creationId xmlns:a16="http://schemas.microsoft.com/office/drawing/2014/main" id="{68F90C18-6062-4334-88A6-0D0BA290C4CD}"/>
                  </a:ext>
                </a:extLst>
              </p:cNvPr>
              <p:cNvSpPr txBox="1">
                <a:spLocks noChangeArrowheads="1"/>
              </p:cNvSpPr>
              <p:nvPr/>
            </p:nvSpPr>
            <p:spPr bwMode="auto">
              <a:xfrm>
                <a:off x="1232" y="2326"/>
                <a:ext cx="209" cy="26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5400" algn="ctr">
                    <a:solidFill>
                      <a:srgbClr val="000000"/>
                    </a:solidFill>
                    <a:miter lim="800000"/>
                    <a:headEnd/>
                    <a:tailEnd/>
                  </a14:hiddenLine>
                </a:ext>
              </a:extLst>
            </p:spPr>
            <p:txBody>
              <a:bodyPr wrap="none" lIns="54000" tIns="28800" rIns="54000" bIns="28800">
                <a:spAutoFit/>
              </a:bodyPr>
              <a:lstStyle>
                <a:lvl1pPr>
                  <a:spcBef>
                    <a:spcPct val="20000"/>
                  </a:spcBef>
                  <a:buClr>
                    <a:schemeClr val="folHlink"/>
                  </a:buClr>
                  <a:buSzPct val="60000"/>
                  <a:buFont typeface="Wingdings" panose="05000000000000000000" pitchFamily="2" charset="2"/>
                  <a:buChar char="n"/>
                  <a:defRPr sz="3200">
                    <a:solidFill>
                      <a:schemeClr val="tx1"/>
                    </a:solidFill>
                    <a:latin typeface="Times New Roman" panose="02020603050405020304" pitchFamily="18" charset="0"/>
                    <a:ea typeface="黑体" panose="02010609060101010101" pitchFamily="49" charset="-122"/>
                  </a:defRPr>
                </a:lvl1pPr>
                <a:lvl2pPr marL="742950" indent="-285750">
                  <a:spcBef>
                    <a:spcPct val="20000"/>
                  </a:spcBef>
                  <a:buClr>
                    <a:schemeClr val="hlink"/>
                  </a:buClr>
                  <a:buSzPct val="55000"/>
                  <a:buFont typeface="Wingdings" panose="05000000000000000000" pitchFamily="2" charset="2"/>
                  <a:buChar char="n"/>
                  <a:defRPr sz="2800">
                    <a:solidFill>
                      <a:schemeClr val="tx1"/>
                    </a:solidFill>
                    <a:latin typeface="Times New Roman" panose="02020603050405020304" pitchFamily="18" charset="0"/>
                    <a:ea typeface="黑体" panose="02010609060101010101" pitchFamily="49" charset="-122"/>
                  </a:defRPr>
                </a:lvl2pPr>
                <a:lvl3pPr marL="1143000" indent="-228600">
                  <a:spcBef>
                    <a:spcPct val="20000"/>
                  </a:spcBef>
                  <a:buClr>
                    <a:schemeClr val="folHlink"/>
                  </a:buClr>
                  <a:buSzPct val="50000"/>
                  <a:buFont typeface="Wingdings" panose="05000000000000000000" pitchFamily="2" charset="2"/>
                  <a:buChar char="n"/>
                  <a:defRPr sz="2400">
                    <a:solidFill>
                      <a:schemeClr val="tx1"/>
                    </a:solidFill>
                    <a:latin typeface="Times New Roman" panose="02020603050405020304" pitchFamily="18" charset="0"/>
                    <a:ea typeface="黑体" panose="02010609060101010101" pitchFamily="49" charset="-122"/>
                  </a:defRPr>
                </a:lvl3pPr>
                <a:lvl4pPr marL="1600200" indent="-228600">
                  <a:spcBef>
                    <a:spcPct val="20000"/>
                  </a:spcBef>
                  <a:buClr>
                    <a:schemeClr val="accent2"/>
                  </a:buClr>
                  <a:buSzPct val="55000"/>
                  <a:buFont typeface="Wingdings" panose="05000000000000000000" pitchFamily="2" charset="2"/>
                  <a:buChar char="n"/>
                  <a:defRPr sz="2000">
                    <a:solidFill>
                      <a:schemeClr val="tx1"/>
                    </a:solidFill>
                    <a:latin typeface="Times New Roman" panose="02020603050405020304" pitchFamily="18" charset="0"/>
                    <a:ea typeface="黑体" panose="02010609060101010101" pitchFamily="49" charset="-122"/>
                  </a:defRPr>
                </a:lvl4pPr>
                <a:lvl5pPr marL="2057400" indent="-228600">
                  <a:spcBef>
                    <a:spcPct val="20000"/>
                  </a:spcBef>
                  <a:buClr>
                    <a:schemeClr val="accent1"/>
                  </a:buClr>
                  <a:buSzPct val="50000"/>
                  <a:buFont typeface="Wingdings" panose="05000000000000000000" pitchFamily="2" charset="2"/>
                  <a:buChar char="n"/>
                  <a:defRPr sz="2000">
                    <a:solidFill>
                      <a:schemeClr val="tx1"/>
                    </a:solidFill>
                    <a:latin typeface="Times New Roman" panose="02020603050405020304" pitchFamily="18"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imes New Roman" panose="02020603050405020304" pitchFamily="18"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imes New Roman" panose="02020603050405020304" pitchFamily="18"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imes New Roman" panose="02020603050405020304" pitchFamily="18"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imes New Roman" panose="02020603050405020304" pitchFamily="18" charset="0"/>
                    <a:ea typeface="黑体" panose="02010609060101010101" pitchFamily="49" charset="-122"/>
                  </a:defRPr>
                </a:lvl9pPr>
              </a:lstStyle>
              <a:p>
                <a:pPr algn="just">
                  <a:spcBef>
                    <a:spcPct val="0"/>
                  </a:spcBef>
                  <a:buClrTx/>
                  <a:buSzTx/>
                  <a:buFontTx/>
                  <a:buNone/>
                </a:pPr>
                <a:r>
                  <a:rPr lang="en-US" altLang="zh-CN" sz="2400">
                    <a:solidFill>
                      <a:srgbClr val="000000"/>
                    </a:solidFill>
                    <a:ea typeface="宋体" panose="02010600030101010101" pitchFamily="2" charset="-122"/>
                  </a:rPr>
                  <a:t>A</a:t>
                </a:r>
              </a:p>
            </p:txBody>
          </p:sp>
          <p:sp>
            <p:nvSpPr>
              <p:cNvPr id="75802" name="Rectangle 13">
                <a:extLst>
                  <a:ext uri="{FF2B5EF4-FFF2-40B4-BE49-F238E27FC236}">
                    <a16:creationId xmlns:a16="http://schemas.microsoft.com/office/drawing/2014/main" id="{15C2B2D0-0585-4406-BA0F-EC5E544DC697}"/>
                  </a:ext>
                </a:extLst>
              </p:cNvPr>
              <p:cNvSpPr>
                <a:spLocks noChangeArrowheads="1"/>
              </p:cNvSpPr>
              <p:nvPr/>
            </p:nvSpPr>
            <p:spPr bwMode="auto">
              <a:xfrm>
                <a:off x="1152" y="2304"/>
                <a:ext cx="384" cy="336"/>
              </a:xfrm>
              <a:prstGeom prst="rect">
                <a:avLst/>
              </a:prstGeom>
              <a:noFill/>
              <a:ln w="25400" algn="ctr">
                <a:solidFill>
                  <a:srgbClr val="008000"/>
                </a:solidFill>
                <a:miter lim="800000"/>
                <a:headEnd/>
                <a:tailEnd/>
              </a:ln>
              <a:extLst>
                <a:ext uri="{909E8E84-426E-40DD-AFC4-6F175D3DCCD1}">
                  <a14:hiddenFill xmlns:a14="http://schemas.microsoft.com/office/drawing/2010/main">
                    <a:solidFill>
                      <a:srgbClr val="FFFFFF"/>
                    </a:solidFill>
                  </a14:hiddenFill>
                </a:ext>
              </a:extLst>
            </p:spPr>
            <p:txBody>
              <a:bodyPr wrap="none" lIns="54000" tIns="28800" rIns="54000" bIns="28800" anchor="ctr"/>
              <a:lstStyle>
                <a:lvl1pPr>
                  <a:spcBef>
                    <a:spcPct val="20000"/>
                  </a:spcBef>
                  <a:buClr>
                    <a:schemeClr val="folHlink"/>
                  </a:buClr>
                  <a:buSzPct val="60000"/>
                  <a:buFont typeface="Wingdings" panose="05000000000000000000" pitchFamily="2" charset="2"/>
                  <a:buChar char="n"/>
                  <a:defRPr sz="3200">
                    <a:solidFill>
                      <a:schemeClr val="tx1"/>
                    </a:solidFill>
                    <a:latin typeface="Times New Roman" panose="02020603050405020304" pitchFamily="18" charset="0"/>
                    <a:ea typeface="黑体" panose="02010609060101010101" pitchFamily="49" charset="-122"/>
                  </a:defRPr>
                </a:lvl1pPr>
                <a:lvl2pPr marL="742950" indent="-285750">
                  <a:spcBef>
                    <a:spcPct val="20000"/>
                  </a:spcBef>
                  <a:buClr>
                    <a:schemeClr val="hlink"/>
                  </a:buClr>
                  <a:buSzPct val="55000"/>
                  <a:buFont typeface="Wingdings" panose="05000000000000000000" pitchFamily="2" charset="2"/>
                  <a:buChar char="n"/>
                  <a:defRPr sz="2800">
                    <a:solidFill>
                      <a:schemeClr val="tx1"/>
                    </a:solidFill>
                    <a:latin typeface="Times New Roman" panose="02020603050405020304" pitchFamily="18" charset="0"/>
                    <a:ea typeface="黑体" panose="02010609060101010101" pitchFamily="49" charset="-122"/>
                  </a:defRPr>
                </a:lvl2pPr>
                <a:lvl3pPr marL="1143000" indent="-228600">
                  <a:spcBef>
                    <a:spcPct val="20000"/>
                  </a:spcBef>
                  <a:buClr>
                    <a:schemeClr val="folHlink"/>
                  </a:buClr>
                  <a:buSzPct val="50000"/>
                  <a:buFont typeface="Wingdings" panose="05000000000000000000" pitchFamily="2" charset="2"/>
                  <a:buChar char="n"/>
                  <a:defRPr sz="2400">
                    <a:solidFill>
                      <a:schemeClr val="tx1"/>
                    </a:solidFill>
                    <a:latin typeface="Times New Roman" panose="02020603050405020304" pitchFamily="18" charset="0"/>
                    <a:ea typeface="黑体" panose="02010609060101010101" pitchFamily="49" charset="-122"/>
                  </a:defRPr>
                </a:lvl3pPr>
                <a:lvl4pPr marL="1600200" indent="-228600">
                  <a:spcBef>
                    <a:spcPct val="20000"/>
                  </a:spcBef>
                  <a:buClr>
                    <a:schemeClr val="accent2"/>
                  </a:buClr>
                  <a:buSzPct val="55000"/>
                  <a:buFont typeface="Wingdings" panose="05000000000000000000" pitchFamily="2" charset="2"/>
                  <a:buChar char="n"/>
                  <a:defRPr sz="2000">
                    <a:solidFill>
                      <a:schemeClr val="tx1"/>
                    </a:solidFill>
                    <a:latin typeface="Times New Roman" panose="02020603050405020304" pitchFamily="18" charset="0"/>
                    <a:ea typeface="黑体" panose="02010609060101010101" pitchFamily="49" charset="-122"/>
                  </a:defRPr>
                </a:lvl4pPr>
                <a:lvl5pPr marL="2057400" indent="-228600">
                  <a:spcBef>
                    <a:spcPct val="20000"/>
                  </a:spcBef>
                  <a:buClr>
                    <a:schemeClr val="accent1"/>
                  </a:buClr>
                  <a:buSzPct val="50000"/>
                  <a:buFont typeface="Wingdings" panose="05000000000000000000" pitchFamily="2" charset="2"/>
                  <a:buChar char="n"/>
                  <a:defRPr sz="2000">
                    <a:solidFill>
                      <a:schemeClr val="tx1"/>
                    </a:solidFill>
                    <a:latin typeface="Times New Roman" panose="02020603050405020304" pitchFamily="18"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imes New Roman" panose="02020603050405020304" pitchFamily="18"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imes New Roman" panose="02020603050405020304" pitchFamily="18"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imes New Roman" panose="02020603050405020304" pitchFamily="18"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imes New Roman" panose="02020603050405020304" pitchFamily="18" charset="0"/>
                    <a:ea typeface="黑体" panose="02010609060101010101" pitchFamily="49" charset="-122"/>
                  </a:defRPr>
                </a:lvl9pPr>
              </a:lstStyle>
              <a:p>
                <a:pPr algn="just">
                  <a:spcBef>
                    <a:spcPct val="0"/>
                  </a:spcBef>
                  <a:buClrTx/>
                  <a:buSzTx/>
                  <a:buFontTx/>
                  <a:buNone/>
                </a:pPr>
                <a:endParaRPr lang="zh-CN" altLang="en-US" sz="2400">
                  <a:solidFill>
                    <a:srgbClr val="000000"/>
                  </a:solidFill>
                  <a:ea typeface="宋体" panose="02010600030101010101" pitchFamily="2" charset="-122"/>
                </a:endParaRPr>
              </a:p>
            </p:txBody>
          </p:sp>
          <p:sp>
            <p:nvSpPr>
              <p:cNvPr id="75803" name="Rectangle 14">
                <a:extLst>
                  <a:ext uri="{FF2B5EF4-FFF2-40B4-BE49-F238E27FC236}">
                    <a16:creationId xmlns:a16="http://schemas.microsoft.com/office/drawing/2014/main" id="{7A1ED77B-6492-40BA-BBAB-594CDA5EDBCE}"/>
                  </a:ext>
                </a:extLst>
              </p:cNvPr>
              <p:cNvSpPr>
                <a:spLocks noChangeArrowheads="1"/>
              </p:cNvSpPr>
              <p:nvPr/>
            </p:nvSpPr>
            <p:spPr bwMode="auto">
              <a:xfrm>
                <a:off x="1152" y="3312"/>
                <a:ext cx="384" cy="288"/>
              </a:xfrm>
              <a:prstGeom prst="rect">
                <a:avLst/>
              </a:prstGeom>
              <a:noFill/>
              <a:ln w="25400" algn="ctr">
                <a:solidFill>
                  <a:srgbClr val="008000"/>
                </a:solidFill>
                <a:miter lim="800000"/>
                <a:headEnd/>
                <a:tailEnd/>
              </a:ln>
              <a:extLst>
                <a:ext uri="{909E8E84-426E-40DD-AFC4-6F175D3DCCD1}">
                  <a14:hiddenFill xmlns:a14="http://schemas.microsoft.com/office/drawing/2010/main">
                    <a:solidFill>
                      <a:srgbClr val="FFFFFF"/>
                    </a:solidFill>
                  </a14:hiddenFill>
                </a:ext>
              </a:extLst>
            </p:spPr>
            <p:txBody>
              <a:bodyPr wrap="none" lIns="54000" tIns="28800" rIns="54000" bIns="28800" anchor="ctr"/>
              <a:lstStyle>
                <a:lvl1pPr>
                  <a:spcBef>
                    <a:spcPct val="20000"/>
                  </a:spcBef>
                  <a:buClr>
                    <a:schemeClr val="folHlink"/>
                  </a:buClr>
                  <a:buSzPct val="60000"/>
                  <a:buFont typeface="Wingdings" panose="05000000000000000000" pitchFamily="2" charset="2"/>
                  <a:buChar char="n"/>
                  <a:defRPr sz="3200">
                    <a:solidFill>
                      <a:schemeClr val="tx1"/>
                    </a:solidFill>
                    <a:latin typeface="Times New Roman" panose="02020603050405020304" pitchFamily="18" charset="0"/>
                    <a:ea typeface="黑体" panose="02010609060101010101" pitchFamily="49" charset="-122"/>
                  </a:defRPr>
                </a:lvl1pPr>
                <a:lvl2pPr marL="742950" indent="-285750">
                  <a:spcBef>
                    <a:spcPct val="20000"/>
                  </a:spcBef>
                  <a:buClr>
                    <a:schemeClr val="hlink"/>
                  </a:buClr>
                  <a:buSzPct val="55000"/>
                  <a:buFont typeface="Wingdings" panose="05000000000000000000" pitchFamily="2" charset="2"/>
                  <a:buChar char="n"/>
                  <a:defRPr sz="2800">
                    <a:solidFill>
                      <a:schemeClr val="tx1"/>
                    </a:solidFill>
                    <a:latin typeface="Times New Roman" panose="02020603050405020304" pitchFamily="18" charset="0"/>
                    <a:ea typeface="黑体" panose="02010609060101010101" pitchFamily="49" charset="-122"/>
                  </a:defRPr>
                </a:lvl2pPr>
                <a:lvl3pPr marL="1143000" indent="-228600">
                  <a:spcBef>
                    <a:spcPct val="20000"/>
                  </a:spcBef>
                  <a:buClr>
                    <a:schemeClr val="folHlink"/>
                  </a:buClr>
                  <a:buSzPct val="50000"/>
                  <a:buFont typeface="Wingdings" panose="05000000000000000000" pitchFamily="2" charset="2"/>
                  <a:buChar char="n"/>
                  <a:defRPr sz="2400">
                    <a:solidFill>
                      <a:schemeClr val="tx1"/>
                    </a:solidFill>
                    <a:latin typeface="Times New Roman" panose="02020603050405020304" pitchFamily="18" charset="0"/>
                    <a:ea typeface="黑体" panose="02010609060101010101" pitchFamily="49" charset="-122"/>
                  </a:defRPr>
                </a:lvl3pPr>
                <a:lvl4pPr marL="1600200" indent="-228600">
                  <a:spcBef>
                    <a:spcPct val="20000"/>
                  </a:spcBef>
                  <a:buClr>
                    <a:schemeClr val="accent2"/>
                  </a:buClr>
                  <a:buSzPct val="55000"/>
                  <a:buFont typeface="Wingdings" panose="05000000000000000000" pitchFamily="2" charset="2"/>
                  <a:buChar char="n"/>
                  <a:defRPr sz="2000">
                    <a:solidFill>
                      <a:schemeClr val="tx1"/>
                    </a:solidFill>
                    <a:latin typeface="Times New Roman" panose="02020603050405020304" pitchFamily="18" charset="0"/>
                    <a:ea typeface="黑体" panose="02010609060101010101" pitchFamily="49" charset="-122"/>
                  </a:defRPr>
                </a:lvl4pPr>
                <a:lvl5pPr marL="2057400" indent="-228600">
                  <a:spcBef>
                    <a:spcPct val="20000"/>
                  </a:spcBef>
                  <a:buClr>
                    <a:schemeClr val="accent1"/>
                  </a:buClr>
                  <a:buSzPct val="50000"/>
                  <a:buFont typeface="Wingdings" panose="05000000000000000000" pitchFamily="2" charset="2"/>
                  <a:buChar char="n"/>
                  <a:defRPr sz="2000">
                    <a:solidFill>
                      <a:schemeClr val="tx1"/>
                    </a:solidFill>
                    <a:latin typeface="Times New Roman" panose="02020603050405020304" pitchFamily="18"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imes New Roman" panose="02020603050405020304" pitchFamily="18"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imes New Roman" panose="02020603050405020304" pitchFamily="18"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imes New Roman" panose="02020603050405020304" pitchFamily="18"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imes New Roman" panose="02020603050405020304" pitchFamily="18" charset="0"/>
                    <a:ea typeface="黑体" panose="02010609060101010101" pitchFamily="49" charset="-122"/>
                  </a:defRPr>
                </a:lvl9pPr>
              </a:lstStyle>
              <a:p>
                <a:pPr algn="ctr">
                  <a:spcBef>
                    <a:spcPct val="0"/>
                  </a:spcBef>
                  <a:buClrTx/>
                  <a:buSzTx/>
                  <a:buFontTx/>
                  <a:buNone/>
                </a:pPr>
                <a:r>
                  <a:rPr lang="en-US" altLang="zh-CN" sz="2400">
                    <a:solidFill>
                      <a:srgbClr val="000000"/>
                    </a:solidFill>
                    <a:ea typeface="宋体" panose="02010600030101010101" pitchFamily="2" charset="-122"/>
                  </a:rPr>
                  <a:t>$</a:t>
                </a:r>
              </a:p>
            </p:txBody>
          </p:sp>
        </p:grpSp>
        <p:sp>
          <p:nvSpPr>
            <p:cNvPr id="75795" name="Text Box 15">
              <a:extLst>
                <a:ext uri="{FF2B5EF4-FFF2-40B4-BE49-F238E27FC236}">
                  <a16:creationId xmlns:a16="http://schemas.microsoft.com/office/drawing/2014/main" id="{981F7393-DE01-47F8-8239-C7EA90BCF658}"/>
                </a:ext>
              </a:extLst>
            </p:cNvPr>
            <p:cNvSpPr txBox="1">
              <a:spLocks noChangeArrowheads="1"/>
            </p:cNvSpPr>
            <p:nvPr/>
          </p:nvSpPr>
          <p:spPr bwMode="auto">
            <a:xfrm>
              <a:off x="1199" y="2160"/>
              <a:ext cx="295" cy="30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5400" algn="ctr">
                  <a:solidFill>
                    <a:srgbClr val="000000"/>
                  </a:solidFill>
                  <a:miter lim="800000"/>
                  <a:headEnd/>
                  <a:tailEnd/>
                </a14:hiddenLine>
              </a:ext>
            </a:extLst>
          </p:spPr>
          <p:txBody>
            <a:bodyPr wrap="none" lIns="54000" tIns="28800" rIns="54000" bIns="28800">
              <a:spAutoFit/>
            </a:bodyPr>
            <a:lstStyle>
              <a:lvl1pPr>
                <a:spcBef>
                  <a:spcPct val="20000"/>
                </a:spcBef>
                <a:buClr>
                  <a:schemeClr val="folHlink"/>
                </a:buClr>
                <a:buSzPct val="60000"/>
                <a:buFont typeface="Wingdings" panose="05000000000000000000" pitchFamily="2" charset="2"/>
                <a:buChar char="n"/>
                <a:defRPr sz="3200">
                  <a:solidFill>
                    <a:schemeClr val="tx1"/>
                  </a:solidFill>
                  <a:latin typeface="Times New Roman" panose="02020603050405020304" pitchFamily="18" charset="0"/>
                  <a:ea typeface="黑体" panose="02010609060101010101" pitchFamily="49" charset="-122"/>
                </a:defRPr>
              </a:lvl1pPr>
              <a:lvl2pPr marL="742950" indent="-285750">
                <a:spcBef>
                  <a:spcPct val="20000"/>
                </a:spcBef>
                <a:buClr>
                  <a:schemeClr val="hlink"/>
                </a:buClr>
                <a:buSzPct val="55000"/>
                <a:buFont typeface="Wingdings" panose="05000000000000000000" pitchFamily="2" charset="2"/>
                <a:buChar char="n"/>
                <a:defRPr sz="2800">
                  <a:solidFill>
                    <a:schemeClr val="tx1"/>
                  </a:solidFill>
                  <a:latin typeface="Times New Roman" panose="02020603050405020304" pitchFamily="18" charset="0"/>
                  <a:ea typeface="黑体" panose="02010609060101010101" pitchFamily="49" charset="-122"/>
                </a:defRPr>
              </a:lvl2pPr>
              <a:lvl3pPr marL="1143000" indent="-228600">
                <a:spcBef>
                  <a:spcPct val="20000"/>
                </a:spcBef>
                <a:buClr>
                  <a:schemeClr val="folHlink"/>
                </a:buClr>
                <a:buSzPct val="50000"/>
                <a:buFont typeface="Wingdings" panose="05000000000000000000" pitchFamily="2" charset="2"/>
                <a:buChar char="n"/>
                <a:defRPr sz="2400">
                  <a:solidFill>
                    <a:schemeClr val="tx1"/>
                  </a:solidFill>
                  <a:latin typeface="Times New Roman" panose="02020603050405020304" pitchFamily="18" charset="0"/>
                  <a:ea typeface="黑体" panose="02010609060101010101" pitchFamily="49" charset="-122"/>
                </a:defRPr>
              </a:lvl3pPr>
              <a:lvl4pPr marL="1600200" indent="-228600">
                <a:spcBef>
                  <a:spcPct val="20000"/>
                </a:spcBef>
                <a:buClr>
                  <a:schemeClr val="accent2"/>
                </a:buClr>
                <a:buSzPct val="55000"/>
                <a:buFont typeface="Wingdings" panose="05000000000000000000" pitchFamily="2" charset="2"/>
                <a:buChar char="n"/>
                <a:defRPr sz="2000">
                  <a:solidFill>
                    <a:schemeClr val="tx1"/>
                  </a:solidFill>
                  <a:latin typeface="Times New Roman" panose="02020603050405020304" pitchFamily="18" charset="0"/>
                  <a:ea typeface="黑体" panose="02010609060101010101" pitchFamily="49" charset="-122"/>
                </a:defRPr>
              </a:lvl4pPr>
              <a:lvl5pPr marL="2057400" indent="-228600">
                <a:spcBef>
                  <a:spcPct val="20000"/>
                </a:spcBef>
                <a:buClr>
                  <a:schemeClr val="accent1"/>
                </a:buClr>
                <a:buSzPct val="50000"/>
                <a:buFont typeface="Wingdings" panose="05000000000000000000" pitchFamily="2" charset="2"/>
                <a:buChar char="n"/>
                <a:defRPr sz="2000">
                  <a:solidFill>
                    <a:schemeClr val="tx1"/>
                  </a:solidFill>
                  <a:latin typeface="Times New Roman" panose="02020603050405020304" pitchFamily="18"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imes New Roman" panose="02020603050405020304" pitchFamily="18"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imes New Roman" panose="02020603050405020304" pitchFamily="18"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imes New Roman" panose="02020603050405020304" pitchFamily="18"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imes New Roman" panose="02020603050405020304" pitchFamily="18" charset="0"/>
                  <a:ea typeface="黑体" panose="02010609060101010101" pitchFamily="49" charset="-122"/>
                </a:defRPr>
              </a:lvl9pPr>
            </a:lstStyle>
            <a:p>
              <a:pPr algn="just">
                <a:spcBef>
                  <a:spcPct val="0"/>
                </a:spcBef>
                <a:buClrTx/>
                <a:buSzTx/>
                <a:buFontTx/>
                <a:buNone/>
              </a:pPr>
              <a:r>
                <a:rPr lang="zh-CN" altLang="en-US" sz="2800" b="0">
                  <a:solidFill>
                    <a:srgbClr val="000000"/>
                  </a:solidFill>
                </a:rPr>
                <a:t>栈</a:t>
              </a:r>
            </a:p>
          </p:txBody>
        </p:sp>
      </p:grpSp>
      <p:sp>
        <p:nvSpPr>
          <p:cNvPr id="75781" name="Line 16">
            <a:extLst>
              <a:ext uri="{FF2B5EF4-FFF2-40B4-BE49-F238E27FC236}">
                <a16:creationId xmlns:a16="http://schemas.microsoft.com/office/drawing/2014/main" id="{B13AEDEB-3AEB-4184-8DC6-744F5C1DF732}"/>
              </a:ext>
            </a:extLst>
          </p:cNvPr>
          <p:cNvSpPr>
            <a:spLocks noChangeShapeType="1"/>
          </p:cNvSpPr>
          <p:nvPr/>
        </p:nvSpPr>
        <p:spPr bwMode="auto">
          <a:xfrm flipV="1">
            <a:off x="6172200" y="3165764"/>
            <a:ext cx="0" cy="609600"/>
          </a:xfrm>
          <a:prstGeom prst="line">
            <a:avLst/>
          </a:prstGeom>
          <a:noFill/>
          <a:ln w="25400">
            <a:solidFill>
              <a:srgbClr val="008000"/>
            </a:solidFill>
            <a:round/>
            <a:headEnd/>
            <a:tailEnd type="triangle" w="med" len="med"/>
          </a:ln>
          <a:extLst>
            <a:ext uri="{909E8E84-426E-40DD-AFC4-6F175D3DCCD1}">
              <a14:hiddenFill xmlns:a14="http://schemas.microsoft.com/office/drawing/2010/main">
                <a:noFill/>
              </a14:hiddenFill>
            </a:ext>
          </a:extLst>
        </p:spPr>
        <p:txBody>
          <a:bodyPr lIns="54000" tIns="28800" rIns="54000" bIns="28800"/>
          <a:lstStyle/>
          <a:p>
            <a:endParaRPr lang="zh-CN" altLang="en-US"/>
          </a:p>
        </p:txBody>
      </p:sp>
      <p:grpSp>
        <p:nvGrpSpPr>
          <p:cNvPr id="75782" name="Group 17">
            <a:extLst>
              <a:ext uri="{FF2B5EF4-FFF2-40B4-BE49-F238E27FC236}">
                <a16:creationId xmlns:a16="http://schemas.microsoft.com/office/drawing/2014/main" id="{5847A292-78AF-43A9-80A8-F0E4DF6D9210}"/>
              </a:ext>
            </a:extLst>
          </p:cNvPr>
          <p:cNvGrpSpPr>
            <a:grpSpLocks/>
          </p:cNvGrpSpPr>
          <p:nvPr/>
        </p:nvGrpSpPr>
        <p:grpSpPr bwMode="auto">
          <a:xfrm>
            <a:off x="3352800" y="2632364"/>
            <a:ext cx="4572000" cy="536575"/>
            <a:chOff x="2112" y="2064"/>
            <a:chExt cx="2880" cy="338"/>
          </a:xfrm>
        </p:grpSpPr>
        <p:grpSp>
          <p:nvGrpSpPr>
            <p:cNvPr id="75785" name="Group 18">
              <a:extLst>
                <a:ext uri="{FF2B5EF4-FFF2-40B4-BE49-F238E27FC236}">
                  <a16:creationId xmlns:a16="http://schemas.microsoft.com/office/drawing/2014/main" id="{833D8F8C-DA19-486C-964F-C5A61D702947}"/>
                </a:ext>
              </a:extLst>
            </p:cNvPr>
            <p:cNvGrpSpPr>
              <a:grpSpLocks/>
            </p:cNvGrpSpPr>
            <p:nvPr/>
          </p:nvGrpSpPr>
          <p:grpSpPr bwMode="auto">
            <a:xfrm>
              <a:off x="2736" y="2064"/>
              <a:ext cx="2256" cy="338"/>
              <a:chOff x="2736" y="2064"/>
              <a:chExt cx="2256" cy="338"/>
            </a:xfrm>
          </p:grpSpPr>
          <p:sp>
            <p:nvSpPr>
              <p:cNvPr id="75787" name="Line 19">
                <a:extLst>
                  <a:ext uri="{FF2B5EF4-FFF2-40B4-BE49-F238E27FC236}">
                    <a16:creationId xmlns:a16="http://schemas.microsoft.com/office/drawing/2014/main" id="{796D18B8-DF77-4CE3-ACCD-5587FD4627BE}"/>
                  </a:ext>
                </a:extLst>
              </p:cNvPr>
              <p:cNvSpPr>
                <a:spLocks noChangeShapeType="1"/>
              </p:cNvSpPr>
              <p:nvPr/>
            </p:nvSpPr>
            <p:spPr bwMode="auto">
              <a:xfrm>
                <a:off x="2736" y="2064"/>
                <a:ext cx="2256" cy="0"/>
              </a:xfrm>
              <a:prstGeom prst="line">
                <a:avLst/>
              </a:prstGeom>
              <a:noFill/>
              <a:ln w="25400">
                <a:solidFill>
                  <a:srgbClr val="008000"/>
                </a:solidFill>
                <a:round/>
                <a:headEnd/>
                <a:tailEnd/>
              </a:ln>
              <a:extLst>
                <a:ext uri="{909E8E84-426E-40DD-AFC4-6F175D3DCCD1}">
                  <a14:hiddenFill xmlns:a14="http://schemas.microsoft.com/office/drawing/2010/main">
                    <a:noFill/>
                  </a14:hiddenFill>
                </a:ext>
              </a:extLst>
            </p:spPr>
            <p:txBody>
              <a:bodyPr lIns="54000" tIns="28800" rIns="54000" bIns="28800"/>
              <a:lstStyle/>
              <a:p>
                <a:endParaRPr lang="zh-CN" altLang="en-US"/>
              </a:p>
            </p:txBody>
          </p:sp>
          <p:sp>
            <p:nvSpPr>
              <p:cNvPr id="75788" name="Line 20">
                <a:extLst>
                  <a:ext uri="{FF2B5EF4-FFF2-40B4-BE49-F238E27FC236}">
                    <a16:creationId xmlns:a16="http://schemas.microsoft.com/office/drawing/2014/main" id="{531F590D-7883-4393-81E1-DF13A31A131E}"/>
                  </a:ext>
                </a:extLst>
              </p:cNvPr>
              <p:cNvSpPr>
                <a:spLocks noChangeShapeType="1"/>
              </p:cNvSpPr>
              <p:nvPr/>
            </p:nvSpPr>
            <p:spPr bwMode="auto">
              <a:xfrm>
                <a:off x="2736" y="2402"/>
                <a:ext cx="2256" cy="0"/>
              </a:xfrm>
              <a:prstGeom prst="line">
                <a:avLst/>
              </a:prstGeom>
              <a:noFill/>
              <a:ln w="25400">
                <a:solidFill>
                  <a:srgbClr val="008000"/>
                </a:solidFill>
                <a:round/>
                <a:headEnd/>
                <a:tailEnd/>
              </a:ln>
              <a:extLst>
                <a:ext uri="{909E8E84-426E-40DD-AFC4-6F175D3DCCD1}">
                  <a14:hiddenFill xmlns:a14="http://schemas.microsoft.com/office/drawing/2010/main">
                    <a:noFill/>
                  </a14:hiddenFill>
                </a:ext>
              </a:extLst>
            </p:spPr>
            <p:txBody>
              <a:bodyPr lIns="54000" tIns="28800" rIns="54000" bIns="28800"/>
              <a:lstStyle/>
              <a:p>
                <a:endParaRPr lang="zh-CN" altLang="en-US"/>
              </a:p>
            </p:txBody>
          </p:sp>
          <p:sp>
            <p:nvSpPr>
              <p:cNvPr id="75789" name="Rectangle 21">
                <a:extLst>
                  <a:ext uri="{FF2B5EF4-FFF2-40B4-BE49-F238E27FC236}">
                    <a16:creationId xmlns:a16="http://schemas.microsoft.com/office/drawing/2014/main" id="{EFF38110-2CD3-4E5C-9732-081D2C24E906}"/>
                  </a:ext>
                </a:extLst>
              </p:cNvPr>
              <p:cNvSpPr>
                <a:spLocks noChangeArrowheads="1"/>
              </p:cNvSpPr>
              <p:nvPr/>
            </p:nvSpPr>
            <p:spPr bwMode="auto">
              <a:xfrm>
                <a:off x="2928" y="2064"/>
                <a:ext cx="384" cy="336"/>
              </a:xfrm>
              <a:prstGeom prst="rect">
                <a:avLst/>
              </a:prstGeom>
              <a:noFill/>
              <a:ln w="25400" algn="ctr">
                <a:solidFill>
                  <a:srgbClr val="008000"/>
                </a:solidFill>
                <a:miter lim="800000"/>
                <a:headEnd/>
                <a:tailEnd/>
              </a:ln>
              <a:extLst>
                <a:ext uri="{909E8E84-426E-40DD-AFC4-6F175D3DCCD1}">
                  <a14:hiddenFill xmlns:a14="http://schemas.microsoft.com/office/drawing/2010/main">
                    <a:solidFill>
                      <a:srgbClr val="FFFFFF"/>
                    </a:solidFill>
                  </a14:hiddenFill>
                </a:ext>
              </a:extLst>
            </p:spPr>
            <p:txBody>
              <a:bodyPr wrap="none" lIns="54000" tIns="28800" rIns="54000" bIns="28800" anchor="ctr"/>
              <a:lstStyle>
                <a:lvl1pPr>
                  <a:spcBef>
                    <a:spcPct val="20000"/>
                  </a:spcBef>
                  <a:buClr>
                    <a:schemeClr val="folHlink"/>
                  </a:buClr>
                  <a:buSzPct val="60000"/>
                  <a:buFont typeface="Wingdings" panose="05000000000000000000" pitchFamily="2" charset="2"/>
                  <a:buChar char="n"/>
                  <a:defRPr sz="3200">
                    <a:solidFill>
                      <a:schemeClr val="tx1"/>
                    </a:solidFill>
                    <a:latin typeface="Times New Roman" panose="02020603050405020304" pitchFamily="18" charset="0"/>
                    <a:ea typeface="黑体" panose="02010609060101010101" pitchFamily="49" charset="-122"/>
                  </a:defRPr>
                </a:lvl1pPr>
                <a:lvl2pPr marL="742950" indent="-285750">
                  <a:spcBef>
                    <a:spcPct val="20000"/>
                  </a:spcBef>
                  <a:buClr>
                    <a:schemeClr val="hlink"/>
                  </a:buClr>
                  <a:buSzPct val="55000"/>
                  <a:buFont typeface="Wingdings" panose="05000000000000000000" pitchFamily="2" charset="2"/>
                  <a:buChar char="n"/>
                  <a:defRPr sz="2800">
                    <a:solidFill>
                      <a:schemeClr val="tx1"/>
                    </a:solidFill>
                    <a:latin typeface="Times New Roman" panose="02020603050405020304" pitchFamily="18" charset="0"/>
                    <a:ea typeface="黑体" panose="02010609060101010101" pitchFamily="49" charset="-122"/>
                  </a:defRPr>
                </a:lvl2pPr>
                <a:lvl3pPr marL="1143000" indent="-228600">
                  <a:spcBef>
                    <a:spcPct val="20000"/>
                  </a:spcBef>
                  <a:buClr>
                    <a:schemeClr val="folHlink"/>
                  </a:buClr>
                  <a:buSzPct val="50000"/>
                  <a:buFont typeface="Wingdings" panose="05000000000000000000" pitchFamily="2" charset="2"/>
                  <a:buChar char="n"/>
                  <a:defRPr sz="2400">
                    <a:solidFill>
                      <a:schemeClr val="tx1"/>
                    </a:solidFill>
                    <a:latin typeface="Times New Roman" panose="02020603050405020304" pitchFamily="18" charset="0"/>
                    <a:ea typeface="黑体" panose="02010609060101010101" pitchFamily="49" charset="-122"/>
                  </a:defRPr>
                </a:lvl3pPr>
                <a:lvl4pPr marL="1600200" indent="-228600">
                  <a:spcBef>
                    <a:spcPct val="20000"/>
                  </a:spcBef>
                  <a:buClr>
                    <a:schemeClr val="accent2"/>
                  </a:buClr>
                  <a:buSzPct val="55000"/>
                  <a:buFont typeface="Wingdings" panose="05000000000000000000" pitchFamily="2" charset="2"/>
                  <a:buChar char="n"/>
                  <a:defRPr sz="2000">
                    <a:solidFill>
                      <a:schemeClr val="tx1"/>
                    </a:solidFill>
                    <a:latin typeface="Times New Roman" panose="02020603050405020304" pitchFamily="18" charset="0"/>
                    <a:ea typeface="黑体" panose="02010609060101010101" pitchFamily="49" charset="-122"/>
                  </a:defRPr>
                </a:lvl4pPr>
                <a:lvl5pPr marL="2057400" indent="-228600">
                  <a:spcBef>
                    <a:spcPct val="20000"/>
                  </a:spcBef>
                  <a:buClr>
                    <a:schemeClr val="accent1"/>
                  </a:buClr>
                  <a:buSzPct val="50000"/>
                  <a:buFont typeface="Wingdings" panose="05000000000000000000" pitchFamily="2" charset="2"/>
                  <a:buChar char="n"/>
                  <a:defRPr sz="2000">
                    <a:solidFill>
                      <a:schemeClr val="tx1"/>
                    </a:solidFill>
                    <a:latin typeface="Times New Roman" panose="02020603050405020304" pitchFamily="18"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imes New Roman" panose="02020603050405020304" pitchFamily="18"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imes New Roman" panose="02020603050405020304" pitchFamily="18"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imes New Roman" panose="02020603050405020304" pitchFamily="18"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imes New Roman" panose="02020603050405020304" pitchFamily="18" charset="0"/>
                    <a:ea typeface="黑体" panose="02010609060101010101" pitchFamily="49" charset="-122"/>
                  </a:defRPr>
                </a:lvl9pPr>
              </a:lstStyle>
              <a:p>
                <a:pPr algn="ctr">
                  <a:spcBef>
                    <a:spcPct val="0"/>
                  </a:spcBef>
                  <a:buClrTx/>
                  <a:buSzTx/>
                  <a:buFontTx/>
                  <a:buNone/>
                </a:pPr>
                <a:r>
                  <a:rPr lang="en-US" altLang="zh-CN" sz="2400">
                    <a:solidFill>
                      <a:srgbClr val="808080"/>
                    </a:solidFill>
                    <a:ea typeface="宋体" panose="02010600030101010101" pitchFamily="2" charset="-122"/>
                  </a:rPr>
                  <a:t>a</a:t>
                </a:r>
              </a:p>
            </p:txBody>
          </p:sp>
          <p:sp>
            <p:nvSpPr>
              <p:cNvPr id="75790" name="Rectangle 22">
                <a:extLst>
                  <a:ext uri="{FF2B5EF4-FFF2-40B4-BE49-F238E27FC236}">
                    <a16:creationId xmlns:a16="http://schemas.microsoft.com/office/drawing/2014/main" id="{157386E9-AADC-4198-B99A-45044E1DF7C4}"/>
                  </a:ext>
                </a:extLst>
              </p:cNvPr>
              <p:cNvSpPr>
                <a:spLocks noChangeArrowheads="1"/>
              </p:cNvSpPr>
              <p:nvPr/>
            </p:nvSpPr>
            <p:spPr bwMode="auto">
              <a:xfrm>
                <a:off x="3312" y="2064"/>
                <a:ext cx="384" cy="336"/>
              </a:xfrm>
              <a:prstGeom prst="rect">
                <a:avLst/>
              </a:prstGeom>
              <a:noFill/>
              <a:ln w="25400" algn="ctr">
                <a:solidFill>
                  <a:srgbClr val="008000"/>
                </a:solidFill>
                <a:miter lim="800000"/>
                <a:headEnd/>
                <a:tailEnd/>
              </a:ln>
              <a:extLst>
                <a:ext uri="{909E8E84-426E-40DD-AFC4-6F175D3DCCD1}">
                  <a14:hiddenFill xmlns:a14="http://schemas.microsoft.com/office/drawing/2010/main">
                    <a:solidFill>
                      <a:srgbClr val="FFFFFF"/>
                    </a:solidFill>
                  </a14:hiddenFill>
                </a:ext>
              </a:extLst>
            </p:spPr>
            <p:txBody>
              <a:bodyPr wrap="none" lIns="54000" tIns="28800" rIns="54000" bIns="28800" anchor="ctr"/>
              <a:lstStyle>
                <a:lvl1pPr>
                  <a:spcBef>
                    <a:spcPct val="20000"/>
                  </a:spcBef>
                  <a:buClr>
                    <a:schemeClr val="folHlink"/>
                  </a:buClr>
                  <a:buSzPct val="60000"/>
                  <a:buFont typeface="Wingdings" panose="05000000000000000000" pitchFamily="2" charset="2"/>
                  <a:buChar char="n"/>
                  <a:defRPr sz="3200">
                    <a:solidFill>
                      <a:schemeClr val="tx1"/>
                    </a:solidFill>
                    <a:latin typeface="Times New Roman" panose="02020603050405020304" pitchFamily="18" charset="0"/>
                    <a:ea typeface="黑体" panose="02010609060101010101" pitchFamily="49" charset="-122"/>
                  </a:defRPr>
                </a:lvl1pPr>
                <a:lvl2pPr marL="742950" indent="-285750">
                  <a:spcBef>
                    <a:spcPct val="20000"/>
                  </a:spcBef>
                  <a:buClr>
                    <a:schemeClr val="hlink"/>
                  </a:buClr>
                  <a:buSzPct val="55000"/>
                  <a:buFont typeface="Wingdings" panose="05000000000000000000" pitchFamily="2" charset="2"/>
                  <a:buChar char="n"/>
                  <a:defRPr sz="2800">
                    <a:solidFill>
                      <a:schemeClr val="tx1"/>
                    </a:solidFill>
                    <a:latin typeface="Times New Roman" panose="02020603050405020304" pitchFamily="18" charset="0"/>
                    <a:ea typeface="黑体" panose="02010609060101010101" pitchFamily="49" charset="-122"/>
                  </a:defRPr>
                </a:lvl2pPr>
                <a:lvl3pPr marL="1143000" indent="-228600">
                  <a:spcBef>
                    <a:spcPct val="20000"/>
                  </a:spcBef>
                  <a:buClr>
                    <a:schemeClr val="folHlink"/>
                  </a:buClr>
                  <a:buSzPct val="50000"/>
                  <a:buFont typeface="Wingdings" panose="05000000000000000000" pitchFamily="2" charset="2"/>
                  <a:buChar char="n"/>
                  <a:defRPr sz="2400">
                    <a:solidFill>
                      <a:schemeClr val="tx1"/>
                    </a:solidFill>
                    <a:latin typeface="Times New Roman" panose="02020603050405020304" pitchFamily="18" charset="0"/>
                    <a:ea typeface="黑体" panose="02010609060101010101" pitchFamily="49" charset="-122"/>
                  </a:defRPr>
                </a:lvl3pPr>
                <a:lvl4pPr marL="1600200" indent="-228600">
                  <a:spcBef>
                    <a:spcPct val="20000"/>
                  </a:spcBef>
                  <a:buClr>
                    <a:schemeClr val="accent2"/>
                  </a:buClr>
                  <a:buSzPct val="55000"/>
                  <a:buFont typeface="Wingdings" panose="05000000000000000000" pitchFamily="2" charset="2"/>
                  <a:buChar char="n"/>
                  <a:defRPr sz="2000">
                    <a:solidFill>
                      <a:schemeClr val="tx1"/>
                    </a:solidFill>
                    <a:latin typeface="Times New Roman" panose="02020603050405020304" pitchFamily="18" charset="0"/>
                    <a:ea typeface="黑体" panose="02010609060101010101" pitchFamily="49" charset="-122"/>
                  </a:defRPr>
                </a:lvl4pPr>
                <a:lvl5pPr marL="2057400" indent="-228600">
                  <a:spcBef>
                    <a:spcPct val="20000"/>
                  </a:spcBef>
                  <a:buClr>
                    <a:schemeClr val="accent1"/>
                  </a:buClr>
                  <a:buSzPct val="50000"/>
                  <a:buFont typeface="Wingdings" panose="05000000000000000000" pitchFamily="2" charset="2"/>
                  <a:buChar char="n"/>
                  <a:defRPr sz="2000">
                    <a:solidFill>
                      <a:schemeClr val="tx1"/>
                    </a:solidFill>
                    <a:latin typeface="Times New Roman" panose="02020603050405020304" pitchFamily="18"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imes New Roman" panose="02020603050405020304" pitchFamily="18"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imes New Roman" panose="02020603050405020304" pitchFamily="18"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imes New Roman" panose="02020603050405020304" pitchFamily="18"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imes New Roman" panose="02020603050405020304" pitchFamily="18" charset="0"/>
                    <a:ea typeface="黑体" panose="02010609060101010101" pitchFamily="49" charset="-122"/>
                  </a:defRPr>
                </a:lvl9pPr>
              </a:lstStyle>
              <a:p>
                <a:pPr algn="ctr">
                  <a:spcBef>
                    <a:spcPct val="0"/>
                  </a:spcBef>
                  <a:buClrTx/>
                  <a:buSzTx/>
                  <a:buFontTx/>
                  <a:buNone/>
                </a:pPr>
                <a:r>
                  <a:rPr lang="en-US" altLang="zh-CN" sz="2400">
                    <a:solidFill>
                      <a:srgbClr val="808080"/>
                    </a:solidFill>
                    <a:ea typeface="宋体" panose="02010600030101010101" pitchFamily="2" charset="-122"/>
                  </a:rPr>
                  <a:t>b</a:t>
                </a:r>
              </a:p>
            </p:txBody>
          </p:sp>
          <p:sp>
            <p:nvSpPr>
              <p:cNvPr id="75791" name="Rectangle 23">
                <a:extLst>
                  <a:ext uri="{FF2B5EF4-FFF2-40B4-BE49-F238E27FC236}">
                    <a16:creationId xmlns:a16="http://schemas.microsoft.com/office/drawing/2014/main" id="{B7EB8BD5-FBBD-4423-BB8C-BFDF227C3EF4}"/>
                  </a:ext>
                </a:extLst>
              </p:cNvPr>
              <p:cNvSpPr>
                <a:spLocks noChangeArrowheads="1"/>
              </p:cNvSpPr>
              <p:nvPr/>
            </p:nvSpPr>
            <p:spPr bwMode="auto">
              <a:xfrm>
                <a:off x="3696" y="2064"/>
                <a:ext cx="384" cy="336"/>
              </a:xfrm>
              <a:prstGeom prst="rect">
                <a:avLst/>
              </a:prstGeom>
              <a:noFill/>
              <a:ln w="25400" algn="ctr">
                <a:solidFill>
                  <a:srgbClr val="008000"/>
                </a:solidFill>
                <a:miter lim="800000"/>
                <a:headEnd/>
                <a:tailEnd/>
              </a:ln>
              <a:extLst>
                <a:ext uri="{909E8E84-426E-40DD-AFC4-6F175D3DCCD1}">
                  <a14:hiddenFill xmlns:a14="http://schemas.microsoft.com/office/drawing/2010/main">
                    <a:solidFill>
                      <a:srgbClr val="FFFFFF"/>
                    </a:solidFill>
                  </a14:hiddenFill>
                </a:ext>
              </a:extLst>
            </p:spPr>
            <p:txBody>
              <a:bodyPr wrap="none" lIns="54000" tIns="28800" rIns="54000" bIns="28800" anchor="ctr"/>
              <a:lstStyle>
                <a:lvl1pPr>
                  <a:spcBef>
                    <a:spcPct val="20000"/>
                  </a:spcBef>
                  <a:buClr>
                    <a:schemeClr val="folHlink"/>
                  </a:buClr>
                  <a:buSzPct val="60000"/>
                  <a:buFont typeface="Wingdings" panose="05000000000000000000" pitchFamily="2" charset="2"/>
                  <a:buChar char="n"/>
                  <a:defRPr sz="3200">
                    <a:solidFill>
                      <a:schemeClr val="tx1"/>
                    </a:solidFill>
                    <a:latin typeface="Times New Roman" panose="02020603050405020304" pitchFamily="18" charset="0"/>
                    <a:ea typeface="黑体" panose="02010609060101010101" pitchFamily="49" charset="-122"/>
                  </a:defRPr>
                </a:lvl1pPr>
                <a:lvl2pPr marL="742950" indent="-285750">
                  <a:spcBef>
                    <a:spcPct val="20000"/>
                  </a:spcBef>
                  <a:buClr>
                    <a:schemeClr val="hlink"/>
                  </a:buClr>
                  <a:buSzPct val="55000"/>
                  <a:buFont typeface="Wingdings" panose="05000000000000000000" pitchFamily="2" charset="2"/>
                  <a:buChar char="n"/>
                  <a:defRPr sz="2800">
                    <a:solidFill>
                      <a:schemeClr val="tx1"/>
                    </a:solidFill>
                    <a:latin typeface="Times New Roman" panose="02020603050405020304" pitchFamily="18" charset="0"/>
                    <a:ea typeface="黑体" panose="02010609060101010101" pitchFamily="49" charset="-122"/>
                  </a:defRPr>
                </a:lvl2pPr>
                <a:lvl3pPr marL="1143000" indent="-228600">
                  <a:spcBef>
                    <a:spcPct val="20000"/>
                  </a:spcBef>
                  <a:buClr>
                    <a:schemeClr val="folHlink"/>
                  </a:buClr>
                  <a:buSzPct val="50000"/>
                  <a:buFont typeface="Wingdings" panose="05000000000000000000" pitchFamily="2" charset="2"/>
                  <a:buChar char="n"/>
                  <a:defRPr sz="2400">
                    <a:solidFill>
                      <a:schemeClr val="tx1"/>
                    </a:solidFill>
                    <a:latin typeface="Times New Roman" panose="02020603050405020304" pitchFamily="18" charset="0"/>
                    <a:ea typeface="黑体" panose="02010609060101010101" pitchFamily="49" charset="-122"/>
                  </a:defRPr>
                </a:lvl3pPr>
                <a:lvl4pPr marL="1600200" indent="-228600">
                  <a:spcBef>
                    <a:spcPct val="20000"/>
                  </a:spcBef>
                  <a:buClr>
                    <a:schemeClr val="accent2"/>
                  </a:buClr>
                  <a:buSzPct val="55000"/>
                  <a:buFont typeface="Wingdings" panose="05000000000000000000" pitchFamily="2" charset="2"/>
                  <a:buChar char="n"/>
                  <a:defRPr sz="2000">
                    <a:solidFill>
                      <a:schemeClr val="tx1"/>
                    </a:solidFill>
                    <a:latin typeface="Times New Roman" panose="02020603050405020304" pitchFamily="18" charset="0"/>
                    <a:ea typeface="黑体" panose="02010609060101010101" pitchFamily="49" charset="-122"/>
                  </a:defRPr>
                </a:lvl4pPr>
                <a:lvl5pPr marL="2057400" indent="-228600">
                  <a:spcBef>
                    <a:spcPct val="20000"/>
                  </a:spcBef>
                  <a:buClr>
                    <a:schemeClr val="accent1"/>
                  </a:buClr>
                  <a:buSzPct val="50000"/>
                  <a:buFont typeface="Wingdings" panose="05000000000000000000" pitchFamily="2" charset="2"/>
                  <a:buChar char="n"/>
                  <a:defRPr sz="2000">
                    <a:solidFill>
                      <a:schemeClr val="tx1"/>
                    </a:solidFill>
                    <a:latin typeface="Times New Roman" panose="02020603050405020304" pitchFamily="18"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imes New Roman" panose="02020603050405020304" pitchFamily="18"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imes New Roman" panose="02020603050405020304" pitchFamily="18"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imes New Roman" panose="02020603050405020304" pitchFamily="18"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imes New Roman" panose="02020603050405020304" pitchFamily="18" charset="0"/>
                    <a:ea typeface="黑体" panose="02010609060101010101" pitchFamily="49" charset="-122"/>
                  </a:defRPr>
                </a:lvl9pPr>
              </a:lstStyle>
              <a:p>
                <a:pPr algn="ctr">
                  <a:spcBef>
                    <a:spcPct val="0"/>
                  </a:spcBef>
                  <a:buClrTx/>
                  <a:buSzTx/>
                  <a:buFontTx/>
                  <a:buNone/>
                </a:pPr>
                <a:r>
                  <a:rPr lang="en-US" altLang="zh-CN" sz="2400">
                    <a:solidFill>
                      <a:srgbClr val="000000"/>
                    </a:solidFill>
                    <a:ea typeface="宋体" panose="02010600030101010101" pitchFamily="2" charset="-122"/>
                  </a:rPr>
                  <a:t>c</a:t>
                </a:r>
              </a:p>
            </p:txBody>
          </p:sp>
          <p:sp>
            <p:nvSpPr>
              <p:cNvPr id="75792" name="Rectangle 24">
                <a:extLst>
                  <a:ext uri="{FF2B5EF4-FFF2-40B4-BE49-F238E27FC236}">
                    <a16:creationId xmlns:a16="http://schemas.microsoft.com/office/drawing/2014/main" id="{87F5B856-FEDA-45AA-BC16-39F6EE986FD9}"/>
                  </a:ext>
                </a:extLst>
              </p:cNvPr>
              <p:cNvSpPr>
                <a:spLocks noChangeArrowheads="1"/>
              </p:cNvSpPr>
              <p:nvPr/>
            </p:nvSpPr>
            <p:spPr bwMode="auto">
              <a:xfrm>
                <a:off x="4608" y="2064"/>
                <a:ext cx="384" cy="336"/>
              </a:xfrm>
              <a:prstGeom prst="rect">
                <a:avLst/>
              </a:prstGeom>
              <a:noFill/>
              <a:ln w="25400" algn="ctr">
                <a:solidFill>
                  <a:srgbClr val="008000"/>
                </a:solidFill>
                <a:miter lim="800000"/>
                <a:headEnd/>
                <a:tailEnd/>
              </a:ln>
              <a:extLst>
                <a:ext uri="{909E8E84-426E-40DD-AFC4-6F175D3DCCD1}">
                  <a14:hiddenFill xmlns:a14="http://schemas.microsoft.com/office/drawing/2010/main">
                    <a:solidFill>
                      <a:srgbClr val="FFFFFF"/>
                    </a:solidFill>
                  </a14:hiddenFill>
                </a:ext>
              </a:extLst>
            </p:spPr>
            <p:txBody>
              <a:bodyPr wrap="none" lIns="54000" tIns="28800" rIns="54000" bIns="28800" anchor="ctr"/>
              <a:lstStyle>
                <a:lvl1pPr>
                  <a:spcBef>
                    <a:spcPct val="20000"/>
                  </a:spcBef>
                  <a:buClr>
                    <a:schemeClr val="folHlink"/>
                  </a:buClr>
                  <a:buSzPct val="60000"/>
                  <a:buFont typeface="Wingdings" panose="05000000000000000000" pitchFamily="2" charset="2"/>
                  <a:buChar char="n"/>
                  <a:defRPr sz="3200">
                    <a:solidFill>
                      <a:schemeClr val="tx1"/>
                    </a:solidFill>
                    <a:latin typeface="Times New Roman" panose="02020603050405020304" pitchFamily="18" charset="0"/>
                    <a:ea typeface="黑体" panose="02010609060101010101" pitchFamily="49" charset="-122"/>
                  </a:defRPr>
                </a:lvl1pPr>
                <a:lvl2pPr marL="742950" indent="-285750">
                  <a:spcBef>
                    <a:spcPct val="20000"/>
                  </a:spcBef>
                  <a:buClr>
                    <a:schemeClr val="hlink"/>
                  </a:buClr>
                  <a:buSzPct val="55000"/>
                  <a:buFont typeface="Wingdings" panose="05000000000000000000" pitchFamily="2" charset="2"/>
                  <a:buChar char="n"/>
                  <a:defRPr sz="2800">
                    <a:solidFill>
                      <a:schemeClr val="tx1"/>
                    </a:solidFill>
                    <a:latin typeface="Times New Roman" panose="02020603050405020304" pitchFamily="18" charset="0"/>
                    <a:ea typeface="黑体" panose="02010609060101010101" pitchFamily="49" charset="-122"/>
                  </a:defRPr>
                </a:lvl2pPr>
                <a:lvl3pPr marL="1143000" indent="-228600">
                  <a:spcBef>
                    <a:spcPct val="20000"/>
                  </a:spcBef>
                  <a:buClr>
                    <a:schemeClr val="folHlink"/>
                  </a:buClr>
                  <a:buSzPct val="50000"/>
                  <a:buFont typeface="Wingdings" panose="05000000000000000000" pitchFamily="2" charset="2"/>
                  <a:buChar char="n"/>
                  <a:defRPr sz="2400">
                    <a:solidFill>
                      <a:schemeClr val="tx1"/>
                    </a:solidFill>
                    <a:latin typeface="Times New Roman" panose="02020603050405020304" pitchFamily="18" charset="0"/>
                    <a:ea typeface="黑体" panose="02010609060101010101" pitchFamily="49" charset="-122"/>
                  </a:defRPr>
                </a:lvl3pPr>
                <a:lvl4pPr marL="1600200" indent="-228600">
                  <a:spcBef>
                    <a:spcPct val="20000"/>
                  </a:spcBef>
                  <a:buClr>
                    <a:schemeClr val="accent2"/>
                  </a:buClr>
                  <a:buSzPct val="55000"/>
                  <a:buFont typeface="Wingdings" panose="05000000000000000000" pitchFamily="2" charset="2"/>
                  <a:buChar char="n"/>
                  <a:defRPr sz="2000">
                    <a:solidFill>
                      <a:schemeClr val="tx1"/>
                    </a:solidFill>
                    <a:latin typeface="Times New Roman" panose="02020603050405020304" pitchFamily="18" charset="0"/>
                    <a:ea typeface="黑体" panose="02010609060101010101" pitchFamily="49" charset="-122"/>
                  </a:defRPr>
                </a:lvl4pPr>
                <a:lvl5pPr marL="2057400" indent="-228600">
                  <a:spcBef>
                    <a:spcPct val="20000"/>
                  </a:spcBef>
                  <a:buClr>
                    <a:schemeClr val="accent1"/>
                  </a:buClr>
                  <a:buSzPct val="50000"/>
                  <a:buFont typeface="Wingdings" panose="05000000000000000000" pitchFamily="2" charset="2"/>
                  <a:buChar char="n"/>
                  <a:defRPr sz="2000">
                    <a:solidFill>
                      <a:schemeClr val="tx1"/>
                    </a:solidFill>
                    <a:latin typeface="Times New Roman" panose="02020603050405020304" pitchFamily="18"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imes New Roman" panose="02020603050405020304" pitchFamily="18"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imes New Roman" panose="02020603050405020304" pitchFamily="18"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imes New Roman" panose="02020603050405020304" pitchFamily="18"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imes New Roman" panose="02020603050405020304" pitchFamily="18" charset="0"/>
                    <a:ea typeface="黑体" panose="02010609060101010101" pitchFamily="49" charset="-122"/>
                  </a:defRPr>
                </a:lvl9pPr>
              </a:lstStyle>
              <a:p>
                <a:pPr algn="ctr">
                  <a:spcBef>
                    <a:spcPct val="0"/>
                  </a:spcBef>
                  <a:buClrTx/>
                  <a:buSzTx/>
                  <a:buFontTx/>
                  <a:buNone/>
                </a:pPr>
                <a:r>
                  <a:rPr lang="en-US" altLang="zh-CN" sz="2400">
                    <a:solidFill>
                      <a:srgbClr val="000000"/>
                    </a:solidFill>
                    <a:ea typeface="宋体" panose="02010600030101010101" pitchFamily="2" charset="-122"/>
                  </a:rPr>
                  <a:t>$</a:t>
                </a:r>
              </a:p>
            </p:txBody>
          </p:sp>
          <p:sp>
            <p:nvSpPr>
              <p:cNvPr id="75793" name="Text Box 25">
                <a:extLst>
                  <a:ext uri="{FF2B5EF4-FFF2-40B4-BE49-F238E27FC236}">
                    <a16:creationId xmlns:a16="http://schemas.microsoft.com/office/drawing/2014/main" id="{F71FD7AA-4F38-4BE5-91FA-CD56822F16B9}"/>
                  </a:ext>
                </a:extLst>
              </p:cNvPr>
              <p:cNvSpPr txBox="1">
                <a:spLocks noChangeArrowheads="1"/>
              </p:cNvSpPr>
              <p:nvPr/>
            </p:nvSpPr>
            <p:spPr bwMode="auto">
              <a:xfrm>
                <a:off x="4237" y="2101"/>
                <a:ext cx="263" cy="26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5400" algn="ctr">
                    <a:solidFill>
                      <a:srgbClr val="000000"/>
                    </a:solidFill>
                    <a:miter lim="800000"/>
                    <a:headEnd/>
                    <a:tailEnd/>
                  </a14:hiddenLine>
                </a:ext>
              </a:extLst>
            </p:spPr>
            <p:txBody>
              <a:bodyPr wrap="none" lIns="54000" tIns="28800" rIns="54000" bIns="28800">
                <a:spAutoFit/>
              </a:bodyPr>
              <a:lstStyle>
                <a:lvl1pPr>
                  <a:spcBef>
                    <a:spcPct val="20000"/>
                  </a:spcBef>
                  <a:buClr>
                    <a:schemeClr val="folHlink"/>
                  </a:buClr>
                  <a:buSzPct val="60000"/>
                  <a:buFont typeface="Wingdings" panose="05000000000000000000" pitchFamily="2" charset="2"/>
                  <a:buChar char="n"/>
                  <a:defRPr sz="3200">
                    <a:solidFill>
                      <a:schemeClr val="tx1"/>
                    </a:solidFill>
                    <a:latin typeface="Times New Roman" panose="02020603050405020304" pitchFamily="18" charset="0"/>
                    <a:ea typeface="黑体" panose="02010609060101010101" pitchFamily="49" charset="-122"/>
                  </a:defRPr>
                </a:lvl1pPr>
                <a:lvl2pPr marL="742950" indent="-285750">
                  <a:spcBef>
                    <a:spcPct val="20000"/>
                  </a:spcBef>
                  <a:buClr>
                    <a:schemeClr val="hlink"/>
                  </a:buClr>
                  <a:buSzPct val="55000"/>
                  <a:buFont typeface="Wingdings" panose="05000000000000000000" pitchFamily="2" charset="2"/>
                  <a:buChar char="n"/>
                  <a:defRPr sz="2800">
                    <a:solidFill>
                      <a:schemeClr val="tx1"/>
                    </a:solidFill>
                    <a:latin typeface="Times New Roman" panose="02020603050405020304" pitchFamily="18" charset="0"/>
                    <a:ea typeface="黑体" panose="02010609060101010101" pitchFamily="49" charset="-122"/>
                  </a:defRPr>
                </a:lvl2pPr>
                <a:lvl3pPr marL="1143000" indent="-228600">
                  <a:spcBef>
                    <a:spcPct val="20000"/>
                  </a:spcBef>
                  <a:buClr>
                    <a:schemeClr val="folHlink"/>
                  </a:buClr>
                  <a:buSzPct val="50000"/>
                  <a:buFont typeface="Wingdings" panose="05000000000000000000" pitchFamily="2" charset="2"/>
                  <a:buChar char="n"/>
                  <a:defRPr sz="2400">
                    <a:solidFill>
                      <a:schemeClr val="tx1"/>
                    </a:solidFill>
                    <a:latin typeface="Times New Roman" panose="02020603050405020304" pitchFamily="18" charset="0"/>
                    <a:ea typeface="黑体" panose="02010609060101010101" pitchFamily="49" charset="-122"/>
                  </a:defRPr>
                </a:lvl3pPr>
                <a:lvl4pPr marL="1600200" indent="-228600">
                  <a:spcBef>
                    <a:spcPct val="20000"/>
                  </a:spcBef>
                  <a:buClr>
                    <a:schemeClr val="accent2"/>
                  </a:buClr>
                  <a:buSzPct val="55000"/>
                  <a:buFont typeface="Wingdings" panose="05000000000000000000" pitchFamily="2" charset="2"/>
                  <a:buChar char="n"/>
                  <a:defRPr sz="2000">
                    <a:solidFill>
                      <a:schemeClr val="tx1"/>
                    </a:solidFill>
                    <a:latin typeface="Times New Roman" panose="02020603050405020304" pitchFamily="18" charset="0"/>
                    <a:ea typeface="黑体" panose="02010609060101010101" pitchFamily="49" charset="-122"/>
                  </a:defRPr>
                </a:lvl4pPr>
                <a:lvl5pPr marL="2057400" indent="-228600">
                  <a:spcBef>
                    <a:spcPct val="20000"/>
                  </a:spcBef>
                  <a:buClr>
                    <a:schemeClr val="accent1"/>
                  </a:buClr>
                  <a:buSzPct val="50000"/>
                  <a:buFont typeface="Wingdings" panose="05000000000000000000" pitchFamily="2" charset="2"/>
                  <a:buChar char="n"/>
                  <a:defRPr sz="2000">
                    <a:solidFill>
                      <a:schemeClr val="tx1"/>
                    </a:solidFill>
                    <a:latin typeface="Times New Roman" panose="02020603050405020304" pitchFamily="18"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imes New Roman" panose="02020603050405020304" pitchFamily="18"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imes New Roman" panose="02020603050405020304" pitchFamily="18"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imes New Roman" panose="02020603050405020304" pitchFamily="18"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imes New Roman" panose="02020603050405020304" pitchFamily="18" charset="0"/>
                    <a:ea typeface="黑体" panose="02010609060101010101" pitchFamily="49" charset="-122"/>
                  </a:defRPr>
                </a:lvl9pPr>
              </a:lstStyle>
              <a:p>
                <a:pPr algn="just">
                  <a:spcBef>
                    <a:spcPct val="0"/>
                  </a:spcBef>
                  <a:buClrTx/>
                  <a:buSzTx/>
                  <a:buFontTx/>
                  <a:buNone/>
                </a:pPr>
                <a:r>
                  <a:rPr lang="en-US" altLang="zh-CN" sz="2400">
                    <a:solidFill>
                      <a:srgbClr val="000000"/>
                    </a:solidFill>
                    <a:ea typeface="宋体" panose="02010600030101010101" pitchFamily="2" charset="-122"/>
                  </a:rPr>
                  <a:t>…</a:t>
                </a:r>
              </a:p>
            </p:txBody>
          </p:sp>
        </p:grpSp>
        <p:sp>
          <p:nvSpPr>
            <p:cNvPr id="75786" name="Text Box 26">
              <a:extLst>
                <a:ext uri="{FF2B5EF4-FFF2-40B4-BE49-F238E27FC236}">
                  <a16:creationId xmlns:a16="http://schemas.microsoft.com/office/drawing/2014/main" id="{7C107F19-FE9C-487A-9ACF-F8BF0498D671}"/>
                </a:ext>
              </a:extLst>
            </p:cNvPr>
            <p:cNvSpPr txBox="1">
              <a:spLocks noChangeArrowheads="1"/>
            </p:cNvSpPr>
            <p:nvPr/>
          </p:nvSpPr>
          <p:spPr bwMode="auto">
            <a:xfrm>
              <a:off x="2112" y="2064"/>
              <a:ext cx="624" cy="30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5400" algn="ctr">
                  <a:solidFill>
                    <a:srgbClr val="000000"/>
                  </a:solidFill>
                  <a:miter lim="800000"/>
                  <a:headEnd/>
                  <a:tailEnd/>
                </a14:hiddenLine>
              </a:ext>
            </a:extLst>
          </p:spPr>
          <p:txBody>
            <a:bodyPr lIns="54000" tIns="28800" rIns="54000" bIns="28800">
              <a:spAutoFit/>
            </a:bodyPr>
            <a:lstStyle>
              <a:lvl1pPr>
                <a:spcBef>
                  <a:spcPct val="20000"/>
                </a:spcBef>
                <a:buClr>
                  <a:schemeClr val="folHlink"/>
                </a:buClr>
                <a:buSzPct val="60000"/>
                <a:buFont typeface="Wingdings" panose="05000000000000000000" pitchFamily="2" charset="2"/>
                <a:buChar char="n"/>
                <a:defRPr sz="3200">
                  <a:solidFill>
                    <a:schemeClr val="tx1"/>
                  </a:solidFill>
                  <a:latin typeface="Times New Roman" panose="02020603050405020304" pitchFamily="18" charset="0"/>
                  <a:ea typeface="黑体" panose="02010609060101010101" pitchFamily="49" charset="-122"/>
                </a:defRPr>
              </a:lvl1pPr>
              <a:lvl2pPr marL="742950" indent="-285750">
                <a:spcBef>
                  <a:spcPct val="20000"/>
                </a:spcBef>
                <a:buClr>
                  <a:schemeClr val="hlink"/>
                </a:buClr>
                <a:buSzPct val="55000"/>
                <a:buFont typeface="Wingdings" panose="05000000000000000000" pitchFamily="2" charset="2"/>
                <a:buChar char="n"/>
                <a:defRPr sz="2800">
                  <a:solidFill>
                    <a:schemeClr val="tx1"/>
                  </a:solidFill>
                  <a:latin typeface="Times New Roman" panose="02020603050405020304" pitchFamily="18" charset="0"/>
                  <a:ea typeface="黑体" panose="02010609060101010101" pitchFamily="49" charset="-122"/>
                </a:defRPr>
              </a:lvl2pPr>
              <a:lvl3pPr marL="1143000" indent="-228600">
                <a:spcBef>
                  <a:spcPct val="20000"/>
                </a:spcBef>
                <a:buClr>
                  <a:schemeClr val="folHlink"/>
                </a:buClr>
                <a:buSzPct val="50000"/>
                <a:buFont typeface="Wingdings" panose="05000000000000000000" pitchFamily="2" charset="2"/>
                <a:buChar char="n"/>
                <a:defRPr sz="2400">
                  <a:solidFill>
                    <a:schemeClr val="tx1"/>
                  </a:solidFill>
                  <a:latin typeface="Times New Roman" panose="02020603050405020304" pitchFamily="18" charset="0"/>
                  <a:ea typeface="黑体" panose="02010609060101010101" pitchFamily="49" charset="-122"/>
                </a:defRPr>
              </a:lvl3pPr>
              <a:lvl4pPr marL="1600200" indent="-228600">
                <a:spcBef>
                  <a:spcPct val="20000"/>
                </a:spcBef>
                <a:buClr>
                  <a:schemeClr val="accent2"/>
                </a:buClr>
                <a:buSzPct val="55000"/>
                <a:buFont typeface="Wingdings" panose="05000000000000000000" pitchFamily="2" charset="2"/>
                <a:buChar char="n"/>
                <a:defRPr sz="2000">
                  <a:solidFill>
                    <a:schemeClr val="tx1"/>
                  </a:solidFill>
                  <a:latin typeface="Times New Roman" panose="02020603050405020304" pitchFamily="18" charset="0"/>
                  <a:ea typeface="黑体" panose="02010609060101010101" pitchFamily="49" charset="-122"/>
                </a:defRPr>
              </a:lvl4pPr>
              <a:lvl5pPr marL="2057400" indent="-228600">
                <a:spcBef>
                  <a:spcPct val="20000"/>
                </a:spcBef>
                <a:buClr>
                  <a:schemeClr val="accent1"/>
                </a:buClr>
                <a:buSzPct val="50000"/>
                <a:buFont typeface="Wingdings" panose="05000000000000000000" pitchFamily="2" charset="2"/>
                <a:buChar char="n"/>
                <a:defRPr sz="2000">
                  <a:solidFill>
                    <a:schemeClr val="tx1"/>
                  </a:solidFill>
                  <a:latin typeface="Times New Roman" panose="02020603050405020304" pitchFamily="18"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imes New Roman" panose="02020603050405020304" pitchFamily="18"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imes New Roman" panose="02020603050405020304" pitchFamily="18"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imes New Roman" panose="02020603050405020304" pitchFamily="18"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imes New Roman" panose="02020603050405020304" pitchFamily="18" charset="0"/>
                  <a:ea typeface="黑体" panose="02010609060101010101" pitchFamily="49" charset="-122"/>
                </a:defRPr>
              </a:lvl9pPr>
            </a:lstStyle>
            <a:p>
              <a:pPr algn="just">
                <a:spcBef>
                  <a:spcPct val="50000"/>
                </a:spcBef>
                <a:buClrTx/>
                <a:buSzTx/>
                <a:buFontTx/>
                <a:buNone/>
              </a:pPr>
              <a:r>
                <a:rPr lang="zh-CN" altLang="en-US" sz="2800" b="0">
                  <a:solidFill>
                    <a:srgbClr val="000000"/>
                  </a:solidFill>
                </a:rPr>
                <a:t>输入</a:t>
              </a:r>
            </a:p>
          </p:txBody>
        </p:sp>
      </p:grpSp>
      <p:sp>
        <p:nvSpPr>
          <p:cNvPr id="75783" name="Line 27">
            <a:extLst>
              <a:ext uri="{FF2B5EF4-FFF2-40B4-BE49-F238E27FC236}">
                <a16:creationId xmlns:a16="http://schemas.microsoft.com/office/drawing/2014/main" id="{6F31355F-3279-43C2-9A8E-B6CDF9FE2710}"/>
              </a:ext>
            </a:extLst>
          </p:cNvPr>
          <p:cNvSpPr>
            <a:spLocks noChangeShapeType="1"/>
          </p:cNvSpPr>
          <p:nvPr/>
        </p:nvSpPr>
        <p:spPr bwMode="auto">
          <a:xfrm>
            <a:off x="1295400" y="3927764"/>
            <a:ext cx="533400" cy="0"/>
          </a:xfrm>
          <a:prstGeom prst="line">
            <a:avLst/>
          </a:prstGeom>
          <a:noFill/>
          <a:ln w="25400">
            <a:solidFill>
              <a:srgbClr val="008000"/>
            </a:solidFill>
            <a:round/>
            <a:headEnd/>
            <a:tailEnd type="triangle" w="med" len="med"/>
          </a:ln>
          <a:extLst>
            <a:ext uri="{909E8E84-426E-40DD-AFC4-6F175D3DCCD1}">
              <a14:hiddenFill xmlns:a14="http://schemas.microsoft.com/office/drawing/2010/main">
                <a:noFill/>
              </a14:hiddenFill>
            </a:ext>
          </a:extLst>
        </p:spPr>
        <p:txBody>
          <a:bodyPr lIns="54000" tIns="28800" rIns="54000" bIns="28800"/>
          <a:lstStyle/>
          <a:p>
            <a:endParaRPr lang="zh-CN" altLang="en-US"/>
          </a:p>
        </p:txBody>
      </p:sp>
      <p:sp>
        <p:nvSpPr>
          <p:cNvPr id="75784" name="Text Box 28">
            <a:extLst>
              <a:ext uri="{FF2B5EF4-FFF2-40B4-BE49-F238E27FC236}">
                <a16:creationId xmlns:a16="http://schemas.microsoft.com/office/drawing/2014/main" id="{42D527A0-5B87-4D62-9798-AE912400602A}"/>
              </a:ext>
            </a:extLst>
          </p:cNvPr>
          <p:cNvSpPr txBox="1">
            <a:spLocks noChangeArrowheads="1"/>
          </p:cNvSpPr>
          <p:nvPr/>
        </p:nvSpPr>
        <p:spPr bwMode="auto">
          <a:xfrm>
            <a:off x="4923203" y="4164302"/>
            <a:ext cx="1724882" cy="489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5400" algn="ctr">
                <a:solidFill>
                  <a:srgbClr val="000000"/>
                </a:solidFill>
                <a:miter lim="800000"/>
                <a:headEnd/>
                <a:tailEnd/>
              </a14:hiddenLine>
            </a:ext>
          </a:extLst>
        </p:spPr>
        <p:txBody>
          <a:bodyPr wrap="none" lIns="54000" tIns="28800" rIns="54000" bIns="28800">
            <a:spAutoFit/>
          </a:bodyPr>
          <a:lstStyle>
            <a:lvl1pPr>
              <a:spcBef>
                <a:spcPct val="20000"/>
              </a:spcBef>
              <a:buClr>
                <a:schemeClr val="folHlink"/>
              </a:buClr>
              <a:buSzPct val="60000"/>
              <a:buFont typeface="Wingdings" panose="05000000000000000000" pitchFamily="2" charset="2"/>
              <a:buChar char="n"/>
              <a:defRPr sz="3200">
                <a:solidFill>
                  <a:schemeClr val="tx1"/>
                </a:solidFill>
                <a:latin typeface="Times New Roman" panose="02020603050405020304" pitchFamily="18" charset="0"/>
                <a:ea typeface="黑体" panose="02010609060101010101" pitchFamily="49" charset="-122"/>
              </a:defRPr>
            </a:lvl1pPr>
            <a:lvl2pPr marL="742950" indent="-285750">
              <a:spcBef>
                <a:spcPct val="20000"/>
              </a:spcBef>
              <a:buClr>
                <a:schemeClr val="hlink"/>
              </a:buClr>
              <a:buSzPct val="55000"/>
              <a:buFont typeface="Wingdings" panose="05000000000000000000" pitchFamily="2" charset="2"/>
              <a:buChar char="n"/>
              <a:defRPr sz="2800">
                <a:solidFill>
                  <a:schemeClr val="tx1"/>
                </a:solidFill>
                <a:latin typeface="Times New Roman" panose="02020603050405020304" pitchFamily="18" charset="0"/>
                <a:ea typeface="黑体" panose="02010609060101010101" pitchFamily="49" charset="-122"/>
              </a:defRPr>
            </a:lvl2pPr>
            <a:lvl3pPr marL="1143000" indent="-228600">
              <a:spcBef>
                <a:spcPct val="20000"/>
              </a:spcBef>
              <a:buClr>
                <a:schemeClr val="folHlink"/>
              </a:buClr>
              <a:buSzPct val="50000"/>
              <a:buFont typeface="Wingdings" panose="05000000000000000000" pitchFamily="2" charset="2"/>
              <a:buChar char="n"/>
              <a:defRPr sz="2400">
                <a:solidFill>
                  <a:schemeClr val="tx1"/>
                </a:solidFill>
                <a:latin typeface="Times New Roman" panose="02020603050405020304" pitchFamily="18" charset="0"/>
                <a:ea typeface="黑体" panose="02010609060101010101" pitchFamily="49" charset="-122"/>
              </a:defRPr>
            </a:lvl3pPr>
            <a:lvl4pPr marL="1600200" indent="-228600">
              <a:spcBef>
                <a:spcPct val="20000"/>
              </a:spcBef>
              <a:buClr>
                <a:schemeClr val="accent2"/>
              </a:buClr>
              <a:buSzPct val="55000"/>
              <a:buFont typeface="Wingdings" panose="05000000000000000000" pitchFamily="2" charset="2"/>
              <a:buChar char="n"/>
              <a:defRPr sz="2000">
                <a:solidFill>
                  <a:schemeClr val="tx1"/>
                </a:solidFill>
                <a:latin typeface="Times New Roman" panose="02020603050405020304" pitchFamily="18" charset="0"/>
                <a:ea typeface="黑体" panose="02010609060101010101" pitchFamily="49" charset="-122"/>
              </a:defRPr>
            </a:lvl4pPr>
            <a:lvl5pPr marL="2057400" indent="-228600">
              <a:spcBef>
                <a:spcPct val="20000"/>
              </a:spcBef>
              <a:buClr>
                <a:schemeClr val="accent1"/>
              </a:buClr>
              <a:buSzPct val="50000"/>
              <a:buFont typeface="Wingdings" panose="05000000000000000000" pitchFamily="2" charset="2"/>
              <a:buChar char="n"/>
              <a:defRPr sz="2000">
                <a:solidFill>
                  <a:schemeClr val="tx1"/>
                </a:solidFill>
                <a:latin typeface="Times New Roman" panose="02020603050405020304" pitchFamily="18"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imes New Roman" panose="02020603050405020304" pitchFamily="18"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imes New Roman" panose="02020603050405020304" pitchFamily="18"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imes New Roman" panose="02020603050405020304" pitchFamily="18"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imes New Roman" panose="02020603050405020304" pitchFamily="18" charset="0"/>
                <a:ea typeface="黑体" panose="02010609060101010101" pitchFamily="49" charset="-122"/>
              </a:defRPr>
            </a:lvl9pPr>
          </a:lstStyle>
          <a:p>
            <a:pPr algn="just">
              <a:spcBef>
                <a:spcPct val="0"/>
              </a:spcBef>
              <a:buClrTx/>
              <a:buSzTx/>
              <a:buFontTx/>
              <a:buNone/>
            </a:pPr>
            <a:r>
              <a:rPr lang="zh-CN" altLang="en-US" sz="2800" b="0">
                <a:solidFill>
                  <a:srgbClr val="333399"/>
                </a:solidFill>
              </a:rPr>
              <a:t>输入抛弃</a:t>
            </a:r>
            <a:r>
              <a:rPr lang="en-US" altLang="zh-CN" sz="2800">
                <a:solidFill>
                  <a:srgbClr val="333399"/>
                </a:solidFill>
              </a:rPr>
              <a:t>b</a:t>
            </a:r>
          </a:p>
        </p:txBody>
      </p:sp>
    </p:spTree>
  </p:cSld>
  <p:clrMapOvr>
    <a:masterClrMapping/>
  </p:clrMapOvr>
</p:sld>
</file>

<file path=ppt/slides/slide6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6802" name="Rectangle 2">
            <a:extLst>
              <a:ext uri="{FF2B5EF4-FFF2-40B4-BE49-F238E27FC236}">
                <a16:creationId xmlns:a16="http://schemas.microsoft.com/office/drawing/2014/main" id="{3BB49DFD-AB7B-41C2-8C5E-551F8B6F46FF}"/>
              </a:ext>
            </a:extLst>
          </p:cNvPr>
          <p:cNvSpPr>
            <a:spLocks noGrp="1" noChangeArrowheads="1"/>
          </p:cNvSpPr>
          <p:nvPr>
            <p:ph type="title"/>
          </p:nvPr>
        </p:nvSpPr>
        <p:spPr/>
        <p:txBody>
          <a:bodyPr/>
          <a:lstStyle/>
          <a:p>
            <a:pPr eaLnBrk="1" hangingPunct="1"/>
            <a:r>
              <a:rPr lang="en-US" altLang="zh-CN"/>
              <a:t>3.3.6 </a:t>
            </a:r>
            <a:r>
              <a:rPr lang="zh-CN" altLang="en-US"/>
              <a:t>预测分析的错误恢复</a:t>
            </a:r>
          </a:p>
        </p:txBody>
      </p:sp>
      <p:sp>
        <p:nvSpPr>
          <p:cNvPr id="76803" name="Rectangle 3">
            <a:extLst>
              <a:ext uri="{FF2B5EF4-FFF2-40B4-BE49-F238E27FC236}">
                <a16:creationId xmlns:a16="http://schemas.microsoft.com/office/drawing/2014/main" id="{16B27C43-E321-4C66-BE09-AC9181B7E16A}"/>
              </a:ext>
            </a:extLst>
          </p:cNvPr>
          <p:cNvSpPr>
            <a:spLocks noGrp="1" noChangeArrowheads="1"/>
          </p:cNvSpPr>
          <p:nvPr>
            <p:ph idx="1"/>
          </p:nvPr>
        </p:nvSpPr>
        <p:spPr/>
        <p:txBody>
          <a:bodyPr/>
          <a:lstStyle/>
          <a:p>
            <a:pPr eaLnBrk="1" hangingPunct="1"/>
            <a:r>
              <a:rPr lang="en-US" altLang="zh-CN" b="1">
                <a:cs typeface="Times New Roman" panose="02020603050405020304" pitchFamily="18" charset="0"/>
              </a:rPr>
              <a:t>M(A,a)</a:t>
            </a:r>
            <a:r>
              <a:rPr lang="zh-CN" altLang="en-US">
                <a:cs typeface="Times New Roman" panose="02020603050405020304" pitchFamily="18" charset="0"/>
              </a:rPr>
              <a:t>为空，</a:t>
            </a:r>
            <a:r>
              <a:rPr lang="en-US" altLang="zh-CN" b="1">
                <a:cs typeface="Times New Roman" panose="02020603050405020304" pitchFamily="18" charset="0"/>
              </a:rPr>
              <a:t>a</a:t>
            </a:r>
            <a:r>
              <a:rPr lang="zh-CN" altLang="en-US">
                <a:cs typeface="Times New Roman" panose="02020603050405020304" pitchFamily="18" charset="0"/>
              </a:rPr>
              <a:t>和</a:t>
            </a:r>
            <a:r>
              <a:rPr lang="en-US" altLang="zh-CN" b="1">
                <a:cs typeface="Times New Roman" panose="02020603050405020304" pitchFamily="18" charset="0"/>
              </a:rPr>
              <a:t>b</a:t>
            </a:r>
            <a:r>
              <a:rPr lang="zh-CN" altLang="en-US">
                <a:cs typeface="Times New Roman" panose="02020603050405020304" pitchFamily="18" charset="0"/>
              </a:rPr>
              <a:t>都不在</a:t>
            </a:r>
            <a:r>
              <a:rPr lang="en-US" altLang="zh-CN" b="1">
                <a:cs typeface="Times New Roman" panose="02020603050405020304" pitchFamily="18" charset="0"/>
              </a:rPr>
              <a:t>A</a:t>
            </a:r>
            <a:r>
              <a:rPr lang="zh-CN" altLang="en-US">
                <a:cs typeface="Times New Roman" panose="02020603050405020304" pitchFamily="18" charset="0"/>
              </a:rPr>
              <a:t>的同步集合中，</a:t>
            </a:r>
            <a:r>
              <a:rPr lang="en-US" altLang="zh-CN" b="1">
                <a:cs typeface="Times New Roman" panose="02020603050405020304" pitchFamily="18" charset="0"/>
              </a:rPr>
              <a:t>c</a:t>
            </a:r>
            <a:r>
              <a:rPr lang="en-US" altLang="zh-CN" b="1">
                <a:cs typeface="Times New Roman" panose="02020603050405020304" pitchFamily="18" charset="0"/>
                <a:sym typeface="Symbol" panose="05050102010706020507" pitchFamily="18" charset="2"/>
              </a:rPr>
              <a:t>FOLLOW(A)</a:t>
            </a:r>
          </a:p>
          <a:p>
            <a:pPr eaLnBrk="1" hangingPunct="1"/>
            <a:endParaRPr lang="en-US" altLang="zh-CN"/>
          </a:p>
        </p:txBody>
      </p:sp>
      <p:sp>
        <p:nvSpPr>
          <p:cNvPr id="2" name="日期占位符 1">
            <a:extLst>
              <a:ext uri="{FF2B5EF4-FFF2-40B4-BE49-F238E27FC236}">
                <a16:creationId xmlns:a16="http://schemas.microsoft.com/office/drawing/2014/main" id="{2388A7FF-B81E-B0BA-6DE4-33365FD51F60}"/>
              </a:ext>
            </a:extLst>
          </p:cNvPr>
          <p:cNvSpPr>
            <a:spLocks noGrp="1"/>
          </p:cNvSpPr>
          <p:nvPr>
            <p:ph type="dt" sz="half" idx="10"/>
          </p:nvPr>
        </p:nvSpPr>
        <p:spPr/>
        <p:txBody>
          <a:bodyPr/>
          <a:lstStyle/>
          <a:p>
            <a:fld id="{E946E6A2-11AE-46FB-B8B8-D092AF582D7B}" type="datetime2">
              <a:rPr lang="zh-CN" altLang="en-US" smtClean="0"/>
              <a:pPr/>
              <a:t>2025年11月26日</a:t>
            </a:fld>
            <a:endParaRPr lang="zh-CN" altLang="en-US"/>
          </a:p>
        </p:txBody>
      </p:sp>
      <p:sp>
        <p:nvSpPr>
          <p:cNvPr id="3" name="页脚占位符 2">
            <a:extLst>
              <a:ext uri="{FF2B5EF4-FFF2-40B4-BE49-F238E27FC236}">
                <a16:creationId xmlns:a16="http://schemas.microsoft.com/office/drawing/2014/main" id="{5CA6B3B3-D770-78C3-6323-9E2CD570FBF4}"/>
              </a:ext>
            </a:extLst>
          </p:cNvPr>
          <p:cNvSpPr>
            <a:spLocks noGrp="1"/>
          </p:cNvSpPr>
          <p:nvPr>
            <p:ph type="ftr" sz="quarter" idx="11"/>
          </p:nvPr>
        </p:nvSpPr>
        <p:spPr/>
        <p:txBody>
          <a:bodyPr/>
          <a:lstStyle/>
          <a:p>
            <a:r>
              <a:rPr lang="zh-CN" altLang="en-US"/>
              <a:t>编译原理</a:t>
            </a:r>
            <a:r>
              <a:rPr lang="en-US" altLang="zh-CN"/>
              <a:t>-</a:t>
            </a:r>
            <a:r>
              <a:rPr lang="zh-CN" altLang="en-US"/>
              <a:t>王欣捷</a:t>
            </a:r>
            <a:r>
              <a:rPr lang="en-US" altLang="zh-CN"/>
              <a:t>-</a:t>
            </a:r>
            <a:r>
              <a:rPr lang="zh-CN" altLang="en-US"/>
              <a:t>第三章 语法分析</a:t>
            </a:r>
            <a:r>
              <a:rPr lang="en-US" altLang="zh-CN"/>
              <a:t>(4)</a:t>
            </a:r>
            <a:endParaRPr lang="zh-CN" altLang="en-US"/>
          </a:p>
        </p:txBody>
      </p:sp>
      <p:sp>
        <p:nvSpPr>
          <p:cNvPr id="4" name="灯片编号占位符 3">
            <a:extLst>
              <a:ext uri="{FF2B5EF4-FFF2-40B4-BE49-F238E27FC236}">
                <a16:creationId xmlns:a16="http://schemas.microsoft.com/office/drawing/2014/main" id="{915EC5FC-337B-F55A-1F55-D0A9D8602C89}"/>
              </a:ext>
            </a:extLst>
          </p:cNvPr>
          <p:cNvSpPr>
            <a:spLocks noGrp="1"/>
          </p:cNvSpPr>
          <p:nvPr>
            <p:ph type="sldNum" sz="quarter" idx="12"/>
          </p:nvPr>
        </p:nvSpPr>
        <p:spPr/>
        <p:txBody>
          <a:bodyPr/>
          <a:lstStyle/>
          <a:p>
            <a:fld id="{094DEB03-EFC6-4C20-8FC8-295189A5386F}" type="slidenum">
              <a:rPr lang="zh-CN" altLang="en-US" smtClean="0"/>
              <a:pPr/>
              <a:t>69</a:t>
            </a:fld>
            <a:endParaRPr lang="zh-CN" altLang="en-US"/>
          </a:p>
        </p:txBody>
      </p:sp>
      <p:grpSp>
        <p:nvGrpSpPr>
          <p:cNvPr id="76804" name="Group 5">
            <a:extLst>
              <a:ext uri="{FF2B5EF4-FFF2-40B4-BE49-F238E27FC236}">
                <a16:creationId xmlns:a16="http://schemas.microsoft.com/office/drawing/2014/main" id="{60284C82-E616-461C-99DE-052A93985EC7}"/>
              </a:ext>
            </a:extLst>
          </p:cNvPr>
          <p:cNvGrpSpPr>
            <a:grpSpLocks/>
          </p:cNvGrpSpPr>
          <p:nvPr/>
        </p:nvGrpSpPr>
        <p:grpSpPr bwMode="auto">
          <a:xfrm>
            <a:off x="1828800" y="2784764"/>
            <a:ext cx="609600" cy="2971800"/>
            <a:chOff x="1152" y="2160"/>
            <a:chExt cx="384" cy="1872"/>
          </a:xfrm>
        </p:grpSpPr>
        <p:grpSp>
          <p:nvGrpSpPr>
            <p:cNvPr id="76818" name="Group 6">
              <a:extLst>
                <a:ext uri="{FF2B5EF4-FFF2-40B4-BE49-F238E27FC236}">
                  <a16:creationId xmlns:a16="http://schemas.microsoft.com/office/drawing/2014/main" id="{BF773568-C618-47A3-AF16-22459CD187D1}"/>
                </a:ext>
              </a:extLst>
            </p:cNvPr>
            <p:cNvGrpSpPr>
              <a:grpSpLocks/>
            </p:cNvGrpSpPr>
            <p:nvPr/>
          </p:nvGrpSpPr>
          <p:grpSpPr bwMode="auto">
            <a:xfrm>
              <a:off x="1152" y="2640"/>
              <a:ext cx="384" cy="1392"/>
              <a:chOff x="1152" y="2208"/>
              <a:chExt cx="384" cy="1392"/>
            </a:xfrm>
          </p:grpSpPr>
          <p:sp>
            <p:nvSpPr>
              <p:cNvPr id="76820" name="Line 7">
                <a:extLst>
                  <a:ext uri="{FF2B5EF4-FFF2-40B4-BE49-F238E27FC236}">
                    <a16:creationId xmlns:a16="http://schemas.microsoft.com/office/drawing/2014/main" id="{A8E183AB-64AC-4DD9-9EC8-615E6037AD0B}"/>
                  </a:ext>
                </a:extLst>
              </p:cNvPr>
              <p:cNvSpPr>
                <a:spLocks noChangeShapeType="1"/>
              </p:cNvSpPr>
              <p:nvPr/>
            </p:nvSpPr>
            <p:spPr bwMode="auto">
              <a:xfrm>
                <a:off x="1152" y="2208"/>
                <a:ext cx="0" cy="1344"/>
              </a:xfrm>
              <a:prstGeom prst="line">
                <a:avLst/>
              </a:prstGeom>
              <a:noFill/>
              <a:ln w="25400">
                <a:solidFill>
                  <a:srgbClr val="008000"/>
                </a:solidFill>
                <a:round/>
                <a:headEnd/>
                <a:tailEnd/>
              </a:ln>
              <a:extLst>
                <a:ext uri="{909E8E84-426E-40DD-AFC4-6F175D3DCCD1}">
                  <a14:hiddenFill xmlns:a14="http://schemas.microsoft.com/office/drawing/2010/main">
                    <a:noFill/>
                  </a14:hiddenFill>
                </a:ext>
              </a:extLst>
            </p:spPr>
            <p:txBody>
              <a:bodyPr lIns="54000" tIns="28800" rIns="54000" bIns="28800"/>
              <a:lstStyle/>
              <a:p>
                <a:endParaRPr lang="zh-CN" altLang="en-US"/>
              </a:p>
            </p:txBody>
          </p:sp>
          <p:sp>
            <p:nvSpPr>
              <p:cNvPr id="76821" name="Line 8">
                <a:extLst>
                  <a:ext uri="{FF2B5EF4-FFF2-40B4-BE49-F238E27FC236}">
                    <a16:creationId xmlns:a16="http://schemas.microsoft.com/office/drawing/2014/main" id="{C4277FF4-64E0-4707-96A4-7A67D65E96EA}"/>
                  </a:ext>
                </a:extLst>
              </p:cNvPr>
              <p:cNvSpPr>
                <a:spLocks noChangeShapeType="1"/>
              </p:cNvSpPr>
              <p:nvPr/>
            </p:nvSpPr>
            <p:spPr bwMode="auto">
              <a:xfrm>
                <a:off x="1536" y="2208"/>
                <a:ext cx="0" cy="1344"/>
              </a:xfrm>
              <a:prstGeom prst="line">
                <a:avLst/>
              </a:prstGeom>
              <a:noFill/>
              <a:ln w="25400">
                <a:solidFill>
                  <a:srgbClr val="008000"/>
                </a:solidFill>
                <a:round/>
                <a:headEnd/>
                <a:tailEnd/>
              </a:ln>
              <a:extLst>
                <a:ext uri="{909E8E84-426E-40DD-AFC4-6F175D3DCCD1}">
                  <a14:hiddenFill xmlns:a14="http://schemas.microsoft.com/office/drawing/2010/main">
                    <a:noFill/>
                  </a14:hiddenFill>
                </a:ext>
              </a:extLst>
            </p:spPr>
            <p:txBody>
              <a:bodyPr lIns="54000" tIns="28800" rIns="54000" bIns="28800"/>
              <a:lstStyle/>
              <a:p>
                <a:endParaRPr lang="zh-CN" altLang="en-US"/>
              </a:p>
            </p:txBody>
          </p:sp>
          <p:sp>
            <p:nvSpPr>
              <p:cNvPr id="76822" name="Rectangle 9">
                <a:extLst>
                  <a:ext uri="{FF2B5EF4-FFF2-40B4-BE49-F238E27FC236}">
                    <a16:creationId xmlns:a16="http://schemas.microsoft.com/office/drawing/2014/main" id="{9FF7F848-6DDE-4E8D-8BD5-A0B30B7FD64B}"/>
                  </a:ext>
                </a:extLst>
              </p:cNvPr>
              <p:cNvSpPr>
                <a:spLocks noChangeArrowheads="1"/>
              </p:cNvSpPr>
              <p:nvPr/>
            </p:nvSpPr>
            <p:spPr bwMode="auto">
              <a:xfrm>
                <a:off x="1152" y="2640"/>
                <a:ext cx="384" cy="336"/>
              </a:xfrm>
              <a:prstGeom prst="rect">
                <a:avLst/>
              </a:prstGeom>
              <a:noFill/>
              <a:ln w="25400" algn="ctr">
                <a:solidFill>
                  <a:srgbClr val="008000"/>
                </a:solidFill>
                <a:miter lim="800000"/>
                <a:headEnd/>
                <a:tailEnd/>
              </a:ln>
              <a:extLst>
                <a:ext uri="{909E8E84-426E-40DD-AFC4-6F175D3DCCD1}">
                  <a14:hiddenFill xmlns:a14="http://schemas.microsoft.com/office/drawing/2010/main">
                    <a:solidFill>
                      <a:srgbClr val="FFFFFF"/>
                    </a:solidFill>
                  </a14:hiddenFill>
                </a:ext>
              </a:extLst>
            </p:spPr>
            <p:txBody>
              <a:bodyPr wrap="none" lIns="54000" tIns="28800" rIns="54000" bIns="28800" anchor="ctr"/>
              <a:lstStyle>
                <a:lvl1pPr>
                  <a:spcBef>
                    <a:spcPct val="20000"/>
                  </a:spcBef>
                  <a:buClr>
                    <a:schemeClr val="folHlink"/>
                  </a:buClr>
                  <a:buSzPct val="60000"/>
                  <a:buFont typeface="Wingdings" panose="05000000000000000000" pitchFamily="2" charset="2"/>
                  <a:buChar char="n"/>
                  <a:defRPr sz="3200">
                    <a:solidFill>
                      <a:schemeClr val="tx1"/>
                    </a:solidFill>
                    <a:latin typeface="Times New Roman" panose="02020603050405020304" pitchFamily="18" charset="0"/>
                    <a:ea typeface="黑体" panose="02010609060101010101" pitchFamily="49" charset="-122"/>
                  </a:defRPr>
                </a:lvl1pPr>
                <a:lvl2pPr marL="742950" indent="-285750">
                  <a:spcBef>
                    <a:spcPct val="20000"/>
                  </a:spcBef>
                  <a:buClr>
                    <a:schemeClr val="hlink"/>
                  </a:buClr>
                  <a:buSzPct val="55000"/>
                  <a:buFont typeface="Wingdings" panose="05000000000000000000" pitchFamily="2" charset="2"/>
                  <a:buChar char="n"/>
                  <a:defRPr sz="2800">
                    <a:solidFill>
                      <a:schemeClr val="tx1"/>
                    </a:solidFill>
                    <a:latin typeface="Times New Roman" panose="02020603050405020304" pitchFamily="18" charset="0"/>
                    <a:ea typeface="黑体" panose="02010609060101010101" pitchFamily="49" charset="-122"/>
                  </a:defRPr>
                </a:lvl2pPr>
                <a:lvl3pPr marL="1143000" indent="-228600">
                  <a:spcBef>
                    <a:spcPct val="20000"/>
                  </a:spcBef>
                  <a:buClr>
                    <a:schemeClr val="folHlink"/>
                  </a:buClr>
                  <a:buSzPct val="50000"/>
                  <a:buFont typeface="Wingdings" panose="05000000000000000000" pitchFamily="2" charset="2"/>
                  <a:buChar char="n"/>
                  <a:defRPr sz="2400">
                    <a:solidFill>
                      <a:schemeClr val="tx1"/>
                    </a:solidFill>
                    <a:latin typeface="Times New Roman" panose="02020603050405020304" pitchFamily="18" charset="0"/>
                    <a:ea typeface="黑体" panose="02010609060101010101" pitchFamily="49" charset="-122"/>
                  </a:defRPr>
                </a:lvl3pPr>
                <a:lvl4pPr marL="1600200" indent="-228600">
                  <a:spcBef>
                    <a:spcPct val="20000"/>
                  </a:spcBef>
                  <a:buClr>
                    <a:schemeClr val="accent2"/>
                  </a:buClr>
                  <a:buSzPct val="55000"/>
                  <a:buFont typeface="Wingdings" panose="05000000000000000000" pitchFamily="2" charset="2"/>
                  <a:buChar char="n"/>
                  <a:defRPr sz="2000">
                    <a:solidFill>
                      <a:schemeClr val="tx1"/>
                    </a:solidFill>
                    <a:latin typeface="Times New Roman" panose="02020603050405020304" pitchFamily="18" charset="0"/>
                    <a:ea typeface="黑体" panose="02010609060101010101" pitchFamily="49" charset="-122"/>
                  </a:defRPr>
                </a:lvl4pPr>
                <a:lvl5pPr marL="2057400" indent="-228600">
                  <a:spcBef>
                    <a:spcPct val="20000"/>
                  </a:spcBef>
                  <a:buClr>
                    <a:schemeClr val="accent1"/>
                  </a:buClr>
                  <a:buSzPct val="50000"/>
                  <a:buFont typeface="Wingdings" panose="05000000000000000000" pitchFamily="2" charset="2"/>
                  <a:buChar char="n"/>
                  <a:defRPr sz="2000">
                    <a:solidFill>
                      <a:schemeClr val="tx1"/>
                    </a:solidFill>
                    <a:latin typeface="Times New Roman" panose="02020603050405020304" pitchFamily="18"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imes New Roman" panose="02020603050405020304" pitchFamily="18"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imes New Roman" panose="02020603050405020304" pitchFamily="18"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imes New Roman" panose="02020603050405020304" pitchFamily="18"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imes New Roman" panose="02020603050405020304" pitchFamily="18" charset="0"/>
                    <a:ea typeface="黑体" panose="02010609060101010101" pitchFamily="49" charset="-122"/>
                  </a:defRPr>
                </a:lvl9pPr>
              </a:lstStyle>
              <a:p>
                <a:pPr algn="ctr">
                  <a:spcBef>
                    <a:spcPct val="0"/>
                  </a:spcBef>
                  <a:buClrTx/>
                  <a:buSzTx/>
                  <a:buFontTx/>
                  <a:buNone/>
                </a:pPr>
                <a:r>
                  <a:rPr lang="en-US" altLang="zh-CN" sz="2400">
                    <a:solidFill>
                      <a:srgbClr val="000000"/>
                    </a:solidFill>
                    <a:ea typeface="宋体" panose="02010600030101010101" pitchFamily="2" charset="-122"/>
                  </a:rPr>
                  <a:t>B</a:t>
                </a:r>
              </a:p>
            </p:txBody>
          </p:sp>
          <p:sp>
            <p:nvSpPr>
              <p:cNvPr id="76823" name="Rectangle 10">
                <a:extLst>
                  <a:ext uri="{FF2B5EF4-FFF2-40B4-BE49-F238E27FC236}">
                    <a16:creationId xmlns:a16="http://schemas.microsoft.com/office/drawing/2014/main" id="{2E1B74ED-8FB2-437F-810B-D2E35142778F}"/>
                  </a:ext>
                </a:extLst>
              </p:cNvPr>
              <p:cNvSpPr>
                <a:spLocks noChangeArrowheads="1"/>
              </p:cNvSpPr>
              <p:nvPr/>
            </p:nvSpPr>
            <p:spPr bwMode="auto">
              <a:xfrm>
                <a:off x="1152" y="2976"/>
                <a:ext cx="384" cy="624"/>
              </a:xfrm>
              <a:prstGeom prst="rect">
                <a:avLst/>
              </a:prstGeom>
              <a:noFill/>
              <a:ln w="25400" algn="ctr">
                <a:solidFill>
                  <a:srgbClr val="008000"/>
                </a:solidFill>
                <a:miter lim="800000"/>
                <a:headEnd/>
                <a:tailEnd/>
              </a:ln>
              <a:extLst>
                <a:ext uri="{909E8E84-426E-40DD-AFC4-6F175D3DCCD1}">
                  <a14:hiddenFill xmlns:a14="http://schemas.microsoft.com/office/drawing/2010/main">
                    <a:solidFill>
                      <a:srgbClr val="FFFFFF"/>
                    </a:solidFill>
                  </a14:hiddenFill>
                </a:ext>
              </a:extLst>
            </p:spPr>
            <p:txBody>
              <a:bodyPr wrap="none" lIns="54000" tIns="28800" rIns="54000" bIns="28800" anchor="ctr"/>
              <a:lstStyle>
                <a:lvl1pPr>
                  <a:spcBef>
                    <a:spcPct val="20000"/>
                  </a:spcBef>
                  <a:buClr>
                    <a:schemeClr val="folHlink"/>
                  </a:buClr>
                  <a:buSzPct val="60000"/>
                  <a:buFont typeface="Wingdings" panose="05000000000000000000" pitchFamily="2" charset="2"/>
                  <a:buChar char="n"/>
                  <a:defRPr sz="3200">
                    <a:solidFill>
                      <a:schemeClr val="tx1"/>
                    </a:solidFill>
                    <a:latin typeface="Times New Roman" panose="02020603050405020304" pitchFamily="18" charset="0"/>
                    <a:ea typeface="黑体" panose="02010609060101010101" pitchFamily="49" charset="-122"/>
                  </a:defRPr>
                </a:lvl1pPr>
                <a:lvl2pPr marL="742950" indent="-285750">
                  <a:spcBef>
                    <a:spcPct val="20000"/>
                  </a:spcBef>
                  <a:buClr>
                    <a:schemeClr val="hlink"/>
                  </a:buClr>
                  <a:buSzPct val="55000"/>
                  <a:buFont typeface="Wingdings" panose="05000000000000000000" pitchFamily="2" charset="2"/>
                  <a:buChar char="n"/>
                  <a:defRPr sz="2800">
                    <a:solidFill>
                      <a:schemeClr val="tx1"/>
                    </a:solidFill>
                    <a:latin typeface="Times New Roman" panose="02020603050405020304" pitchFamily="18" charset="0"/>
                    <a:ea typeface="黑体" panose="02010609060101010101" pitchFamily="49" charset="-122"/>
                  </a:defRPr>
                </a:lvl2pPr>
                <a:lvl3pPr marL="1143000" indent="-228600">
                  <a:spcBef>
                    <a:spcPct val="20000"/>
                  </a:spcBef>
                  <a:buClr>
                    <a:schemeClr val="folHlink"/>
                  </a:buClr>
                  <a:buSzPct val="50000"/>
                  <a:buFont typeface="Wingdings" panose="05000000000000000000" pitchFamily="2" charset="2"/>
                  <a:buChar char="n"/>
                  <a:defRPr sz="2400">
                    <a:solidFill>
                      <a:schemeClr val="tx1"/>
                    </a:solidFill>
                    <a:latin typeface="Times New Roman" panose="02020603050405020304" pitchFamily="18" charset="0"/>
                    <a:ea typeface="黑体" panose="02010609060101010101" pitchFamily="49" charset="-122"/>
                  </a:defRPr>
                </a:lvl3pPr>
                <a:lvl4pPr marL="1600200" indent="-228600">
                  <a:spcBef>
                    <a:spcPct val="20000"/>
                  </a:spcBef>
                  <a:buClr>
                    <a:schemeClr val="accent2"/>
                  </a:buClr>
                  <a:buSzPct val="55000"/>
                  <a:buFont typeface="Wingdings" panose="05000000000000000000" pitchFamily="2" charset="2"/>
                  <a:buChar char="n"/>
                  <a:defRPr sz="2000">
                    <a:solidFill>
                      <a:schemeClr val="tx1"/>
                    </a:solidFill>
                    <a:latin typeface="Times New Roman" panose="02020603050405020304" pitchFamily="18" charset="0"/>
                    <a:ea typeface="黑体" panose="02010609060101010101" pitchFamily="49" charset="-122"/>
                  </a:defRPr>
                </a:lvl4pPr>
                <a:lvl5pPr marL="2057400" indent="-228600">
                  <a:spcBef>
                    <a:spcPct val="20000"/>
                  </a:spcBef>
                  <a:buClr>
                    <a:schemeClr val="accent1"/>
                  </a:buClr>
                  <a:buSzPct val="50000"/>
                  <a:buFont typeface="Wingdings" panose="05000000000000000000" pitchFamily="2" charset="2"/>
                  <a:buChar char="n"/>
                  <a:defRPr sz="2000">
                    <a:solidFill>
                      <a:schemeClr val="tx1"/>
                    </a:solidFill>
                    <a:latin typeface="Times New Roman" panose="02020603050405020304" pitchFamily="18"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imes New Roman" panose="02020603050405020304" pitchFamily="18"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imes New Roman" panose="02020603050405020304" pitchFamily="18"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imes New Roman" panose="02020603050405020304" pitchFamily="18"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imes New Roman" panose="02020603050405020304" pitchFamily="18" charset="0"/>
                    <a:ea typeface="黑体" panose="02010609060101010101" pitchFamily="49" charset="-122"/>
                  </a:defRPr>
                </a:lvl9pPr>
              </a:lstStyle>
              <a:p>
                <a:pPr algn="just">
                  <a:spcBef>
                    <a:spcPct val="0"/>
                  </a:spcBef>
                  <a:buClrTx/>
                  <a:buSzTx/>
                  <a:buFontTx/>
                  <a:buNone/>
                </a:pPr>
                <a:endParaRPr lang="zh-CN" altLang="en-US" sz="2400">
                  <a:solidFill>
                    <a:srgbClr val="000000"/>
                  </a:solidFill>
                  <a:ea typeface="宋体" panose="02010600030101010101" pitchFamily="2" charset="-122"/>
                </a:endParaRPr>
              </a:p>
            </p:txBody>
          </p:sp>
          <p:sp>
            <p:nvSpPr>
              <p:cNvPr id="76824" name="Text Box 11">
                <a:extLst>
                  <a:ext uri="{FF2B5EF4-FFF2-40B4-BE49-F238E27FC236}">
                    <a16:creationId xmlns:a16="http://schemas.microsoft.com/office/drawing/2014/main" id="{A045F1A4-8590-4EEB-84D1-2D7049CECB17}"/>
                  </a:ext>
                </a:extLst>
              </p:cNvPr>
              <p:cNvSpPr txBox="1">
                <a:spLocks noChangeArrowheads="1"/>
              </p:cNvSpPr>
              <p:nvPr/>
            </p:nvSpPr>
            <p:spPr bwMode="auto">
              <a:xfrm>
                <a:off x="1235" y="3053"/>
                <a:ext cx="301" cy="2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5400" algn="ctr">
                    <a:solidFill>
                      <a:srgbClr val="000000"/>
                    </a:solidFill>
                    <a:miter lim="800000"/>
                    <a:headEnd/>
                    <a:tailEnd/>
                  </a14:hiddenLine>
                </a:ext>
              </a:extLst>
            </p:spPr>
            <p:txBody>
              <a:bodyPr vert="eaVert" wrap="none" lIns="54000" tIns="28800" rIns="54000" bIns="28800">
                <a:spAutoFit/>
              </a:bodyPr>
              <a:lstStyle>
                <a:lvl1pPr>
                  <a:spcBef>
                    <a:spcPct val="20000"/>
                  </a:spcBef>
                  <a:buClr>
                    <a:schemeClr val="folHlink"/>
                  </a:buClr>
                  <a:buSzPct val="60000"/>
                  <a:buFont typeface="Wingdings" panose="05000000000000000000" pitchFamily="2" charset="2"/>
                  <a:buChar char="n"/>
                  <a:defRPr sz="3200">
                    <a:solidFill>
                      <a:schemeClr val="tx1"/>
                    </a:solidFill>
                    <a:latin typeface="Times New Roman" panose="02020603050405020304" pitchFamily="18" charset="0"/>
                    <a:ea typeface="黑体" panose="02010609060101010101" pitchFamily="49" charset="-122"/>
                  </a:defRPr>
                </a:lvl1pPr>
                <a:lvl2pPr marL="742950" indent="-285750">
                  <a:spcBef>
                    <a:spcPct val="20000"/>
                  </a:spcBef>
                  <a:buClr>
                    <a:schemeClr val="hlink"/>
                  </a:buClr>
                  <a:buSzPct val="55000"/>
                  <a:buFont typeface="Wingdings" panose="05000000000000000000" pitchFamily="2" charset="2"/>
                  <a:buChar char="n"/>
                  <a:defRPr sz="2800">
                    <a:solidFill>
                      <a:schemeClr val="tx1"/>
                    </a:solidFill>
                    <a:latin typeface="Times New Roman" panose="02020603050405020304" pitchFamily="18" charset="0"/>
                    <a:ea typeface="黑体" panose="02010609060101010101" pitchFamily="49" charset="-122"/>
                  </a:defRPr>
                </a:lvl2pPr>
                <a:lvl3pPr marL="1143000" indent="-228600">
                  <a:spcBef>
                    <a:spcPct val="20000"/>
                  </a:spcBef>
                  <a:buClr>
                    <a:schemeClr val="folHlink"/>
                  </a:buClr>
                  <a:buSzPct val="50000"/>
                  <a:buFont typeface="Wingdings" panose="05000000000000000000" pitchFamily="2" charset="2"/>
                  <a:buChar char="n"/>
                  <a:defRPr sz="2400">
                    <a:solidFill>
                      <a:schemeClr val="tx1"/>
                    </a:solidFill>
                    <a:latin typeface="Times New Roman" panose="02020603050405020304" pitchFamily="18" charset="0"/>
                    <a:ea typeface="黑体" panose="02010609060101010101" pitchFamily="49" charset="-122"/>
                  </a:defRPr>
                </a:lvl3pPr>
                <a:lvl4pPr marL="1600200" indent="-228600">
                  <a:spcBef>
                    <a:spcPct val="20000"/>
                  </a:spcBef>
                  <a:buClr>
                    <a:schemeClr val="accent2"/>
                  </a:buClr>
                  <a:buSzPct val="55000"/>
                  <a:buFont typeface="Wingdings" panose="05000000000000000000" pitchFamily="2" charset="2"/>
                  <a:buChar char="n"/>
                  <a:defRPr sz="2000">
                    <a:solidFill>
                      <a:schemeClr val="tx1"/>
                    </a:solidFill>
                    <a:latin typeface="Times New Roman" panose="02020603050405020304" pitchFamily="18" charset="0"/>
                    <a:ea typeface="黑体" panose="02010609060101010101" pitchFamily="49" charset="-122"/>
                  </a:defRPr>
                </a:lvl4pPr>
                <a:lvl5pPr marL="2057400" indent="-228600">
                  <a:spcBef>
                    <a:spcPct val="20000"/>
                  </a:spcBef>
                  <a:buClr>
                    <a:schemeClr val="accent1"/>
                  </a:buClr>
                  <a:buSzPct val="50000"/>
                  <a:buFont typeface="Wingdings" panose="05000000000000000000" pitchFamily="2" charset="2"/>
                  <a:buChar char="n"/>
                  <a:defRPr sz="2000">
                    <a:solidFill>
                      <a:schemeClr val="tx1"/>
                    </a:solidFill>
                    <a:latin typeface="Times New Roman" panose="02020603050405020304" pitchFamily="18"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imes New Roman" panose="02020603050405020304" pitchFamily="18"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imes New Roman" panose="02020603050405020304" pitchFamily="18"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imes New Roman" panose="02020603050405020304" pitchFamily="18"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imes New Roman" panose="02020603050405020304" pitchFamily="18" charset="0"/>
                    <a:ea typeface="黑体" panose="02010609060101010101" pitchFamily="49" charset="-122"/>
                  </a:defRPr>
                </a:lvl9pPr>
              </a:lstStyle>
              <a:p>
                <a:pPr algn="just">
                  <a:spcBef>
                    <a:spcPct val="0"/>
                  </a:spcBef>
                  <a:buClrTx/>
                  <a:buSzTx/>
                  <a:buFontTx/>
                  <a:buNone/>
                </a:pPr>
                <a:r>
                  <a:rPr lang="en-US" altLang="zh-CN" sz="2400">
                    <a:solidFill>
                      <a:srgbClr val="000000"/>
                    </a:solidFill>
                    <a:ea typeface="宋体" panose="02010600030101010101" pitchFamily="2" charset="-122"/>
                  </a:rPr>
                  <a:t>…</a:t>
                </a:r>
              </a:p>
            </p:txBody>
          </p:sp>
          <p:sp>
            <p:nvSpPr>
              <p:cNvPr id="76825" name="Text Box 12">
                <a:extLst>
                  <a:ext uri="{FF2B5EF4-FFF2-40B4-BE49-F238E27FC236}">
                    <a16:creationId xmlns:a16="http://schemas.microsoft.com/office/drawing/2014/main" id="{DE4A4D57-7453-4741-B54D-BD10DF8D6A02}"/>
                  </a:ext>
                </a:extLst>
              </p:cNvPr>
              <p:cNvSpPr txBox="1">
                <a:spLocks noChangeArrowheads="1"/>
              </p:cNvSpPr>
              <p:nvPr/>
            </p:nvSpPr>
            <p:spPr bwMode="auto">
              <a:xfrm>
                <a:off x="1232" y="2326"/>
                <a:ext cx="209" cy="26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5400" algn="ctr">
                    <a:solidFill>
                      <a:srgbClr val="000000"/>
                    </a:solidFill>
                    <a:miter lim="800000"/>
                    <a:headEnd/>
                    <a:tailEnd/>
                  </a14:hiddenLine>
                </a:ext>
              </a:extLst>
            </p:spPr>
            <p:txBody>
              <a:bodyPr wrap="none" lIns="54000" tIns="28800" rIns="54000" bIns="28800">
                <a:spAutoFit/>
              </a:bodyPr>
              <a:lstStyle>
                <a:lvl1pPr>
                  <a:spcBef>
                    <a:spcPct val="20000"/>
                  </a:spcBef>
                  <a:buClr>
                    <a:schemeClr val="folHlink"/>
                  </a:buClr>
                  <a:buSzPct val="60000"/>
                  <a:buFont typeface="Wingdings" panose="05000000000000000000" pitchFamily="2" charset="2"/>
                  <a:buChar char="n"/>
                  <a:defRPr sz="3200">
                    <a:solidFill>
                      <a:schemeClr val="tx1"/>
                    </a:solidFill>
                    <a:latin typeface="Times New Roman" panose="02020603050405020304" pitchFamily="18" charset="0"/>
                    <a:ea typeface="黑体" panose="02010609060101010101" pitchFamily="49" charset="-122"/>
                  </a:defRPr>
                </a:lvl1pPr>
                <a:lvl2pPr marL="742950" indent="-285750">
                  <a:spcBef>
                    <a:spcPct val="20000"/>
                  </a:spcBef>
                  <a:buClr>
                    <a:schemeClr val="hlink"/>
                  </a:buClr>
                  <a:buSzPct val="55000"/>
                  <a:buFont typeface="Wingdings" panose="05000000000000000000" pitchFamily="2" charset="2"/>
                  <a:buChar char="n"/>
                  <a:defRPr sz="2800">
                    <a:solidFill>
                      <a:schemeClr val="tx1"/>
                    </a:solidFill>
                    <a:latin typeface="Times New Roman" panose="02020603050405020304" pitchFamily="18" charset="0"/>
                    <a:ea typeface="黑体" panose="02010609060101010101" pitchFamily="49" charset="-122"/>
                  </a:defRPr>
                </a:lvl2pPr>
                <a:lvl3pPr marL="1143000" indent="-228600">
                  <a:spcBef>
                    <a:spcPct val="20000"/>
                  </a:spcBef>
                  <a:buClr>
                    <a:schemeClr val="folHlink"/>
                  </a:buClr>
                  <a:buSzPct val="50000"/>
                  <a:buFont typeface="Wingdings" panose="05000000000000000000" pitchFamily="2" charset="2"/>
                  <a:buChar char="n"/>
                  <a:defRPr sz="2400">
                    <a:solidFill>
                      <a:schemeClr val="tx1"/>
                    </a:solidFill>
                    <a:latin typeface="Times New Roman" panose="02020603050405020304" pitchFamily="18" charset="0"/>
                    <a:ea typeface="黑体" panose="02010609060101010101" pitchFamily="49" charset="-122"/>
                  </a:defRPr>
                </a:lvl3pPr>
                <a:lvl4pPr marL="1600200" indent="-228600">
                  <a:spcBef>
                    <a:spcPct val="20000"/>
                  </a:spcBef>
                  <a:buClr>
                    <a:schemeClr val="accent2"/>
                  </a:buClr>
                  <a:buSzPct val="55000"/>
                  <a:buFont typeface="Wingdings" panose="05000000000000000000" pitchFamily="2" charset="2"/>
                  <a:buChar char="n"/>
                  <a:defRPr sz="2000">
                    <a:solidFill>
                      <a:schemeClr val="tx1"/>
                    </a:solidFill>
                    <a:latin typeface="Times New Roman" panose="02020603050405020304" pitchFamily="18" charset="0"/>
                    <a:ea typeface="黑体" panose="02010609060101010101" pitchFamily="49" charset="-122"/>
                  </a:defRPr>
                </a:lvl4pPr>
                <a:lvl5pPr marL="2057400" indent="-228600">
                  <a:spcBef>
                    <a:spcPct val="20000"/>
                  </a:spcBef>
                  <a:buClr>
                    <a:schemeClr val="accent1"/>
                  </a:buClr>
                  <a:buSzPct val="50000"/>
                  <a:buFont typeface="Wingdings" panose="05000000000000000000" pitchFamily="2" charset="2"/>
                  <a:buChar char="n"/>
                  <a:defRPr sz="2000">
                    <a:solidFill>
                      <a:schemeClr val="tx1"/>
                    </a:solidFill>
                    <a:latin typeface="Times New Roman" panose="02020603050405020304" pitchFamily="18"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imes New Roman" panose="02020603050405020304" pitchFamily="18"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imes New Roman" panose="02020603050405020304" pitchFamily="18"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imes New Roman" panose="02020603050405020304" pitchFamily="18"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imes New Roman" panose="02020603050405020304" pitchFamily="18" charset="0"/>
                    <a:ea typeface="黑体" panose="02010609060101010101" pitchFamily="49" charset="-122"/>
                  </a:defRPr>
                </a:lvl9pPr>
              </a:lstStyle>
              <a:p>
                <a:pPr algn="just">
                  <a:spcBef>
                    <a:spcPct val="0"/>
                  </a:spcBef>
                  <a:buClrTx/>
                  <a:buSzTx/>
                  <a:buFontTx/>
                  <a:buNone/>
                </a:pPr>
                <a:r>
                  <a:rPr lang="en-US" altLang="zh-CN" sz="2400">
                    <a:solidFill>
                      <a:srgbClr val="808080"/>
                    </a:solidFill>
                    <a:ea typeface="宋体" panose="02010600030101010101" pitchFamily="2" charset="-122"/>
                  </a:rPr>
                  <a:t>A</a:t>
                </a:r>
              </a:p>
            </p:txBody>
          </p:sp>
          <p:sp>
            <p:nvSpPr>
              <p:cNvPr id="76826" name="Rectangle 13">
                <a:extLst>
                  <a:ext uri="{FF2B5EF4-FFF2-40B4-BE49-F238E27FC236}">
                    <a16:creationId xmlns:a16="http://schemas.microsoft.com/office/drawing/2014/main" id="{4D7E9521-AC93-41AA-B17E-71C0CF494816}"/>
                  </a:ext>
                </a:extLst>
              </p:cNvPr>
              <p:cNvSpPr>
                <a:spLocks noChangeArrowheads="1"/>
              </p:cNvSpPr>
              <p:nvPr/>
            </p:nvSpPr>
            <p:spPr bwMode="auto">
              <a:xfrm>
                <a:off x="1152" y="2304"/>
                <a:ext cx="384" cy="336"/>
              </a:xfrm>
              <a:prstGeom prst="rect">
                <a:avLst/>
              </a:prstGeom>
              <a:noFill/>
              <a:ln w="25400" algn="ctr">
                <a:solidFill>
                  <a:srgbClr val="008000"/>
                </a:solidFill>
                <a:miter lim="800000"/>
                <a:headEnd/>
                <a:tailEnd/>
              </a:ln>
              <a:extLst>
                <a:ext uri="{909E8E84-426E-40DD-AFC4-6F175D3DCCD1}">
                  <a14:hiddenFill xmlns:a14="http://schemas.microsoft.com/office/drawing/2010/main">
                    <a:solidFill>
                      <a:srgbClr val="FFFFFF"/>
                    </a:solidFill>
                  </a14:hiddenFill>
                </a:ext>
              </a:extLst>
            </p:spPr>
            <p:txBody>
              <a:bodyPr wrap="none" lIns="54000" tIns="28800" rIns="54000" bIns="28800" anchor="ctr"/>
              <a:lstStyle>
                <a:lvl1pPr>
                  <a:spcBef>
                    <a:spcPct val="20000"/>
                  </a:spcBef>
                  <a:buClr>
                    <a:schemeClr val="folHlink"/>
                  </a:buClr>
                  <a:buSzPct val="60000"/>
                  <a:buFont typeface="Wingdings" panose="05000000000000000000" pitchFamily="2" charset="2"/>
                  <a:buChar char="n"/>
                  <a:defRPr sz="3200">
                    <a:solidFill>
                      <a:schemeClr val="tx1"/>
                    </a:solidFill>
                    <a:latin typeface="Times New Roman" panose="02020603050405020304" pitchFamily="18" charset="0"/>
                    <a:ea typeface="黑体" panose="02010609060101010101" pitchFamily="49" charset="-122"/>
                  </a:defRPr>
                </a:lvl1pPr>
                <a:lvl2pPr marL="742950" indent="-285750">
                  <a:spcBef>
                    <a:spcPct val="20000"/>
                  </a:spcBef>
                  <a:buClr>
                    <a:schemeClr val="hlink"/>
                  </a:buClr>
                  <a:buSzPct val="55000"/>
                  <a:buFont typeface="Wingdings" panose="05000000000000000000" pitchFamily="2" charset="2"/>
                  <a:buChar char="n"/>
                  <a:defRPr sz="2800">
                    <a:solidFill>
                      <a:schemeClr val="tx1"/>
                    </a:solidFill>
                    <a:latin typeface="Times New Roman" panose="02020603050405020304" pitchFamily="18" charset="0"/>
                    <a:ea typeface="黑体" panose="02010609060101010101" pitchFamily="49" charset="-122"/>
                  </a:defRPr>
                </a:lvl2pPr>
                <a:lvl3pPr marL="1143000" indent="-228600">
                  <a:spcBef>
                    <a:spcPct val="20000"/>
                  </a:spcBef>
                  <a:buClr>
                    <a:schemeClr val="folHlink"/>
                  </a:buClr>
                  <a:buSzPct val="50000"/>
                  <a:buFont typeface="Wingdings" panose="05000000000000000000" pitchFamily="2" charset="2"/>
                  <a:buChar char="n"/>
                  <a:defRPr sz="2400">
                    <a:solidFill>
                      <a:schemeClr val="tx1"/>
                    </a:solidFill>
                    <a:latin typeface="Times New Roman" panose="02020603050405020304" pitchFamily="18" charset="0"/>
                    <a:ea typeface="黑体" panose="02010609060101010101" pitchFamily="49" charset="-122"/>
                  </a:defRPr>
                </a:lvl3pPr>
                <a:lvl4pPr marL="1600200" indent="-228600">
                  <a:spcBef>
                    <a:spcPct val="20000"/>
                  </a:spcBef>
                  <a:buClr>
                    <a:schemeClr val="accent2"/>
                  </a:buClr>
                  <a:buSzPct val="55000"/>
                  <a:buFont typeface="Wingdings" panose="05000000000000000000" pitchFamily="2" charset="2"/>
                  <a:buChar char="n"/>
                  <a:defRPr sz="2000">
                    <a:solidFill>
                      <a:schemeClr val="tx1"/>
                    </a:solidFill>
                    <a:latin typeface="Times New Roman" panose="02020603050405020304" pitchFamily="18" charset="0"/>
                    <a:ea typeface="黑体" panose="02010609060101010101" pitchFamily="49" charset="-122"/>
                  </a:defRPr>
                </a:lvl4pPr>
                <a:lvl5pPr marL="2057400" indent="-228600">
                  <a:spcBef>
                    <a:spcPct val="20000"/>
                  </a:spcBef>
                  <a:buClr>
                    <a:schemeClr val="accent1"/>
                  </a:buClr>
                  <a:buSzPct val="50000"/>
                  <a:buFont typeface="Wingdings" panose="05000000000000000000" pitchFamily="2" charset="2"/>
                  <a:buChar char="n"/>
                  <a:defRPr sz="2000">
                    <a:solidFill>
                      <a:schemeClr val="tx1"/>
                    </a:solidFill>
                    <a:latin typeface="Times New Roman" panose="02020603050405020304" pitchFamily="18"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imes New Roman" panose="02020603050405020304" pitchFamily="18"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imes New Roman" panose="02020603050405020304" pitchFamily="18"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imes New Roman" panose="02020603050405020304" pitchFamily="18"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imes New Roman" panose="02020603050405020304" pitchFamily="18" charset="0"/>
                    <a:ea typeface="黑体" panose="02010609060101010101" pitchFamily="49" charset="-122"/>
                  </a:defRPr>
                </a:lvl9pPr>
              </a:lstStyle>
              <a:p>
                <a:pPr algn="just">
                  <a:spcBef>
                    <a:spcPct val="0"/>
                  </a:spcBef>
                  <a:buClrTx/>
                  <a:buSzTx/>
                  <a:buFontTx/>
                  <a:buNone/>
                </a:pPr>
                <a:endParaRPr lang="zh-CN" altLang="en-US" sz="2400">
                  <a:solidFill>
                    <a:srgbClr val="000000"/>
                  </a:solidFill>
                  <a:ea typeface="宋体" panose="02010600030101010101" pitchFamily="2" charset="-122"/>
                </a:endParaRPr>
              </a:p>
            </p:txBody>
          </p:sp>
          <p:sp>
            <p:nvSpPr>
              <p:cNvPr id="76827" name="Rectangle 14">
                <a:extLst>
                  <a:ext uri="{FF2B5EF4-FFF2-40B4-BE49-F238E27FC236}">
                    <a16:creationId xmlns:a16="http://schemas.microsoft.com/office/drawing/2014/main" id="{4E3F1A9C-3CEC-47CC-BCDE-D38302BED4BB}"/>
                  </a:ext>
                </a:extLst>
              </p:cNvPr>
              <p:cNvSpPr>
                <a:spLocks noChangeArrowheads="1"/>
              </p:cNvSpPr>
              <p:nvPr/>
            </p:nvSpPr>
            <p:spPr bwMode="auto">
              <a:xfrm>
                <a:off x="1152" y="3312"/>
                <a:ext cx="384" cy="288"/>
              </a:xfrm>
              <a:prstGeom prst="rect">
                <a:avLst/>
              </a:prstGeom>
              <a:noFill/>
              <a:ln w="25400" algn="ctr">
                <a:solidFill>
                  <a:srgbClr val="008000"/>
                </a:solidFill>
                <a:miter lim="800000"/>
                <a:headEnd/>
                <a:tailEnd/>
              </a:ln>
              <a:extLst>
                <a:ext uri="{909E8E84-426E-40DD-AFC4-6F175D3DCCD1}">
                  <a14:hiddenFill xmlns:a14="http://schemas.microsoft.com/office/drawing/2010/main">
                    <a:solidFill>
                      <a:srgbClr val="FFFFFF"/>
                    </a:solidFill>
                  </a14:hiddenFill>
                </a:ext>
              </a:extLst>
            </p:spPr>
            <p:txBody>
              <a:bodyPr wrap="none" lIns="54000" tIns="28800" rIns="54000" bIns="28800" anchor="ctr"/>
              <a:lstStyle>
                <a:lvl1pPr>
                  <a:spcBef>
                    <a:spcPct val="20000"/>
                  </a:spcBef>
                  <a:buClr>
                    <a:schemeClr val="folHlink"/>
                  </a:buClr>
                  <a:buSzPct val="60000"/>
                  <a:buFont typeface="Wingdings" panose="05000000000000000000" pitchFamily="2" charset="2"/>
                  <a:buChar char="n"/>
                  <a:defRPr sz="3200">
                    <a:solidFill>
                      <a:schemeClr val="tx1"/>
                    </a:solidFill>
                    <a:latin typeface="Times New Roman" panose="02020603050405020304" pitchFamily="18" charset="0"/>
                    <a:ea typeface="黑体" panose="02010609060101010101" pitchFamily="49" charset="-122"/>
                  </a:defRPr>
                </a:lvl1pPr>
                <a:lvl2pPr marL="742950" indent="-285750">
                  <a:spcBef>
                    <a:spcPct val="20000"/>
                  </a:spcBef>
                  <a:buClr>
                    <a:schemeClr val="hlink"/>
                  </a:buClr>
                  <a:buSzPct val="55000"/>
                  <a:buFont typeface="Wingdings" panose="05000000000000000000" pitchFamily="2" charset="2"/>
                  <a:buChar char="n"/>
                  <a:defRPr sz="2800">
                    <a:solidFill>
                      <a:schemeClr val="tx1"/>
                    </a:solidFill>
                    <a:latin typeface="Times New Roman" panose="02020603050405020304" pitchFamily="18" charset="0"/>
                    <a:ea typeface="黑体" panose="02010609060101010101" pitchFamily="49" charset="-122"/>
                  </a:defRPr>
                </a:lvl2pPr>
                <a:lvl3pPr marL="1143000" indent="-228600">
                  <a:spcBef>
                    <a:spcPct val="20000"/>
                  </a:spcBef>
                  <a:buClr>
                    <a:schemeClr val="folHlink"/>
                  </a:buClr>
                  <a:buSzPct val="50000"/>
                  <a:buFont typeface="Wingdings" panose="05000000000000000000" pitchFamily="2" charset="2"/>
                  <a:buChar char="n"/>
                  <a:defRPr sz="2400">
                    <a:solidFill>
                      <a:schemeClr val="tx1"/>
                    </a:solidFill>
                    <a:latin typeface="Times New Roman" panose="02020603050405020304" pitchFamily="18" charset="0"/>
                    <a:ea typeface="黑体" panose="02010609060101010101" pitchFamily="49" charset="-122"/>
                  </a:defRPr>
                </a:lvl3pPr>
                <a:lvl4pPr marL="1600200" indent="-228600">
                  <a:spcBef>
                    <a:spcPct val="20000"/>
                  </a:spcBef>
                  <a:buClr>
                    <a:schemeClr val="accent2"/>
                  </a:buClr>
                  <a:buSzPct val="55000"/>
                  <a:buFont typeface="Wingdings" panose="05000000000000000000" pitchFamily="2" charset="2"/>
                  <a:buChar char="n"/>
                  <a:defRPr sz="2000">
                    <a:solidFill>
                      <a:schemeClr val="tx1"/>
                    </a:solidFill>
                    <a:latin typeface="Times New Roman" panose="02020603050405020304" pitchFamily="18" charset="0"/>
                    <a:ea typeface="黑体" panose="02010609060101010101" pitchFamily="49" charset="-122"/>
                  </a:defRPr>
                </a:lvl4pPr>
                <a:lvl5pPr marL="2057400" indent="-228600">
                  <a:spcBef>
                    <a:spcPct val="20000"/>
                  </a:spcBef>
                  <a:buClr>
                    <a:schemeClr val="accent1"/>
                  </a:buClr>
                  <a:buSzPct val="50000"/>
                  <a:buFont typeface="Wingdings" panose="05000000000000000000" pitchFamily="2" charset="2"/>
                  <a:buChar char="n"/>
                  <a:defRPr sz="2000">
                    <a:solidFill>
                      <a:schemeClr val="tx1"/>
                    </a:solidFill>
                    <a:latin typeface="Times New Roman" panose="02020603050405020304" pitchFamily="18"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imes New Roman" panose="02020603050405020304" pitchFamily="18"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imes New Roman" panose="02020603050405020304" pitchFamily="18"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imes New Roman" panose="02020603050405020304" pitchFamily="18"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imes New Roman" panose="02020603050405020304" pitchFamily="18" charset="0"/>
                    <a:ea typeface="黑体" panose="02010609060101010101" pitchFamily="49" charset="-122"/>
                  </a:defRPr>
                </a:lvl9pPr>
              </a:lstStyle>
              <a:p>
                <a:pPr algn="ctr">
                  <a:spcBef>
                    <a:spcPct val="0"/>
                  </a:spcBef>
                  <a:buClrTx/>
                  <a:buSzTx/>
                  <a:buFontTx/>
                  <a:buNone/>
                </a:pPr>
                <a:r>
                  <a:rPr lang="en-US" altLang="zh-CN" sz="2400">
                    <a:solidFill>
                      <a:srgbClr val="000000"/>
                    </a:solidFill>
                    <a:ea typeface="宋体" panose="02010600030101010101" pitchFamily="2" charset="-122"/>
                  </a:rPr>
                  <a:t>$</a:t>
                </a:r>
              </a:p>
            </p:txBody>
          </p:sp>
        </p:grpSp>
        <p:sp>
          <p:nvSpPr>
            <p:cNvPr id="76819" name="Text Box 15">
              <a:extLst>
                <a:ext uri="{FF2B5EF4-FFF2-40B4-BE49-F238E27FC236}">
                  <a16:creationId xmlns:a16="http://schemas.microsoft.com/office/drawing/2014/main" id="{B28DF669-1F55-4C33-8615-BA1B0EED6F84}"/>
                </a:ext>
              </a:extLst>
            </p:cNvPr>
            <p:cNvSpPr txBox="1">
              <a:spLocks noChangeArrowheads="1"/>
            </p:cNvSpPr>
            <p:nvPr/>
          </p:nvSpPr>
          <p:spPr bwMode="auto">
            <a:xfrm>
              <a:off x="1199" y="2160"/>
              <a:ext cx="295" cy="30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5400" algn="ctr">
                  <a:solidFill>
                    <a:srgbClr val="000000"/>
                  </a:solidFill>
                  <a:miter lim="800000"/>
                  <a:headEnd/>
                  <a:tailEnd/>
                </a14:hiddenLine>
              </a:ext>
            </a:extLst>
          </p:spPr>
          <p:txBody>
            <a:bodyPr wrap="none" lIns="54000" tIns="28800" rIns="54000" bIns="28800">
              <a:spAutoFit/>
            </a:bodyPr>
            <a:lstStyle>
              <a:lvl1pPr>
                <a:spcBef>
                  <a:spcPct val="20000"/>
                </a:spcBef>
                <a:buClr>
                  <a:schemeClr val="folHlink"/>
                </a:buClr>
                <a:buSzPct val="60000"/>
                <a:buFont typeface="Wingdings" panose="05000000000000000000" pitchFamily="2" charset="2"/>
                <a:buChar char="n"/>
                <a:defRPr sz="3200">
                  <a:solidFill>
                    <a:schemeClr val="tx1"/>
                  </a:solidFill>
                  <a:latin typeface="Times New Roman" panose="02020603050405020304" pitchFamily="18" charset="0"/>
                  <a:ea typeface="黑体" panose="02010609060101010101" pitchFamily="49" charset="-122"/>
                </a:defRPr>
              </a:lvl1pPr>
              <a:lvl2pPr marL="742950" indent="-285750">
                <a:spcBef>
                  <a:spcPct val="20000"/>
                </a:spcBef>
                <a:buClr>
                  <a:schemeClr val="hlink"/>
                </a:buClr>
                <a:buSzPct val="55000"/>
                <a:buFont typeface="Wingdings" panose="05000000000000000000" pitchFamily="2" charset="2"/>
                <a:buChar char="n"/>
                <a:defRPr sz="2800">
                  <a:solidFill>
                    <a:schemeClr val="tx1"/>
                  </a:solidFill>
                  <a:latin typeface="Times New Roman" panose="02020603050405020304" pitchFamily="18" charset="0"/>
                  <a:ea typeface="黑体" panose="02010609060101010101" pitchFamily="49" charset="-122"/>
                </a:defRPr>
              </a:lvl2pPr>
              <a:lvl3pPr marL="1143000" indent="-228600">
                <a:spcBef>
                  <a:spcPct val="20000"/>
                </a:spcBef>
                <a:buClr>
                  <a:schemeClr val="folHlink"/>
                </a:buClr>
                <a:buSzPct val="50000"/>
                <a:buFont typeface="Wingdings" panose="05000000000000000000" pitchFamily="2" charset="2"/>
                <a:buChar char="n"/>
                <a:defRPr sz="2400">
                  <a:solidFill>
                    <a:schemeClr val="tx1"/>
                  </a:solidFill>
                  <a:latin typeface="Times New Roman" panose="02020603050405020304" pitchFamily="18" charset="0"/>
                  <a:ea typeface="黑体" panose="02010609060101010101" pitchFamily="49" charset="-122"/>
                </a:defRPr>
              </a:lvl3pPr>
              <a:lvl4pPr marL="1600200" indent="-228600">
                <a:spcBef>
                  <a:spcPct val="20000"/>
                </a:spcBef>
                <a:buClr>
                  <a:schemeClr val="accent2"/>
                </a:buClr>
                <a:buSzPct val="55000"/>
                <a:buFont typeface="Wingdings" panose="05000000000000000000" pitchFamily="2" charset="2"/>
                <a:buChar char="n"/>
                <a:defRPr sz="2000">
                  <a:solidFill>
                    <a:schemeClr val="tx1"/>
                  </a:solidFill>
                  <a:latin typeface="Times New Roman" panose="02020603050405020304" pitchFamily="18" charset="0"/>
                  <a:ea typeface="黑体" panose="02010609060101010101" pitchFamily="49" charset="-122"/>
                </a:defRPr>
              </a:lvl4pPr>
              <a:lvl5pPr marL="2057400" indent="-228600">
                <a:spcBef>
                  <a:spcPct val="20000"/>
                </a:spcBef>
                <a:buClr>
                  <a:schemeClr val="accent1"/>
                </a:buClr>
                <a:buSzPct val="50000"/>
                <a:buFont typeface="Wingdings" panose="05000000000000000000" pitchFamily="2" charset="2"/>
                <a:buChar char="n"/>
                <a:defRPr sz="2000">
                  <a:solidFill>
                    <a:schemeClr val="tx1"/>
                  </a:solidFill>
                  <a:latin typeface="Times New Roman" panose="02020603050405020304" pitchFamily="18"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imes New Roman" panose="02020603050405020304" pitchFamily="18"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imes New Roman" panose="02020603050405020304" pitchFamily="18"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imes New Roman" panose="02020603050405020304" pitchFamily="18"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imes New Roman" panose="02020603050405020304" pitchFamily="18" charset="0"/>
                  <a:ea typeface="黑体" panose="02010609060101010101" pitchFamily="49" charset="-122"/>
                </a:defRPr>
              </a:lvl9pPr>
            </a:lstStyle>
            <a:p>
              <a:pPr algn="just">
                <a:spcBef>
                  <a:spcPct val="0"/>
                </a:spcBef>
                <a:buClrTx/>
                <a:buSzTx/>
                <a:buFontTx/>
                <a:buNone/>
              </a:pPr>
              <a:r>
                <a:rPr lang="zh-CN" altLang="en-US" sz="2800" b="0">
                  <a:solidFill>
                    <a:srgbClr val="000000"/>
                  </a:solidFill>
                </a:rPr>
                <a:t>栈</a:t>
              </a:r>
            </a:p>
          </p:txBody>
        </p:sp>
      </p:grpSp>
      <p:sp>
        <p:nvSpPr>
          <p:cNvPr id="76805" name="Line 16">
            <a:extLst>
              <a:ext uri="{FF2B5EF4-FFF2-40B4-BE49-F238E27FC236}">
                <a16:creationId xmlns:a16="http://schemas.microsoft.com/office/drawing/2014/main" id="{FCAA4522-A237-4793-9960-C32A48DF317A}"/>
              </a:ext>
            </a:extLst>
          </p:cNvPr>
          <p:cNvSpPr>
            <a:spLocks noChangeShapeType="1"/>
          </p:cNvSpPr>
          <p:nvPr/>
        </p:nvSpPr>
        <p:spPr bwMode="auto">
          <a:xfrm flipV="1">
            <a:off x="6172200" y="3165764"/>
            <a:ext cx="0" cy="609600"/>
          </a:xfrm>
          <a:prstGeom prst="line">
            <a:avLst/>
          </a:prstGeom>
          <a:noFill/>
          <a:ln w="25400">
            <a:solidFill>
              <a:srgbClr val="008000"/>
            </a:solidFill>
            <a:round/>
            <a:headEnd/>
            <a:tailEnd type="triangle" w="med" len="med"/>
          </a:ln>
          <a:extLst>
            <a:ext uri="{909E8E84-426E-40DD-AFC4-6F175D3DCCD1}">
              <a14:hiddenFill xmlns:a14="http://schemas.microsoft.com/office/drawing/2010/main">
                <a:noFill/>
              </a14:hiddenFill>
            </a:ext>
          </a:extLst>
        </p:spPr>
        <p:txBody>
          <a:bodyPr lIns="54000" tIns="28800" rIns="54000" bIns="28800"/>
          <a:lstStyle/>
          <a:p>
            <a:endParaRPr lang="zh-CN" altLang="en-US"/>
          </a:p>
        </p:txBody>
      </p:sp>
      <p:grpSp>
        <p:nvGrpSpPr>
          <p:cNvPr id="76806" name="Group 17">
            <a:extLst>
              <a:ext uri="{FF2B5EF4-FFF2-40B4-BE49-F238E27FC236}">
                <a16:creationId xmlns:a16="http://schemas.microsoft.com/office/drawing/2014/main" id="{A8712E1D-C680-47FA-AEDB-0C4DCF9709F2}"/>
              </a:ext>
            </a:extLst>
          </p:cNvPr>
          <p:cNvGrpSpPr>
            <a:grpSpLocks/>
          </p:cNvGrpSpPr>
          <p:nvPr/>
        </p:nvGrpSpPr>
        <p:grpSpPr bwMode="auto">
          <a:xfrm>
            <a:off x="3352800" y="2632364"/>
            <a:ext cx="4572000" cy="536575"/>
            <a:chOff x="2112" y="2064"/>
            <a:chExt cx="2880" cy="338"/>
          </a:xfrm>
        </p:grpSpPr>
        <p:grpSp>
          <p:nvGrpSpPr>
            <p:cNvPr id="76809" name="Group 18">
              <a:extLst>
                <a:ext uri="{FF2B5EF4-FFF2-40B4-BE49-F238E27FC236}">
                  <a16:creationId xmlns:a16="http://schemas.microsoft.com/office/drawing/2014/main" id="{03C2CE6C-E893-417D-92C6-0C3C30D6DE9B}"/>
                </a:ext>
              </a:extLst>
            </p:cNvPr>
            <p:cNvGrpSpPr>
              <a:grpSpLocks/>
            </p:cNvGrpSpPr>
            <p:nvPr/>
          </p:nvGrpSpPr>
          <p:grpSpPr bwMode="auto">
            <a:xfrm>
              <a:off x="2736" y="2064"/>
              <a:ext cx="2256" cy="338"/>
              <a:chOff x="2736" y="2064"/>
              <a:chExt cx="2256" cy="338"/>
            </a:xfrm>
          </p:grpSpPr>
          <p:sp>
            <p:nvSpPr>
              <p:cNvPr id="76811" name="Line 19">
                <a:extLst>
                  <a:ext uri="{FF2B5EF4-FFF2-40B4-BE49-F238E27FC236}">
                    <a16:creationId xmlns:a16="http://schemas.microsoft.com/office/drawing/2014/main" id="{6A7DEA9C-A2F1-42C6-A5AB-5611CCECB201}"/>
                  </a:ext>
                </a:extLst>
              </p:cNvPr>
              <p:cNvSpPr>
                <a:spLocks noChangeShapeType="1"/>
              </p:cNvSpPr>
              <p:nvPr/>
            </p:nvSpPr>
            <p:spPr bwMode="auto">
              <a:xfrm>
                <a:off x="2736" y="2064"/>
                <a:ext cx="2256" cy="0"/>
              </a:xfrm>
              <a:prstGeom prst="line">
                <a:avLst/>
              </a:prstGeom>
              <a:noFill/>
              <a:ln w="25400">
                <a:solidFill>
                  <a:srgbClr val="008000"/>
                </a:solidFill>
                <a:round/>
                <a:headEnd/>
                <a:tailEnd/>
              </a:ln>
              <a:extLst>
                <a:ext uri="{909E8E84-426E-40DD-AFC4-6F175D3DCCD1}">
                  <a14:hiddenFill xmlns:a14="http://schemas.microsoft.com/office/drawing/2010/main">
                    <a:noFill/>
                  </a14:hiddenFill>
                </a:ext>
              </a:extLst>
            </p:spPr>
            <p:txBody>
              <a:bodyPr lIns="54000" tIns="28800" rIns="54000" bIns="28800"/>
              <a:lstStyle/>
              <a:p>
                <a:endParaRPr lang="zh-CN" altLang="en-US"/>
              </a:p>
            </p:txBody>
          </p:sp>
          <p:sp>
            <p:nvSpPr>
              <p:cNvPr id="76812" name="Line 20">
                <a:extLst>
                  <a:ext uri="{FF2B5EF4-FFF2-40B4-BE49-F238E27FC236}">
                    <a16:creationId xmlns:a16="http://schemas.microsoft.com/office/drawing/2014/main" id="{8F917CA5-282B-4A2A-9BC4-93F055D0FD76}"/>
                  </a:ext>
                </a:extLst>
              </p:cNvPr>
              <p:cNvSpPr>
                <a:spLocks noChangeShapeType="1"/>
              </p:cNvSpPr>
              <p:nvPr/>
            </p:nvSpPr>
            <p:spPr bwMode="auto">
              <a:xfrm>
                <a:off x="2736" y="2402"/>
                <a:ext cx="2256" cy="0"/>
              </a:xfrm>
              <a:prstGeom prst="line">
                <a:avLst/>
              </a:prstGeom>
              <a:noFill/>
              <a:ln w="25400">
                <a:solidFill>
                  <a:srgbClr val="008000"/>
                </a:solidFill>
                <a:round/>
                <a:headEnd/>
                <a:tailEnd/>
              </a:ln>
              <a:extLst>
                <a:ext uri="{909E8E84-426E-40DD-AFC4-6F175D3DCCD1}">
                  <a14:hiddenFill xmlns:a14="http://schemas.microsoft.com/office/drawing/2010/main">
                    <a:noFill/>
                  </a14:hiddenFill>
                </a:ext>
              </a:extLst>
            </p:spPr>
            <p:txBody>
              <a:bodyPr lIns="54000" tIns="28800" rIns="54000" bIns="28800"/>
              <a:lstStyle/>
              <a:p>
                <a:endParaRPr lang="zh-CN" altLang="en-US"/>
              </a:p>
            </p:txBody>
          </p:sp>
          <p:sp>
            <p:nvSpPr>
              <p:cNvPr id="76813" name="Rectangle 21">
                <a:extLst>
                  <a:ext uri="{FF2B5EF4-FFF2-40B4-BE49-F238E27FC236}">
                    <a16:creationId xmlns:a16="http://schemas.microsoft.com/office/drawing/2014/main" id="{89C68BCD-8019-4811-BCF6-E1BECDE888E8}"/>
                  </a:ext>
                </a:extLst>
              </p:cNvPr>
              <p:cNvSpPr>
                <a:spLocks noChangeArrowheads="1"/>
              </p:cNvSpPr>
              <p:nvPr/>
            </p:nvSpPr>
            <p:spPr bwMode="auto">
              <a:xfrm>
                <a:off x="2928" y="2064"/>
                <a:ext cx="384" cy="336"/>
              </a:xfrm>
              <a:prstGeom prst="rect">
                <a:avLst/>
              </a:prstGeom>
              <a:noFill/>
              <a:ln w="25400" algn="ctr">
                <a:solidFill>
                  <a:srgbClr val="008000"/>
                </a:solidFill>
                <a:miter lim="800000"/>
                <a:headEnd/>
                <a:tailEnd/>
              </a:ln>
              <a:extLst>
                <a:ext uri="{909E8E84-426E-40DD-AFC4-6F175D3DCCD1}">
                  <a14:hiddenFill xmlns:a14="http://schemas.microsoft.com/office/drawing/2010/main">
                    <a:solidFill>
                      <a:srgbClr val="FFFFFF"/>
                    </a:solidFill>
                  </a14:hiddenFill>
                </a:ext>
              </a:extLst>
            </p:spPr>
            <p:txBody>
              <a:bodyPr wrap="none" lIns="54000" tIns="28800" rIns="54000" bIns="28800" anchor="ctr"/>
              <a:lstStyle>
                <a:lvl1pPr>
                  <a:spcBef>
                    <a:spcPct val="20000"/>
                  </a:spcBef>
                  <a:buClr>
                    <a:schemeClr val="folHlink"/>
                  </a:buClr>
                  <a:buSzPct val="60000"/>
                  <a:buFont typeface="Wingdings" panose="05000000000000000000" pitchFamily="2" charset="2"/>
                  <a:buChar char="n"/>
                  <a:defRPr sz="3200">
                    <a:solidFill>
                      <a:schemeClr val="tx1"/>
                    </a:solidFill>
                    <a:latin typeface="Times New Roman" panose="02020603050405020304" pitchFamily="18" charset="0"/>
                    <a:ea typeface="黑体" panose="02010609060101010101" pitchFamily="49" charset="-122"/>
                  </a:defRPr>
                </a:lvl1pPr>
                <a:lvl2pPr marL="742950" indent="-285750">
                  <a:spcBef>
                    <a:spcPct val="20000"/>
                  </a:spcBef>
                  <a:buClr>
                    <a:schemeClr val="hlink"/>
                  </a:buClr>
                  <a:buSzPct val="55000"/>
                  <a:buFont typeface="Wingdings" panose="05000000000000000000" pitchFamily="2" charset="2"/>
                  <a:buChar char="n"/>
                  <a:defRPr sz="2800">
                    <a:solidFill>
                      <a:schemeClr val="tx1"/>
                    </a:solidFill>
                    <a:latin typeface="Times New Roman" panose="02020603050405020304" pitchFamily="18" charset="0"/>
                    <a:ea typeface="黑体" panose="02010609060101010101" pitchFamily="49" charset="-122"/>
                  </a:defRPr>
                </a:lvl2pPr>
                <a:lvl3pPr marL="1143000" indent="-228600">
                  <a:spcBef>
                    <a:spcPct val="20000"/>
                  </a:spcBef>
                  <a:buClr>
                    <a:schemeClr val="folHlink"/>
                  </a:buClr>
                  <a:buSzPct val="50000"/>
                  <a:buFont typeface="Wingdings" panose="05000000000000000000" pitchFamily="2" charset="2"/>
                  <a:buChar char="n"/>
                  <a:defRPr sz="2400">
                    <a:solidFill>
                      <a:schemeClr val="tx1"/>
                    </a:solidFill>
                    <a:latin typeface="Times New Roman" panose="02020603050405020304" pitchFamily="18" charset="0"/>
                    <a:ea typeface="黑体" panose="02010609060101010101" pitchFamily="49" charset="-122"/>
                  </a:defRPr>
                </a:lvl3pPr>
                <a:lvl4pPr marL="1600200" indent="-228600">
                  <a:spcBef>
                    <a:spcPct val="20000"/>
                  </a:spcBef>
                  <a:buClr>
                    <a:schemeClr val="accent2"/>
                  </a:buClr>
                  <a:buSzPct val="55000"/>
                  <a:buFont typeface="Wingdings" panose="05000000000000000000" pitchFamily="2" charset="2"/>
                  <a:buChar char="n"/>
                  <a:defRPr sz="2000">
                    <a:solidFill>
                      <a:schemeClr val="tx1"/>
                    </a:solidFill>
                    <a:latin typeface="Times New Roman" panose="02020603050405020304" pitchFamily="18" charset="0"/>
                    <a:ea typeface="黑体" panose="02010609060101010101" pitchFamily="49" charset="-122"/>
                  </a:defRPr>
                </a:lvl4pPr>
                <a:lvl5pPr marL="2057400" indent="-228600">
                  <a:spcBef>
                    <a:spcPct val="20000"/>
                  </a:spcBef>
                  <a:buClr>
                    <a:schemeClr val="accent1"/>
                  </a:buClr>
                  <a:buSzPct val="50000"/>
                  <a:buFont typeface="Wingdings" panose="05000000000000000000" pitchFamily="2" charset="2"/>
                  <a:buChar char="n"/>
                  <a:defRPr sz="2000">
                    <a:solidFill>
                      <a:schemeClr val="tx1"/>
                    </a:solidFill>
                    <a:latin typeface="Times New Roman" panose="02020603050405020304" pitchFamily="18"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imes New Roman" panose="02020603050405020304" pitchFamily="18"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imes New Roman" panose="02020603050405020304" pitchFamily="18"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imes New Roman" panose="02020603050405020304" pitchFamily="18"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imes New Roman" panose="02020603050405020304" pitchFamily="18" charset="0"/>
                    <a:ea typeface="黑体" panose="02010609060101010101" pitchFamily="49" charset="-122"/>
                  </a:defRPr>
                </a:lvl9pPr>
              </a:lstStyle>
              <a:p>
                <a:pPr algn="ctr">
                  <a:spcBef>
                    <a:spcPct val="0"/>
                  </a:spcBef>
                  <a:buClrTx/>
                  <a:buSzTx/>
                  <a:buFontTx/>
                  <a:buNone/>
                </a:pPr>
                <a:r>
                  <a:rPr lang="en-US" altLang="zh-CN" sz="2400">
                    <a:solidFill>
                      <a:srgbClr val="808080"/>
                    </a:solidFill>
                    <a:ea typeface="宋体" panose="02010600030101010101" pitchFamily="2" charset="-122"/>
                  </a:rPr>
                  <a:t>a</a:t>
                </a:r>
              </a:p>
            </p:txBody>
          </p:sp>
          <p:sp>
            <p:nvSpPr>
              <p:cNvPr id="76814" name="Rectangle 22">
                <a:extLst>
                  <a:ext uri="{FF2B5EF4-FFF2-40B4-BE49-F238E27FC236}">
                    <a16:creationId xmlns:a16="http://schemas.microsoft.com/office/drawing/2014/main" id="{0950F4BA-03D8-4A8A-A2E4-B529DBD33640}"/>
                  </a:ext>
                </a:extLst>
              </p:cNvPr>
              <p:cNvSpPr>
                <a:spLocks noChangeArrowheads="1"/>
              </p:cNvSpPr>
              <p:nvPr/>
            </p:nvSpPr>
            <p:spPr bwMode="auto">
              <a:xfrm>
                <a:off x="3312" y="2064"/>
                <a:ext cx="384" cy="336"/>
              </a:xfrm>
              <a:prstGeom prst="rect">
                <a:avLst/>
              </a:prstGeom>
              <a:noFill/>
              <a:ln w="25400" algn="ctr">
                <a:solidFill>
                  <a:srgbClr val="008000"/>
                </a:solidFill>
                <a:miter lim="800000"/>
                <a:headEnd/>
                <a:tailEnd/>
              </a:ln>
              <a:extLst>
                <a:ext uri="{909E8E84-426E-40DD-AFC4-6F175D3DCCD1}">
                  <a14:hiddenFill xmlns:a14="http://schemas.microsoft.com/office/drawing/2010/main">
                    <a:solidFill>
                      <a:srgbClr val="FFFFFF"/>
                    </a:solidFill>
                  </a14:hiddenFill>
                </a:ext>
              </a:extLst>
            </p:spPr>
            <p:txBody>
              <a:bodyPr wrap="none" lIns="54000" tIns="28800" rIns="54000" bIns="28800" anchor="ctr"/>
              <a:lstStyle>
                <a:lvl1pPr>
                  <a:spcBef>
                    <a:spcPct val="20000"/>
                  </a:spcBef>
                  <a:buClr>
                    <a:schemeClr val="folHlink"/>
                  </a:buClr>
                  <a:buSzPct val="60000"/>
                  <a:buFont typeface="Wingdings" panose="05000000000000000000" pitchFamily="2" charset="2"/>
                  <a:buChar char="n"/>
                  <a:defRPr sz="3200">
                    <a:solidFill>
                      <a:schemeClr val="tx1"/>
                    </a:solidFill>
                    <a:latin typeface="Times New Roman" panose="02020603050405020304" pitchFamily="18" charset="0"/>
                    <a:ea typeface="黑体" panose="02010609060101010101" pitchFamily="49" charset="-122"/>
                  </a:defRPr>
                </a:lvl1pPr>
                <a:lvl2pPr marL="742950" indent="-285750">
                  <a:spcBef>
                    <a:spcPct val="20000"/>
                  </a:spcBef>
                  <a:buClr>
                    <a:schemeClr val="hlink"/>
                  </a:buClr>
                  <a:buSzPct val="55000"/>
                  <a:buFont typeface="Wingdings" panose="05000000000000000000" pitchFamily="2" charset="2"/>
                  <a:buChar char="n"/>
                  <a:defRPr sz="2800">
                    <a:solidFill>
                      <a:schemeClr val="tx1"/>
                    </a:solidFill>
                    <a:latin typeface="Times New Roman" panose="02020603050405020304" pitchFamily="18" charset="0"/>
                    <a:ea typeface="黑体" panose="02010609060101010101" pitchFamily="49" charset="-122"/>
                  </a:defRPr>
                </a:lvl2pPr>
                <a:lvl3pPr marL="1143000" indent="-228600">
                  <a:spcBef>
                    <a:spcPct val="20000"/>
                  </a:spcBef>
                  <a:buClr>
                    <a:schemeClr val="folHlink"/>
                  </a:buClr>
                  <a:buSzPct val="50000"/>
                  <a:buFont typeface="Wingdings" panose="05000000000000000000" pitchFamily="2" charset="2"/>
                  <a:buChar char="n"/>
                  <a:defRPr sz="2400">
                    <a:solidFill>
                      <a:schemeClr val="tx1"/>
                    </a:solidFill>
                    <a:latin typeface="Times New Roman" panose="02020603050405020304" pitchFamily="18" charset="0"/>
                    <a:ea typeface="黑体" panose="02010609060101010101" pitchFamily="49" charset="-122"/>
                  </a:defRPr>
                </a:lvl3pPr>
                <a:lvl4pPr marL="1600200" indent="-228600">
                  <a:spcBef>
                    <a:spcPct val="20000"/>
                  </a:spcBef>
                  <a:buClr>
                    <a:schemeClr val="accent2"/>
                  </a:buClr>
                  <a:buSzPct val="55000"/>
                  <a:buFont typeface="Wingdings" panose="05000000000000000000" pitchFamily="2" charset="2"/>
                  <a:buChar char="n"/>
                  <a:defRPr sz="2000">
                    <a:solidFill>
                      <a:schemeClr val="tx1"/>
                    </a:solidFill>
                    <a:latin typeface="Times New Roman" panose="02020603050405020304" pitchFamily="18" charset="0"/>
                    <a:ea typeface="黑体" panose="02010609060101010101" pitchFamily="49" charset="-122"/>
                  </a:defRPr>
                </a:lvl4pPr>
                <a:lvl5pPr marL="2057400" indent="-228600">
                  <a:spcBef>
                    <a:spcPct val="20000"/>
                  </a:spcBef>
                  <a:buClr>
                    <a:schemeClr val="accent1"/>
                  </a:buClr>
                  <a:buSzPct val="50000"/>
                  <a:buFont typeface="Wingdings" panose="05000000000000000000" pitchFamily="2" charset="2"/>
                  <a:buChar char="n"/>
                  <a:defRPr sz="2000">
                    <a:solidFill>
                      <a:schemeClr val="tx1"/>
                    </a:solidFill>
                    <a:latin typeface="Times New Roman" panose="02020603050405020304" pitchFamily="18"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imes New Roman" panose="02020603050405020304" pitchFamily="18"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imes New Roman" panose="02020603050405020304" pitchFamily="18"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imes New Roman" panose="02020603050405020304" pitchFamily="18"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imes New Roman" panose="02020603050405020304" pitchFamily="18" charset="0"/>
                    <a:ea typeface="黑体" panose="02010609060101010101" pitchFamily="49" charset="-122"/>
                  </a:defRPr>
                </a:lvl9pPr>
              </a:lstStyle>
              <a:p>
                <a:pPr algn="ctr">
                  <a:spcBef>
                    <a:spcPct val="0"/>
                  </a:spcBef>
                  <a:buClrTx/>
                  <a:buSzTx/>
                  <a:buFontTx/>
                  <a:buNone/>
                </a:pPr>
                <a:r>
                  <a:rPr lang="en-US" altLang="zh-CN" sz="2400">
                    <a:solidFill>
                      <a:srgbClr val="808080"/>
                    </a:solidFill>
                    <a:ea typeface="宋体" panose="02010600030101010101" pitchFamily="2" charset="-122"/>
                  </a:rPr>
                  <a:t>b</a:t>
                </a:r>
              </a:p>
            </p:txBody>
          </p:sp>
          <p:sp>
            <p:nvSpPr>
              <p:cNvPr id="76815" name="Rectangle 23">
                <a:extLst>
                  <a:ext uri="{FF2B5EF4-FFF2-40B4-BE49-F238E27FC236}">
                    <a16:creationId xmlns:a16="http://schemas.microsoft.com/office/drawing/2014/main" id="{E9851523-E306-41F5-8BBD-6E9A8C9CBF22}"/>
                  </a:ext>
                </a:extLst>
              </p:cNvPr>
              <p:cNvSpPr>
                <a:spLocks noChangeArrowheads="1"/>
              </p:cNvSpPr>
              <p:nvPr/>
            </p:nvSpPr>
            <p:spPr bwMode="auto">
              <a:xfrm>
                <a:off x="3696" y="2064"/>
                <a:ext cx="384" cy="336"/>
              </a:xfrm>
              <a:prstGeom prst="rect">
                <a:avLst/>
              </a:prstGeom>
              <a:noFill/>
              <a:ln w="25400" algn="ctr">
                <a:solidFill>
                  <a:srgbClr val="008000"/>
                </a:solidFill>
                <a:miter lim="800000"/>
                <a:headEnd/>
                <a:tailEnd/>
              </a:ln>
              <a:extLst>
                <a:ext uri="{909E8E84-426E-40DD-AFC4-6F175D3DCCD1}">
                  <a14:hiddenFill xmlns:a14="http://schemas.microsoft.com/office/drawing/2010/main">
                    <a:solidFill>
                      <a:srgbClr val="FFFFFF"/>
                    </a:solidFill>
                  </a14:hiddenFill>
                </a:ext>
              </a:extLst>
            </p:spPr>
            <p:txBody>
              <a:bodyPr wrap="none" lIns="54000" tIns="28800" rIns="54000" bIns="28800" anchor="ctr"/>
              <a:lstStyle>
                <a:lvl1pPr>
                  <a:spcBef>
                    <a:spcPct val="20000"/>
                  </a:spcBef>
                  <a:buClr>
                    <a:schemeClr val="folHlink"/>
                  </a:buClr>
                  <a:buSzPct val="60000"/>
                  <a:buFont typeface="Wingdings" panose="05000000000000000000" pitchFamily="2" charset="2"/>
                  <a:buChar char="n"/>
                  <a:defRPr sz="3200">
                    <a:solidFill>
                      <a:schemeClr val="tx1"/>
                    </a:solidFill>
                    <a:latin typeface="Times New Roman" panose="02020603050405020304" pitchFamily="18" charset="0"/>
                    <a:ea typeface="黑体" panose="02010609060101010101" pitchFamily="49" charset="-122"/>
                  </a:defRPr>
                </a:lvl1pPr>
                <a:lvl2pPr marL="742950" indent="-285750">
                  <a:spcBef>
                    <a:spcPct val="20000"/>
                  </a:spcBef>
                  <a:buClr>
                    <a:schemeClr val="hlink"/>
                  </a:buClr>
                  <a:buSzPct val="55000"/>
                  <a:buFont typeface="Wingdings" panose="05000000000000000000" pitchFamily="2" charset="2"/>
                  <a:buChar char="n"/>
                  <a:defRPr sz="2800">
                    <a:solidFill>
                      <a:schemeClr val="tx1"/>
                    </a:solidFill>
                    <a:latin typeface="Times New Roman" panose="02020603050405020304" pitchFamily="18" charset="0"/>
                    <a:ea typeface="黑体" panose="02010609060101010101" pitchFamily="49" charset="-122"/>
                  </a:defRPr>
                </a:lvl2pPr>
                <a:lvl3pPr marL="1143000" indent="-228600">
                  <a:spcBef>
                    <a:spcPct val="20000"/>
                  </a:spcBef>
                  <a:buClr>
                    <a:schemeClr val="folHlink"/>
                  </a:buClr>
                  <a:buSzPct val="50000"/>
                  <a:buFont typeface="Wingdings" panose="05000000000000000000" pitchFamily="2" charset="2"/>
                  <a:buChar char="n"/>
                  <a:defRPr sz="2400">
                    <a:solidFill>
                      <a:schemeClr val="tx1"/>
                    </a:solidFill>
                    <a:latin typeface="Times New Roman" panose="02020603050405020304" pitchFamily="18" charset="0"/>
                    <a:ea typeface="黑体" panose="02010609060101010101" pitchFamily="49" charset="-122"/>
                  </a:defRPr>
                </a:lvl3pPr>
                <a:lvl4pPr marL="1600200" indent="-228600">
                  <a:spcBef>
                    <a:spcPct val="20000"/>
                  </a:spcBef>
                  <a:buClr>
                    <a:schemeClr val="accent2"/>
                  </a:buClr>
                  <a:buSzPct val="55000"/>
                  <a:buFont typeface="Wingdings" panose="05000000000000000000" pitchFamily="2" charset="2"/>
                  <a:buChar char="n"/>
                  <a:defRPr sz="2000">
                    <a:solidFill>
                      <a:schemeClr val="tx1"/>
                    </a:solidFill>
                    <a:latin typeface="Times New Roman" panose="02020603050405020304" pitchFamily="18" charset="0"/>
                    <a:ea typeface="黑体" panose="02010609060101010101" pitchFamily="49" charset="-122"/>
                  </a:defRPr>
                </a:lvl4pPr>
                <a:lvl5pPr marL="2057400" indent="-228600">
                  <a:spcBef>
                    <a:spcPct val="20000"/>
                  </a:spcBef>
                  <a:buClr>
                    <a:schemeClr val="accent1"/>
                  </a:buClr>
                  <a:buSzPct val="50000"/>
                  <a:buFont typeface="Wingdings" panose="05000000000000000000" pitchFamily="2" charset="2"/>
                  <a:buChar char="n"/>
                  <a:defRPr sz="2000">
                    <a:solidFill>
                      <a:schemeClr val="tx1"/>
                    </a:solidFill>
                    <a:latin typeface="Times New Roman" panose="02020603050405020304" pitchFamily="18"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imes New Roman" panose="02020603050405020304" pitchFamily="18"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imes New Roman" panose="02020603050405020304" pitchFamily="18"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imes New Roman" panose="02020603050405020304" pitchFamily="18"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imes New Roman" panose="02020603050405020304" pitchFamily="18" charset="0"/>
                    <a:ea typeface="黑体" panose="02010609060101010101" pitchFamily="49" charset="-122"/>
                  </a:defRPr>
                </a:lvl9pPr>
              </a:lstStyle>
              <a:p>
                <a:pPr algn="ctr">
                  <a:spcBef>
                    <a:spcPct val="0"/>
                  </a:spcBef>
                  <a:buClrTx/>
                  <a:buSzTx/>
                  <a:buFontTx/>
                  <a:buNone/>
                </a:pPr>
                <a:r>
                  <a:rPr lang="en-US" altLang="zh-CN" sz="2400">
                    <a:solidFill>
                      <a:srgbClr val="000000"/>
                    </a:solidFill>
                    <a:ea typeface="宋体" panose="02010600030101010101" pitchFamily="2" charset="-122"/>
                  </a:rPr>
                  <a:t>c</a:t>
                </a:r>
              </a:p>
            </p:txBody>
          </p:sp>
          <p:sp>
            <p:nvSpPr>
              <p:cNvPr id="76816" name="Rectangle 24">
                <a:extLst>
                  <a:ext uri="{FF2B5EF4-FFF2-40B4-BE49-F238E27FC236}">
                    <a16:creationId xmlns:a16="http://schemas.microsoft.com/office/drawing/2014/main" id="{D4622282-4906-43DA-A6AC-F774FEF7F9DF}"/>
                  </a:ext>
                </a:extLst>
              </p:cNvPr>
              <p:cNvSpPr>
                <a:spLocks noChangeArrowheads="1"/>
              </p:cNvSpPr>
              <p:nvPr/>
            </p:nvSpPr>
            <p:spPr bwMode="auto">
              <a:xfrm>
                <a:off x="4608" y="2064"/>
                <a:ext cx="384" cy="336"/>
              </a:xfrm>
              <a:prstGeom prst="rect">
                <a:avLst/>
              </a:prstGeom>
              <a:noFill/>
              <a:ln w="25400" algn="ctr">
                <a:solidFill>
                  <a:srgbClr val="008000"/>
                </a:solidFill>
                <a:miter lim="800000"/>
                <a:headEnd/>
                <a:tailEnd/>
              </a:ln>
              <a:extLst>
                <a:ext uri="{909E8E84-426E-40DD-AFC4-6F175D3DCCD1}">
                  <a14:hiddenFill xmlns:a14="http://schemas.microsoft.com/office/drawing/2010/main">
                    <a:solidFill>
                      <a:srgbClr val="FFFFFF"/>
                    </a:solidFill>
                  </a14:hiddenFill>
                </a:ext>
              </a:extLst>
            </p:spPr>
            <p:txBody>
              <a:bodyPr wrap="none" lIns="54000" tIns="28800" rIns="54000" bIns="28800" anchor="ctr"/>
              <a:lstStyle>
                <a:lvl1pPr>
                  <a:spcBef>
                    <a:spcPct val="20000"/>
                  </a:spcBef>
                  <a:buClr>
                    <a:schemeClr val="folHlink"/>
                  </a:buClr>
                  <a:buSzPct val="60000"/>
                  <a:buFont typeface="Wingdings" panose="05000000000000000000" pitchFamily="2" charset="2"/>
                  <a:buChar char="n"/>
                  <a:defRPr sz="3200">
                    <a:solidFill>
                      <a:schemeClr val="tx1"/>
                    </a:solidFill>
                    <a:latin typeface="Times New Roman" panose="02020603050405020304" pitchFamily="18" charset="0"/>
                    <a:ea typeface="黑体" panose="02010609060101010101" pitchFamily="49" charset="-122"/>
                  </a:defRPr>
                </a:lvl1pPr>
                <a:lvl2pPr marL="742950" indent="-285750">
                  <a:spcBef>
                    <a:spcPct val="20000"/>
                  </a:spcBef>
                  <a:buClr>
                    <a:schemeClr val="hlink"/>
                  </a:buClr>
                  <a:buSzPct val="55000"/>
                  <a:buFont typeface="Wingdings" panose="05000000000000000000" pitchFamily="2" charset="2"/>
                  <a:buChar char="n"/>
                  <a:defRPr sz="2800">
                    <a:solidFill>
                      <a:schemeClr val="tx1"/>
                    </a:solidFill>
                    <a:latin typeface="Times New Roman" panose="02020603050405020304" pitchFamily="18" charset="0"/>
                    <a:ea typeface="黑体" panose="02010609060101010101" pitchFamily="49" charset="-122"/>
                  </a:defRPr>
                </a:lvl2pPr>
                <a:lvl3pPr marL="1143000" indent="-228600">
                  <a:spcBef>
                    <a:spcPct val="20000"/>
                  </a:spcBef>
                  <a:buClr>
                    <a:schemeClr val="folHlink"/>
                  </a:buClr>
                  <a:buSzPct val="50000"/>
                  <a:buFont typeface="Wingdings" panose="05000000000000000000" pitchFamily="2" charset="2"/>
                  <a:buChar char="n"/>
                  <a:defRPr sz="2400">
                    <a:solidFill>
                      <a:schemeClr val="tx1"/>
                    </a:solidFill>
                    <a:latin typeface="Times New Roman" panose="02020603050405020304" pitchFamily="18" charset="0"/>
                    <a:ea typeface="黑体" panose="02010609060101010101" pitchFamily="49" charset="-122"/>
                  </a:defRPr>
                </a:lvl3pPr>
                <a:lvl4pPr marL="1600200" indent="-228600">
                  <a:spcBef>
                    <a:spcPct val="20000"/>
                  </a:spcBef>
                  <a:buClr>
                    <a:schemeClr val="accent2"/>
                  </a:buClr>
                  <a:buSzPct val="55000"/>
                  <a:buFont typeface="Wingdings" panose="05000000000000000000" pitchFamily="2" charset="2"/>
                  <a:buChar char="n"/>
                  <a:defRPr sz="2000">
                    <a:solidFill>
                      <a:schemeClr val="tx1"/>
                    </a:solidFill>
                    <a:latin typeface="Times New Roman" panose="02020603050405020304" pitchFamily="18" charset="0"/>
                    <a:ea typeface="黑体" panose="02010609060101010101" pitchFamily="49" charset="-122"/>
                  </a:defRPr>
                </a:lvl4pPr>
                <a:lvl5pPr marL="2057400" indent="-228600">
                  <a:spcBef>
                    <a:spcPct val="20000"/>
                  </a:spcBef>
                  <a:buClr>
                    <a:schemeClr val="accent1"/>
                  </a:buClr>
                  <a:buSzPct val="50000"/>
                  <a:buFont typeface="Wingdings" panose="05000000000000000000" pitchFamily="2" charset="2"/>
                  <a:buChar char="n"/>
                  <a:defRPr sz="2000">
                    <a:solidFill>
                      <a:schemeClr val="tx1"/>
                    </a:solidFill>
                    <a:latin typeface="Times New Roman" panose="02020603050405020304" pitchFamily="18"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imes New Roman" panose="02020603050405020304" pitchFamily="18"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imes New Roman" panose="02020603050405020304" pitchFamily="18"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imes New Roman" panose="02020603050405020304" pitchFamily="18"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imes New Roman" panose="02020603050405020304" pitchFamily="18" charset="0"/>
                    <a:ea typeface="黑体" panose="02010609060101010101" pitchFamily="49" charset="-122"/>
                  </a:defRPr>
                </a:lvl9pPr>
              </a:lstStyle>
              <a:p>
                <a:pPr algn="ctr">
                  <a:spcBef>
                    <a:spcPct val="0"/>
                  </a:spcBef>
                  <a:buClrTx/>
                  <a:buSzTx/>
                  <a:buFontTx/>
                  <a:buNone/>
                </a:pPr>
                <a:r>
                  <a:rPr lang="en-US" altLang="zh-CN" sz="2400">
                    <a:solidFill>
                      <a:srgbClr val="000000"/>
                    </a:solidFill>
                    <a:ea typeface="宋体" panose="02010600030101010101" pitchFamily="2" charset="-122"/>
                  </a:rPr>
                  <a:t>$</a:t>
                </a:r>
              </a:p>
            </p:txBody>
          </p:sp>
          <p:sp>
            <p:nvSpPr>
              <p:cNvPr id="76817" name="Text Box 25">
                <a:extLst>
                  <a:ext uri="{FF2B5EF4-FFF2-40B4-BE49-F238E27FC236}">
                    <a16:creationId xmlns:a16="http://schemas.microsoft.com/office/drawing/2014/main" id="{AD47A24D-CE74-4C31-B703-9FA8F6F573AB}"/>
                  </a:ext>
                </a:extLst>
              </p:cNvPr>
              <p:cNvSpPr txBox="1">
                <a:spLocks noChangeArrowheads="1"/>
              </p:cNvSpPr>
              <p:nvPr/>
            </p:nvSpPr>
            <p:spPr bwMode="auto">
              <a:xfrm>
                <a:off x="4237" y="2101"/>
                <a:ext cx="263" cy="26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5400" algn="ctr">
                    <a:solidFill>
                      <a:srgbClr val="000000"/>
                    </a:solidFill>
                    <a:miter lim="800000"/>
                    <a:headEnd/>
                    <a:tailEnd/>
                  </a14:hiddenLine>
                </a:ext>
              </a:extLst>
            </p:spPr>
            <p:txBody>
              <a:bodyPr wrap="none" lIns="54000" tIns="28800" rIns="54000" bIns="28800">
                <a:spAutoFit/>
              </a:bodyPr>
              <a:lstStyle>
                <a:lvl1pPr>
                  <a:spcBef>
                    <a:spcPct val="20000"/>
                  </a:spcBef>
                  <a:buClr>
                    <a:schemeClr val="folHlink"/>
                  </a:buClr>
                  <a:buSzPct val="60000"/>
                  <a:buFont typeface="Wingdings" panose="05000000000000000000" pitchFamily="2" charset="2"/>
                  <a:buChar char="n"/>
                  <a:defRPr sz="3200">
                    <a:solidFill>
                      <a:schemeClr val="tx1"/>
                    </a:solidFill>
                    <a:latin typeface="Times New Roman" panose="02020603050405020304" pitchFamily="18" charset="0"/>
                    <a:ea typeface="黑体" panose="02010609060101010101" pitchFamily="49" charset="-122"/>
                  </a:defRPr>
                </a:lvl1pPr>
                <a:lvl2pPr marL="742950" indent="-285750">
                  <a:spcBef>
                    <a:spcPct val="20000"/>
                  </a:spcBef>
                  <a:buClr>
                    <a:schemeClr val="hlink"/>
                  </a:buClr>
                  <a:buSzPct val="55000"/>
                  <a:buFont typeface="Wingdings" panose="05000000000000000000" pitchFamily="2" charset="2"/>
                  <a:buChar char="n"/>
                  <a:defRPr sz="2800">
                    <a:solidFill>
                      <a:schemeClr val="tx1"/>
                    </a:solidFill>
                    <a:latin typeface="Times New Roman" panose="02020603050405020304" pitchFamily="18" charset="0"/>
                    <a:ea typeface="黑体" panose="02010609060101010101" pitchFamily="49" charset="-122"/>
                  </a:defRPr>
                </a:lvl2pPr>
                <a:lvl3pPr marL="1143000" indent="-228600">
                  <a:spcBef>
                    <a:spcPct val="20000"/>
                  </a:spcBef>
                  <a:buClr>
                    <a:schemeClr val="folHlink"/>
                  </a:buClr>
                  <a:buSzPct val="50000"/>
                  <a:buFont typeface="Wingdings" panose="05000000000000000000" pitchFamily="2" charset="2"/>
                  <a:buChar char="n"/>
                  <a:defRPr sz="2400">
                    <a:solidFill>
                      <a:schemeClr val="tx1"/>
                    </a:solidFill>
                    <a:latin typeface="Times New Roman" panose="02020603050405020304" pitchFamily="18" charset="0"/>
                    <a:ea typeface="黑体" panose="02010609060101010101" pitchFamily="49" charset="-122"/>
                  </a:defRPr>
                </a:lvl3pPr>
                <a:lvl4pPr marL="1600200" indent="-228600">
                  <a:spcBef>
                    <a:spcPct val="20000"/>
                  </a:spcBef>
                  <a:buClr>
                    <a:schemeClr val="accent2"/>
                  </a:buClr>
                  <a:buSzPct val="55000"/>
                  <a:buFont typeface="Wingdings" panose="05000000000000000000" pitchFamily="2" charset="2"/>
                  <a:buChar char="n"/>
                  <a:defRPr sz="2000">
                    <a:solidFill>
                      <a:schemeClr val="tx1"/>
                    </a:solidFill>
                    <a:latin typeface="Times New Roman" panose="02020603050405020304" pitchFamily="18" charset="0"/>
                    <a:ea typeface="黑体" panose="02010609060101010101" pitchFamily="49" charset="-122"/>
                  </a:defRPr>
                </a:lvl4pPr>
                <a:lvl5pPr marL="2057400" indent="-228600">
                  <a:spcBef>
                    <a:spcPct val="20000"/>
                  </a:spcBef>
                  <a:buClr>
                    <a:schemeClr val="accent1"/>
                  </a:buClr>
                  <a:buSzPct val="50000"/>
                  <a:buFont typeface="Wingdings" panose="05000000000000000000" pitchFamily="2" charset="2"/>
                  <a:buChar char="n"/>
                  <a:defRPr sz="2000">
                    <a:solidFill>
                      <a:schemeClr val="tx1"/>
                    </a:solidFill>
                    <a:latin typeface="Times New Roman" panose="02020603050405020304" pitchFamily="18"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imes New Roman" panose="02020603050405020304" pitchFamily="18"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imes New Roman" panose="02020603050405020304" pitchFamily="18"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imes New Roman" panose="02020603050405020304" pitchFamily="18"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imes New Roman" panose="02020603050405020304" pitchFamily="18" charset="0"/>
                    <a:ea typeface="黑体" panose="02010609060101010101" pitchFamily="49" charset="-122"/>
                  </a:defRPr>
                </a:lvl9pPr>
              </a:lstStyle>
              <a:p>
                <a:pPr algn="just">
                  <a:spcBef>
                    <a:spcPct val="0"/>
                  </a:spcBef>
                  <a:buClrTx/>
                  <a:buSzTx/>
                  <a:buFontTx/>
                  <a:buNone/>
                </a:pPr>
                <a:r>
                  <a:rPr lang="en-US" altLang="zh-CN" sz="2400">
                    <a:solidFill>
                      <a:srgbClr val="000000"/>
                    </a:solidFill>
                    <a:ea typeface="宋体" panose="02010600030101010101" pitchFamily="2" charset="-122"/>
                  </a:rPr>
                  <a:t>…</a:t>
                </a:r>
              </a:p>
            </p:txBody>
          </p:sp>
        </p:grpSp>
        <p:sp>
          <p:nvSpPr>
            <p:cNvPr id="76810" name="Text Box 26">
              <a:extLst>
                <a:ext uri="{FF2B5EF4-FFF2-40B4-BE49-F238E27FC236}">
                  <a16:creationId xmlns:a16="http://schemas.microsoft.com/office/drawing/2014/main" id="{A16DF12C-1452-4A05-92E0-1C940FAD6C2D}"/>
                </a:ext>
              </a:extLst>
            </p:cNvPr>
            <p:cNvSpPr txBox="1">
              <a:spLocks noChangeArrowheads="1"/>
            </p:cNvSpPr>
            <p:nvPr/>
          </p:nvSpPr>
          <p:spPr bwMode="auto">
            <a:xfrm>
              <a:off x="2112" y="2064"/>
              <a:ext cx="624" cy="30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5400" algn="ctr">
                  <a:solidFill>
                    <a:srgbClr val="000000"/>
                  </a:solidFill>
                  <a:miter lim="800000"/>
                  <a:headEnd/>
                  <a:tailEnd/>
                </a14:hiddenLine>
              </a:ext>
            </a:extLst>
          </p:spPr>
          <p:txBody>
            <a:bodyPr lIns="54000" tIns="28800" rIns="54000" bIns="28800">
              <a:spAutoFit/>
            </a:bodyPr>
            <a:lstStyle>
              <a:lvl1pPr>
                <a:spcBef>
                  <a:spcPct val="20000"/>
                </a:spcBef>
                <a:buClr>
                  <a:schemeClr val="folHlink"/>
                </a:buClr>
                <a:buSzPct val="60000"/>
                <a:buFont typeface="Wingdings" panose="05000000000000000000" pitchFamily="2" charset="2"/>
                <a:buChar char="n"/>
                <a:defRPr sz="3200">
                  <a:solidFill>
                    <a:schemeClr val="tx1"/>
                  </a:solidFill>
                  <a:latin typeface="Times New Roman" panose="02020603050405020304" pitchFamily="18" charset="0"/>
                  <a:ea typeface="黑体" panose="02010609060101010101" pitchFamily="49" charset="-122"/>
                </a:defRPr>
              </a:lvl1pPr>
              <a:lvl2pPr marL="742950" indent="-285750">
                <a:spcBef>
                  <a:spcPct val="20000"/>
                </a:spcBef>
                <a:buClr>
                  <a:schemeClr val="hlink"/>
                </a:buClr>
                <a:buSzPct val="55000"/>
                <a:buFont typeface="Wingdings" panose="05000000000000000000" pitchFamily="2" charset="2"/>
                <a:buChar char="n"/>
                <a:defRPr sz="2800">
                  <a:solidFill>
                    <a:schemeClr val="tx1"/>
                  </a:solidFill>
                  <a:latin typeface="Times New Roman" panose="02020603050405020304" pitchFamily="18" charset="0"/>
                  <a:ea typeface="黑体" panose="02010609060101010101" pitchFamily="49" charset="-122"/>
                </a:defRPr>
              </a:lvl2pPr>
              <a:lvl3pPr marL="1143000" indent="-228600">
                <a:spcBef>
                  <a:spcPct val="20000"/>
                </a:spcBef>
                <a:buClr>
                  <a:schemeClr val="folHlink"/>
                </a:buClr>
                <a:buSzPct val="50000"/>
                <a:buFont typeface="Wingdings" panose="05000000000000000000" pitchFamily="2" charset="2"/>
                <a:buChar char="n"/>
                <a:defRPr sz="2400">
                  <a:solidFill>
                    <a:schemeClr val="tx1"/>
                  </a:solidFill>
                  <a:latin typeface="Times New Roman" panose="02020603050405020304" pitchFamily="18" charset="0"/>
                  <a:ea typeface="黑体" panose="02010609060101010101" pitchFamily="49" charset="-122"/>
                </a:defRPr>
              </a:lvl3pPr>
              <a:lvl4pPr marL="1600200" indent="-228600">
                <a:spcBef>
                  <a:spcPct val="20000"/>
                </a:spcBef>
                <a:buClr>
                  <a:schemeClr val="accent2"/>
                </a:buClr>
                <a:buSzPct val="55000"/>
                <a:buFont typeface="Wingdings" panose="05000000000000000000" pitchFamily="2" charset="2"/>
                <a:buChar char="n"/>
                <a:defRPr sz="2000">
                  <a:solidFill>
                    <a:schemeClr val="tx1"/>
                  </a:solidFill>
                  <a:latin typeface="Times New Roman" panose="02020603050405020304" pitchFamily="18" charset="0"/>
                  <a:ea typeface="黑体" panose="02010609060101010101" pitchFamily="49" charset="-122"/>
                </a:defRPr>
              </a:lvl4pPr>
              <a:lvl5pPr marL="2057400" indent="-228600">
                <a:spcBef>
                  <a:spcPct val="20000"/>
                </a:spcBef>
                <a:buClr>
                  <a:schemeClr val="accent1"/>
                </a:buClr>
                <a:buSzPct val="50000"/>
                <a:buFont typeface="Wingdings" panose="05000000000000000000" pitchFamily="2" charset="2"/>
                <a:buChar char="n"/>
                <a:defRPr sz="2000">
                  <a:solidFill>
                    <a:schemeClr val="tx1"/>
                  </a:solidFill>
                  <a:latin typeface="Times New Roman" panose="02020603050405020304" pitchFamily="18"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imes New Roman" panose="02020603050405020304" pitchFamily="18"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imes New Roman" panose="02020603050405020304" pitchFamily="18"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imes New Roman" panose="02020603050405020304" pitchFamily="18"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imes New Roman" panose="02020603050405020304" pitchFamily="18" charset="0"/>
                  <a:ea typeface="黑体" panose="02010609060101010101" pitchFamily="49" charset="-122"/>
                </a:defRPr>
              </a:lvl9pPr>
            </a:lstStyle>
            <a:p>
              <a:pPr algn="just">
                <a:spcBef>
                  <a:spcPct val="50000"/>
                </a:spcBef>
                <a:buClrTx/>
                <a:buSzTx/>
                <a:buFontTx/>
                <a:buNone/>
              </a:pPr>
              <a:r>
                <a:rPr lang="zh-CN" altLang="en-US" sz="2800" b="0">
                  <a:solidFill>
                    <a:srgbClr val="000000"/>
                  </a:solidFill>
                </a:rPr>
                <a:t>输入</a:t>
              </a:r>
            </a:p>
          </p:txBody>
        </p:sp>
      </p:grpSp>
      <p:sp>
        <p:nvSpPr>
          <p:cNvPr id="76807" name="Line 27">
            <a:extLst>
              <a:ext uri="{FF2B5EF4-FFF2-40B4-BE49-F238E27FC236}">
                <a16:creationId xmlns:a16="http://schemas.microsoft.com/office/drawing/2014/main" id="{81CF5F8C-0829-4BF4-9A9E-293BAC8A1A7D}"/>
              </a:ext>
            </a:extLst>
          </p:cNvPr>
          <p:cNvSpPr>
            <a:spLocks noChangeShapeType="1"/>
          </p:cNvSpPr>
          <p:nvPr/>
        </p:nvSpPr>
        <p:spPr bwMode="auto">
          <a:xfrm>
            <a:off x="1295400" y="4461164"/>
            <a:ext cx="533400" cy="0"/>
          </a:xfrm>
          <a:prstGeom prst="line">
            <a:avLst/>
          </a:prstGeom>
          <a:noFill/>
          <a:ln w="25400">
            <a:solidFill>
              <a:srgbClr val="008000"/>
            </a:solidFill>
            <a:round/>
            <a:headEnd/>
            <a:tailEnd type="triangle" w="med" len="med"/>
          </a:ln>
          <a:extLst>
            <a:ext uri="{909E8E84-426E-40DD-AFC4-6F175D3DCCD1}">
              <a14:hiddenFill xmlns:a14="http://schemas.microsoft.com/office/drawing/2010/main">
                <a:noFill/>
              </a14:hiddenFill>
            </a:ext>
          </a:extLst>
        </p:spPr>
        <p:txBody>
          <a:bodyPr lIns="54000" tIns="28800" rIns="54000" bIns="28800"/>
          <a:lstStyle/>
          <a:p>
            <a:endParaRPr lang="zh-CN" altLang="en-US"/>
          </a:p>
        </p:txBody>
      </p:sp>
      <p:sp>
        <p:nvSpPr>
          <p:cNvPr id="76808" name="Text Box 28">
            <a:extLst>
              <a:ext uri="{FF2B5EF4-FFF2-40B4-BE49-F238E27FC236}">
                <a16:creationId xmlns:a16="http://schemas.microsoft.com/office/drawing/2014/main" id="{0576E03D-D84B-440A-A80E-ED533F1D3E04}"/>
              </a:ext>
            </a:extLst>
          </p:cNvPr>
          <p:cNvSpPr txBox="1">
            <a:spLocks noChangeArrowheads="1"/>
          </p:cNvSpPr>
          <p:nvPr/>
        </p:nvSpPr>
        <p:spPr bwMode="auto">
          <a:xfrm>
            <a:off x="4901598" y="4157952"/>
            <a:ext cx="4058854" cy="178171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5400" algn="ctr">
                <a:solidFill>
                  <a:srgbClr val="000000"/>
                </a:solidFill>
                <a:miter lim="800000"/>
                <a:headEnd/>
                <a:tailEnd/>
              </a14:hiddenLine>
            </a:ext>
          </a:extLst>
        </p:spPr>
        <p:txBody>
          <a:bodyPr wrap="none" lIns="54000" tIns="28800" rIns="54000" bIns="28800">
            <a:spAutoFit/>
          </a:bodyPr>
          <a:lstStyle>
            <a:lvl1pPr>
              <a:spcBef>
                <a:spcPct val="20000"/>
              </a:spcBef>
              <a:buClr>
                <a:schemeClr val="folHlink"/>
              </a:buClr>
              <a:buSzPct val="60000"/>
              <a:buFont typeface="Wingdings" panose="05000000000000000000" pitchFamily="2" charset="2"/>
              <a:buChar char="n"/>
              <a:defRPr sz="3200">
                <a:solidFill>
                  <a:schemeClr val="tx1"/>
                </a:solidFill>
                <a:latin typeface="Times New Roman" panose="02020603050405020304" pitchFamily="18" charset="0"/>
                <a:ea typeface="黑体" panose="02010609060101010101" pitchFamily="49" charset="-122"/>
              </a:defRPr>
            </a:lvl1pPr>
            <a:lvl2pPr marL="742950" indent="-285750">
              <a:spcBef>
                <a:spcPct val="20000"/>
              </a:spcBef>
              <a:buClr>
                <a:schemeClr val="hlink"/>
              </a:buClr>
              <a:buSzPct val="55000"/>
              <a:buFont typeface="Wingdings" panose="05000000000000000000" pitchFamily="2" charset="2"/>
              <a:buChar char="n"/>
              <a:defRPr sz="2800">
                <a:solidFill>
                  <a:schemeClr val="tx1"/>
                </a:solidFill>
                <a:latin typeface="Times New Roman" panose="02020603050405020304" pitchFamily="18" charset="0"/>
                <a:ea typeface="黑体" panose="02010609060101010101" pitchFamily="49" charset="-122"/>
              </a:defRPr>
            </a:lvl2pPr>
            <a:lvl3pPr marL="1143000" indent="-228600">
              <a:spcBef>
                <a:spcPct val="20000"/>
              </a:spcBef>
              <a:buClr>
                <a:schemeClr val="folHlink"/>
              </a:buClr>
              <a:buSzPct val="50000"/>
              <a:buFont typeface="Wingdings" panose="05000000000000000000" pitchFamily="2" charset="2"/>
              <a:buChar char="n"/>
              <a:defRPr sz="2400">
                <a:solidFill>
                  <a:schemeClr val="tx1"/>
                </a:solidFill>
                <a:latin typeface="Times New Roman" panose="02020603050405020304" pitchFamily="18" charset="0"/>
                <a:ea typeface="黑体" panose="02010609060101010101" pitchFamily="49" charset="-122"/>
              </a:defRPr>
            </a:lvl3pPr>
            <a:lvl4pPr marL="1600200" indent="-228600">
              <a:spcBef>
                <a:spcPct val="20000"/>
              </a:spcBef>
              <a:buClr>
                <a:schemeClr val="accent2"/>
              </a:buClr>
              <a:buSzPct val="55000"/>
              <a:buFont typeface="Wingdings" panose="05000000000000000000" pitchFamily="2" charset="2"/>
              <a:buChar char="n"/>
              <a:defRPr sz="2000">
                <a:solidFill>
                  <a:schemeClr val="tx1"/>
                </a:solidFill>
                <a:latin typeface="Times New Roman" panose="02020603050405020304" pitchFamily="18" charset="0"/>
                <a:ea typeface="黑体" panose="02010609060101010101" pitchFamily="49" charset="-122"/>
              </a:defRPr>
            </a:lvl4pPr>
            <a:lvl5pPr marL="2057400" indent="-228600">
              <a:spcBef>
                <a:spcPct val="20000"/>
              </a:spcBef>
              <a:buClr>
                <a:schemeClr val="accent1"/>
              </a:buClr>
              <a:buSzPct val="50000"/>
              <a:buFont typeface="Wingdings" panose="05000000000000000000" pitchFamily="2" charset="2"/>
              <a:buChar char="n"/>
              <a:defRPr sz="2000">
                <a:solidFill>
                  <a:schemeClr val="tx1"/>
                </a:solidFill>
                <a:latin typeface="Times New Roman" panose="02020603050405020304" pitchFamily="18"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imes New Roman" panose="02020603050405020304" pitchFamily="18"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imes New Roman" panose="02020603050405020304" pitchFamily="18"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imes New Roman" panose="02020603050405020304" pitchFamily="18"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imes New Roman" panose="02020603050405020304" pitchFamily="18" charset="0"/>
                <a:ea typeface="黑体" panose="02010609060101010101" pitchFamily="49" charset="-122"/>
              </a:defRPr>
            </a:lvl9pPr>
          </a:lstStyle>
          <a:p>
            <a:pPr algn="just">
              <a:spcBef>
                <a:spcPct val="0"/>
              </a:spcBef>
              <a:buClrTx/>
              <a:buSzTx/>
              <a:buFontTx/>
              <a:buNone/>
            </a:pPr>
            <a:r>
              <a:rPr lang="zh-CN" altLang="en-US" sz="2800" b="0">
                <a:solidFill>
                  <a:srgbClr val="333399"/>
                </a:solidFill>
              </a:rPr>
              <a:t>由于</a:t>
            </a:r>
            <a:r>
              <a:rPr lang="en-US" altLang="zh-CN" sz="2800" err="1">
                <a:solidFill>
                  <a:srgbClr val="333399"/>
                </a:solidFill>
                <a:ea typeface="宋体" panose="02010600030101010101" pitchFamily="2" charset="-122"/>
              </a:rPr>
              <a:t>c</a:t>
            </a:r>
            <a:r>
              <a:rPr lang="en-US" altLang="zh-CN" sz="2800" err="1">
                <a:solidFill>
                  <a:srgbClr val="333399"/>
                </a:solidFill>
                <a:ea typeface="宋体" panose="02010600030101010101" pitchFamily="2" charset="-122"/>
                <a:sym typeface="Symbol" panose="05050102010706020507" pitchFamily="18" charset="2"/>
              </a:rPr>
              <a:t>FOLLOW</a:t>
            </a:r>
            <a:r>
              <a:rPr lang="en-US" altLang="zh-CN" sz="2800">
                <a:solidFill>
                  <a:srgbClr val="333399"/>
                </a:solidFill>
                <a:ea typeface="宋体" panose="02010600030101010101" pitchFamily="2" charset="-122"/>
                <a:sym typeface="Symbol" panose="05050102010706020507" pitchFamily="18" charset="2"/>
              </a:rPr>
              <a:t>(A)</a:t>
            </a:r>
            <a:r>
              <a:rPr lang="zh-CN" altLang="en-US" sz="2800">
                <a:solidFill>
                  <a:srgbClr val="333399"/>
                </a:solidFill>
                <a:ea typeface="宋体" panose="02010600030101010101" pitchFamily="2" charset="-122"/>
                <a:sym typeface="Symbol" panose="05050102010706020507" pitchFamily="18" charset="2"/>
              </a:rPr>
              <a:t>，</a:t>
            </a:r>
          </a:p>
          <a:p>
            <a:pPr algn="just">
              <a:spcBef>
                <a:spcPct val="0"/>
              </a:spcBef>
              <a:buClrTx/>
              <a:buSzTx/>
              <a:buFontTx/>
              <a:buNone/>
            </a:pPr>
            <a:r>
              <a:rPr lang="zh-CN" altLang="en-US" sz="2800" b="0">
                <a:solidFill>
                  <a:srgbClr val="333399"/>
                </a:solidFill>
              </a:rPr>
              <a:t>栈顶弹出</a:t>
            </a:r>
            <a:r>
              <a:rPr lang="en-US" altLang="zh-CN" sz="2800">
                <a:solidFill>
                  <a:srgbClr val="333399"/>
                </a:solidFill>
                <a:ea typeface="宋体" panose="02010600030101010101" pitchFamily="2" charset="-122"/>
              </a:rPr>
              <a:t>A</a:t>
            </a:r>
            <a:r>
              <a:rPr lang="zh-CN" altLang="en-US" sz="2800" b="0">
                <a:solidFill>
                  <a:srgbClr val="333399"/>
                </a:solidFill>
              </a:rPr>
              <a:t>，恢复对</a:t>
            </a:r>
            <a:r>
              <a:rPr lang="en-US" altLang="zh-CN" sz="2800">
                <a:solidFill>
                  <a:srgbClr val="333399"/>
                </a:solidFill>
              </a:rPr>
              <a:t>B</a:t>
            </a:r>
            <a:r>
              <a:rPr lang="zh-CN" altLang="en-US" sz="2800" b="0">
                <a:solidFill>
                  <a:srgbClr val="333399"/>
                </a:solidFill>
              </a:rPr>
              <a:t>的</a:t>
            </a:r>
          </a:p>
          <a:p>
            <a:pPr algn="just">
              <a:spcBef>
                <a:spcPct val="0"/>
              </a:spcBef>
              <a:buClrTx/>
              <a:buSzTx/>
              <a:buFontTx/>
              <a:buNone/>
            </a:pPr>
            <a:r>
              <a:rPr lang="zh-CN" altLang="en-US" sz="2800" b="0">
                <a:solidFill>
                  <a:srgbClr val="333399"/>
                </a:solidFill>
              </a:rPr>
              <a:t>分析。</a:t>
            </a:r>
            <a:r>
              <a:rPr lang="zh-CN" altLang="en-US" sz="2800" b="0">
                <a:solidFill>
                  <a:schemeClr val="accent2"/>
                </a:solidFill>
              </a:rPr>
              <a:t>效果上相当于假设</a:t>
            </a:r>
          </a:p>
          <a:p>
            <a:pPr algn="just">
              <a:spcBef>
                <a:spcPct val="0"/>
              </a:spcBef>
              <a:buClrTx/>
              <a:buSzTx/>
              <a:buFontTx/>
              <a:buNone/>
            </a:pPr>
            <a:r>
              <a:rPr lang="zh-CN" altLang="en-US" sz="2800" b="0">
                <a:solidFill>
                  <a:schemeClr val="accent2"/>
                </a:solidFill>
              </a:rPr>
              <a:t>已经在输入中分析出了</a:t>
            </a:r>
            <a:r>
              <a:rPr lang="en-US" altLang="zh-CN" sz="2800">
                <a:solidFill>
                  <a:schemeClr val="accent2"/>
                </a:solidFill>
              </a:rPr>
              <a:t>A</a:t>
            </a:r>
          </a:p>
        </p:txBody>
      </p:sp>
    </p:spTree>
  </p:cSld>
  <p:clrMapOvr>
    <a:masterClrMapping/>
  </p:clrMapOvr>
</p:sld>
</file>

<file path=ppt/slides/slide7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7826" name="Rectangle 2">
            <a:extLst>
              <a:ext uri="{FF2B5EF4-FFF2-40B4-BE49-F238E27FC236}">
                <a16:creationId xmlns:a16="http://schemas.microsoft.com/office/drawing/2014/main" id="{6AD0B654-F026-4847-851B-8E47E9D480A0}"/>
              </a:ext>
            </a:extLst>
          </p:cNvPr>
          <p:cNvSpPr>
            <a:spLocks noGrp="1" noChangeArrowheads="1"/>
          </p:cNvSpPr>
          <p:nvPr>
            <p:ph type="title"/>
          </p:nvPr>
        </p:nvSpPr>
        <p:spPr/>
        <p:txBody>
          <a:bodyPr/>
          <a:lstStyle/>
          <a:p>
            <a:pPr eaLnBrk="1" hangingPunct="1"/>
            <a:r>
              <a:rPr lang="en-US" altLang="zh-CN"/>
              <a:t>3.3.6 </a:t>
            </a:r>
            <a:r>
              <a:rPr lang="zh-CN" altLang="en-US"/>
              <a:t>预测分析的错误恢复</a:t>
            </a:r>
          </a:p>
        </p:txBody>
      </p:sp>
      <p:sp>
        <p:nvSpPr>
          <p:cNvPr id="77827" name="Rectangle 3">
            <a:extLst>
              <a:ext uri="{FF2B5EF4-FFF2-40B4-BE49-F238E27FC236}">
                <a16:creationId xmlns:a16="http://schemas.microsoft.com/office/drawing/2014/main" id="{AEA9ABD5-9289-4B77-A9EA-076EB9703A4F}"/>
              </a:ext>
            </a:extLst>
          </p:cNvPr>
          <p:cNvSpPr>
            <a:spLocks noGrp="1" noChangeArrowheads="1"/>
          </p:cNvSpPr>
          <p:nvPr>
            <p:ph idx="1"/>
          </p:nvPr>
        </p:nvSpPr>
        <p:spPr/>
        <p:txBody>
          <a:bodyPr>
            <a:normAutofit/>
          </a:bodyPr>
          <a:lstStyle/>
          <a:p>
            <a:pPr eaLnBrk="1" hangingPunct="1">
              <a:spcBef>
                <a:spcPct val="0"/>
              </a:spcBef>
            </a:pPr>
            <a:r>
              <a:rPr lang="zh-CN" altLang="en-US" sz="3300">
                <a:cs typeface="Times New Roman" panose="02020603050405020304" pitchFamily="18" charset="0"/>
              </a:rPr>
              <a:t>同步记号集合的选择</a:t>
            </a:r>
          </a:p>
          <a:p>
            <a:pPr lvl="1" eaLnBrk="1" hangingPunct="1">
              <a:spcBef>
                <a:spcPct val="0"/>
              </a:spcBef>
            </a:pPr>
            <a:r>
              <a:rPr lang="en-US" altLang="zh-CN" sz="3000">
                <a:cs typeface="Times New Roman" panose="02020603050405020304" pitchFamily="18" charset="0"/>
              </a:rPr>
              <a:t>1</a:t>
            </a:r>
            <a:r>
              <a:rPr lang="zh-CN" altLang="en-US" sz="3000">
                <a:cs typeface="Times New Roman" panose="02020603050405020304" pitchFamily="18" charset="0"/>
              </a:rPr>
              <a:t>、把</a:t>
            </a:r>
            <a:r>
              <a:rPr lang="en-US" altLang="zh-CN" sz="3000" b="1">
                <a:cs typeface="Times New Roman" panose="02020603050405020304" pitchFamily="18" charset="0"/>
              </a:rPr>
              <a:t>FOLLOW(</a:t>
            </a:r>
            <a:r>
              <a:rPr lang="en-US" altLang="zh-CN" sz="3000" b="1" i="1">
                <a:cs typeface="Times New Roman" panose="02020603050405020304" pitchFamily="18" charset="0"/>
              </a:rPr>
              <a:t>A</a:t>
            </a:r>
            <a:r>
              <a:rPr lang="en-US" altLang="zh-CN" sz="3000" b="1">
                <a:cs typeface="Times New Roman" panose="02020603050405020304" pitchFamily="18" charset="0"/>
              </a:rPr>
              <a:t>)</a:t>
            </a:r>
            <a:r>
              <a:rPr lang="zh-CN" altLang="en-US" sz="3000">
                <a:cs typeface="Times New Roman" panose="02020603050405020304" pitchFamily="18" charset="0"/>
              </a:rPr>
              <a:t>的所有终结符放入非终结符</a:t>
            </a:r>
            <a:r>
              <a:rPr lang="en-US" altLang="zh-CN" sz="3000" b="1" i="1">
                <a:cs typeface="Times New Roman" panose="02020603050405020304" pitchFamily="18" charset="0"/>
              </a:rPr>
              <a:t>A</a:t>
            </a:r>
            <a:r>
              <a:rPr lang="zh-CN" altLang="en-US" sz="3000">
                <a:cs typeface="Times New Roman" panose="02020603050405020304" pitchFamily="18" charset="0"/>
              </a:rPr>
              <a:t>的同步记号集合</a:t>
            </a:r>
          </a:p>
          <a:p>
            <a:pPr lvl="1" eaLnBrk="1" hangingPunct="1">
              <a:spcBef>
                <a:spcPct val="0"/>
              </a:spcBef>
            </a:pPr>
            <a:r>
              <a:rPr lang="en-US" altLang="zh-CN" sz="3000">
                <a:solidFill>
                  <a:schemeClr val="accent2"/>
                </a:solidFill>
                <a:cs typeface="Times New Roman" panose="02020603050405020304" pitchFamily="18" charset="0"/>
              </a:rPr>
              <a:t>2</a:t>
            </a:r>
            <a:r>
              <a:rPr lang="zh-CN" altLang="en-US" sz="3000">
                <a:solidFill>
                  <a:schemeClr val="accent2"/>
                </a:solidFill>
                <a:cs typeface="Times New Roman" panose="02020603050405020304" pitchFamily="18" charset="0"/>
              </a:rPr>
              <a:t>、把高层结构的开始符号加到低层结构的同步记号集合中</a:t>
            </a:r>
          </a:p>
          <a:p>
            <a:pPr lvl="1" eaLnBrk="1" hangingPunct="1">
              <a:spcBef>
                <a:spcPct val="0"/>
              </a:spcBef>
              <a:buFont typeface="Wingdings" panose="05000000000000000000" pitchFamily="2" charset="2"/>
              <a:buNone/>
            </a:pPr>
            <a:r>
              <a:rPr lang="zh-CN" altLang="en-US" sz="3000">
                <a:cs typeface="Times New Roman" panose="02020603050405020304" pitchFamily="18" charset="0"/>
              </a:rPr>
              <a:t>	</a:t>
            </a:r>
            <a:r>
              <a:rPr lang="en-US" altLang="zh-CN" sz="3000" b="1" i="1">
                <a:cs typeface="Times New Roman" panose="02020603050405020304" pitchFamily="18" charset="0"/>
              </a:rPr>
              <a:t>a</a:t>
            </a:r>
            <a:r>
              <a:rPr lang="en-US" altLang="zh-CN" sz="3000" b="1">
                <a:cs typeface="Times New Roman" panose="02020603050405020304" pitchFamily="18" charset="0"/>
              </a:rPr>
              <a:t> := </a:t>
            </a:r>
            <a:r>
              <a:rPr lang="en-US" altLang="zh-CN" sz="3000" b="1" i="1">
                <a:cs typeface="Times New Roman" panose="02020603050405020304" pitchFamily="18" charset="0"/>
              </a:rPr>
              <a:t>expr</a:t>
            </a:r>
            <a:r>
              <a:rPr lang="en-US" altLang="zh-CN" sz="3000" b="1">
                <a:solidFill>
                  <a:schemeClr val="folHlink"/>
                </a:solidFill>
                <a:cs typeface="Times New Roman" panose="02020603050405020304" pitchFamily="18" charset="0"/>
              </a:rPr>
              <a:t>  </a:t>
            </a:r>
            <a:r>
              <a:rPr lang="en-US" altLang="zh-CN" sz="3000" b="1">
                <a:solidFill>
                  <a:srgbClr val="FF0000"/>
                </a:solidFill>
                <a:cs typeface="Times New Roman" panose="02020603050405020304" pitchFamily="18" charset="0"/>
              </a:rPr>
              <a:t>;</a:t>
            </a:r>
            <a:r>
              <a:rPr lang="en-US" altLang="zh-CN" sz="3000" b="1">
                <a:solidFill>
                  <a:schemeClr val="folHlink"/>
                </a:solidFill>
                <a:cs typeface="Times New Roman" panose="02020603050405020304" pitchFamily="18" charset="0"/>
              </a:rPr>
              <a:t> </a:t>
            </a:r>
            <a:r>
              <a:rPr lang="en-US" altLang="zh-CN" sz="3000" b="1">
                <a:cs typeface="Times New Roman" panose="02020603050405020304" pitchFamily="18" charset="0"/>
              </a:rPr>
              <a:t> if …</a:t>
            </a:r>
            <a:r>
              <a:rPr lang="en-US" altLang="zh-CN" sz="3000">
                <a:cs typeface="Times New Roman" panose="02020603050405020304" pitchFamily="18" charset="0"/>
              </a:rPr>
              <a:t> </a:t>
            </a:r>
          </a:p>
          <a:p>
            <a:pPr lvl="1" eaLnBrk="1" hangingPunct="1">
              <a:spcBef>
                <a:spcPct val="0"/>
              </a:spcBef>
              <a:buFont typeface="Wingdings" panose="05000000000000000000" pitchFamily="2" charset="2"/>
              <a:buNone/>
            </a:pPr>
            <a:endParaRPr lang="en-US" altLang="zh-CN" sz="3000">
              <a:cs typeface="Times New Roman" panose="02020603050405020304" pitchFamily="18" charset="0"/>
            </a:endParaRPr>
          </a:p>
          <a:p>
            <a:pPr lvl="1" eaLnBrk="1" hangingPunct="1">
              <a:spcBef>
                <a:spcPct val="0"/>
              </a:spcBef>
              <a:buFont typeface="Wingdings" panose="05000000000000000000" pitchFamily="2" charset="2"/>
              <a:buNone/>
            </a:pPr>
            <a:r>
              <a:rPr lang="en-US" altLang="zh-CN" sz="3000">
                <a:cs typeface="Times New Roman" panose="02020603050405020304" pitchFamily="18" charset="0"/>
              </a:rPr>
              <a:t>	</a:t>
            </a:r>
            <a:r>
              <a:rPr lang="zh-CN" altLang="en-US" sz="3000">
                <a:cs typeface="Times New Roman" panose="02020603050405020304" pitchFamily="18" charset="0"/>
              </a:rPr>
              <a:t>（语句的开始符号作为表达式的同步符号，以免遗漏分号时忽略</a:t>
            </a:r>
            <a:r>
              <a:rPr lang="en-US" altLang="zh-CN" sz="3000" b="1">
                <a:cs typeface="Times New Roman" panose="02020603050405020304" pitchFamily="18" charset="0"/>
              </a:rPr>
              <a:t>if</a:t>
            </a:r>
            <a:r>
              <a:rPr lang="zh-CN" altLang="en-US" sz="3000">
                <a:cs typeface="Times New Roman" panose="02020603050405020304" pitchFamily="18" charset="0"/>
              </a:rPr>
              <a:t>语句等一大段程序）</a:t>
            </a:r>
          </a:p>
        </p:txBody>
      </p:sp>
      <p:sp>
        <p:nvSpPr>
          <p:cNvPr id="2" name="日期占位符 1">
            <a:extLst>
              <a:ext uri="{FF2B5EF4-FFF2-40B4-BE49-F238E27FC236}">
                <a16:creationId xmlns:a16="http://schemas.microsoft.com/office/drawing/2014/main" id="{685CB3F8-9C83-D0CA-67EA-E43CDB919CA5}"/>
              </a:ext>
            </a:extLst>
          </p:cNvPr>
          <p:cNvSpPr>
            <a:spLocks noGrp="1"/>
          </p:cNvSpPr>
          <p:nvPr>
            <p:ph type="dt" sz="half" idx="10"/>
          </p:nvPr>
        </p:nvSpPr>
        <p:spPr/>
        <p:txBody>
          <a:bodyPr/>
          <a:lstStyle/>
          <a:p>
            <a:fld id="{46BC6C04-79C2-4F6E-A623-FD984FB2138E}" type="datetime2">
              <a:rPr lang="zh-CN" altLang="en-US" smtClean="0"/>
              <a:pPr/>
              <a:t>2025年11月26日</a:t>
            </a:fld>
            <a:endParaRPr lang="zh-CN" altLang="en-US"/>
          </a:p>
        </p:txBody>
      </p:sp>
      <p:sp>
        <p:nvSpPr>
          <p:cNvPr id="3" name="页脚占位符 2">
            <a:extLst>
              <a:ext uri="{FF2B5EF4-FFF2-40B4-BE49-F238E27FC236}">
                <a16:creationId xmlns:a16="http://schemas.microsoft.com/office/drawing/2014/main" id="{C3ACA951-5F37-F0C6-2C99-17F144918940}"/>
              </a:ext>
            </a:extLst>
          </p:cNvPr>
          <p:cNvSpPr>
            <a:spLocks noGrp="1"/>
          </p:cNvSpPr>
          <p:nvPr>
            <p:ph type="ftr" sz="quarter" idx="11"/>
          </p:nvPr>
        </p:nvSpPr>
        <p:spPr/>
        <p:txBody>
          <a:bodyPr/>
          <a:lstStyle/>
          <a:p>
            <a:r>
              <a:rPr lang="zh-CN" altLang="en-US"/>
              <a:t>编译原理</a:t>
            </a:r>
            <a:r>
              <a:rPr lang="en-US" altLang="zh-CN"/>
              <a:t>-</a:t>
            </a:r>
            <a:r>
              <a:rPr lang="zh-CN" altLang="en-US"/>
              <a:t>王欣捷</a:t>
            </a:r>
            <a:r>
              <a:rPr lang="en-US" altLang="zh-CN"/>
              <a:t>-</a:t>
            </a:r>
            <a:r>
              <a:rPr lang="zh-CN" altLang="en-US"/>
              <a:t>第三章 语法分析</a:t>
            </a:r>
            <a:r>
              <a:rPr lang="en-US" altLang="zh-CN"/>
              <a:t>(4)</a:t>
            </a:r>
            <a:endParaRPr lang="zh-CN" altLang="en-US"/>
          </a:p>
        </p:txBody>
      </p:sp>
      <p:sp>
        <p:nvSpPr>
          <p:cNvPr id="4" name="灯片编号占位符 3">
            <a:extLst>
              <a:ext uri="{FF2B5EF4-FFF2-40B4-BE49-F238E27FC236}">
                <a16:creationId xmlns:a16="http://schemas.microsoft.com/office/drawing/2014/main" id="{DDAAA2B6-4B94-26CE-8D8D-35EFF679B9DF}"/>
              </a:ext>
            </a:extLst>
          </p:cNvPr>
          <p:cNvSpPr>
            <a:spLocks noGrp="1"/>
          </p:cNvSpPr>
          <p:nvPr>
            <p:ph type="sldNum" sz="quarter" idx="12"/>
          </p:nvPr>
        </p:nvSpPr>
        <p:spPr/>
        <p:txBody>
          <a:bodyPr/>
          <a:lstStyle/>
          <a:p>
            <a:fld id="{094DEB03-EFC6-4C20-8FC8-295189A5386F}" type="slidenum">
              <a:rPr lang="zh-CN" altLang="en-US" smtClean="0"/>
              <a:pPr/>
              <a:t>70</a:t>
            </a:fld>
            <a:endParaRPr lang="zh-CN" altLang="en-US"/>
          </a:p>
        </p:txBody>
      </p:sp>
    </p:spTree>
  </p:cSld>
  <p:clrMapOvr>
    <a:masterClrMapping/>
  </p:clrMapOvr>
</p:sld>
</file>

<file path=ppt/slides/slide7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8850" name="Rectangle 2">
            <a:extLst>
              <a:ext uri="{FF2B5EF4-FFF2-40B4-BE49-F238E27FC236}">
                <a16:creationId xmlns:a16="http://schemas.microsoft.com/office/drawing/2014/main" id="{94F2DA7B-1651-44CF-B703-E659A907840F}"/>
              </a:ext>
            </a:extLst>
          </p:cNvPr>
          <p:cNvSpPr>
            <a:spLocks noGrp="1" noChangeArrowheads="1"/>
          </p:cNvSpPr>
          <p:nvPr>
            <p:ph type="title"/>
          </p:nvPr>
        </p:nvSpPr>
        <p:spPr/>
        <p:txBody>
          <a:bodyPr/>
          <a:lstStyle/>
          <a:p>
            <a:pPr eaLnBrk="1" hangingPunct="1"/>
            <a:r>
              <a:rPr lang="en-US" altLang="zh-CN"/>
              <a:t>3.3.6 </a:t>
            </a:r>
            <a:r>
              <a:rPr lang="zh-CN" altLang="en-US"/>
              <a:t>预测分析的错误恢复</a:t>
            </a:r>
          </a:p>
        </p:txBody>
      </p:sp>
      <p:sp>
        <p:nvSpPr>
          <p:cNvPr id="78851" name="Rectangle 3">
            <a:extLst>
              <a:ext uri="{FF2B5EF4-FFF2-40B4-BE49-F238E27FC236}">
                <a16:creationId xmlns:a16="http://schemas.microsoft.com/office/drawing/2014/main" id="{ACF4509E-95E8-4F38-A312-0E3E1180273C}"/>
              </a:ext>
            </a:extLst>
          </p:cNvPr>
          <p:cNvSpPr>
            <a:spLocks noGrp="1" noChangeArrowheads="1"/>
          </p:cNvSpPr>
          <p:nvPr>
            <p:ph idx="1"/>
          </p:nvPr>
        </p:nvSpPr>
        <p:spPr/>
        <p:txBody>
          <a:bodyPr>
            <a:normAutofit/>
          </a:bodyPr>
          <a:lstStyle/>
          <a:p>
            <a:pPr eaLnBrk="1" hangingPunct="1">
              <a:lnSpc>
                <a:spcPct val="110000"/>
              </a:lnSpc>
              <a:spcBef>
                <a:spcPct val="0"/>
              </a:spcBef>
            </a:pPr>
            <a:r>
              <a:rPr lang="zh-CN" altLang="en-US">
                <a:cs typeface="Times New Roman" panose="02020603050405020304" pitchFamily="18" charset="0"/>
              </a:rPr>
              <a:t>同步记号集合的选择</a:t>
            </a:r>
          </a:p>
          <a:p>
            <a:pPr lvl="1" eaLnBrk="1" hangingPunct="1">
              <a:lnSpc>
                <a:spcPct val="110000"/>
              </a:lnSpc>
              <a:spcBef>
                <a:spcPct val="0"/>
              </a:spcBef>
            </a:pPr>
            <a:r>
              <a:rPr lang="en-US" altLang="zh-CN">
                <a:cs typeface="Times New Roman" panose="02020603050405020304" pitchFamily="18" charset="0"/>
              </a:rPr>
              <a:t>1</a:t>
            </a:r>
            <a:r>
              <a:rPr lang="zh-CN" altLang="en-US">
                <a:cs typeface="Times New Roman" panose="02020603050405020304" pitchFamily="18" charset="0"/>
              </a:rPr>
              <a:t>、把</a:t>
            </a:r>
            <a:r>
              <a:rPr lang="en-US" altLang="zh-CN" b="1">
                <a:cs typeface="Times New Roman" panose="02020603050405020304" pitchFamily="18" charset="0"/>
              </a:rPr>
              <a:t>FOLLOW(</a:t>
            </a:r>
            <a:r>
              <a:rPr lang="en-US" altLang="zh-CN" b="1" i="1">
                <a:cs typeface="Times New Roman" panose="02020603050405020304" pitchFamily="18" charset="0"/>
              </a:rPr>
              <a:t>A</a:t>
            </a:r>
            <a:r>
              <a:rPr lang="en-US" altLang="zh-CN" b="1">
                <a:cs typeface="Times New Roman" panose="02020603050405020304" pitchFamily="18" charset="0"/>
              </a:rPr>
              <a:t>)</a:t>
            </a:r>
            <a:r>
              <a:rPr lang="zh-CN" altLang="en-US">
                <a:cs typeface="Times New Roman" panose="02020603050405020304" pitchFamily="18" charset="0"/>
              </a:rPr>
              <a:t>的所有终结符放入非终结符</a:t>
            </a:r>
            <a:r>
              <a:rPr lang="en-US" altLang="zh-CN" b="1" i="1">
                <a:cs typeface="Times New Roman" panose="02020603050405020304" pitchFamily="18" charset="0"/>
              </a:rPr>
              <a:t>A</a:t>
            </a:r>
            <a:r>
              <a:rPr lang="zh-CN" altLang="en-US">
                <a:cs typeface="Times New Roman" panose="02020603050405020304" pitchFamily="18" charset="0"/>
              </a:rPr>
              <a:t>的同步记号集合</a:t>
            </a:r>
          </a:p>
          <a:p>
            <a:pPr lvl="1" eaLnBrk="1" hangingPunct="1">
              <a:lnSpc>
                <a:spcPct val="110000"/>
              </a:lnSpc>
              <a:spcBef>
                <a:spcPct val="0"/>
              </a:spcBef>
            </a:pPr>
            <a:r>
              <a:rPr lang="en-US" altLang="zh-CN">
                <a:cs typeface="Times New Roman" panose="02020603050405020304" pitchFamily="18" charset="0"/>
              </a:rPr>
              <a:t>2</a:t>
            </a:r>
            <a:r>
              <a:rPr lang="zh-CN" altLang="en-US">
                <a:cs typeface="Times New Roman" panose="02020603050405020304" pitchFamily="18" charset="0"/>
              </a:rPr>
              <a:t>、把高层结构的开始符号加到低层结构的同步记号集合中</a:t>
            </a:r>
          </a:p>
          <a:p>
            <a:pPr lvl="1" eaLnBrk="1" hangingPunct="1">
              <a:lnSpc>
                <a:spcPct val="110000"/>
              </a:lnSpc>
              <a:spcBef>
                <a:spcPct val="0"/>
              </a:spcBef>
            </a:pPr>
            <a:r>
              <a:rPr lang="en-US" altLang="zh-CN">
                <a:solidFill>
                  <a:schemeClr val="accent2"/>
                </a:solidFill>
                <a:cs typeface="Times New Roman" panose="02020603050405020304" pitchFamily="18" charset="0"/>
              </a:rPr>
              <a:t>3</a:t>
            </a:r>
            <a:r>
              <a:rPr lang="zh-CN" altLang="en-US">
                <a:solidFill>
                  <a:schemeClr val="accent2"/>
                </a:solidFill>
                <a:cs typeface="Times New Roman" panose="02020603050405020304" pitchFamily="18" charset="0"/>
              </a:rPr>
              <a:t>、把</a:t>
            </a:r>
            <a:r>
              <a:rPr lang="en-US" altLang="zh-CN" b="1">
                <a:solidFill>
                  <a:schemeClr val="accent2"/>
                </a:solidFill>
                <a:ea typeface="华文彩云" panose="02010800040101010101" pitchFamily="2" charset="-122"/>
                <a:cs typeface="Times New Roman" panose="02020603050405020304" pitchFamily="18" charset="0"/>
              </a:rPr>
              <a:t>FIRST(</a:t>
            </a:r>
            <a:r>
              <a:rPr lang="en-US" altLang="zh-CN" b="1" i="1">
                <a:solidFill>
                  <a:schemeClr val="accent2"/>
                </a:solidFill>
                <a:ea typeface="华文彩云" panose="02010800040101010101" pitchFamily="2" charset="-122"/>
                <a:cs typeface="Times New Roman" panose="02020603050405020304" pitchFamily="18" charset="0"/>
              </a:rPr>
              <a:t>A</a:t>
            </a:r>
            <a:r>
              <a:rPr lang="en-US" altLang="zh-CN" b="1">
                <a:solidFill>
                  <a:schemeClr val="accent2"/>
                </a:solidFill>
                <a:ea typeface="华文彩云" panose="02010800040101010101" pitchFamily="2" charset="-122"/>
                <a:cs typeface="Times New Roman" panose="02020603050405020304" pitchFamily="18" charset="0"/>
              </a:rPr>
              <a:t>)</a:t>
            </a:r>
            <a:r>
              <a:rPr lang="zh-CN" altLang="en-US">
                <a:solidFill>
                  <a:schemeClr val="accent2"/>
                </a:solidFill>
                <a:cs typeface="Times New Roman" panose="02020603050405020304" pitchFamily="18" charset="0"/>
              </a:rPr>
              <a:t>的终结符加入</a:t>
            </a:r>
            <a:r>
              <a:rPr lang="en-US" altLang="zh-CN" b="1" i="1">
                <a:solidFill>
                  <a:schemeClr val="accent2"/>
                </a:solidFill>
                <a:cs typeface="Times New Roman" panose="02020603050405020304" pitchFamily="18" charset="0"/>
              </a:rPr>
              <a:t>A</a:t>
            </a:r>
            <a:r>
              <a:rPr lang="zh-CN" altLang="en-US">
                <a:solidFill>
                  <a:schemeClr val="accent2"/>
                </a:solidFill>
                <a:cs typeface="Times New Roman" panose="02020603050405020304" pitchFamily="18" charset="0"/>
              </a:rPr>
              <a:t>的同步记号集合</a:t>
            </a:r>
          </a:p>
          <a:p>
            <a:pPr lvl="1" eaLnBrk="1" hangingPunct="1">
              <a:lnSpc>
                <a:spcPct val="110000"/>
              </a:lnSpc>
              <a:spcBef>
                <a:spcPct val="0"/>
              </a:spcBef>
              <a:buFont typeface="Wingdings" panose="05000000000000000000" pitchFamily="2" charset="2"/>
              <a:buNone/>
            </a:pPr>
            <a:r>
              <a:rPr lang="zh-CN" altLang="en-US" i="1">
                <a:cs typeface="Times New Roman" panose="02020603050405020304" pitchFamily="18" charset="0"/>
              </a:rPr>
              <a:t>	</a:t>
            </a:r>
            <a:r>
              <a:rPr lang="en-US" altLang="zh-CN" b="1" i="1">
                <a:cs typeface="Times New Roman" panose="02020603050405020304" pitchFamily="18" charset="0"/>
              </a:rPr>
              <a:t>a</a:t>
            </a:r>
            <a:r>
              <a:rPr lang="en-US" altLang="zh-CN" b="1">
                <a:cs typeface="Times New Roman" panose="02020603050405020304" pitchFamily="18" charset="0"/>
              </a:rPr>
              <a:t> := </a:t>
            </a:r>
            <a:r>
              <a:rPr lang="en-US" altLang="zh-CN" b="1" i="1">
                <a:cs typeface="Times New Roman" panose="02020603050405020304" pitchFamily="18" charset="0"/>
              </a:rPr>
              <a:t>expr</a:t>
            </a:r>
            <a:r>
              <a:rPr lang="en-US" altLang="zh-CN" b="1">
                <a:cs typeface="Times New Roman" panose="02020603050405020304" pitchFamily="18" charset="0"/>
              </a:rPr>
              <a:t>  ; </a:t>
            </a:r>
            <a:r>
              <a:rPr lang="en-US" altLang="zh-CN" b="1">
                <a:solidFill>
                  <a:schemeClr val="hlink"/>
                </a:solidFill>
                <a:cs typeface="Times New Roman" panose="02020603050405020304" pitchFamily="18" charset="0"/>
              </a:rPr>
              <a:t> </a:t>
            </a:r>
            <a:r>
              <a:rPr lang="en-US" altLang="zh-CN" b="1">
                <a:solidFill>
                  <a:srgbClr val="FF0000"/>
                </a:solidFill>
                <a:cs typeface="Times New Roman" panose="02020603050405020304" pitchFamily="18" charset="0"/>
              </a:rPr>
              <a:t>, </a:t>
            </a:r>
            <a:r>
              <a:rPr lang="en-US" altLang="zh-CN" b="1">
                <a:cs typeface="Times New Roman" panose="02020603050405020304" pitchFamily="18" charset="0"/>
              </a:rPr>
              <a:t> if …</a:t>
            </a:r>
          </a:p>
          <a:p>
            <a:pPr lvl="1" eaLnBrk="1" hangingPunct="1">
              <a:lnSpc>
                <a:spcPct val="110000"/>
              </a:lnSpc>
              <a:spcBef>
                <a:spcPct val="0"/>
              </a:spcBef>
              <a:buFont typeface="Wingdings" panose="05000000000000000000" pitchFamily="2" charset="2"/>
              <a:buNone/>
            </a:pPr>
            <a:r>
              <a:rPr lang="zh-CN" altLang="en-US">
                <a:cs typeface="Times New Roman" panose="02020603050405020304" pitchFamily="18" charset="0"/>
              </a:rPr>
              <a:t>（语句的开始符号作为语句的同步符号，以免多出一个逗号时会把</a:t>
            </a:r>
            <a:r>
              <a:rPr lang="en-US" altLang="zh-CN" b="1">
                <a:cs typeface="Times New Roman" panose="02020603050405020304" pitchFamily="18" charset="0"/>
              </a:rPr>
              <a:t>if</a:t>
            </a:r>
            <a:r>
              <a:rPr lang="zh-CN" altLang="en-US">
                <a:cs typeface="Times New Roman" panose="02020603050405020304" pitchFamily="18" charset="0"/>
              </a:rPr>
              <a:t>语句忽略了）</a:t>
            </a:r>
          </a:p>
        </p:txBody>
      </p:sp>
      <p:sp>
        <p:nvSpPr>
          <p:cNvPr id="2" name="日期占位符 1">
            <a:extLst>
              <a:ext uri="{FF2B5EF4-FFF2-40B4-BE49-F238E27FC236}">
                <a16:creationId xmlns:a16="http://schemas.microsoft.com/office/drawing/2014/main" id="{E6B16762-7EC0-4C56-0638-C7BDF8EC53C2}"/>
              </a:ext>
            </a:extLst>
          </p:cNvPr>
          <p:cNvSpPr>
            <a:spLocks noGrp="1"/>
          </p:cNvSpPr>
          <p:nvPr>
            <p:ph type="dt" sz="half" idx="10"/>
          </p:nvPr>
        </p:nvSpPr>
        <p:spPr/>
        <p:txBody>
          <a:bodyPr/>
          <a:lstStyle/>
          <a:p>
            <a:fld id="{002EDA81-3EC0-4A9A-A617-95262AE869A1}" type="datetime2">
              <a:rPr lang="zh-CN" altLang="en-US" smtClean="0"/>
              <a:pPr/>
              <a:t>2025年11月26日</a:t>
            </a:fld>
            <a:endParaRPr lang="zh-CN" altLang="en-US"/>
          </a:p>
        </p:txBody>
      </p:sp>
      <p:sp>
        <p:nvSpPr>
          <p:cNvPr id="3" name="页脚占位符 2">
            <a:extLst>
              <a:ext uri="{FF2B5EF4-FFF2-40B4-BE49-F238E27FC236}">
                <a16:creationId xmlns:a16="http://schemas.microsoft.com/office/drawing/2014/main" id="{534076B2-55F1-FF8B-BA07-7F87748FD5C2}"/>
              </a:ext>
            </a:extLst>
          </p:cNvPr>
          <p:cNvSpPr>
            <a:spLocks noGrp="1"/>
          </p:cNvSpPr>
          <p:nvPr>
            <p:ph type="ftr" sz="quarter" idx="11"/>
          </p:nvPr>
        </p:nvSpPr>
        <p:spPr/>
        <p:txBody>
          <a:bodyPr/>
          <a:lstStyle/>
          <a:p>
            <a:r>
              <a:rPr lang="zh-CN" altLang="en-US"/>
              <a:t>编译原理</a:t>
            </a:r>
            <a:r>
              <a:rPr lang="en-US" altLang="zh-CN"/>
              <a:t>-</a:t>
            </a:r>
            <a:r>
              <a:rPr lang="zh-CN" altLang="en-US"/>
              <a:t>王欣捷</a:t>
            </a:r>
            <a:r>
              <a:rPr lang="en-US" altLang="zh-CN"/>
              <a:t>-</a:t>
            </a:r>
            <a:r>
              <a:rPr lang="zh-CN" altLang="en-US"/>
              <a:t>第三章 语法分析</a:t>
            </a:r>
            <a:r>
              <a:rPr lang="en-US" altLang="zh-CN"/>
              <a:t>(4)</a:t>
            </a:r>
            <a:endParaRPr lang="zh-CN" altLang="en-US"/>
          </a:p>
        </p:txBody>
      </p:sp>
      <p:sp>
        <p:nvSpPr>
          <p:cNvPr id="4" name="灯片编号占位符 3">
            <a:extLst>
              <a:ext uri="{FF2B5EF4-FFF2-40B4-BE49-F238E27FC236}">
                <a16:creationId xmlns:a16="http://schemas.microsoft.com/office/drawing/2014/main" id="{EA5BC0E3-B8E8-D31C-809F-DC62128F1AC5}"/>
              </a:ext>
            </a:extLst>
          </p:cNvPr>
          <p:cNvSpPr>
            <a:spLocks noGrp="1"/>
          </p:cNvSpPr>
          <p:nvPr>
            <p:ph type="sldNum" sz="quarter" idx="12"/>
          </p:nvPr>
        </p:nvSpPr>
        <p:spPr/>
        <p:txBody>
          <a:bodyPr/>
          <a:lstStyle/>
          <a:p>
            <a:fld id="{094DEB03-EFC6-4C20-8FC8-295189A5386F}" type="slidenum">
              <a:rPr lang="zh-CN" altLang="en-US" smtClean="0"/>
              <a:pPr/>
              <a:t>71</a:t>
            </a:fld>
            <a:endParaRPr lang="zh-CN" altLang="en-US"/>
          </a:p>
        </p:txBody>
      </p:sp>
    </p:spTree>
  </p:cSld>
  <p:clrMapOvr>
    <a:masterClrMapping/>
  </p:clrMapOvr>
</p:sld>
</file>

<file path=ppt/slides/slide7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9874" name="Rectangle 2">
            <a:extLst>
              <a:ext uri="{FF2B5EF4-FFF2-40B4-BE49-F238E27FC236}">
                <a16:creationId xmlns:a16="http://schemas.microsoft.com/office/drawing/2014/main" id="{4DF1CEF8-2D99-483C-A84E-217321EEFF7E}"/>
              </a:ext>
            </a:extLst>
          </p:cNvPr>
          <p:cNvSpPr>
            <a:spLocks noGrp="1" noChangeArrowheads="1"/>
          </p:cNvSpPr>
          <p:nvPr>
            <p:ph type="title"/>
          </p:nvPr>
        </p:nvSpPr>
        <p:spPr/>
        <p:txBody>
          <a:bodyPr/>
          <a:lstStyle/>
          <a:p>
            <a:pPr eaLnBrk="1" hangingPunct="1"/>
            <a:r>
              <a:rPr lang="en-US" altLang="zh-CN"/>
              <a:t>3.3.6 </a:t>
            </a:r>
            <a:r>
              <a:rPr lang="zh-CN" altLang="en-US"/>
              <a:t>预测分析的错误恢复</a:t>
            </a:r>
          </a:p>
        </p:txBody>
      </p:sp>
      <p:sp>
        <p:nvSpPr>
          <p:cNvPr id="79875" name="Rectangle 3">
            <a:extLst>
              <a:ext uri="{FF2B5EF4-FFF2-40B4-BE49-F238E27FC236}">
                <a16:creationId xmlns:a16="http://schemas.microsoft.com/office/drawing/2014/main" id="{B7D84CEA-9DD4-43EA-9461-6A1D5B489F81}"/>
              </a:ext>
            </a:extLst>
          </p:cNvPr>
          <p:cNvSpPr>
            <a:spLocks noGrp="1" noChangeArrowheads="1"/>
          </p:cNvSpPr>
          <p:nvPr>
            <p:ph idx="1"/>
          </p:nvPr>
        </p:nvSpPr>
        <p:spPr/>
        <p:txBody>
          <a:bodyPr/>
          <a:lstStyle/>
          <a:p>
            <a:pPr eaLnBrk="1" hangingPunct="1"/>
            <a:r>
              <a:rPr lang="en-US" altLang="zh-CN" b="1">
                <a:cs typeface="Times New Roman" panose="02020603050405020304" pitchFamily="18" charset="0"/>
              </a:rPr>
              <a:t>M(A,a)</a:t>
            </a:r>
            <a:r>
              <a:rPr lang="zh-CN" altLang="en-US">
                <a:cs typeface="Times New Roman" panose="02020603050405020304" pitchFamily="18" charset="0"/>
              </a:rPr>
              <a:t>为空，</a:t>
            </a:r>
            <a:r>
              <a:rPr lang="en-US" altLang="zh-CN" b="1">
                <a:cs typeface="Times New Roman" panose="02020603050405020304" pitchFamily="18" charset="0"/>
              </a:rPr>
              <a:t>a</a:t>
            </a:r>
            <a:r>
              <a:rPr lang="zh-CN" altLang="en-US">
                <a:cs typeface="Times New Roman" panose="02020603050405020304" pitchFamily="18" charset="0"/>
              </a:rPr>
              <a:t>和</a:t>
            </a:r>
            <a:r>
              <a:rPr lang="en-US" altLang="zh-CN" b="1">
                <a:cs typeface="Times New Roman" panose="02020603050405020304" pitchFamily="18" charset="0"/>
              </a:rPr>
              <a:t>b</a:t>
            </a:r>
            <a:r>
              <a:rPr lang="zh-CN" altLang="en-US">
                <a:cs typeface="Times New Roman" panose="02020603050405020304" pitchFamily="18" charset="0"/>
              </a:rPr>
              <a:t>都不在</a:t>
            </a:r>
            <a:r>
              <a:rPr lang="en-US" altLang="zh-CN" b="1">
                <a:cs typeface="Times New Roman" panose="02020603050405020304" pitchFamily="18" charset="0"/>
              </a:rPr>
              <a:t>A</a:t>
            </a:r>
            <a:r>
              <a:rPr lang="zh-CN" altLang="en-US">
                <a:cs typeface="Times New Roman" panose="02020603050405020304" pitchFamily="18" charset="0"/>
              </a:rPr>
              <a:t>的同步集合中，</a:t>
            </a:r>
            <a:r>
              <a:rPr lang="en-US" altLang="zh-CN" b="1">
                <a:cs typeface="Times New Roman" panose="02020603050405020304" pitchFamily="18" charset="0"/>
              </a:rPr>
              <a:t>c</a:t>
            </a:r>
            <a:r>
              <a:rPr lang="en-US" altLang="zh-CN" b="1">
                <a:cs typeface="Times New Roman" panose="02020603050405020304" pitchFamily="18" charset="0"/>
                <a:sym typeface="Symbol" panose="05050102010706020507" pitchFamily="18" charset="2"/>
              </a:rPr>
              <a:t>FIRST(A)</a:t>
            </a:r>
          </a:p>
          <a:p>
            <a:pPr eaLnBrk="1" hangingPunct="1"/>
            <a:endParaRPr lang="en-US" altLang="zh-CN"/>
          </a:p>
        </p:txBody>
      </p:sp>
      <p:sp>
        <p:nvSpPr>
          <p:cNvPr id="2" name="日期占位符 1">
            <a:extLst>
              <a:ext uri="{FF2B5EF4-FFF2-40B4-BE49-F238E27FC236}">
                <a16:creationId xmlns:a16="http://schemas.microsoft.com/office/drawing/2014/main" id="{5F60299B-24AA-67CC-87D0-4C8E5E5370F9}"/>
              </a:ext>
            </a:extLst>
          </p:cNvPr>
          <p:cNvSpPr>
            <a:spLocks noGrp="1"/>
          </p:cNvSpPr>
          <p:nvPr>
            <p:ph type="dt" sz="half" idx="10"/>
          </p:nvPr>
        </p:nvSpPr>
        <p:spPr/>
        <p:txBody>
          <a:bodyPr/>
          <a:lstStyle/>
          <a:p>
            <a:fld id="{79B7E9C2-773A-41C9-A702-63EE083011E6}" type="datetime2">
              <a:rPr lang="zh-CN" altLang="en-US" smtClean="0"/>
              <a:pPr/>
              <a:t>2025年11月26日</a:t>
            </a:fld>
            <a:endParaRPr lang="zh-CN" altLang="en-US"/>
          </a:p>
        </p:txBody>
      </p:sp>
      <p:sp>
        <p:nvSpPr>
          <p:cNvPr id="3" name="页脚占位符 2">
            <a:extLst>
              <a:ext uri="{FF2B5EF4-FFF2-40B4-BE49-F238E27FC236}">
                <a16:creationId xmlns:a16="http://schemas.microsoft.com/office/drawing/2014/main" id="{8FAD8D52-7D97-4B63-EC4C-1B859BE0F5BF}"/>
              </a:ext>
            </a:extLst>
          </p:cNvPr>
          <p:cNvSpPr>
            <a:spLocks noGrp="1"/>
          </p:cNvSpPr>
          <p:nvPr>
            <p:ph type="ftr" sz="quarter" idx="11"/>
          </p:nvPr>
        </p:nvSpPr>
        <p:spPr/>
        <p:txBody>
          <a:bodyPr/>
          <a:lstStyle/>
          <a:p>
            <a:r>
              <a:rPr lang="zh-CN" altLang="en-US"/>
              <a:t>编译原理</a:t>
            </a:r>
            <a:r>
              <a:rPr lang="en-US" altLang="zh-CN"/>
              <a:t>-</a:t>
            </a:r>
            <a:r>
              <a:rPr lang="zh-CN" altLang="en-US"/>
              <a:t>王欣捷</a:t>
            </a:r>
            <a:r>
              <a:rPr lang="en-US" altLang="zh-CN"/>
              <a:t>-</a:t>
            </a:r>
            <a:r>
              <a:rPr lang="zh-CN" altLang="en-US"/>
              <a:t>第三章 语法分析</a:t>
            </a:r>
            <a:r>
              <a:rPr lang="en-US" altLang="zh-CN"/>
              <a:t>(4)</a:t>
            </a:r>
            <a:endParaRPr lang="zh-CN" altLang="en-US"/>
          </a:p>
        </p:txBody>
      </p:sp>
      <p:sp>
        <p:nvSpPr>
          <p:cNvPr id="4" name="灯片编号占位符 3">
            <a:extLst>
              <a:ext uri="{FF2B5EF4-FFF2-40B4-BE49-F238E27FC236}">
                <a16:creationId xmlns:a16="http://schemas.microsoft.com/office/drawing/2014/main" id="{CB6B5FC9-CB40-90AE-6773-A497CAF5EB11}"/>
              </a:ext>
            </a:extLst>
          </p:cNvPr>
          <p:cNvSpPr>
            <a:spLocks noGrp="1"/>
          </p:cNvSpPr>
          <p:nvPr>
            <p:ph type="sldNum" sz="quarter" idx="12"/>
          </p:nvPr>
        </p:nvSpPr>
        <p:spPr/>
        <p:txBody>
          <a:bodyPr/>
          <a:lstStyle/>
          <a:p>
            <a:fld id="{094DEB03-EFC6-4C20-8FC8-295189A5386F}" type="slidenum">
              <a:rPr lang="zh-CN" altLang="en-US" smtClean="0"/>
              <a:pPr/>
              <a:t>72</a:t>
            </a:fld>
            <a:endParaRPr lang="zh-CN" altLang="en-US"/>
          </a:p>
        </p:txBody>
      </p:sp>
      <p:sp>
        <p:nvSpPr>
          <p:cNvPr id="79876" name="Text Box 4">
            <a:extLst>
              <a:ext uri="{FF2B5EF4-FFF2-40B4-BE49-F238E27FC236}">
                <a16:creationId xmlns:a16="http://schemas.microsoft.com/office/drawing/2014/main" id="{35DB2635-5D3C-4A5F-A02C-DA87F9B5E3DC}"/>
              </a:ext>
            </a:extLst>
          </p:cNvPr>
          <p:cNvSpPr txBox="1">
            <a:spLocks noChangeArrowheads="1"/>
          </p:cNvSpPr>
          <p:nvPr/>
        </p:nvSpPr>
        <p:spPr bwMode="auto">
          <a:xfrm>
            <a:off x="4991689" y="4142077"/>
            <a:ext cx="1186273" cy="489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5400" algn="ctr">
                <a:solidFill>
                  <a:srgbClr val="000000"/>
                </a:solidFill>
                <a:miter lim="800000"/>
                <a:headEnd/>
                <a:tailEnd/>
              </a14:hiddenLine>
            </a:ext>
          </a:extLst>
        </p:spPr>
        <p:txBody>
          <a:bodyPr wrap="none" lIns="54000" tIns="28800" rIns="54000" bIns="28800">
            <a:spAutoFit/>
          </a:bodyPr>
          <a:lstStyle>
            <a:lvl1pPr>
              <a:spcBef>
                <a:spcPct val="20000"/>
              </a:spcBef>
              <a:buClr>
                <a:schemeClr val="folHlink"/>
              </a:buClr>
              <a:buSzPct val="60000"/>
              <a:buFont typeface="Wingdings" panose="05000000000000000000" pitchFamily="2" charset="2"/>
              <a:buChar char="n"/>
              <a:defRPr sz="3200">
                <a:solidFill>
                  <a:schemeClr val="tx1"/>
                </a:solidFill>
                <a:latin typeface="Times New Roman" panose="02020603050405020304" pitchFamily="18" charset="0"/>
                <a:ea typeface="黑体" panose="02010609060101010101" pitchFamily="49" charset="-122"/>
              </a:defRPr>
            </a:lvl1pPr>
            <a:lvl2pPr marL="742950" indent="-285750">
              <a:spcBef>
                <a:spcPct val="20000"/>
              </a:spcBef>
              <a:buClr>
                <a:schemeClr val="hlink"/>
              </a:buClr>
              <a:buSzPct val="55000"/>
              <a:buFont typeface="Wingdings" panose="05000000000000000000" pitchFamily="2" charset="2"/>
              <a:buChar char="n"/>
              <a:defRPr sz="2800">
                <a:solidFill>
                  <a:schemeClr val="tx1"/>
                </a:solidFill>
                <a:latin typeface="Times New Roman" panose="02020603050405020304" pitchFamily="18" charset="0"/>
                <a:ea typeface="黑体" panose="02010609060101010101" pitchFamily="49" charset="-122"/>
              </a:defRPr>
            </a:lvl2pPr>
            <a:lvl3pPr marL="1143000" indent="-228600">
              <a:spcBef>
                <a:spcPct val="20000"/>
              </a:spcBef>
              <a:buClr>
                <a:schemeClr val="folHlink"/>
              </a:buClr>
              <a:buSzPct val="50000"/>
              <a:buFont typeface="Wingdings" panose="05000000000000000000" pitchFamily="2" charset="2"/>
              <a:buChar char="n"/>
              <a:defRPr sz="2400">
                <a:solidFill>
                  <a:schemeClr val="tx1"/>
                </a:solidFill>
                <a:latin typeface="Times New Roman" panose="02020603050405020304" pitchFamily="18" charset="0"/>
                <a:ea typeface="黑体" panose="02010609060101010101" pitchFamily="49" charset="-122"/>
              </a:defRPr>
            </a:lvl3pPr>
            <a:lvl4pPr marL="1600200" indent="-228600">
              <a:spcBef>
                <a:spcPct val="20000"/>
              </a:spcBef>
              <a:buClr>
                <a:schemeClr val="accent2"/>
              </a:buClr>
              <a:buSzPct val="55000"/>
              <a:buFont typeface="Wingdings" panose="05000000000000000000" pitchFamily="2" charset="2"/>
              <a:buChar char="n"/>
              <a:defRPr sz="2000">
                <a:solidFill>
                  <a:schemeClr val="tx1"/>
                </a:solidFill>
                <a:latin typeface="Times New Roman" panose="02020603050405020304" pitchFamily="18" charset="0"/>
                <a:ea typeface="黑体" panose="02010609060101010101" pitchFamily="49" charset="-122"/>
              </a:defRPr>
            </a:lvl4pPr>
            <a:lvl5pPr marL="2057400" indent="-228600">
              <a:spcBef>
                <a:spcPct val="20000"/>
              </a:spcBef>
              <a:buClr>
                <a:schemeClr val="accent1"/>
              </a:buClr>
              <a:buSzPct val="50000"/>
              <a:buFont typeface="Wingdings" panose="05000000000000000000" pitchFamily="2" charset="2"/>
              <a:buChar char="n"/>
              <a:defRPr sz="2000">
                <a:solidFill>
                  <a:schemeClr val="tx1"/>
                </a:solidFill>
                <a:latin typeface="Times New Roman" panose="02020603050405020304" pitchFamily="18"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imes New Roman" panose="02020603050405020304" pitchFamily="18"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imes New Roman" panose="02020603050405020304" pitchFamily="18"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imes New Roman" panose="02020603050405020304" pitchFamily="18"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imes New Roman" panose="02020603050405020304" pitchFamily="18" charset="0"/>
                <a:ea typeface="黑体" panose="02010609060101010101" pitchFamily="49" charset="-122"/>
              </a:defRPr>
            </a:lvl9pPr>
          </a:lstStyle>
          <a:p>
            <a:pPr algn="just">
              <a:spcBef>
                <a:spcPct val="0"/>
              </a:spcBef>
              <a:buClrTx/>
              <a:buSzTx/>
              <a:buFontTx/>
              <a:buNone/>
            </a:pPr>
            <a:r>
              <a:rPr lang="zh-CN" altLang="en-US" sz="2800" b="0">
                <a:solidFill>
                  <a:srgbClr val="FF0000"/>
                </a:solidFill>
              </a:rPr>
              <a:t>出错！</a:t>
            </a:r>
          </a:p>
        </p:txBody>
      </p:sp>
      <p:grpSp>
        <p:nvGrpSpPr>
          <p:cNvPr id="79877" name="Group 5">
            <a:extLst>
              <a:ext uri="{FF2B5EF4-FFF2-40B4-BE49-F238E27FC236}">
                <a16:creationId xmlns:a16="http://schemas.microsoft.com/office/drawing/2014/main" id="{F3A585CD-0665-4EED-B9B0-AF06B5F2106C}"/>
              </a:ext>
            </a:extLst>
          </p:cNvPr>
          <p:cNvGrpSpPr>
            <a:grpSpLocks/>
          </p:cNvGrpSpPr>
          <p:nvPr/>
        </p:nvGrpSpPr>
        <p:grpSpPr bwMode="auto">
          <a:xfrm>
            <a:off x="1828800" y="2784764"/>
            <a:ext cx="609600" cy="2971800"/>
            <a:chOff x="1152" y="2160"/>
            <a:chExt cx="384" cy="1872"/>
          </a:xfrm>
        </p:grpSpPr>
        <p:grpSp>
          <p:nvGrpSpPr>
            <p:cNvPr id="79891" name="Group 6">
              <a:extLst>
                <a:ext uri="{FF2B5EF4-FFF2-40B4-BE49-F238E27FC236}">
                  <a16:creationId xmlns:a16="http://schemas.microsoft.com/office/drawing/2014/main" id="{75BEC02B-123B-4175-B475-FF37CEE1B077}"/>
                </a:ext>
              </a:extLst>
            </p:cNvPr>
            <p:cNvGrpSpPr>
              <a:grpSpLocks/>
            </p:cNvGrpSpPr>
            <p:nvPr/>
          </p:nvGrpSpPr>
          <p:grpSpPr bwMode="auto">
            <a:xfrm>
              <a:off x="1152" y="2640"/>
              <a:ext cx="384" cy="1392"/>
              <a:chOff x="1152" y="2208"/>
              <a:chExt cx="384" cy="1392"/>
            </a:xfrm>
          </p:grpSpPr>
          <p:sp>
            <p:nvSpPr>
              <p:cNvPr id="79893" name="Line 7">
                <a:extLst>
                  <a:ext uri="{FF2B5EF4-FFF2-40B4-BE49-F238E27FC236}">
                    <a16:creationId xmlns:a16="http://schemas.microsoft.com/office/drawing/2014/main" id="{0F60F465-391D-4A9E-8448-1BD630F0B2B8}"/>
                  </a:ext>
                </a:extLst>
              </p:cNvPr>
              <p:cNvSpPr>
                <a:spLocks noChangeShapeType="1"/>
              </p:cNvSpPr>
              <p:nvPr/>
            </p:nvSpPr>
            <p:spPr bwMode="auto">
              <a:xfrm>
                <a:off x="1152" y="2208"/>
                <a:ext cx="0" cy="1344"/>
              </a:xfrm>
              <a:prstGeom prst="line">
                <a:avLst/>
              </a:prstGeom>
              <a:noFill/>
              <a:ln w="25400">
                <a:solidFill>
                  <a:srgbClr val="008000"/>
                </a:solidFill>
                <a:round/>
                <a:headEnd/>
                <a:tailEnd/>
              </a:ln>
              <a:extLst>
                <a:ext uri="{909E8E84-426E-40DD-AFC4-6F175D3DCCD1}">
                  <a14:hiddenFill xmlns:a14="http://schemas.microsoft.com/office/drawing/2010/main">
                    <a:noFill/>
                  </a14:hiddenFill>
                </a:ext>
              </a:extLst>
            </p:spPr>
            <p:txBody>
              <a:bodyPr lIns="54000" tIns="28800" rIns="54000" bIns="28800"/>
              <a:lstStyle/>
              <a:p>
                <a:endParaRPr lang="zh-CN" altLang="en-US"/>
              </a:p>
            </p:txBody>
          </p:sp>
          <p:sp>
            <p:nvSpPr>
              <p:cNvPr id="79894" name="Line 8">
                <a:extLst>
                  <a:ext uri="{FF2B5EF4-FFF2-40B4-BE49-F238E27FC236}">
                    <a16:creationId xmlns:a16="http://schemas.microsoft.com/office/drawing/2014/main" id="{059EB0D9-52D7-4DB5-8CFC-0AA27F4A0105}"/>
                  </a:ext>
                </a:extLst>
              </p:cNvPr>
              <p:cNvSpPr>
                <a:spLocks noChangeShapeType="1"/>
              </p:cNvSpPr>
              <p:nvPr/>
            </p:nvSpPr>
            <p:spPr bwMode="auto">
              <a:xfrm>
                <a:off x="1536" y="2208"/>
                <a:ext cx="0" cy="1344"/>
              </a:xfrm>
              <a:prstGeom prst="line">
                <a:avLst/>
              </a:prstGeom>
              <a:noFill/>
              <a:ln w="25400">
                <a:solidFill>
                  <a:srgbClr val="008000"/>
                </a:solidFill>
                <a:round/>
                <a:headEnd/>
                <a:tailEnd/>
              </a:ln>
              <a:extLst>
                <a:ext uri="{909E8E84-426E-40DD-AFC4-6F175D3DCCD1}">
                  <a14:hiddenFill xmlns:a14="http://schemas.microsoft.com/office/drawing/2010/main">
                    <a:noFill/>
                  </a14:hiddenFill>
                </a:ext>
              </a:extLst>
            </p:spPr>
            <p:txBody>
              <a:bodyPr lIns="54000" tIns="28800" rIns="54000" bIns="28800"/>
              <a:lstStyle/>
              <a:p>
                <a:endParaRPr lang="zh-CN" altLang="en-US"/>
              </a:p>
            </p:txBody>
          </p:sp>
          <p:sp>
            <p:nvSpPr>
              <p:cNvPr id="79895" name="Rectangle 9">
                <a:extLst>
                  <a:ext uri="{FF2B5EF4-FFF2-40B4-BE49-F238E27FC236}">
                    <a16:creationId xmlns:a16="http://schemas.microsoft.com/office/drawing/2014/main" id="{47A0B3F0-5D5A-4D63-B193-B215D70AACF9}"/>
                  </a:ext>
                </a:extLst>
              </p:cNvPr>
              <p:cNvSpPr>
                <a:spLocks noChangeArrowheads="1"/>
              </p:cNvSpPr>
              <p:nvPr/>
            </p:nvSpPr>
            <p:spPr bwMode="auto">
              <a:xfrm>
                <a:off x="1152" y="2640"/>
                <a:ext cx="384" cy="336"/>
              </a:xfrm>
              <a:prstGeom prst="rect">
                <a:avLst/>
              </a:prstGeom>
              <a:noFill/>
              <a:ln w="25400" algn="ctr">
                <a:solidFill>
                  <a:srgbClr val="008000"/>
                </a:solidFill>
                <a:miter lim="800000"/>
                <a:headEnd/>
                <a:tailEnd/>
              </a:ln>
              <a:extLst>
                <a:ext uri="{909E8E84-426E-40DD-AFC4-6F175D3DCCD1}">
                  <a14:hiddenFill xmlns:a14="http://schemas.microsoft.com/office/drawing/2010/main">
                    <a:solidFill>
                      <a:srgbClr val="FFFFFF"/>
                    </a:solidFill>
                  </a14:hiddenFill>
                </a:ext>
              </a:extLst>
            </p:spPr>
            <p:txBody>
              <a:bodyPr wrap="none" lIns="54000" tIns="28800" rIns="54000" bIns="28800" anchor="ctr"/>
              <a:lstStyle>
                <a:lvl1pPr>
                  <a:spcBef>
                    <a:spcPct val="20000"/>
                  </a:spcBef>
                  <a:buClr>
                    <a:schemeClr val="folHlink"/>
                  </a:buClr>
                  <a:buSzPct val="60000"/>
                  <a:buFont typeface="Wingdings" panose="05000000000000000000" pitchFamily="2" charset="2"/>
                  <a:buChar char="n"/>
                  <a:defRPr sz="3200">
                    <a:solidFill>
                      <a:schemeClr val="tx1"/>
                    </a:solidFill>
                    <a:latin typeface="Times New Roman" panose="02020603050405020304" pitchFamily="18" charset="0"/>
                    <a:ea typeface="黑体" panose="02010609060101010101" pitchFamily="49" charset="-122"/>
                  </a:defRPr>
                </a:lvl1pPr>
                <a:lvl2pPr marL="742950" indent="-285750">
                  <a:spcBef>
                    <a:spcPct val="20000"/>
                  </a:spcBef>
                  <a:buClr>
                    <a:schemeClr val="hlink"/>
                  </a:buClr>
                  <a:buSzPct val="55000"/>
                  <a:buFont typeface="Wingdings" panose="05000000000000000000" pitchFamily="2" charset="2"/>
                  <a:buChar char="n"/>
                  <a:defRPr sz="2800">
                    <a:solidFill>
                      <a:schemeClr val="tx1"/>
                    </a:solidFill>
                    <a:latin typeface="Times New Roman" panose="02020603050405020304" pitchFamily="18" charset="0"/>
                    <a:ea typeface="黑体" panose="02010609060101010101" pitchFamily="49" charset="-122"/>
                  </a:defRPr>
                </a:lvl2pPr>
                <a:lvl3pPr marL="1143000" indent="-228600">
                  <a:spcBef>
                    <a:spcPct val="20000"/>
                  </a:spcBef>
                  <a:buClr>
                    <a:schemeClr val="folHlink"/>
                  </a:buClr>
                  <a:buSzPct val="50000"/>
                  <a:buFont typeface="Wingdings" panose="05000000000000000000" pitchFamily="2" charset="2"/>
                  <a:buChar char="n"/>
                  <a:defRPr sz="2400">
                    <a:solidFill>
                      <a:schemeClr val="tx1"/>
                    </a:solidFill>
                    <a:latin typeface="Times New Roman" panose="02020603050405020304" pitchFamily="18" charset="0"/>
                    <a:ea typeface="黑体" panose="02010609060101010101" pitchFamily="49" charset="-122"/>
                  </a:defRPr>
                </a:lvl3pPr>
                <a:lvl4pPr marL="1600200" indent="-228600">
                  <a:spcBef>
                    <a:spcPct val="20000"/>
                  </a:spcBef>
                  <a:buClr>
                    <a:schemeClr val="accent2"/>
                  </a:buClr>
                  <a:buSzPct val="55000"/>
                  <a:buFont typeface="Wingdings" panose="05000000000000000000" pitchFamily="2" charset="2"/>
                  <a:buChar char="n"/>
                  <a:defRPr sz="2000">
                    <a:solidFill>
                      <a:schemeClr val="tx1"/>
                    </a:solidFill>
                    <a:latin typeface="Times New Roman" panose="02020603050405020304" pitchFamily="18" charset="0"/>
                    <a:ea typeface="黑体" panose="02010609060101010101" pitchFamily="49" charset="-122"/>
                  </a:defRPr>
                </a:lvl4pPr>
                <a:lvl5pPr marL="2057400" indent="-228600">
                  <a:spcBef>
                    <a:spcPct val="20000"/>
                  </a:spcBef>
                  <a:buClr>
                    <a:schemeClr val="accent1"/>
                  </a:buClr>
                  <a:buSzPct val="50000"/>
                  <a:buFont typeface="Wingdings" panose="05000000000000000000" pitchFamily="2" charset="2"/>
                  <a:buChar char="n"/>
                  <a:defRPr sz="2000">
                    <a:solidFill>
                      <a:schemeClr val="tx1"/>
                    </a:solidFill>
                    <a:latin typeface="Times New Roman" panose="02020603050405020304" pitchFamily="18"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imes New Roman" panose="02020603050405020304" pitchFamily="18"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imes New Roman" panose="02020603050405020304" pitchFamily="18"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imes New Roman" panose="02020603050405020304" pitchFamily="18"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imes New Roman" panose="02020603050405020304" pitchFamily="18" charset="0"/>
                    <a:ea typeface="黑体" panose="02010609060101010101" pitchFamily="49" charset="-122"/>
                  </a:defRPr>
                </a:lvl9pPr>
              </a:lstStyle>
              <a:p>
                <a:pPr algn="ctr">
                  <a:spcBef>
                    <a:spcPct val="0"/>
                  </a:spcBef>
                  <a:buClrTx/>
                  <a:buSzTx/>
                  <a:buFontTx/>
                  <a:buNone/>
                </a:pPr>
                <a:r>
                  <a:rPr lang="en-US" altLang="zh-CN" sz="2400">
                    <a:solidFill>
                      <a:srgbClr val="000000"/>
                    </a:solidFill>
                    <a:ea typeface="宋体" panose="02010600030101010101" pitchFamily="2" charset="-122"/>
                  </a:rPr>
                  <a:t>B</a:t>
                </a:r>
              </a:p>
            </p:txBody>
          </p:sp>
          <p:sp>
            <p:nvSpPr>
              <p:cNvPr id="79896" name="Rectangle 10">
                <a:extLst>
                  <a:ext uri="{FF2B5EF4-FFF2-40B4-BE49-F238E27FC236}">
                    <a16:creationId xmlns:a16="http://schemas.microsoft.com/office/drawing/2014/main" id="{F493F112-EDE5-4D06-BCFE-09D85D583D69}"/>
                  </a:ext>
                </a:extLst>
              </p:cNvPr>
              <p:cNvSpPr>
                <a:spLocks noChangeArrowheads="1"/>
              </p:cNvSpPr>
              <p:nvPr/>
            </p:nvSpPr>
            <p:spPr bwMode="auto">
              <a:xfrm>
                <a:off x="1152" y="2976"/>
                <a:ext cx="384" cy="624"/>
              </a:xfrm>
              <a:prstGeom prst="rect">
                <a:avLst/>
              </a:prstGeom>
              <a:noFill/>
              <a:ln w="25400" algn="ctr">
                <a:solidFill>
                  <a:srgbClr val="008000"/>
                </a:solidFill>
                <a:miter lim="800000"/>
                <a:headEnd/>
                <a:tailEnd/>
              </a:ln>
              <a:extLst>
                <a:ext uri="{909E8E84-426E-40DD-AFC4-6F175D3DCCD1}">
                  <a14:hiddenFill xmlns:a14="http://schemas.microsoft.com/office/drawing/2010/main">
                    <a:solidFill>
                      <a:srgbClr val="FFFFFF"/>
                    </a:solidFill>
                  </a14:hiddenFill>
                </a:ext>
              </a:extLst>
            </p:spPr>
            <p:txBody>
              <a:bodyPr wrap="none" lIns="54000" tIns="28800" rIns="54000" bIns="28800" anchor="ctr"/>
              <a:lstStyle>
                <a:lvl1pPr>
                  <a:spcBef>
                    <a:spcPct val="20000"/>
                  </a:spcBef>
                  <a:buClr>
                    <a:schemeClr val="folHlink"/>
                  </a:buClr>
                  <a:buSzPct val="60000"/>
                  <a:buFont typeface="Wingdings" panose="05000000000000000000" pitchFamily="2" charset="2"/>
                  <a:buChar char="n"/>
                  <a:defRPr sz="3200">
                    <a:solidFill>
                      <a:schemeClr val="tx1"/>
                    </a:solidFill>
                    <a:latin typeface="Times New Roman" panose="02020603050405020304" pitchFamily="18" charset="0"/>
                    <a:ea typeface="黑体" panose="02010609060101010101" pitchFamily="49" charset="-122"/>
                  </a:defRPr>
                </a:lvl1pPr>
                <a:lvl2pPr marL="742950" indent="-285750">
                  <a:spcBef>
                    <a:spcPct val="20000"/>
                  </a:spcBef>
                  <a:buClr>
                    <a:schemeClr val="hlink"/>
                  </a:buClr>
                  <a:buSzPct val="55000"/>
                  <a:buFont typeface="Wingdings" panose="05000000000000000000" pitchFamily="2" charset="2"/>
                  <a:buChar char="n"/>
                  <a:defRPr sz="2800">
                    <a:solidFill>
                      <a:schemeClr val="tx1"/>
                    </a:solidFill>
                    <a:latin typeface="Times New Roman" panose="02020603050405020304" pitchFamily="18" charset="0"/>
                    <a:ea typeface="黑体" panose="02010609060101010101" pitchFamily="49" charset="-122"/>
                  </a:defRPr>
                </a:lvl2pPr>
                <a:lvl3pPr marL="1143000" indent="-228600">
                  <a:spcBef>
                    <a:spcPct val="20000"/>
                  </a:spcBef>
                  <a:buClr>
                    <a:schemeClr val="folHlink"/>
                  </a:buClr>
                  <a:buSzPct val="50000"/>
                  <a:buFont typeface="Wingdings" panose="05000000000000000000" pitchFamily="2" charset="2"/>
                  <a:buChar char="n"/>
                  <a:defRPr sz="2400">
                    <a:solidFill>
                      <a:schemeClr val="tx1"/>
                    </a:solidFill>
                    <a:latin typeface="Times New Roman" panose="02020603050405020304" pitchFamily="18" charset="0"/>
                    <a:ea typeface="黑体" panose="02010609060101010101" pitchFamily="49" charset="-122"/>
                  </a:defRPr>
                </a:lvl3pPr>
                <a:lvl4pPr marL="1600200" indent="-228600">
                  <a:spcBef>
                    <a:spcPct val="20000"/>
                  </a:spcBef>
                  <a:buClr>
                    <a:schemeClr val="accent2"/>
                  </a:buClr>
                  <a:buSzPct val="55000"/>
                  <a:buFont typeface="Wingdings" panose="05000000000000000000" pitchFamily="2" charset="2"/>
                  <a:buChar char="n"/>
                  <a:defRPr sz="2000">
                    <a:solidFill>
                      <a:schemeClr val="tx1"/>
                    </a:solidFill>
                    <a:latin typeface="Times New Roman" panose="02020603050405020304" pitchFamily="18" charset="0"/>
                    <a:ea typeface="黑体" panose="02010609060101010101" pitchFamily="49" charset="-122"/>
                  </a:defRPr>
                </a:lvl4pPr>
                <a:lvl5pPr marL="2057400" indent="-228600">
                  <a:spcBef>
                    <a:spcPct val="20000"/>
                  </a:spcBef>
                  <a:buClr>
                    <a:schemeClr val="accent1"/>
                  </a:buClr>
                  <a:buSzPct val="50000"/>
                  <a:buFont typeface="Wingdings" panose="05000000000000000000" pitchFamily="2" charset="2"/>
                  <a:buChar char="n"/>
                  <a:defRPr sz="2000">
                    <a:solidFill>
                      <a:schemeClr val="tx1"/>
                    </a:solidFill>
                    <a:latin typeface="Times New Roman" panose="02020603050405020304" pitchFamily="18"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imes New Roman" panose="02020603050405020304" pitchFamily="18"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imes New Roman" panose="02020603050405020304" pitchFamily="18"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imes New Roman" panose="02020603050405020304" pitchFamily="18"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imes New Roman" panose="02020603050405020304" pitchFamily="18" charset="0"/>
                    <a:ea typeface="黑体" panose="02010609060101010101" pitchFamily="49" charset="-122"/>
                  </a:defRPr>
                </a:lvl9pPr>
              </a:lstStyle>
              <a:p>
                <a:pPr algn="just">
                  <a:spcBef>
                    <a:spcPct val="0"/>
                  </a:spcBef>
                  <a:buClrTx/>
                  <a:buSzTx/>
                  <a:buFontTx/>
                  <a:buNone/>
                </a:pPr>
                <a:endParaRPr lang="zh-CN" altLang="en-US" sz="2400">
                  <a:solidFill>
                    <a:srgbClr val="000000"/>
                  </a:solidFill>
                  <a:ea typeface="宋体" panose="02010600030101010101" pitchFamily="2" charset="-122"/>
                </a:endParaRPr>
              </a:p>
            </p:txBody>
          </p:sp>
          <p:sp>
            <p:nvSpPr>
              <p:cNvPr id="79897" name="Text Box 11">
                <a:extLst>
                  <a:ext uri="{FF2B5EF4-FFF2-40B4-BE49-F238E27FC236}">
                    <a16:creationId xmlns:a16="http://schemas.microsoft.com/office/drawing/2014/main" id="{8DC17B07-70D9-4F4A-B2F7-62AAC3C2B898}"/>
                  </a:ext>
                </a:extLst>
              </p:cNvPr>
              <p:cNvSpPr txBox="1">
                <a:spLocks noChangeArrowheads="1"/>
              </p:cNvSpPr>
              <p:nvPr/>
            </p:nvSpPr>
            <p:spPr bwMode="auto">
              <a:xfrm>
                <a:off x="1235" y="3053"/>
                <a:ext cx="301" cy="2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5400" algn="ctr">
                    <a:solidFill>
                      <a:srgbClr val="000000"/>
                    </a:solidFill>
                    <a:miter lim="800000"/>
                    <a:headEnd/>
                    <a:tailEnd/>
                  </a14:hiddenLine>
                </a:ext>
              </a:extLst>
            </p:spPr>
            <p:txBody>
              <a:bodyPr vert="eaVert" wrap="none" lIns="54000" tIns="28800" rIns="54000" bIns="28800">
                <a:spAutoFit/>
              </a:bodyPr>
              <a:lstStyle>
                <a:lvl1pPr>
                  <a:spcBef>
                    <a:spcPct val="20000"/>
                  </a:spcBef>
                  <a:buClr>
                    <a:schemeClr val="folHlink"/>
                  </a:buClr>
                  <a:buSzPct val="60000"/>
                  <a:buFont typeface="Wingdings" panose="05000000000000000000" pitchFamily="2" charset="2"/>
                  <a:buChar char="n"/>
                  <a:defRPr sz="3200">
                    <a:solidFill>
                      <a:schemeClr val="tx1"/>
                    </a:solidFill>
                    <a:latin typeface="Times New Roman" panose="02020603050405020304" pitchFamily="18" charset="0"/>
                    <a:ea typeface="黑体" panose="02010609060101010101" pitchFamily="49" charset="-122"/>
                  </a:defRPr>
                </a:lvl1pPr>
                <a:lvl2pPr marL="742950" indent="-285750">
                  <a:spcBef>
                    <a:spcPct val="20000"/>
                  </a:spcBef>
                  <a:buClr>
                    <a:schemeClr val="hlink"/>
                  </a:buClr>
                  <a:buSzPct val="55000"/>
                  <a:buFont typeface="Wingdings" panose="05000000000000000000" pitchFamily="2" charset="2"/>
                  <a:buChar char="n"/>
                  <a:defRPr sz="2800">
                    <a:solidFill>
                      <a:schemeClr val="tx1"/>
                    </a:solidFill>
                    <a:latin typeface="Times New Roman" panose="02020603050405020304" pitchFamily="18" charset="0"/>
                    <a:ea typeface="黑体" panose="02010609060101010101" pitchFamily="49" charset="-122"/>
                  </a:defRPr>
                </a:lvl2pPr>
                <a:lvl3pPr marL="1143000" indent="-228600">
                  <a:spcBef>
                    <a:spcPct val="20000"/>
                  </a:spcBef>
                  <a:buClr>
                    <a:schemeClr val="folHlink"/>
                  </a:buClr>
                  <a:buSzPct val="50000"/>
                  <a:buFont typeface="Wingdings" panose="05000000000000000000" pitchFamily="2" charset="2"/>
                  <a:buChar char="n"/>
                  <a:defRPr sz="2400">
                    <a:solidFill>
                      <a:schemeClr val="tx1"/>
                    </a:solidFill>
                    <a:latin typeface="Times New Roman" panose="02020603050405020304" pitchFamily="18" charset="0"/>
                    <a:ea typeface="黑体" panose="02010609060101010101" pitchFamily="49" charset="-122"/>
                  </a:defRPr>
                </a:lvl3pPr>
                <a:lvl4pPr marL="1600200" indent="-228600">
                  <a:spcBef>
                    <a:spcPct val="20000"/>
                  </a:spcBef>
                  <a:buClr>
                    <a:schemeClr val="accent2"/>
                  </a:buClr>
                  <a:buSzPct val="55000"/>
                  <a:buFont typeface="Wingdings" panose="05000000000000000000" pitchFamily="2" charset="2"/>
                  <a:buChar char="n"/>
                  <a:defRPr sz="2000">
                    <a:solidFill>
                      <a:schemeClr val="tx1"/>
                    </a:solidFill>
                    <a:latin typeface="Times New Roman" panose="02020603050405020304" pitchFamily="18" charset="0"/>
                    <a:ea typeface="黑体" panose="02010609060101010101" pitchFamily="49" charset="-122"/>
                  </a:defRPr>
                </a:lvl4pPr>
                <a:lvl5pPr marL="2057400" indent="-228600">
                  <a:spcBef>
                    <a:spcPct val="20000"/>
                  </a:spcBef>
                  <a:buClr>
                    <a:schemeClr val="accent1"/>
                  </a:buClr>
                  <a:buSzPct val="50000"/>
                  <a:buFont typeface="Wingdings" panose="05000000000000000000" pitchFamily="2" charset="2"/>
                  <a:buChar char="n"/>
                  <a:defRPr sz="2000">
                    <a:solidFill>
                      <a:schemeClr val="tx1"/>
                    </a:solidFill>
                    <a:latin typeface="Times New Roman" panose="02020603050405020304" pitchFamily="18"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imes New Roman" panose="02020603050405020304" pitchFamily="18"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imes New Roman" panose="02020603050405020304" pitchFamily="18"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imes New Roman" panose="02020603050405020304" pitchFamily="18"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imes New Roman" panose="02020603050405020304" pitchFamily="18" charset="0"/>
                    <a:ea typeface="黑体" panose="02010609060101010101" pitchFamily="49" charset="-122"/>
                  </a:defRPr>
                </a:lvl9pPr>
              </a:lstStyle>
              <a:p>
                <a:pPr algn="just">
                  <a:spcBef>
                    <a:spcPct val="0"/>
                  </a:spcBef>
                  <a:buClrTx/>
                  <a:buSzTx/>
                  <a:buFontTx/>
                  <a:buNone/>
                </a:pPr>
                <a:r>
                  <a:rPr lang="en-US" altLang="zh-CN" sz="2400">
                    <a:solidFill>
                      <a:srgbClr val="000000"/>
                    </a:solidFill>
                    <a:ea typeface="宋体" panose="02010600030101010101" pitchFamily="2" charset="-122"/>
                  </a:rPr>
                  <a:t>…</a:t>
                </a:r>
              </a:p>
            </p:txBody>
          </p:sp>
          <p:sp>
            <p:nvSpPr>
              <p:cNvPr id="79898" name="Text Box 12">
                <a:extLst>
                  <a:ext uri="{FF2B5EF4-FFF2-40B4-BE49-F238E27FC236}">
                    <a16:creationId xmlns:a16="http://schemas.microsoft.com/office/drawing/2014/main" id="{45892E20-B57D-4034-B7E4-33D90468452F}"/>
                  </a:ext>
                </a:extLst>
              </p:cNvPr>
              <p:cNvSpPr txBox="1">
                <a:spLocks noChangeArrowheads="1"/>
              </p:cNvSpPr>
              <p:nvPr/>
            </p:nvSpPr>
            <p:spPr bwMode="auto">
              <a:xfrm>
                <a:off x="1232" y="2326"/>
                <a:ext cx="209" cy="26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5400" algn="ctr">
                    <a:solidFill>
                      <a:srgbClr val="000000"/>
                    </a:solidFill>
                    <a:miter lim="800000"/>
                    <a:headEnd/>
                    <a:tailEnd/>
                  </a14:hiddenLine>
                </a:ext>
              </a:extLst>
            </p:spPr>
            <p:txBody>
              <a:bodyPr wrap="none" lIns="54000" tIns="28800" rIns="54000" bIns="28800">
                <a:spAutoFit/>
              </a:bodyPr>
              <a:lstStyle>
                <a:lvl1pPr>
                  <a:spcBef>
                    <a:spcPct val="20000"/>
                  </a:spcBef>
                  <a:buClr>
                    <a:schemeClr val="folHlink"/>
                  </a:buClr>
                  <a:buSzPct val="60000"/>
                  <a:buFont typeface="Wingdings" panose="05000000000000000000" pitchFamily="2" charset="2"/>
                  <a:buChar char="n"/>
                  <a:defRPr sz="3200">
                    <a:solidFill>
                      <a:schemeClr val="tx1"/>
                    </a:solidFill>
                    <a:latin typeface="Times New Roman" panose="02020603050405020304" pitchFamily="18" charset="0"/>
                    <a:ea typeface="黑体" panose="02010609060101010101" pitchFamily="49" charset="-122"/>
                  </a:defRPr>
                </a:lvl1pPr>
                <a:lvl2pPr marL="742950" indent="-285750">
                  <a:spcBef>
                    <a:spcPct val="20000"/>
                  </a:spcBef>
                  <a:buClr>
                    <a:schemeClr val="hlink"/>
                  </a:buClr>
                  <a:buSzPct val="55000"/>
                  <a:buFont typeface="Wingdings" panose="05000000000000000000" pitchFamily="2" charset="2"/>
                  <a:buChar char="n"/>
                  <a:defRPr sz="2800">
                    <a:solidFill>
                      <a:schemeClr val="tx1"/>
                    </a:solidFill>
                    <a:latin typeface="Times New Roman" panose="02020603050405020304" pitchFamily="18" charset="0"/>
                    <a:ea typeface="黑体" panose="02010609060101010101" pitchFamily="49" charset="-122"/>
                  </a:defRPr>
                </a:lvl2pPr>
                <a:lvl3pPr marL="1143000" indent="-228600">
                  <a:spcBef>
                    <a:spcPct val="20000"/>
                  </a:spcBef>
                  <a:buClr>
                    <a:schemeClr val="folHlink"/>
                  </a:buClr>
                  <a:buSzPct val="50000"/>
                  <a:buFont typeface="Wingdings" panose="05000000000000000000" pitchFamily="2" charset="2"/>
                  <a:buChar char="n"/>
                  <a:defRPr sz="2400">
                    <a:solidFill>
                      <a:schemeClr val="tx1"/>
                    </a:solidFill>
                    <a:latin typeface="Times New Roman" panose="02020603050405020304" pitchFamily="18" charset="0"/>
                    <a:ea typeface="黑体" panose="02010609060101010101" pitchFamily="49" charset="-122"/>
                  </a:defRPr>
                </a:lvl3pPr>
                <a:lvl4pPr marL="1600200" indent="-228600">
                  <a:spcBef>
                    <a:spcPct val="20000"/>
                  </a:spcBef>
                  <a:buClr>
                    <a:schemeClr val="accent2"/>
                  </a:buClr>
                  <a:buSzPct val="55000"/>
                  <a:buFont typeface="Wingdings" panose="05000000000000000000" pitchFamily="2" charset="2"/>
                  <a:buChar char="n"/>
                  <a:defRPr sz="2000">
                    <a:solidFill>
                      <a:schemeClr val="tx1"/>
                    </a:solidFill>
                    <a:latin typeface="Times New Roman" panose="02020603050405020304" pitchFamily="18" charset="0"/>
                    <a:ea typeface="黑体" panose="02010609060101010101" pitchFamily="49" charset="-122"/>
                  </a:defRPr>
                </a:lvl4pPr>
                <a:lvl5pPr marL="2057400" indent="-228600">
                  <a:spcBef>
                    <a:spcPct val="20000"/>
                  </a:spcBef>
                  <a:buClr>
                    <a:schemeClr val="accent1"/>
                  </a:buClr>
                  <a:buSzPct val="50000"/>
                  <a:buFont typeface="Wingdings" panose="05000000000000000000" pitchFamily="2" charset="2"/>
                  <a:buChar char="n"/>
                  <a:defRPr sz="2000">
                    <a:solidFill>
                      <a:schemeClr val="tx1"/>
                    </a:solidFill>
                    <a:latin typeface="Times New Roman" panose="02020603050405020304" pitchFamily="18"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imes New Roman" panose="02020603050405020304" pitchFamily="18"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imes New Roman" panose="02020603050405020304" pitchFamily="18"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imes New Roman" panose="02020603050405020304" pitchFamily="18"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imes New Roman" panose="02020603050405020304" pitchFamily="18" charset="0"/>
                    <a:ea typeface="黑体" panose="02010609060101010101" pitchFamily="49" charset="-122"/>
                  </a:defRPr>
                </a:lvl9pPr>
              </a:lstStyle>
              <a:p>
                <a:pPr algn="just">
                  <a:spcBef>
                    <a:spcPct val="0"/>
                  </a:spcBef>
                  <a:buClrTx/>
                  <a:buSzTx/>
                  <a:buFontTx/>
                  <a:buNone/>
                </a:pPr>
                <a:r>
                  <a:rPr lang="en-US" altLang="zh-CN" sz="2400">
                    <a:solidFill>
                      <a:srgbClr val="000000"/>
                    </a:solidFill>
                    <a:ea typeface="宋体" panose="02010600030101010101" pitchFamily="2" charset="-122"/>
                  </a:rPr>
                  <a:t>A</a:t>
                </a:r>
              </a:p>
            </p:txBody>
          </p:sp>
          <p:sp>
            <p:nvSpPr>
              <p:cNvPr id="79899" name="Rectangle 13">
                <a:extLst>
                  <a:ext uri="{FF2B5EF4-FFF2-40B4-BE49-F238E27FC236}">
                    <a16:creationId xmlns:a16="http://schemas.microsoft.com/office/drawing/2014/main" id="{9934309B-018E-41EC-8964-2270E40D1748}"/>
                  </a:ext>
                </a:extLst>
              </p:cNvPr>
              <p:cNvSpPr>
                <a:spLocks noChangeArrowheads="1"/>
              </p:cNvSpPr>
              <p:nvPr/>
            </p:nvSpPr>
            <p:spPr bwMode="auto">
              <a:xfrm>
                <a:off x="1152" y="2304"/>
                <a:ext cx="384" cy="336"/>
              </a:xfrm>
              <a:prstGeom prst="rect">
                <a:avLst/>
              </a:prstGeom>
              <a:noFill/>
              <a:ln w="25400" algn="ctr">
                <a:solidFill>
                  <a:srgbClr val="008000"/>
                </a:solidFill>
                <a:miter lim="800000"/>
                <a:headEnd/>
                <a:tailEnd/>
              </a:ln>
              <a:extLst>
                <a:ext uri="{909E8E84-426E-40DD-AFC4-6F175D3DCCD1}">
                  <a14:hiddenFill xmlns:a14="http://schemas.microsoft.com/office/drawing/2010/main">
                    <a:solidFill>
                      <a:srgbClr val="FFFFFF"/>
                    </a:solidFill>
                  </a14:hiddenFill>
                </a:ext>
              </a:extLst>
            </p:spPr>
            <p:txBody>
              <a:bodyPr wrap="none" lIns="54000" tIns="28800" rIns="54000" bIns="28800" anchor="ctr"/>
              <a:lstStyle>
                <a:lvl1pPr>
                  <a:spcBef>
                    <a:spcPct val="20000"/>
                  </a:spcBef>
                  <a:buClr>
                    <a:schemeClr val="folHlink"/>
                  </a:buClr>
                  <a:buSzPct val="60000"/>
                  <a:buFont typeface="Wingdings" panose="05000000000000000000" pitchFamily="2" charset="2"/>
                  <a:buChar char="n"/>
                  <a:defRPr sz="3200">
                    <a:solidFill>
                      <a:schemeClr val="tx1"/>
                    </a:solidFill>
                    <a:latin typeface="Times New Roman" panose="02020603050405020304" pitchFamily="18" charset="0"/>
                    <a:ea typeface="黑体" panose="02010609060101010101" pitchFamily="49" charset="-122"/>
                  </a:defRPr>
                </a:lvl1pPr>
                <a:lvl2pPr marL="742950" indent="-285750">
                  <a:spcBef>
                    <a:spcPct val="20000"/>
                  </a:spcBef>
                  <a:buClr>
                    <a:schemeClr val="hlink"/>
                  </a:buClr>
                  <a:buSzPct val="55000"/>
                  <a:buFont typeface="Wingdings" panose="05000000000000000000" pitchFamily="2" charset="2"/>
                  <a:buChar char="n"/>
                  <a:defRPr sz="2800">
                    <a:solidFill>
                      <a:schemeClr val="tx1"/>
                    </a:solidFill>
                    <a:latin typeface="Times New Roman" panose="02020603050405020304" pitchFamily="18" charset="0"/>
                    <a:ea typeface="黑体" panose="02010609060101010101" pitchFamily="49" charset="-122"/>
                  </a:defRPr>
                </a:lvl2pPr>
                <a:lvl3pPr marL="1143000" indent="-228600">
                  <a:spcBef>
                    <a:spcPct val="20000"/>
                  </a:spcBef>
                  <a:buClr>
                    <a:schemeClr val="folHlink"/>
                  </a:buClr>
                  <a:buSzPct val="50000"/>
                  <a:buFont typeface="Wingdings" panose="05000000000000000000" pitchFamily="2" charset="2"/>
                  <a:buChar char="n"/>
                  <a:defRPr sz="2400">
                    <a:solidFill>
                      <a:schemeClr val="tx1"/>
                    </a:solidFill>
                    <a:latin typeface="Times New Roman" panose="02020603050405020304" pitchFamily="18" charset="0"/>
                    <a:ea typeface="黑体" panose="02010609060101010101" pitchFamily="49" charset="-122"/>
                  </a:defRPr>
                </a:lvl3pPr>
                <a:lvl4pPr marL="1600200" indent="-228600">
                  <a:spcBef>
                    <a:spcPct val="20000"/>
                  </a:spcBef>
                  <a:buClr>
                    <a:schemeClr val="accent2"/>
                  </a:buClr>
                  <a:buSzPct val="55000"/>
                  <a:buFont typeface="Wingdings" panose="05000000000000000000" pitchFamily="2" charset="2"/>
                  <a:buChar char="n"/>
                  <a:defRPr sz="2000">
                    <a:solidFill>
                      <a:schemeClr val="tx1"/>
                    </a:solidFill>
                    <a:latin typeface="Times New Roman" panose="02020603050405020304" pitchFamily="18" charset="0"/>
                    <a:ea typeface="黑体" panose="02010609060101010101" pitchFamily="49" charset="-122"/>
                  </a:defRPr>
                </a:lvl4pPr>
                <a:lvl5pPr marL="2057400" indent="-228600">
                  <a:spcBef>
                    <a:spcPct val="20000"/>
                  </a:spcBef>
                  <a:buClr>
                    <a:schemeClr val="accent1"/>
                  </a:buClr>
                  <a:buSzPct val="50000"/>
                  <a:buFont typeface="Wingdings" panose="05000000000000000000" pitchFamily="2" charset="2"/>
                  <a:buChar char="n"/>
                  <a:defRPr sz="2000">
                    <a:solidFill>
                      <a:schemeClr val="tx1"/>
                    </a:solidFill>
                    <a:latin typeface="Times New Roman" panose="02020603050405020304" pitchFamily="18"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imes New Roman" panose="02020603050405020304" pitchFamily="18"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imes New Roman" panose="02020603050405020304" pitchFamily="18"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imes New Roman" panose="02020603050405020304" pitchFamily="18"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imes New Roman" panose="02020603050405020304" pitchFamily="18" charset="0"/>
                    <a:ea typeface="黑体" panose="02010609060101010101" pitchFamily="49" charset="-122"/>
                  </a:defRPr>
                </a:lvl9pPr>
              </a:lstStyle>
              <a:p>
                <a:pPr algn="just">
                  <a:spcBef>
                    <a:spcPct val="0"/>
                  </a:spcBef>
                  <a:buClrTx/>
                  <a:buSzTx/>
                  <a:buFontTx/>
                  <a:buNone/>
                </a:pPr>
                <a:endParaRPr lang="zh-CN" altLang="en-US" sz="2400">
                  <a:solidFill>
                    <a:srgbClr val="000000"/>
                  </a:solidFill>
                  <a:ea typeface="宋体" panose="02010600030101010101" pitchFamily="2" charset="-122"/>
                </a:endParaRPr>
              </a:p>
            </p:txBody>
          </p:sp>
          <p:sp>
            <p:nvSpPr>
              <p:cNvPr id="79900" name="Rectangle 14">
                <a:extLst>
                  <a:ext uri="{FF2B5EF4-FFF2-40B4-BE49-F238E27FC236}">
                    <a16:creationId xmlns:a16="http://schemas.microsoft.com/office/drawing/2014/main" id="{8AEB3199-5716-470A-92F3-C17B84826993}"/>
                  </a:ext>
                </a:extLst>
              </p:cNvPr>
              <p:cNvSpPr>
                <a:spLocks noChangeArrowheads="1"/>
              </p:cNvSpPr>
              <p:nvPr/>
            </p:nvSpPr>
            <p:spPr bwMode="auto">
              <a:xfrm>
                <a:off x="1152" y="3312"/>
                <a:ext cx="384" cy="288"/>
              </a:xfrm>
              <a:prstGeom prst="rect">
                <a:avLst/>
              </a:prstGeom>
              <a:noFill/>
              <a:ln w="25400" algn="ctr">
                <a:solidFill>
                  <a:srgbClr val="008000"/>
                </a:solidFill>
                <a:miter lim="800000"/>
                <a:headEnd/>
                <a:tailEnd/>
              </a:ln>
              <a:extLst>
                <a:ext uri="{909E8E84-426E-40DD-AFC4-6F175D3DCCD1}">
                  <a14:hiddenFill xmlns:a14="http://schemas.microsoft.com/office/drawing/2010/main">
                    <a:solidFill>
                      <a:srgbClr val="FFFFFF"/>
                    </a:solidFill>
                  </a14:hiddenFill>
                </a:ext>
              </a:extLst>
            </p:spPr>
            <p:txBody>
              <a:bodyPr wrap="none" lIns="54000" tIns="28800" rIns="54000" bIns="28800" anchor="ctr"/>
              <a:lstStyle>
                <a:lvl1pPr>
                  <a:spcBef>
                    <a:spcPct val="20000"/>
                  </a:spcBef>
                  <a:buClr>
                    <a:schemeClr val="folHlink"/>
                  </a:buClr>
                  <a:buSzPct val="60000"/>
                  <a:buFont typeface="Wingdings" panose="05000000000000000000" pitchFamily="2" charset="2"/>
                  <a:buChar char="n"/>
                  <a:defRPr sz="3200">
                    <a:solidFill>
                      <a:schemeClr val="tx1"/>
                    </a:solidFill>
                    <a:latin typeface="Times New Roman" panose="02020603050405020304" pitchFamily="18" charset="0"/>
                    <a:ea typeface="黑体" panose="02010609060101010101" pitchFamily="49" charset="-122"/>
                  </a:defRPr>
                </a:lvl1pPr>
                <a:lvl2pPr marL="742950" indent="-285750">
                  <a:spcBef>
                    <a:spcPct val="20000"/>
                  </a:spcBef>
                  <a:buClr>
                    <a:schemeClr val="hlink"/>
                  </a:buClr>
                  <a:buSzPct val="55000"/>
                  <a:buFont typeface="Wingdings" panose="05000000000000000000" pitchFamily="2" charset="2"/>
                  <a:buChar char="n"/>
                  <a:defRPr sz="2800">
                    <a:solidFill>
                      <a:schemeClr val="tx1"/>
                    </a:solidFill>
                    <a:latin typeface="Times New Roman" panose="02020603050405020304" pitchFamily="18" charset="0"/>
                    <a:ea typeface="黑体" panose="02010609060101010101" pitchFamily="49" charset="-122"/>
                  </a:defRPr>
                </a:lvl2pPr>
                <a:lvl3pPr marL="1143000" indent="-228600">
                  <a:spcBef>
                    <a:spcPct val="20000"/>
                  </a:spcBef>
                  <a:buClr>
                    <a:schemeClr val="folHlink"/>
                  </a:buClr>
                  <a:buSzPct val="50000"/>
                  <a:buFont typeface="Wingdings" panose="05000000000000000000" pitchFamily="2" charset="2"/>
                  <a:buChar char="n"/>
                  <a:defRPr sz="2400">
                    <a:solidFill>
                      <a:schemeClr val="tx1"/>
                    </a:solidFill>
                    <a:latin typeface="Times New Roman" panose="02020603050405020304" pitchFamily="18" charset="0"/>
                    <a:ea typeface="黑体" panose="02010609060101010101" pitchFamily="49" charset="-122"/>
                  </a:defRPr>
                </a:lvl3pPr>
                <a:lvl4pPr marL="1600200" indent="-228600">
                  <a:spcBef>
                    <a:spcPct val="20000"/>
                  </a:spcBef>
                  <a:buClr>
                    <a:schemeClr val="accent2"/>
                  </a:buClr>
                  <a:buSzPct val="55000"/>
                  <a:buFont typeface="Wingdings" panose="05000000000000000000" pitchFamily="2" charset="2"/>
                  <a:buChar char="n"/>
                  <a:defRPr sz="2000">
                    <a:solidFill>
                      <a:schemeClr val="tx1"/>
                    </a:solidFill>
                    <a:latin typeface="Times New Roman" panose="02020603050405020304" pitchFamily="18" charset="0"/>
                    <a:ea typeface="黑体" panose="02010609060101010101" pitchFamily="49" charset="-122"/>
                  </a:defRPr>
                </a:lvl4pPr>
                <a:lvl5pPr marL="2057400" indent="-228600">
                  <a:spcBef>
                    <a:spcPct val="20000"/>
                  </a:spcBef>
                  <a:buClr>
                    <a:schemeClr val="accent1"/>
                  </a:buClr>
                  <a:buSzPct val="50000"/>
                  <a:buFont typeface="Wingdings" panose="05000000000000000000" pitchFamily="2" charset="2"/>
                  <a:buChar char="n"/>
                  <a:defRPr sz="2000">
                    <a:solidFill>
                      <a:schemeClr val="tx1"/>
                    </a:solidFill>
                    <a:latin typeface="Times New Roman" panose="02020603050405020304" pitchFamily="18"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imes New Roman" panose="02020603050405020304" pitchFamily="18"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imes New Roman" panose="02020603050405020304" pitchFamily="18"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imes New Roman" panose="02020603050405020304" pitchFamily="18"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imes New Roman" panose="02020603050405020304" pitchFamily="18" charset="0"/>
                    <a:ea typeface="黑体" panose="02010609060101010101" pitchFamily="49" charset="-122"/>
                  </a:defRPr>
                </a:lvl9pPr>
              </a:lstStyle>
              <a:p>
                <a:pPr algn="ctr">
                  <a:spcBef>
                    <a:spcPct val="0"/>
                  </a:spcBef>
                  <a:buClrTx/>
                  <a:buSzTx/>
                  <a:buFontTx/>
                  <a:buNone/>
                </a:pPr>
                <a:r>
                  <a:rPr lang="en-US" altLang="zh-CN" sz="2400">
                    <a:solidFill>
                      <a:srgbClr val="000000"/>
                    </a:solidFill>
                    <a:ea typeface="宋体" panose="02010600030101010101" pitchFamily="2" charset="-122"/>
                  </a:rPr>
                  <a:t>$</a:t>
                </a:r>
              </a:p>
            </p:txBody>
          </p:sp>
        </p:grpSp>
        <p:sp>
          <p:nvSpPr>
            <p:cNvPr id="79892" name="Text Box 15">
              <a:extLst>
                <a:ext uri="{FF2B5EF4-FFF2-40B4-BE49-F238E27FC236}">
                  <a16:creationId xmlns:a16="http://schemas.microsoft.com/office/drawing/2014/main" id="{0388C214-E788-4B07-B973-D7D4D715D74C}"/>
                </a:ext>
              </a:extLst>
            </p:cNvPr>
            <p:cNvSpPr txBox="1">
              <a:spLocks noChangeArrowheads="1"/>
            </p:cNvSpPr>
            <p:nvPr/>
          </p:nvSpPr>
          <p:spPr bwMode="auto">
            <a:xfrm>
              <a:off x="1199" y="2160"/>
              <a:ext cx="295" cy="30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5400" algn="ctr">
                  <a:solidFill>
                    <a:srgbClr val="000000"/>
                  </a:solidFill>
                  <a:miter lim="800000"/>
                  <a:headEnd/>
                  <a:tailEnd/>
                </a14:hiddenLine>
              </a:ext>
            </a:extLst>
          </p:spPr>
          <p:txBody>
            <a:bodyPr wrap="none" lIns="54000" tIns="28800" rIns="54000" bIns="28800">
              <a:spAutoFit/>
            </a:bodyPr>
            <a:lstStyle>
              <a:lvl1pPr>
                <a:spcBef>
                  <a:spcPct val="20000"/>
                </a:spcBef>
                <a:buClr>
                  <a:schemeClr val="folHlink"/>
                </a:buClr>
                <a:buSzPct val="60000"/>
                <a:buFont typeface="Wingdings" panose="05000000000000000000" pitchFamily="2" charset="2"/>
                <a:buChar char="n"/>
                <a:defRPr sz="3200">
                  <a:solidFill>
                    <a:schemeClr val="tx1"/>
                  </a:solidFill>
                  <a:latin typeface="Times New Roman" panose="02020603050405020304" pitchFamily="18" charset="0"/>
                  <a:ea typeface="黑体" panose="02010609060101010101" pitchFamily="49" charset="-122"/>
                </a:defRPr>
              </a:lvl1pPr>
              <a:lvl2pPr marL="742950" indent="-285750">
                <a:spcBef>
                  <a:spcPct val="20000"/>
                </a:spcBef>
                <a:buClr>
                  <a:schemeClr val="hlink"/>
                </a:buClr>
                <a:buSzPct val="55000"/>
                <a:buFont typeface="Wingdings" panose="05000000000000000000" pitchFamily="2" charset="2"/>
                <a:buChar char="n"/>
                <a:defRPr sz="2800">
                  <a:solidFill>
                    <a:schemeClr val="tx1"/>
                  </a:solidFill>
                  <a:latin typeface="Times New Roman" panose="02020603050405020304" pitchFamily="18" charset="0"/>
                  <a:ea typeface="黑体" panose="02010609060101010101" pitchFamily="49" charset="-122"/>
                </a:defRPr>
              </a:lvl2pPr>
              <a:lvl3pPr marL="1143000" indent="-228600">
                <a:spcBef>
                  <a:spcPct val="20000"/>
                </a:spcBef>
                <a:buClr>
                  <a:schemeClr val="folHlink"/>
                </a:buClr>
                <a:buSzPct val="50000"/>
                <a:buFont typeface="Wingdings" panose="05000000000000000000" pitchFamily="2" charset="2"/>
                <a:buChar char="n"/>
                <a:defRPr sz="2400">
                  <a:solidFill>
                    <a:schemeClr val="tx1"/>
                  </a:solidFill>
                  <a:latin typeface="Times New Roman" panose="02020603050405020304" pitchFamily="18" charset="0"/>
                  <a:ea typeface="黑体" panose="02010609060101010101" pitchFamily="49" charset="-122"/>
                </a:defRPr>
              </a:lvl3pPr>
              <a:lvl4pPr marL="1600200" indent="-228600">
                <a:spcBef>
                  <a:spcPct val="20000"/>
                </a:spcBef>
                <a:buClr>
                  <a:schemeClr val="accent2"/>
                </a:buClr>
                <a:buSzPct val="55000"/>
                <a:buFont typeface="Wingdings" panose="05000000000000000000" pitchFamily="2" charset="2"/>
                <a:buChar char="n"/>
                <a:defRPr sz="2000">
                  <a:solidFill>
                    <a:schemeClr val="tx1"/>
                  </a:solidFill>
                  <a:latin typeface="Times New Roman" panose="02020603050405020304" pitchFamily="18" charset="0"/>
                  <a:ea typeface="黑体" panose="02010609060101010101" pitchFamily="49" charset="-122"/>
                </a:defRPr>
              </a:lvl4pPr>
              <a:lvl5pPr marL="2057400" indent="-228600">
                <a:spcBef>
                  <a:spcPct val="20000"/>
                </a:spcBef>
                <a:buClr>
                  <a:schemeClr val="accent1"/>
                </a:buClr>
                <a:buSzPct val="50000"/>
                <a:buFont typeface="Wingdings" panose="05000000000000000000" pitchFamily="2" charset="2"/>
                <a:buChar char="n"/>
                <a:defRPr sz="2000">
                  <a:solidFill>
                    <a:schemeClr val="tx1"/>
                  </a:solidFill>
                  <a:latin typeface="Times New Roman" panose="02020603050405020304" pitchFamily="18"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imes New Roman" panose="02020603050405020304" pitchFamily="18"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imes New Roman" panose="02020603050405020304" pitchFamily="18"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imes New Roman" panose="02020603050405020304" pitchFamily="18"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imes New Roman" panose="02020603050405020304" pitchFamily="18" charset="0"/>
                  <a:ea typeface="黑体" panose="02010609060101010101" pitchFamily="49" charset="-122"/>
                </a:defRPr>
              </a:lvl9pPr>
            </a:lstStyle>
            <a:p>
              <a:pPr algn="just">
                <a:spcBef>
                  <a:spcPct val="0"/>
                </a:spcBef>
                <a:buClrTx/>
                <a:buSzTx/>
                <a:buFontTx/>
                <a:buNone/>
              </a:pPr>
              <a:r>
                <a:rPr lang="zh-CN" altLang="en-US" sz="2800" b="0">
                  <a:solidFill>
                    <a:srgbClr val="000000"/>
                  </a:solidFill>
                </a:rPr>
                <a:t>栈</a:t>
              </a:r>
            </a:p>
          </p:txBody>
        </p:sp>
      </p:grpSp>
      <p:grpSp>
        <p:nvGrpSpPr>
          <p:cNvPr id="79878" name="Group 16">
            <a:extLst>
              <a:ext uri="{FF2B5EF4-FFF2-40B4-BE49-F238E27FC236}">
                <a16:creationId xmlns:a16="http://schemas.microsoft.com/office/drawing/2014/main" id="{776CE53B-0802-4A23-BC46-EC9645447D3A}"/>
              </a:ext>
            </a:extLst>
          </p:cNvPr>
          <p:cNvGrpSpPr>
            <a:grpSpLocks/>
          </p:cNvGrpSpPr>
          <p:nvPr/>
        </p:nvGrpSpPr>
        <p:grpSpPr bwMode="auto">
          <a:xfrm>
            <a:off x="3352800" y="2632364"/>
            <a:ext cx="4572000" cy="1143000"/>
            <a:chOff x="2112" y="2064"/>
            <a:chExt cx="2880" cy="720"/>
          </a:xfrm>
        </p:grpSpPr>
        <p:grpSp>
          <p:nvGrpSpPr>
            <p:cNvPr id="79880" name="Group 17">
              <a:extLst>
                <a:ext uri="{FF2B5EF4-FFF2-40B4-BE49-F238E27FC236}">
                  <a16:creationId xmlns:a16="http://schemas.microsoft.com/office/drawing/2014/main" id="{E7C2FDB1-D82E-4614-9555-0D48195D6464}"/>
                </a:ext>
              </a:extLst>
            </p:cNvPr>
            <p:cNvGrpSpPr>
              <a:grpSpLocks/>
            </p:cNvGrpSpPr>
            <p:nvPr/>
          </p:nvGrpSpPr>
          <p:grpSpPr bwMode="auto">
            <a:xfrm>
              <a:off x="2736" y="2064"/>
              <a:ext cx="2256" cy="720"/>
              <a:chOff x="2736" y="1728"/>
              <a:chExt cx="2256" cy="720"/>
            </a:xfrm>
          </p:grpSpPr>
          <p:grpSp>
            <p:nvGrpSpPr>
              <p:cNvPr id="79882" name="Group 18">
                <a:extLst>
                  <a:ext uri="{FF2B5EF4-FFF2-40B4-BE49-F238E27FC236}">
                    <a16:creationId xmlns:a16="http://schemas.microsoft.com/office/drawing/2014/main" id="{B14F6133-D2F7-450B-8188-7D4A3B43D5D0}"/>
                  </a:ext>
                </a:extLst>
              </p:cNvPr>
              <p:cNvGrpSpPr>
                <a:grpSpLocks/>
              </p:cNvGrpSpPr>
              <p:nvPr/>
            </p:nvGrpSpPr>
            <p:grpSpPr bwMode="auto">
              <a:xfrm>
                <a:off x="2736" y="1728"/>
                <a:ext cx="2256" cy="338"/>
                <a:chOff x="2736" y="1728"/>
                <a:chExt cx="2256" cy="338"/>
              </a:xfrm>
            </p:grpSpPr>
            <p:sp>
              <p:nvSpPr>
                <p:cNvPr id="79884" name="Line 19">
                  <a:extLst>
                    <a:ext uri="{FF2B5EF4-FFF2-40B4-BE49-F238E27FC236}">
                      <a16:creationId xmlns:a16="http://schemas.microsoft.com/office/drawing/2014/main" id="{AD3EB8AA-D60A-4A3B-8B8D-6037A56227FA}"/>
                    </a:ext>
                  </a:extLst>
                </p:cNvPr>
                <p:cNvSpPr>
                  <a:spLocks noChangeShapeType="1"/>
                </p:cNvSpPr>
                <p:nvPr/>
              </p:nvSpPr>
              <p:spPr bwMode="auto">
                <a:xfrm>
                  <a:off x="2736" y="1728"/>
                  <a:ext cx="2256" cy="0"/>
                </a:xfrm>
                <a:prstGeom prst="line">
                  <a:avLst/>
                </a:prstGeom>
                <a:noFill/>
                <a:ln w="25400">
                  <a:solidFill>
                    <a:srgbClr val="008000"/>
                  </a:solidFill>
                  <a:round/>
                  <a:headEnd/>
                  <a:tailEnd/>
                </a:ln>
                <a:extLst>
                  <a:ext uri="{909E8E84-426E-40DD-AFC4-6F175D3DCCD1}">
                    <a14:hiddenFill xmlns:a14="http://schemas.microsoft.com/office/drawing/2010/main">
                      <a:noFill/>
                    </a14:hiddenFill>
                  </a:ext>
                </a:extLst>
              </p:spPr>
              <p:txBody>
                <a:bodyPr lIns="54000" tIns="28800" rIns="54000" bIns="28800"/>
                <a:lstStyle/>
                <a:p>
                  <a:endParaRPr lang="zh-CN" altLang="en-US"/>
                </a:p>
              </p:txBody>
            </p:sp>
            <p:sp>
              <p:nvSpPr>
                <p:cNvPr id="79885" name="Line 20">
                  <a:extLst>
                    <a:ext uri="{FF2B5EF4-FFF2-40B4-BE49-F238E27FC236}">
                      <a16:creationId xmlns:a16="http://schemas.microsoft.com/office/drawing/2014/main" id="{30CC0529-3F7B-4BB5-AC05-909F06DBF7B0}"/>
                    </a:ext>
                  </a:extLst>
                </p:cNvPr>
                <p:cNvSpPr>
                  <a:spLocks noChangeShapeType="1"/>
                </p:cNvSpPr>
                <p:nvPr/>
              </p:nvSpPr>
              <p:spPr bwMode="auto">
                <a:xfrm>
                  <a:off x="2736" y="2066"/>
                  <a:ext cx="2256" cy="0"/>
                </a:xfrm>
                <a:prstGeom prst="line">
                  <a:avLst/>
                </a:prstGeom>
                <a:noFill/>
                <a:ln w="25400">
                  <a:solidFill>
                    <a:srgbClr val="008000"/>
                  </a:solidFill>
                  <a:round/>
                  <a:headEnd/>
                  <a:tailEnd/>
                </a:ln>
                <a:extLst>
                  <a:ext uri="{909E8E84-426E-40DD-AFC4-6F175D3DCCD1}">
                    <a14:hiddenFill xmlns:a14="http://schemas.microsoft.com/office/drawing/2010/main">
                      <a:noFill/>
                    </a14:hiddenFill>
                  </a:ext>
                </a:extLst>
              </p:spPr>
              <p:txBody>
                <a:bodyPr lIns="54000" tIns="28800" rIns="54000" bIns="28800"/>
                <a:lstStyle/>
                <a:p>
                  <a:endParaRPr lang="zh-CN" altLang="en-US"/>
                </a:p>
              </p:txBody>
            </p:sp>
            <p:sp>
              <p:nvSpPr>
                <p:cNvPr id="79886" name="Rectangle 21">
                  <a:extLst>
                    <a:ext uri="{FF2B5EF4-FFF2-40B4-BE49-F238E27FC236}">
                      <a16:creationId xmlns:a16="http://schemas.microsoft.com/office/drawing/2014/main" id="{29ECB9BA-CC40-4751-A964-5517AD7F98DD}"/>
                    </a:ext>
                  </a:extLst>
                </p:cNvPr>
                <p:cNvSpPr>
                  <a:spLocks noChangeArrowheads="1"/>
                </p:cNvSpPr>
                <p:nvPr/>
              </p:nvSpPr>
              <p:spPr bwMode="auto">
                <a:xfrm>
                  <a:off x="2928" y="1728"/>
                  <a:ext cx="384" cy="336"/>
                </a:xfrm>
                <a:prstGeom prst="rect">
                  <a:avLst/>
                </a:prstGeom>
                <a:noFill/>
                <a:ln w="25400" algn="ctr">
                  <a:solidFill>
                    <a:srgbClr val="008000"/>
                  </a:solidFill>
                  <a:miter lim="800000"/>
                  <a:headEnd/>
                  <a:tailEnd/>
                </a:ln>
                <a:extLst>
                  <a:ext uri="{909E8E84-426E-40DD-AFC4-6F175D3DCCD1}">
                    <a14:hiddenFill xmlns:a14="http://schemas.microsoft.com/office/drawing/2010/main">
                      <a:solidFill>
                        <a:srgbClr val="FFFFFF"/>
                      </a:solidFill>
                    </a14:hiddenFill>
                  </a:ext>
                </a:extLst>
              </p:spPr>
              <p:txBody>
                <a:bodyPr wrap="none" lIns="54000" tIns="28800" rIns="54000" bIns="28800" anchor="ctr"/>
                <a:lstStyle>
                  <a:lvl1pPr>
                    <a:spcBef>
                      <a:spcPct val="20000"/>
                    </a:spcBef>
                    <a:buClr>
                      <a:schemeClr val="folHlink"/>
                    </a:buClr>
                    <a:buSzPct val="60000"/>
                    <a:buFont typeface="Wingdings" panose="05000000000000000000" pitchFamily="2" charset="2"/>
                    <a:buChar char="n"/>
                    <a:defRPr sz="3200">
                      <a:solidFill>
                        <a:schemeClr val="tx1"/>
                      </a:solidFill>
                      <a:latin typeface="Times New Roman" panose="02020603050405020304" pitchFamily="18" charset="0"/>
                      <a:ea typeface="黑体" panose="02010609060101010101" pitchFamily="49" charset="-122"/>
                    </a:defRPr>
                  </a:lvl1pPr>
                  <a:lvl2pPr marL="742950" indent="-285750">
                    <a:spcBef>
                      <a:spcPct val="20000"/>
                    </a:spcBef>
                    <a:buClr>
                      <a:schemeClr val="hlink"/>
                    </a:buClr>
                    <a:buSzPct val="55000"/>
                    <a:buFont typeface="Wingdings" panose="05000000000000000000" pitchFamily="2" charset="2"/>
                    <a:buChar char="n"/>
                    <a:defRPr sz="2800">
                      <a:solidFill>
                        <a:schemeClr val="tx1"/>
                      </a:solidFill>
                      <a:latin typeface="Times New Roman" panose="02020603050405020304" pitchFamily="18" charset="0"/>
                      <a:ea typeface="黑体" panose="02010609060101010101" pitchFamily="49" charset="-122"/>
                    </a:defRPr>
                  </a:lvl2pPr>
                  <a:lvl3pPr marL="1143000" indent="-228600">
                    <a:spcBef>
                      <a:spcPct val="20000"/>
                    </a:spcBef>
                    <a:buClr>
                      <a:schemeClr val="folHlink"/>
                    </a:buClr>
                    <a:buSzPct val="50000"/>
                    <a:buFont typeface="Wingdings" panose="05000000000000000000" pitchFamily="2" charset="2"/>
                    <a:buChar char="n"/>
                    <a:defRPr sz="2400">
                      <a:solidFill>
                        <a:schemeClr val="tx1"/>
                      </a:solidFill>
                      <a:latin typeface="Times New Roman" panose="02020603050405020304" pitchFamily="18" charset="0"/>
                      <a:ea typeface="黑体" panose="02010609060101010101" pitchFamily="49" charset="-122"/>
                    </a:defRPr>
                  </a:lvl3pPr>
                  <a:lvl4pPr marL="1600200" indent="-228600">
                    <a:spcBef>
                      <a:spcPct val="20000"/>
                    </a:spcBef>
                    <a:buClr>
                      <a:schemeClr val="accent2"/>
                    </a:buClr>
                    <a:buSzPct val="55000"/>
                    <a:buFont typeface="Wingdings" panose="05000000000000000000" pitchFamily="2" charset="2"/>
                    <a:buChar char="n"/>
                    <a:defRPr sz="2000">
                      <a:solidFill>
                        <a:schemeClr val="tx1"/>
                      </a:solidFill>
                      <a:latin typeface="Times New Roman" panose="02020603050405020304" pitchFamily="18" charset="0"/>
                      <a:ea typeface="黑体" panose="02010609060101010101" pitchFamily="49" charset="-122"/>
                    </a:defRPr>
                  </a:lvl4pPr>
                  <a:lvl5pPr marL="2057400" indent="-228600">
                    <a:spcBef>
                      <a:spcPct val="20000"/>
                    </a:spcBef>
                    <a:buClr>
                      <a:schemeClr val="accent1"/>
                    </a:buClr>
                    <a:buSzPct val="50000"/>
                    <a:buFont typeface="Wingdings" panose="05000000000000000000" pitchFamily="2" charset="2"/>
                    <a:buChar char="n"/>
                    <a:defRPr sz="2000">
                      <a:solidFill>
                        <a:schemeClr val="tx1"/>
                      </a:solidFill>
                      <a:latin typeface="Times New Roman" panose="02020603050405020304" pitchFamily="18"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imes New Roman" panose="02020603050405020304" pitchFamily="18"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imes New Roman" panose="02020603050405020304" pitchFamily="18"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imes New Roman" panose="02020603050405020304" pitchFamily="18"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imes New Roman" panose="02020603050405020304" pitchFamily="18" charset="0"/>
                      <a:ea typeface="黑体" panose="02010609060101010101" pitchFamily="49" charset="-122"/>
                    </a:defRPr>
                  </a:lvl9pPr>
                </a:lstStyle>
                <a:p>
                  <a:pPr algn="ctr">
                    <a:spcBef>
                      <a:spcPct val="0"/>
                    </a:spcBef>
                    <a:buClrTx/>
                    <a:buSzTx/>
                    <a:buFontTx/>
                    <a:buNone/>
                  </a:pPr>
                  <a:r>
                    <a:rPr lang="en-US" altLang="zh-CN" sz="2400">
                      <a:solidFill>
                        <a:srgbClr val="000000"/>
                      </a:solidFill>
                      <a:ea typeface="宋体" panose="02010600030101010101" pitchFamily="2" charset="-122"/>
                    </a:rPr>
                    <a:t>a</a:t>
                  </a:r>
                </a:p>
              </p:txBody>
            </p:sp>
            <p:sp>
              <p:nvSpPr>
                <p:cNvPr id="79887" name="Rectangle 22">
                  <a:extLst>
                    <a:ext uri="{FF2B5EF4-FFF2-40B4-BE49-F238E27FC236}">
                      <a16:creationId xmlns:a16="http://schemas.microsoft.com/office/drawing/2014/main" id="{CE07C3D4-12EE-4CC6-AF0A-BF1043FC4DB4}"/>
                    </a:ext>
                  </a:extLst>
                </p:cNvPr>
                <p:cNvSpPr>
                  <a:spLocks noChangeArrowheads="1"/>
                </p:cNvSpPr>
                <p:nvPr/>
              </p:nvSpPr>
              <p:spPr bwMode="auto">
                <a:xfrm>
                  <a:off x="3312" y="1728"/>
                  <a:ext cx="384" cy="336"/>
                </a:xfrm>
                <a:prstGeom prst="rect">
                  <a:avLst/>
                </a:prstGeom>
                <a:noFill/>
                <a:ln w="25400" algn="ctr">
                  <a:solidFill>
                    <a:srgbClr val="008000"/>
                  </a:solidFill>
                  <a:miter lim="800000"/>
                  <a:headEnd/>
                  <a:tailEnd/>
                </a:ln>
                <a:extLst>
                  <a:ext uri="{909E8E84-426E-40DD-AFC4-6F175D3DCCD1}">
                    <a14:hiddenFill xmlns:a14="http://schemas.microsoft.com/office/drawing/2010/main">
                      <a:solidFill>
                        <a:srgbClr val="FFFFFF"/>
                      </a:solidFill>
                    </a14:hiddenFill>
                  </a:ext>
                </a:extLst>
              </p:spPr>
              <p:txBody>
                <a:bodyPr wrap="none" lIns="54000" tIns="28800" rIns="54000" bIns="28800" anchor="ctr"/>
                <a:lstStyle>
                  <a:lvl1pPr>
                    <a:spcBef>
                      <a:spcPct val="20000"/>
                    </a:spcBef>
                    <a:buClr>
                      <a:schemeClr val="folHlink"/>
                    </a:buClr>
                    <a:buSzPct val="60000"/>
                    <a:buFont typeface="Wingdings" panose="05000000000000000000" pitchFamily="2" charset="2"/>
                    <a:buChar char="n"/>
                    <a:defRPr sz="3200">
                      <a:solidFill>
                        <a:schemeClr val="tx1"/>
                      </a:solidFill>
                      <a:latin typeface="Times New Roman" panose="02020603050405020304" pitchFamily="18" charset="0"/>
                      <a:ea typeface="黑体" panose="02010609060101010101" pitchFamily="49" charset="-122"/>
                    </a:defRPr>
                  </a:lvl1pPr>
                  <a:lvl2pPr marL="742950" indent="-285750">
                    <a:spcBef>
                      <a:spcPct val="20000"/>
                    </a:spcBef>
                    <a:buClr>
                      <a:schemeClr val="hlink"/>
                    </a:buClr>
                    <a:buSzPct val="55000"/>
                    <a:buFont typeface="Wingdings" panose="05000000000000000000" pitchFamily="2" charset="2"/>
                    <a:buChar char="n"/>
                    <a:defRPr sz="2800">
                      <a:solidFill>
                        <a:schemeClr val="tx1"/>
                      </a:solidFill>
                      <a:latin typeface="Times New Roman" panose="02020603050405020304" pitchFamily="18" charset="0"/>
                      <a:ea typeface="黑体" panose="02010609060101010101" pitchFamily="49" charset="-122"/>
                    </a:defRPr>
                  </a:lvl2pPr>
                  <a:lvl3pPr marL="1143000" indent="-228600">
                    <a:spcBef>
                      <a:spcPct val="20000"/>
                    </a:spcBef>
                    <a:buClr>
                      <a:schemeClr val="folHlink"/>
                    </a:buClr>
                    <a:buSzPct val="50000"/>
                    <a:buFont typeface="Wingdings" panose="05000000000000000000" pitchFamily="2" charset="2"/>
                    <a:buChar char="n"/>
                    <a:defRPr sz="2400">
                      <a:solidFill>
                        <a:schemeClr val="tx1"/>
                      </a:solidFill>
                      <a:latin typeface="Times New Roman" panose="02020603050405020304" pitchFamily="18" charset="0"/>
                      <a:ea typeface="黑体" panose="02010609060101010101" pitchFamily="49" charset="-122"/>
                    </a:defRPr>
                  </a:lvl3pPr>
                  <a:lvl4pPr marL="1600200" indent="-228600">
                    <a:spcBef>
                      <a:spcPct val="20000"/>
                    </a:spcBef>
                    <a:buClr>
                      <a:schemeClr val="accent2"/>
                    </a:buClr>
                    <a:buSzPct val="55000"/>
                    <a:buFont typeface="Wingdings" panose="05000000000000000000" pitchFamily="2" charset="2"/>
                    <a:buChar char="n"/>
                    <a:defRPr sz="2000">
                      <a:solidFill>
                        <a:schemeClr val="tx1"/>
                      </a:solidFill>
                      <a:latin typeface="Times New Roman" panose="02020603050405020304" pitchFamily="18" charset="0"/>
                      <a:ea typeface="黑体" panose="02010609060101010101" pitchFamily="49" charset="-122"/>
                    </a:defRPr>
                  </a:lvl4pPr>
                  <a:lvl5pPr marL="2057400" indent="-228600">
                    <a:spcBef>
                      <a:spcPct val="20000"/>
                    </a:spcBef>
                    <a:buClr>
                      <a:schemeClr val="accent1"/>
                    </a:buClr>
                    <a:buSzPct val="50000"/>
                    <a:buFont typeface="Wingdings" panose="05000000000000000000" pitchFamily="2" charset="2"/>
                    <a:buChar char="n"/>
                    <a:defRPr sz="2000">
                      <a:solidFill>
                        <a:schemeClr val="tx1"/>
                      </a:solidFill>
                      <a:latin typeface="Times New Roman" panose="02020603050405020304" pitchFamily="18"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imes New Roman" panose="02020603050405020304" pitchFamily="18"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imes New Roman" panose="02020603050405020304" pitchFamily="18"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imes New Roman" panose="02020603050405020304" pitchFamily="18"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imes New Roman" panose="02020603050405020304" pitchFamily="18" charset="0"/>
                      <a:ea typeface="黑体" panose="02010609060101010101" pitchFamily="49" charset="-122"/>
                    </a:defRPr>
                  </a:lvl9pPr>
                </a:lstStyle>
                <a:p>
                  <a:pPr algn="ctr">
                    <a:spcBef>
                      <a:spcPct val="0"/>
                    </a:spcBef>
                    <a:buClrTx/>
                    <a:buSzTx/>
                    <a:buFontTx/>
                    <a:buNone/>
                  </a:pPr>
                  <a:r>
                    <a:rPr lang="en-US" altLang="zh-CN" sz="2400">
                      <a:solidFill>
                        <a:srgbClr val="000000"/>
                      </a:solidFill>
                      <a:ea typeface="宋体" panose="02010600030101010101" pitchFamily="2" charset="-122"/>
                    </a:rPr>
                    <a:t>b</a:t>
                  </a:r>
                </a:p>
              </p:txBody>
            </p:sp>
            <p:sp>
              <p:nvSpPr>
                <p:cNvPr id="79888" name="Rectangle 23">
                  <a:extLst>
                    <a:ext uri="{FF2B5EF4-FFF2-40B4-BE49-F238E27FC236}">
                      <a16:creationId xmlns:a16="http://schemas.microsoft.com/office/drawing/2014/main" id="{312102A7-003E-4EC4-BB31-79084B5AE8C8}"/>
                    </a:ext>
                  </a:extLst>
                </p:cNvPr>
                <p:cNvSpPr>
                  <a:spLocks noChangeArrowheads="1"/>
                </p:cNvSpPr>
                <p:nvPr/>
              </p:nvSpPr>
              <p:spPr bwMode="auto">
                <a:xfrm>
                  <a:off x="3696" y="1728"/>
                  <a:ext cx="384" cy="336"/>
                </a:xfrm>
                <a:prstGeom prst="rect">
                  <a:avLst/>
                </a:prstGeom>
                <a:noFill/>
                <a:ln w="25400" algn="ctr">
                  <a:solidFill>
                    <a:srgbClr val="008000"/>
                  </a:solidFill>
                  <a:miter lim="800000"/>
                  <a:headEnd/>
                  <a:tailEnd/>
                </a:ln>
                <a:extLst>
                  <a:ext uri="{909E8E84-426E-40DD-AFC4-6F175D3DCCD1}">
                    <a14:hiddenFill xmlns:a14="http://schemas.microsoft.com/office/drawing/2010/main">
                      <a:solidFill>
                        <a:srgbClr val="FFFFFF"/>
                      </a:solidFill>
                    </a14:hiddenFill>
                  </a:ext>
                </a:extLst>
              </p:spPr>
              <p:txBody>
                <a:bodyPr wrap="none" lIns="54000" tIns="28800" rIns="54000" bIns="28800" anchor="ctr"/>
                <a:lstStyle>
                  <a:lvl1pPr>
                    <a:spcBef>
                      <a:spcPct val="20000"/>
                    </a:spcBef>
                    <a:buClr>
                      <a:schemeClr val="folHlink"/>
                    </a:buClr>
                    <a:buSzPct val="60000"/>
                    <a:buFont typeface="Wingdings" panose="05000000000000000000" pitchFamily="2" charset="2"/>
                    <a:buChar char="n"/>
                    <a:defRPr sz="3200">
                      <a:solidFill>
                        <a:schemeClr val="tx1"/>
                      </a:solidFill>
                      <a:latin typeface="Times New Roman" panose="02020603050405020304" pitchFamily="18" charset="0"/>
                      <a:ea typeface="黑体" panose="02010609060101010101" pitchFamily="49" charset="-122"/>
                    </a:defRPr>
                  </a:lvl1pPr>
                  <a:lvl2pPr marL="742950" indent="-285750">
                    <a:spcBef>
                      <a:spcPct val="20000"/>
                    </a:spcBef>
                    <a:buClr>
                      <a:schemeClr val="hlink"/>
                    </a:buClr>
                    <a:buSzPct val="55000"/>
                    <a:buFont typeface="Wingdings" panose="05000000000000000000" pitchFamily="2" charset="2"/>
                    <a:buChar char="n"/>
                    <a:defRPr sz="2800">
                      <a:solidFill>
                        <a:schemeClr val="tx1"/>
                      </a:solidFill>
                      <a:latin typeface="Times New Roman" panose="02020603050405020304" pitchFamily="18" charset="0"/>
                      <a:ea typeface="黑体" panose="02010609060101010101" pitchFamily="49" charset="-122"/>
                    </a:defRPr>
                  </a:lvl2pPr>
                  <a:lvl3pPr marL="1143000" indent="-228600">
                    <a:spcBef>
                      <a:spcPct val="20000"/>
                    </a:spcBef>
                    <a:buClr>
                      <a:schemeClr val="folHlink"/>
                    </a:buClr>
                    <a:buSzPct val="50000"/>
                    <a:buFont typeface="Wingdings" panose="05000000000000000000" pitchFamily="2" charset="2"/>
                    <a:buChar char="n"/>
                    <a:defRPr sz="2400">
                      <a:solidFill>
                        <a:schemeClr val="tx1"/>
                      </a:solidFill>
                      <a:latin typeface="Times New Roman" panose="02020603050405020304" pitchFamily="18" charset="0"/>
                      <a:ea typeface="黑体" panose="02010609060101010101" pitchFamily="49" charset="-122"/>
                    </a:defRPr>
                  </a:lvl3pPr>
                  <a:lvl4pPr marL="1600200" indent="-228600">
                    <a:spcBef>
                      <a:spcPct val="20000"/>
                    </a:spcBef>
                    <a:buClr>
                      <a:schemeClr val="accent2"/>
                    </a:buClr>
                    <a:buSzPct val="55000"/>
                    <a:buFont typeface="Wingdings" panose="05000000000000000000" pitchFamily="2" charset="2"/>
                    <a:buChar char="n"/>
                    <a:defRPr sz="2000">
                      <a:solidFill>
                        <a:schemeClr val="tx1"/>
                      </a:solidFill>
                      <a:latin typeface="Times New Roman" panose="02020603050405020304" pitchFamily="18" charset="0"/>
                      <a:ea typeface="黑体" panose="02010609060101010101" pitchFamily="49" charset="-122"/>
                    </a:defRPr>
                  </a:lvl4pPr>
                  <a:lvl5pPr marL="2057400" indent="-228600">
                    <a:spcBef>
                      <a:spcPct val="20000"/>
                    </a:spcBef>
                    <a:buClr>
                      <a:schemeClr val="accent1"/>
                    </a:buClr>
                    <a:buSzPct val="50000"/>
                    <a:buFont typeface="Wingdings" panose="05000000000000000000" pitchFamily="2" charset="2"/>
                    <a:buChar char="n"/>
                    <a:defRPr sz="2000">
                      <a:solidFill>
                        <a:schemeClr val="tx1"/>
                      </a:solidFill>
                      <a:latin typeface="Times New Roman" panose="02020603050405020304" pitchFamily="18"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imes New Roman" panose="02020603050405020304" pitchFamily="18"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imes New Roman" panose="02020603050405020304" pitchFamily="18"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imes New Roman" panose="02020603050405020304" pitchFamily="18"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imes New Roman" panose="02020603050405020304" pitchFamily="18" charset="0"/>
                      <a:ea typeface="黑体" panose="02010609060101010101" pitchFamily="49" charset="-122"/>
                    </a:defRPr>
                  </a:lvl9pPr>
                </a:lstStyle>
                <a:p>
                  <a:pPr algn="ctr">
                    <a:spcBef>
                      <a:spcPct val="0"/>
                    </a:spcBef>
                    <a:buClrTx/>
                    <a:buSzTx/>
                    <a:buFontTx/>
                    <a:buNone/>
                  </a:pPr>
                  <a:r>
                    <a:rPr lang="en-US" altLang="zh-CN" sz="2400">
                      <a:solidFill>
                        <a:srgbClr val="000000"/>
                      </a:solidFill>
                      <a:ea typeface="宋体" panose="02010600030101010101" pitchFamily="2" charset="-122"/>
                    </a:rPr>
                    <a:t>c</a:t>
                  </a:r>
                </a:p>
              </p:txBody>
            </p:sp>
            <p:sp>
              <p:nvSpPr>
                <p:cNvPr id="79889" name="Rectangle 24">
                  <a:extLst>
                    <a:ext uri="{FF2B5EF4-FFF2-40B4-BE49-F238E27FC236}">
                      <a16:creationId xmlns:a16="http://schemas.microsoft.com/office/drawing/2014/main" id="{841212DF-AABA-49F0-B80E-F1581F55DE8D}"/>
                    </a:ext>
                  </a:extLst>
                </p:cNvPr>
                <p:cNvSpPr>
                  <a:spLocks noChangeArrowheads="1"/>
                </p:cNvSpPr>
                <p:nvPr/>
              </p:nvSpPr>
              <p:spPr bwMode="auto">
                <a:xfrm>
                  <a:off x="4608" y="1728"/>
                  <a:ext cx="384" cy="336"/>
                </a:xfrm>
                <a:prstGeom prst="rect">
                  <a:avLst/>
                </a:prstGeom>
                <a:noFill/>
                <a:ln w="25400" algn="ctr">
                  <a:solidFill>
                    <a:srgbClr val="008000"/>
                  </a:solidFill>
                  <a:miter lim="800000"/>
                  <a:headEnd/>
                  <a:tailEnd/>
                </a:ln>
                <a:extLst>
                  <a:ext uri="{909E8E84-426E-40DD-AFC4-6F175D3DCCD1}">
                    <a14:hiddenFill xmlns:a14="http://schemas.microsoft.com/office/drawing/2010/main">
                      <a:solidFill>
                        <a:srgbClr val="FFFFFF"/>
                      </a:solidFill>
                    </a14:hiddenFill>
                  </a:ext>
                </a:extLst>
              </p:spPr>
              <p:txBody>
                <a:bodyPr wrap="none" lIns="54000" tIns="28800" rIns="54000" bIns="28800" anchor="ctr"/>
                <a:lstStyle>
                  <a:lvl1pPr>
                    <a:spcBef>
                      <a:spcPct val="20000"/>
                    </a:spcBef>
                    <a:buClr>
                      <a:schemeClr val="folHlink"/>
                    </a:buClr>
                    <a:buSzPct val="60000"/>
                    <a:buFont typeface="Wingdings" panose="05000000000000000000" pitchFamily="2" charset="2"/>
                    <a:buChar char="n"/>
                    <a:defRPr sz="3200">
                      <a:solidFill>
                        <a:schemeClr val="tx1"/>
                      </a:solidFill>
                      <a:latin typeface="Times New Roman" panose="02020603050405020304" pitchFamily="18" charset="0"/>
                      <a:ea typeface="黑体" panose="02010609060101010101" pitchFamily="49" charset="-122"/>
                    </a:defRPr>
                  </a:lvl1pPr>
                  <a:lvl2pPr marL="742950" indent="-285750">
                    <a:spcBef>
                      <a:spcPct val="20000"/>
                    </a:spcBef>
                    <a:buClr>
                      <a:schemeClr val="hlink"/>
                    </a:buClr>
                    <a:buSzPct val="55000"/>
                    <a:buFont typeface="Wingdings" panose="05000000000000000000" pitchFamily="2" charset="2"/>
                    <a:buChar char="n"/>
                    <a:defRPr sz="2800">
                      <a:solidFill>
                        <a:schemeClr val="tx1"/>
                      </a:solidFill>
                      <a:latin typeface="Times New Roman" panose="02020603050405020304" pitchFamily="18" charset="0"/>
                      <a:ea typeface="黑体" panose="02010609060101010101" pitchFamily="49" charset="-122"/>
                    </a:defRPr>
                  </a:lvl2pPr>
                  <a:lvl3pPr marL="1143000" indent="-228600">
                    <a:spcBef>
                      <a:spcPct val="20000"/>
                    </a:spcBef>
                    <a:buClr>
                      <a:schemeClr val="folHlink"/>
                    </a:buClr>
                    <a:buSzPct val="50000"/>
                    <a:buFont typeface="Wingdings" panose="05000000000000000000" pitchFamily="2" charset="2"/>
                    <a:buChar char="n"/>
                    <a:defRPr sz="2400">
                      <a:solidFill>
                        <a:schemeClr val="tx1"/>
                      </a:solidFill>
                      <a:latin typeface="Times New Roman" panose="02020603050405020304" pitchFamily="18" charset="0"/>
                      <a:ea typeface="黑体" panose="02010609060101010101" pitchFamily="49" charset="-122"/>
                    </a:defRPr>
                  </a:lvl3pPr>
                  <a:lvl4pPr marL="1600200" indent="-228600">
                    <a:spcBef>
                      <a:spcPct val="20000"/>
                    </a:spcBef>
                    <a:buClr>
                      <a:schemeClr val="accent2"/>
                    </a:buClr>
                    <a:buSzPct val="55000"/>
                    <a:buFont typeface="Wingdings" panose="05000000000000000000" pitchFamily="2" charset="2"/>
                    <a:buChar char="n"/>
                    <a:defRPr sz="2000">
                      <a:solidFill>
                        <a:schemeClr val="tx1"/>
                      </a:solidFill>
                      <a:latin typeface="Times New Roman" panose="02020603050405020304" pitchFamily="18" charset="0"/>
                      <a:ea typeface="黑体" panose="02010609060101010101" pitchFamily="49" charset="-122"/>
                    </a:defRPr>
                  </a:lvl4pPr>
                  <a:lvl5pPr marL="2057400" indent="-228600">
                    <a:spcBef>
                      <a:spcPct val="20000"/>
                    </a:spcBef>
                    <a:buClr>
                      <a:schemeClr val="accent1"/>
                    </a:buClr>
                    <a:buSzPct val="50000"/>
                    <a:buFont typeface="Wingdings" panose="05000000000000000000" pitchFamily="2" charset="2"/>
                    <a:buChar char="n"/>
                    <a:defRPr sz="2000">
                      <a:solidFill>
                        <a:schemeClr val="tx1"/>
                      </a:solidFill>
                      <a:latin typeface="Times New Roman" panose="02020603050405020304" pitchFamily="18"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imes New Roman" panose="02020603050405020304" pitchFamily="18"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imes New Roman" panose="02020603050405020304" pitchFamily="18"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imes New Roman" panose="02020603050405020304" pitchFamily="18"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imes New Roman" panose="02020603050405020304" pitchFamily="18" charset="0"/>
                      <a:ea typeface="黑体" panose="02010609060101010101" pitchFamily="49" charset="-122"/>
                    </a:defRPr>
                  </a:lvl9pPr>
                </a:lstStyle>
                <a:p>
                  <a:pPr algn="ctr">
                    <a:spcBef>
                      <a:spcPct val="0"/>
                    </a:spcBef>
                    <a:buClrTx/>
                    <a:buSzTx/>
                    <a:buFontTx/>
                    <a:buNone/>
                  </a:pPr>
                  <a:r>
                    <a:rPr lang="en-US" altLang="zh-CN" sz="2400">
                      <a:solidFill>
                        <a:srgbClr val="000000"/>
                      </a:solidFill>
                      <a:ea typeface="宋体" panose="02010600030101010101" pitchFamily="2" charset="-122"/>
                    </a:rPr>
                    <a:t>$</a:t>
                  </a:r>
                </a:p>
              </p:txBody>
            </p:sp>
            <p:sp>
              <p:nvSpPr>
                <p:cNvPr id="79890" name="Text Box 25">
                  <a:extLst>
                    <a:ext uri="{FF2B5EF4-FFF2-40B4-BE49-F238E27FC236}">
                      <a16:creationId xmlns:a16="http://schemas.microsoft.com/office/drawing/2014/main" id="{F44E248C-1552-48B2-8289-91F3B49919A2}"/>
                    </a:ext>
                  </a:extLst>
                </p:cNvPr>
                <p:cNvSpPr txBox="1">
                  <a:spLocks noChangeArrowheads="1"/>
                </p:cNvSpPr>
                <p:nvPr/>
              </p:nvSpPr>
              <p:spPr bwMode="auto">
                <a:xfrm>
                  <a:off x="4237" y="1765"/>
                  <a:ext cx="263" cy="26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5400" algn="ctr">
                      <a:solidFill>
                        <a:srgbClr val="000000"/>
                      </a:solidFill>
                      <a:miter lim="800000"/>
                      <a:headEnd/>
                      <a:tailEnd/>
                    </a14:hiddenLine>
                  </a:ext>
                </a:extLst>
              </p:spPr>
              <p:txBody>
                <a:bodyPr wrap="none" lIns="54000" tIns="28800" rIns="54000" bIns="28800">
                  <a:spAutoFit/>
                </a:bodyPr>
                <a:lstStyle>
                  <a:lvl1pPr>
                    <a:spcBef>
                      <a:spcPct val="20000"/>
                    </a:spcBef>
                    <a:buClr>
                      <a:schemeClr val="folHlink"/>
                    </a:buClr>
                    <a:buSzPct val="60000"/>
                    <a:buFont typeface="Wingdings" panose="05000000000000000000" pitchFamily="2" charset="2"/>
                    <a:buChar char="n"/>
                    <a:defRPr sz="3200">
                      <a:solidFill>
                        <a:schemeClr val="tx1"/>
                      </a:solidFill>
                      <a:latin typeface="Times New Roman" panose="02020603050405020304" pitchFamily="18" charset="0"/>
                      <a:ea typeface="黑体" panose="02010609060101010101" pitchFamily="49" charset="-122"/>
                    </a:defRPr>
                  </a:lvl1pPr>
                  <a:lvl2pPr marL="742950" indent="-285750">
                    <a:spcBef>
                      <a:spcPct val="20000"/>
                    </a:spcBef>
                    <a:buClr>
                      <a:schemeClr val="hlink"/>
                    </a:buClr>
                    <a:buSzPct val="55000"/>
                    <a:buFont typeface="Wingdings" panose="05000000000000000000" pitchFamily="2" charset="2"/>
                    <a:buChar char="n"/>
                    <a:defRPr sz="2800">
                      <a:solidFill>
                        <a:schemeClr val="tx1"/>
                      </a:solidFill>
                      <a:latin typeface="Times New Roman" panose="02020603050405020304" pitchFamily="18" charset="0"/>
                      <a:ea typeface="黑体" panose="02010609060101010101" pitchFamily="49" charset="-122"/>
                    </a:defRPr>
                  </a:lvl2pPr>
                  <a:lvl3pPr marL="1143000" indent="-228600">
                    <a:spcBef>
                      <a:spcPct val="20000"/>
                    </a:spcBef>
                    <a:buClr>
                      <a:schemeClr val="folHlink"/>
                    </a:buClr>
                    <a:buSzPct val="50000"/>
                    <a:buFont typeface="Wingdings" panose="05000000000000000000" pitchFamily="2" charset="2"/>
                    <a:buChar char="n"/>
                    <a:defRPr sz="2400">
                      <a:solidFill>
                        <a:schemeClr val="tx1"/>
                      </a:solidFill>
                      <a:latin typeface="Times New Roman" panose="02020603050405020304" pitchFamily="18" charset="0"/>
                      <a:ea typeface="黑体" panose="02010609060101010101" pitchFamily="49" charset="-122"/>
                    </a:defRPr>
                  </a:lvl3pPr>
                  <a:lvl4pPr marL="1600200" indent="-228600">
                    <a:spcBef>
                      <a:spcPct val="20000"/>
                    </a:spcBef>
                    <a:buClr>
                      <a:schemeClr val="accent2"/>
                    </a:buClr>
                    <a:buSzPct val="55000"/>
                    <a:buFont typeface="Wingdings" panose="05000000000000000000" pitchFamily="2" charset="2"/>
                    <a:buChar char="n"/>
                    <a:defRPr sz="2000">
                      <a:solidFill>
                        <a:schemeClr val="tx1"/>
                      </a:solidFill>
                      <a:latin typeface="Times New Roman" panose="02020603050405020304" pitchFamily="18" charset="0"/>
                      <a:ea typeface="黑体" panose="02010609060101010101" pitchFamily="49" charset="-122"/>
                    </a:defRPr>
                  </a:lvl4pPr>
                  <a:lvl5pPr marL="2057400" indent="-228600">
                    <a:spcBef>
                      <a:spcPct val="20000"/>
                    </a:spcBef>
                    <a:buClr>
                      <a:schemeClr val="accent1"/>
                    </a:buClr>
                    <a:buSzPct val="50000"/>
                    <a:buFont typeface="Wingdings" panose="05000000000000000000" pitchFamily="2" charset="2"/>
                    <a:buChar char="n"/>
                    <a:defRPr sz="2000">
                      <a:solidFill>
                        <a:schemeClr val="tx1"/>
                      </a:solidFill>
                      <a:latin typeface="Times New Roman" panose="02020603050405020304" pitchFamily="18"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imes New Roman" panose="02020603050405020304" pitchFamily="18"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imes New Roman" panose="02020603050405020304" pitchFamily="18"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imes New Roman" panose="02020603050405020304" pitchFamily="18"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imes New Roman" panose="02020603050405020304" pitchFamily="18" charset="0"/>
                      <a:ea typeface="黑体" panose="02010609060101010101" pitchFamily="49" charset="-122"/>
                    </a:defRPr>
                  </a:lvl9pPr>
                </a:lstStyle>
                <a:p>
                  <a:pPr algn="just">
                    <a:spcBef>
                      <a:spcPct val="0"/>
                    </a:spcBef>
                    <a:buClrTx/>
                    <a:buSzTx/>
                    <a:buFontTx/>
                    <a:buNone/>
                  </a:pPr>
                  <a:r>
                    <a:rPr lang="en-US" altLang="zh-CN" sz="2400">
                      <a:solidFill>
                        <a:srgbClr val="000000"/>
                      </a:solidFill>
                      <a:ea typeface="宋体" panose="02010600030101010101" pitchFamily="2" charset="-122"/>
                    </a:rPr>
                    <a:t>…</a:t>
                  </a:r>
                </a:p>
              </p:txBody>
            </p:sp>
          </p:grpSp>
          <p:sp>
            <p:nvSpPr>
              <p:cNvPr id="79883" name="Line 26">
                <a:extLst>
                  <a:ext uri="{FF2B5EF4-FFF2-40B4-BE49-F238E27FC236}">
                    <a16:creationId xmlns:a16="http://schemas.microsoft.com/office/drawing/2014/main" id="{361C0DBC-CFBE-4B1B-9F42-0E0A66916854}"/>
                  </a:ext>
                </a:extLst>
              </p:cNvPr>
              <p:cNvSpPr>
                <a:spLocks noChangeShapeType="1"/>
              </p:cNvSpPr>
              <p:nvPr/>
            </p:nvSpPr>
            <p:spPr bwMode="auto">
              <a:xfrm flipV="1">
                <a:off x="3120" y="2064"/>
                <a:ext cx="0" cy="384"/>
              </a:xfrm>
              <a:prstGeom prst="line">
                <a:avLst/>
              </a:prstGeom>
              <a:noFill/>
              <a:ln w="25400">
                <a:solidFill>
                  <a:srgbClr val="008000"/>
                </a:solidFill>
                <a:round/>
                <a:headEnd/>
                <a:tailEnd type="triangle" w="med" len="med"/>
              </a:ln>
              <a:extLst>
                <a:ext uri="{909E8E84-426E-40DD-AFC4-6F175D3DCCD1}">
                  <a14:hiddenFill xmlns:a14="http://schemas.microsoft.com/office/drawing/2010/main">
                    <a:noFill/>
                  </a14:hiddenFill>
                </a:ext>
              </a:extLst>
            </p:spPr>
            <p:txBody>
              <a:bodyPr lIns="54000" tIns="28800" rIns="54000" bIns="28800"/>
              <a:lstStyle/>
              <a:p>
                <a:endParaRPr lang="zh-CN" altLang="en-US"/>
              </a:p>
            </p:txBody>
          </p:sp>
        </p:grpSp>
        <p:sp>
          <p:nvSpPr>
            <p:cNvPr id="79881" name="Text Box 27">
              <a:extLst>
                <a:ext uri="{FF2B5EF4-FFF2-40B4-BE49-F238E27FC236}">
                  <a16:creationId xmlns:a16="http://schemas.microsoft.com/office/drawing/2014/main" id="{30CB5B97-3A86-4A06-89B9-602F4EC5BE62}"/>
                </a:ext>
              </a:extLst>
            </p:cNvPr>
            <p:cNvSpPr txBox="1">
              <a:spLocks noChangeArrowheads="1"/>
            </p:cNvSpPr>
            <p:nvPr/>
          </p:nvSpPr>
          <p:spPr bwMode="auto">
            <a:xfrm>
              <a:off x="2112" y="2064"/>
              <a:ext cx="624" cy="30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5400" algn="ctr">
                  <a:solidFill>
                    <a:srgbClr val="000000"/>
                  </a:solidFill>
                  <a:miter lim="800000"/>
                  <a:headEnd/>
                  <a:tailEnd/>
                </a14:hiddenLine>
              </a:ext>
            </a:extLst>
          </p:spPr>
          <p:txBody>
            <a:bodyPr lIns="54000" tIns="28800" rIns="54000" bIns="28800">
              <a:spAutoFit/>
            </a:bodyPr>
            <a:lstStyle>
              <a:lvl1pPr>
                <a:spcBef>
                  <a:spcPct val="20000"/>
                </a:spcBef>
                <a:buClr>
                  <a:schemeClr val="folHlink"/>
                </a:buClr>
                <a:buSzPct val="60000"/>
                <a:buFont typeface="Wingdings" panose="05000000000000000000" pitchFamily="2" charset="2"/>
                <a:buChar char="n"/>
                <a:defRPr sz="3200">
                  <a:solidFill>
                    <a:schemeClr val="tx1"/>
                  </a:solidFill>
                  <a:latin typeface="Times New Roman" panose="02020603050405020304" pitchFamily="18" charset="0"/>
                  <a:ea typeface="黑体" panose="02010609060101010101" pitchFamily="49" charset="-122"/>
                </a:defRPr>
              </a:lvl1pPr>
              <a:lvl2pPr marL="742950" indent="-285750">
                <a:spcBef>
                  <a:spcPct val="20000"/>
                </a:spcBef>
                <a:buClr>
                  <a:schemeClr val="hlink"/>
                </a:buClr>
                <a:buSzPct val="55000"/>
                <a:buFont typeface="Wingdings" panose="05000000000000000000" pitchFamily="2" charset="2"/>
                <a:buChar char="n"/>
                <a:defRPr sz="2800">
                  <a:solidFill>
                    <a:schemeClr val="tx1"/>
                  </a:solidFill>
                  <a:latin typeface="Times New Roman" panose="02020603050405020304" pitchFamily="18" charset="0"/>
                  <a:ea typeface="黑体" panose="02010609060101010101" pitchFamily="49" charset="-122"/>
                </a:defRPr>
              </a:lvl2pPr>
              <a:lvl3pPr marL="1143000" indent="-228600">
                <a:spcBef>
                  <a:spcPct val="20000"/>
                </a:spcBef>
                <a:buClr>
                  <a:schemeClr val="folHlink"/>
                </a:buClr>
                <a:buSzPct val="50000"/>
                <a:buFont typeface="Wingdings" panose="05000000000000000000" pitchFamily="2" charset="2"/>
                <a:buChar char="n"/>
                <a:defRPr sz="2400">
                  <a:solidFill>
                    <a:schemeClr val="tx1"/>
                  </a:solidFill>
                  <a:latin typeface="Times New Roman" panose="02020603050405020304" pitchFamily="18" charset="0"/>
                  <a:ea typeface="黑体" panose="02010609060101010101" pitchFamily="49" charset="-122"/>
                </a:defRPr>
              </a:lvl3pPr>
              <a:lvl4pPr marL="1600200" indent="-228600">
                <a:spcBef>
                  <a:spcPct val="20000"/>
                </a:spcBef>
                <a:buClr>
                  <a:schemeClr val="accent2"/>
                </a:buClr>
                <a:buSzPct val="55000"/>
                <a:buFont typeface="Wingdings" panose="05000000000000000000" pitchFamily="2" charset="2"/>
                <a:buChar char="n"/>
                <a:defRPr sz="2000">
                  <a:solidFill>
                    <a:schemeClr val="tx1"/>
                  </a:solidFill>
                  <a:latin typeface="Times New Roman" panose="02020603050405020304" pitchFamily="18" charset="0"/>
                  <a:ea typeface="黑体" panose="02010609060101010101" pitchFamily="49" charset="-122"/>
                </a:defRPr>
              </a:lvl4pPr>
              <a:lvl5pPr marL="2057400" indent="-228600">
                <a:spcBef>
                  <a:spcPct val="20000"/>
                </a:spcBef>
                <a:buClr>
                  <a:schemeClr val="accent1"/>
                </a:buClr>
                <a:buSzPct val="50000"/>
                <a:buFont typeface="Wingdings" panose="05000000000000000000" pitchFamily="2" charset="2"/>
                <a:buChar char="n"/>
                <a:defRPr sz="2000">
                  <a:solidFill>
                    <a:schemeClr val="tx1"/>
                  </a:solidFill>
                  <a:latin typeface="Times New Roman" panose="02020603050405020304" pitchFamily="18"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imes New Roman" panose="02020603050405020304" pitchFamily="18"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imes New Roman" panose="02020603050405020304" pitchFamily="18"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imes New Roman" panose="02020603050405020304" pitchFamily="18"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imes New Roman" panose="02020603050405020304" pitchFamily="18" charset="0"/>
                  <a:ea typeface="黑体" panose="02010609060101010101" pitchFamily="49" charset="-122"/>
                </a:defRPr>
              </a:lvl9pPr>
            </a:lstStyle>
            <a:p>
              <a:pPr algn="just">
                <a:spcBef>
                  <a:spcPct val="50000"/>
                </a:spcBef>
                <a:buClrTx/>
                <a:buSzTx/>
                <a:buFontTx/>
                <a:buNone/>
              </a:pPr>
              <a:r>
                <a:rPr lang="zh-CN" altLang="en-US" sz="2800" b="0">
                  <a:solidFill>
                    <a:srgbClr val="000000"/>
                  </a:solidFill>
                </a:rPr>
                <a:t>输入</a:t>
              </a:r>
            </a:p>
          </p:txBody>
        </p:sp>
      </p:grpSp>
      <p:sp>
        <p:nvSpPr>
          <p:cNvPr id="79879" name="Line 28">
            <a:extLst>
              <a:ext uri="{FF2B5EF4-FFF2-40B4-BE49-F238E27FC236}">
                <a16:creationId xmlns:a16="http://schemas.microsoft.com/office/drawing/2014/main" id="{257401EA-9492-44BE-BD7F-A2CCCDA5A5A6}"/>
              </a:ext>
            </a:extLst>
          </p:cNvPr>
          <p:cNvSpPr>
            <a:spLocks noChangeShapeType="1"/>
          </p:cNvSpPr>
          <p:nvPr/>
        </p:nvSpPr>
        <p:spPr bwMode="auto">
          <a:xfrm>
            <a:off x="1295400" y="3927764"/>
            <a:ext cx="533400" cy="0"/>
          </a:xfrm>
          <a:prstGeom prst="line">
            <a:avLst/>
          </a:prstGeom>
          <a:noFill/>
          <a:ln w="25400">
            <a:solidFill>
              <a:srgbClr val="008000"/>
            </a:solidFill>
            <a:round/>
            <a:headEnd/>
            <a:tailEnd type="triangle" w="med" len="med"/>
          </a:ln>
          <a:extLst>
            <a:ext uri="{909E8E84-426E-40DD-AFC4-6F175D3DCCD1}">
              <a14:hiddenFill xmlns:a14="http://schemas.microsoft.com/office/drawing/2010/main">
                <a:noFill/>
              </a14:hiddenFill>
            </a:ext>
          </a:extLst>
        </p:spPr>
        <p:txBody>
          <a:bodyPr lIns="54000" tIns="28800" rIns="54000" bIns="28800"/>
          <a:lstStyle/>
          <a:p>
            <a:endParaRPr lang="zh-CN" altLang="en-US"/>
          </a:p>
        </p:txBody>
      </p:sp>
    </p:spTree>
  </p:cSld>
  <p:clrMapOvr>
    <a:masterClrMapping/>
  </p:clrMapOvr>
</p:sld>
</file>

<file path=ppt/slides/slide7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0898" name="Rectangle 2">
            <a:extLst>
              <a:ext uri="{FF2B5EF4-FFF2-40B4-BE49-F238E27FC236}">
                <a16:creationId xmlns:a16="http://schemas.microsoft.com/office/drawing/2014/main" id="{F99DFABA-7684-4E00-BB09-6767BEDADD6D}"/>
              </a:ext>
            </a:extLst>
          </p:cNvPr>
          <p:cNvSpPr>
            <a:spLocks noGrp="1" noChangeArrowheads="1"/>
          </p:cNvSpPr>
          <p:nvPr>
            <p:ph type="title"/>
          </p:nvPr>
        </p:nvSpPr>
        <p:spPr/>
        <p:txBody>
          <a:bodyPr/>
          <a:lstStyle/>
          <a:p>
            <a:pPr eaLnBrk="1" hangingPunct="1"/>
            <a:r>
              <a:rPr lang="en-US" altLang="zh-CN"/>
              <a:t>3.3.6 </a:t>
            </a:r>
            <a:r>
              <a:rPr lang="zh-CN" altLang="en-US"/>
              <a:t>预测分析的错误恢复</a:t>
            </a:r>
          </a:p>
        </p:txBody>
      </p:sp>
      <p:sp>
        <p:nvSpPr>
          <p:cNvPr id="80899" name="Rectangle 3">
            <a:extLst>
              <a:ext uri="{FF2B5EF4-FFF2-40B4-BE49-F238E27FC236}">
                <a16:creationId xmlns:a16="http://schemas.microsoft.com/office/drawing/2014/main" id="{CB5C512C-702E-4217-8593-C66AFDC38441}"/>
              </a:ext>
            </a:extLst>
          </p:cNvPr>
          <p:cNvSpPr>
            <a:spLocks noGrp="1" noChangeArrowheads="1"/>
          </p:cNvSpPr>
          <p:nvPr>
            <p:ph idx="1"/>
          </p:nvPr>
        </p:nvSpPr>
        <p:spPr/>
        <p:txBody>
          <a:bodyPr/>
          <a:lstStyle/>
          <a:p>
            <a:pPr eaLnBrk="1" hangingPunct="1"/>
            <a:r>
              <a:rPr lang="en-US" altLang="zh-CN" b="1">
                <a:cs typeface="Times New Roman" panose="02020603050405020304" pitchFamily="18" charset="0"/>
              </a:rPr>
              <a:t>M(A,a)</a:t>
            </a:r>
            <a:r>
              <a:rPr lang="zh-CN" altLang="en-US">
                <a:cs typeface="Times New Roman" panose="02020603050405020304" pitchFamily="18" charset="0"/>
              </a:rPr>
              <a:t>为空，</a:t>
            </a:r>
            <a:r>
              <a:rPr lang="en-US" altLang="zh-CN" b="1">
                <a:cs typeface="Times New Roman" panose="02020603050405020304" pitchFamily="18" charset="0"/>
              </a:rPr>
              <a:t>a</a:t>
            </a:r>
            <a:r>
              <a:rPr lang="zh-CN" altLang="en-US">
                <a:cs typeface="Times New Roman" panose="02020603050405020304" pitchFamily="18" charset="0"/>
              </a:rPr>
              <a:t>和</a:t>
            </a:r>
            <a:r>
              <a:rPr lang="en-US" altLang="zh-CN" b="1">
                <a:cs typeface="Times New Roman" panose="02020603050405020304" pitchFamily="18" charset="0"/>
              </a:rPr>
              <a:t>b</a:t>
            </a:r>
            <a:r>
              <a:rPr lang="zh-CN" altLang="en-US">
                <a:cs typeface="Times New Roman" panose="02020603050405020304" pitchFamily="18" charset="0"/>
              </a:rPr>
              <a:t>都不在</a:t>
            </a:r>
            <a:r>
              <a:rPr lang="en-US" altLang="zh-CN" b="1">
                <a:cs typeface="Times New Roman" panose="02020603050405020304" pitchFamily="18" charset="0"/>
              </a:rPr>
              <a:t>A</a:t>
            </a:r>
            <a:r>
              <a:rPr lang="zh-CN" altLang="en-US">
                <a:cs typeface="Times New Roman" panose="02020603050405020304" pitchFamily="18" charset="0"/>
              </a:rPr>
              <a:t>的同步集合中，</a:t>
            </a:r>
            <a:r>
              <a:rPr lang="en-US" altLang="zh-CN" b="1">
                <a:cs typeface="Times New Roman" panose="02020603050405020304" pitchFamily="18" charset="0"/>
              </a:rPr>
              <a:t>c</a:t>
            </a:r>
            <a:r>
              <a:rPr lang="en-US" altLang="zh-CN" b="1">
                <a:cs typeface="Times New Roman" panose="02020603050405020304" pitchFamily="18" charset="0"/>
                <a:sym typeface="Symbol" panose="05050102010706020507" pitchFamily="18" charset="2"/>
              </a:rPr>
              <a:t>FIRST(A)</a:t>
            </a:r>
          </a:p>
          <a:p>
            <a:pPr eaLnBrk="1" hangingPunct="1"/>
            <a:endParaRPr lang="en-US" altLang="zh-CN"/>
          </a:p>
        </p:txBody>
      </p:sp>
      <p:sp>
        <p:nvSpPr>
          <p:cNvPr id="2" name="日期占位符 1">
            <a:extLst>
              <a:ext uri="{FF2B5EF4-FFF2-40B4-BE49-F238E27FC236}">
                <a16:creationId xmlns:a16="http://schemas.microsoft.com/office/drawing/2014/main" id="{2536D055-D235-8CA8-6483-4191FA5C5CF2}"/>
              </a:ext>
            </a:extLst>
          </p:cNvPr>
          <p:cNvSpPr>
            <a:spLocks noGrp="1"/>
          </p:cNvSpPr>
          <p:nvPr>
            <p:ph type="dt" sz="half" idx="10"/>
          </p:nvPr>
        </p:nvSpPr>
        <p:spPr/>
        <p:txBody>
          <a:bodyPr/>
          <a:lstStyle/>
          <a:p>
            <a:fld id="{12C1EE36-1095-4280-A3CC-B8B0752F87F6}" type="datetime2">
              <a:rPr lang="zh-CN" altLang="en-US" smtClean="0"/>
              <a:pPr/>
              <a:t>2025年11月26日</a:t>
            </a:fld>
            <a:endParaRPr lang="zh-CN" altLang="en-US"/>
          </a:p>
        </p:txBody>
      </p:sp>
      <p:sp>
        <p:nvSpPr>
          <p:cNvPr id="3" name="页脚占位符 2">
            <a:extLst>
              <a:ext uri="{FF2B5EF4-FFF2-40B4-BE49-F238E27FC236}">
                <a16:creationId xmlns:a16="http://schemas.microsoft.com/office/drawing/2014/main" id="{D49587DF-B41E-C3E0-693C-2AA4E7B8B4FC}"/>
              </a:ext>
            </a:extLst>
          </p:cNvPr>
          <p:cNvSpPr>
            <a:spLocks noGrp="1"/>
          </p:cNvSpPr>
          <p:nvPr>
            <p:ph type="ftr" sz="quarter" idx="11"/>
          </p:nvPr>
        </p:nvSpPr>
        <p:spPr/>
        <p:txBody>
          <a:bodyPr/>
          <a:lstStyle/>
          <a:p>
            <a:r>
              <a:rPr lang="zh-CN" altLang="en-US"/>
              <a:t>编译原理</a:t>
            </a:r>
            <a:r>
              <a:rPr lang="en-US" altLang="zh-CN"/>
              <a:t>-</a:t>
            </a:r>
            <a:r>
              <a:rPr lang="zh-CN" altLang="en-US"/>
              <a:t>王欣捷</a:t>
            </a:r>
            <a:r>
              <a:rPr lang="en-US" altLang="zh-CN"/>
              <a:t>-</a:t>
            </a:r>
            <a:r>
              <a:rPr lang="zh-CN" altLang="en-US"/>
              <a:t>第三章 语法分析</a:t>
            </a:r>
            <a:r>
              <a:rPr lang="en-US" altLang="zh-CN"/>
              <a:t>(4)</a:t>
            </a:r>
            <a:endParaRPr lang="zh-CN" altLang="en-US"/>
          </a:p>
        </p:txBody>
      </p:sp>
      <p:sp>
        <p:nvSpPr>
          <p:cNvPr id="4" name="灯片编号占位符 3">
            <a:extLst>
              <a:ext uri="{FF2B5EF4-FFF2-40B4-BE49-F238E27FC236}">
                <a16:creationId xmlns:a16="http://schemas.microsoft.com/office/drawing/2014/main" id="{1DA88C55-20BF-4068-D57C-9B259D64CE35}"/>
              </a:ext>
            </a:extLst>
          </p:cNvPr>
          <p:cNvSpPr>
            <a:spLocks noGrp="1"/>
          </p:cNvSpPr>
          <p:nvPr>
            <p:ph type="sldNum" sz="quarter" idx="12"/>
          </p:nvPr>
        </p:nvSpPr>
        <p:spPr/>
        <p:txBody>
          <a:bodyPr/>
          <a:lstStyle/>
          <a:p>
            <a:fld id="{094DEB03-EFC6-4C20-8FC8-295189A5386F}" type="slidenum">
              <a:rPr lang="zh-CN" altLang="en-US" smtClean="0"/>
              <a:pPr/>
              <a:t>73</a:t>
            </a:fld>
            <a:endParaRPr lang="zh-CN" altLang="en-US"/>
          </a:p>
        </p:txBody>
      </p:sp>
      <p:grpSp>
        <p:nvGrpSpPr>
          <p:cNvPr id="80900" name="Group 5">
            <a:extLst>
              <a:ext uri="{FF2B5EF4-FFF2-40B4-BE49-F238E27FC236}">
                <a16:creationId xmlns:a16="http://schemas.microsoft.com/office/drawing/2014/main" id="{E78D6603-1722-456D-ADD8-FA98741A31A6}"/>
              </a:ext>
            </a:extLst>
          </p:cNvPr>
          <p:cNvGrpSpPr>
            <a:grpSpLocks/>
          </p:cNvGrpSpPr>
          <p:nvPr/>
        </p:nvGrpSpPr>
        <p:grpSpPr bwMode="auto">
          <a:xfrm>
            <a:off x="1828800" y="2784764"/>
            <a:ext cx="609600" cy="2971800"/>
            <a:chOff x="1152" y="2160"/>
            <a:chExt cx="384" cy="1872"/>
          </a:xfrm>
        </p:grpSpPr>
        <p:grpSp>
          <p:nvGrpSpPr>
            <p:cNvPr id="80914" name="Group 6">
              <a:extLst>
                <a:ext uri="{FF2B5EF4-FFF2-40B4-BE49-F238E27FC236}">
                  <a16:creationId xmlns:a16="http://schemas.microsoft.com/office/drawing/2014/main" id="{4BEF4F4F-83C3-4C14-A9D5-DAFE03B48DA8}"/>
                </a:ext>
              </a:extLst>
            </p:cNvPr>
            <p:cNvGrpSpPr>
              <a:grpSpLocks/>
            </p:cNvGrpSpPr>
            <p:nvPr/>
          </p:nvGrpSpPr>
          <p:grpSpPr bwMode="auto">
            <a:xfrm>
              <a:off x="1152" y="2640"/>
              <a:ext cx="384" cy="1392"/>
              <a:chOff x="1152" y="2208"/>
              <a:chExt cx="384" cy="1392"/>
            </a:xfrm>
          </p:grpSpPr>
          <p:sp>
            <p:nvSpPr>
              <p:cNvPr id="80916" name="Line 7">
                <a:extLst>
                  <a:ext uri="{FF2B5EF4-FFF2-40B4-BE49-F238E27FC236}">
                    <a16:creationId xmlns:a16="http://schemas.microsoft.com/office/drawing/2014/main" id="{F84880B8-D9C9-4740-A6A0-3E20703D0953}"/>
                  </a:ext>
                </a:extLst>
              </p:cNvPr>
              <p:cNvSpPr>
                <a:spLocks noChangeShapeType="1"/>
              </p:cNvSpPr>
              <p:nvPr/>
            </p:nvSpPr>
            <p:spPr bwMode="auto">
              <a:xfrm>
                <a:off x="1152" y="2208"/>
                <a:ext cx="0" cy="1344"/>
              </a:xfrm>
              <a:prstGeom prst="line">
                <a:avLst/>
              </a:prstGeom>
              <a:noFill/>
              <a:ln w="25400">
                <a:solidFill>
                  <a:srgbClr val="008000"/>
                </a:solidFill>
                <a:round/>
                <a:headEnd/>
                <a:tailEnd/>
              </a:ln>
              <a:extLst>
                <a:ext uri="{909E8E84-426E-40DD-AFC4-6F175D3DCCD1}">
                  <a14:hiddenFill xmlns:a14="http://schemas.microsoft.com/office/drawing/2010/main">
                    <a:noFill/>
                  </a14:hiddenFill>
                </a:ext>
              </a:extLst>
            </p:spPr>
            <p:txBody>
              <a:bodyPr lIns="54000" tIns="28800" rIns="54000" bIns="28800"/>
              <a:lstStyle/>
              <a:p>
                <a:endParaRPr lang="zh-CN" altLang="en-US"/>
              </a:p>
            </p:txBody>
          </p:sp>
          <p:sp>
            <p:nvSpPr>
              <p:cNvPr id="80917" name="Line 8">
                <a:extLst>
                  <a:ext uri="{FF2B5EF4-FFF2-40B4-BE49-F238E27FC236}">
                    <a16:creationId xmlns:a16="http://schemas.microsoft.com/office/drawing/2014/main" id="{33071996-01CE-4534-86BB-03A9BB28A694}"/>
                  </a:ext>
                </a:extLst>
              </p:cNvPr>
              <p:cNvSpPr>
                <a:spLocks noChangeShapeType="1"/>
              </p:cNvSpPr>
              <p:nvPr/>
            </p:nvSpPr>
            <p:spPr bwMode="auto">
              <a:xfrm>
                <a:off x="1536" y="2208"/>
                <a:ext cx="0" cy="1344"/>
              </a:xfrm>
              <a:prstGeom prst="line">
                <a:avLst/>
              </a:prstGeom>
              <a:noFill/>
              <a:ln w="25400">
                <a:solidFill>
                  <a:srgbClr val="008000"/>
                </a:solidFill>
                <a:round/>
                <a:headEnd/>
                <a:tailEnd/>
              </a:ln>
              <a:extLst>
                <a:ext uri="{909E8E84-426E-40DD-AFC4-6F175D3DCCD1}">
                  <a14:hiddenFill xmlns:a14="http://schemas.microsoft.com/office/drawing/2010/main">
                    <a:noFill/>
                  </a14:hiddenFill>
                </a:ext>
              </a:extLst>
            </p:spPr>
            <p:txBody>
              <a:bodyPr lIns="54000" tIns="28800" rIns="54000" bIns="28800"/>
              <a:lstStyle/>
              <a:p>
                <a:endParaRPr lang="zh-CN" altLang="en-US"/>
              </a:p>
            </p:txBody>
          </p:sp>
          <p:sp>
            <p:nvSpPr>
              <p:cNvPr id="80918" name="Rectangle 9">
                <a:extLst>
                  <a:ext uri="{FF2B5EF4-FFF2-40B4-BE49-F238E27FC236}">
                    <a16:creationId xmlns:a16="http://schemas.microsoft.com/office/drawing/2014/main" id="{E3F30E92-B18A-47D8-9877-75FF0672C26E}"/>
                  </a:ext>
                </a:extLst>
              </p:cNvPr>
              <p:cNvSpPr>
                <a:spLocks noChangeArrowheads="1"/>
              </p:cNvSpPr>
              <p:nvPr/>
            </p:nvSpPr>
            <p:spPr bwMode="auto">
              <a:xfrm>
                <a:off x="1152" y="2640"/>
                <a:ext cx="384" cy="336"/>
              </a:xfrm>
              <a:prstGeom prst="rect">
                <a:avLst/>
              </a:prstGeom>
              <a:noFill/>
              <a:ln w="25400" algn="ctr">
                <a:solidFill>
                  <a:srgbClr val="008000"/>
                </a:solidFill>
                <a:miter lim="800000"/>
                <a:headEnd/>
                <a:tailEnd/>
              </a:ln>
              <a:extLst>
                <a:ext uri="{909E8E84-426E-40DD-AFC4-6F175D3DCCD1}">
                  <a14:hiddenFill xmlns:a14="http://schemas.microsoft.com/office/drawing/2010/main">
                    <a:solidFill>
                      <a:srgbClr val="FFFFFF"/>
                    </a:solidFill>
                  </a14:hiddenFill>
                </a:ext>
              </a:extLst>
            </p:spPr>
            <p:txBody>
              <a:bodyPr wrap="none" lIns="54000" tIns="28800" rIns="54000" bIns="28800" anchor="ctr"/>
              <a:lstStyle>
                <a:lvl1pPr>
                  <a:spcBef>
                    <a:spcPct val="20000"/>
                  </a:spcBef>
                  <a:buClr>
                    <a:schemeClr val="folHlink"/>
                  </a:buClr>
                  <a:buSzPct val="60000"/>
                  <a:buFont typeface="Wingdings" panose="05000000000000000000" pitchFamily="2" charset="2"/>
                  <a:buChar char="n"/>
                  <a:defRPr sz="3200">
                    <a:solidFill>
                      <a:schemeClr val="tx1"/>
                    </a:solidFill>
                    <a:latin typeface="Times New Roman" panose="02020603050405020304" pitchFamily="18" charset="0"/>
                    <a:ea typeface="黑体" panose="02010609060101010101" pitchFamily="49" charset="-122"/>
                  </a:defRPr>
                </a:lvl1pPr>
                <a:lvl2pPr marL="742950" indent="-285750">
                  <a:spcBef>
                    <a:spcPct val="20000"/>
                  </a:spcBef>
                  <a:buClr>
                    <a:schemeClr val="hlink"/>
                  </a:buClr>
                  <a:buSzPct val="55000"/>
                  <a:buFont typeface="Wingdings" panose="05000000000000000000" pitchFamily="2" charset="2"/>
                  <a:buChar char="n"/>
                  <a:defRPr sz="2800">
                    <a:solidFill>
                      <a:schemeClr val="tx1"/>
                    </a:solidFill>
                    <a:latin typeface="Times New Roman" panose="02020603050405020304" pitchFamily="18" charset="0"/>
                    <a:ea typeface="黑体" panose="02010609060101010101" pitchFamily="49" charset="-122"/>
                  </a:defRPr>
                </a:lvl2pPr>
                <a:lvl3pPr marL="1143000" indent="-228600">
                  <a:spcBef>
                    <a:spcPct val="20000"/>
                  </a:spcBef>
                  <a:buClr>
                    <a:schemeClr val="folHlink"/>
                  </a:buClr>
                  <a:buSzPct val="50000"/>
                  <a:buFont typeface="Wingdings" panose="05000000000000000000" pitchFamily="2" charset="2"/>
                  <a:buChar char="n"/>
                  <a:defRPr sz="2400">
                    <a:solidFill>
                      <a:schemeClr val="tx1"/>
                    </a:solidFill>
                    <a:latin typeface="Times New Roman" panose="02020603050405020304" pitchFamily="18" charset="0"/>
                    <a:ea typeface="黑体" panose="02010609060101010101" pitchFamily="49" charset="-122"/>
                  </a:defRPr>
                </a:lvl3pPr>
                <a:lvl4pPr marL="1600200" indent="-228600">
                  <a:spcBef>
                    <a:spcPct val="20000"/>
                  </a:spcBef>
                  <a:buClr>
                    <a:schemeClr val="accent2"/>
                  </a:buClr>
                  <a:buSzPct val="55000"/>
                  <a:buFont typeface="Wingdings" panose="05000000000000000000" pitchFamily="2" charset="2"/>
                  <a:buChar char="n"/>
                  <a:defRPr sz="2000">
                    <a:solidFill>
                      <a:schemeClr val="tx1"/>
                    </a:solidFill>
                    <a:latin typeface="Times New Roman" panose="02020603050405020304" pitchFamily="18" charset="0"/>
                    <a:ea typeface="黑体" panose="02010609060101010101" pitchFamily="49" charset="-122"/>
                  </a:defRPr>
                </a:lvl4pPr>
                <a:lvl5pPr marL="2057400" indent="-228600">
                  <a:spcBef>
                    <a:spcPct val="20000"/>
                  </a:spcBef>
                  <a:buClr>
                    <a:schemeClr val="accent1"/>
                  </a:buClr>
                  <a:buSzPct val="50000"/>
                  <a:buFont typeface="Wingdings" panose="05000000000000000000" pitchFamily="2" charset="2"/>
                  <a:buChar char="n"/>
                  <a:defRPr sz="2000">
                    <a:solidFill>
                      <a:schemeClr val="tx1"/>
                    </a:solidFill>
                    <a:latin typeface="Times New Roman" panose="02020603050405020304" pitchFamily="18"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imes New Roman" panose="02020603050405020304" pitchFamily="18"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imes New Roman" panose="02020603050405020304" pitchFamily="18"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imes New Roman" panose="02020603050405020304" pitchFamily="18"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imes New Roman" panose="02020603050405020304" pitchFamily="18" charset="0"/>
                    <a:ea typeface="黑体" panose="02010609060101010101" pitchFamily="49" charset="-122"/>
                  </a:defRPr>
                </a:lvl9pPr>
              </a:lstStyle>
              <a:p>
                <a:pPr algn="ctr">
                  <a:spcBef>
                    <a:spcPct val="0"/>
                  </a:spcBef>
                  <a:buClrTx/>
                  <a:buSzTx/>
                  <a:buFontTx/>
                  <a:buNone/>
                </a:pPr>
                <a:r>
                  <a:rPr lang="en-US" altLang="zh-CN" sz="2400">
                    <a:solidFill>
                      <a:srgbClr val="000000"/>
                    </a:solidFill>
                    <a:ea typeface="宋体" panose="02010600030101010101" pitchFamily="2" charset="-122"/>
                  </a:rPr>
                  <a:t>B</a:t>
                </a:r>
              </a:p>
            </p:txBody>
          </p:sp>
          <p:sp>
            <p:nvSpPr>
              <p:cNvPr id="80919" name="Rectangle 10">
                <a:extLst>
                  <a:ext uri="{FF2B5EF4-FFF2-40B4-BE49-F238E27FC236}">
                    <a16:creationId xmlns:a16="http://schemas.microsoft.com/office/drawing/2014/main" id="{4356A34B-F478-41D7-9B26-EBABDBF047A1}"/>
                  </a:ext>
                </a:extLst>
              </p:cNvPr>
              <p:cNvSpPr>
                <a:spLocks noChangeArrowheads="1"/>
              </p:cNvSpPr>
              <p:nvPr/>
            </p:nvSpPr>
            <p:spPr bwMode="auto">
              <a:xfrm>
                <a:off x="1152" y="2976"/>
                <a:ext cx="384" cy="624"/>
              </a:xfrm>
              <a:prstGeom prst="rect">
                <a:avLst/>
              </a:prstGeom>
              <a:noFill/>
              <a:ln w="25400" algn="ctr">
                <a:solidFill>
                  <a:srgbClr val="008000"/>
                </a:solidFill>
                <a:miter lim="800000"/>
                <a:headEnd/>
                <a:tailEnd/>
              </a:ln>
              <a:extLst>
                <a:ext uri="{909E8E84-426E-40DD-AFC4-6F175D3DCCD1}">
                  <a14:hiddenFill xmlns:a14="http://schemas.microsoft.com/office/drawing/2010/main">
                    <a:solidFill>
                      <a:srgbClr val="FFFFFF"/>
                    </a:solidFill>
                  </a14:hiddenFill>
                </a:ext>
              </a:extLst>
            </p:spPr>
            <p:txBody>
              <a:bodyPr wrap="none" lIns="54000" tIns="28800" rIns="54000" bIns="28800" anchor="ctr"/>
              <a:lstStyle>
                <a:lvl1pPr>
                  <a:spcBef>
                    <a:spcPct val="20000"/>
                  </a:spcBef>
                  <a:buClr>
                    <a:schemeClr val="folHlink"/>
                  </a:buClr>
                  <a:buSzPct val="60000"/>
                  <a:buFont typeface="Wingdings" panose="05000000000000000000" pitchFamily="2" charset="2"/>
                  <a:buChar char="n"/>
                  <a:defRPr sz="3200">
                    <a:solidFill>
                      <a:schemeClr val="tx1"/>
                    </a:solidFill>
                    <a:latin typeface="Times New Roman" panose="02020603050405020304" pitchFamily="18" charset="0"/>
                    <a:ea typeface="黑体" panose="02010609060101010101" pitchFamily="49" charset="-122"/>
                  </a:defRPr>
                </a:lvl1pPr>
                <a:lvl2pPr marL="742950" indent="-285750">
                  <a:spcBef>
                    <a:spcPct val="20000"/>
                  </a:spcBef>
                  <a:buClr>
                    <a:schemeClr val="hlink"/>
                  </a:buClr>
                  <a:buSzPct val="55000"/>
                  <a:buFont typeface="Wingdings" panose="05000000000000000000" pitchFamily="2" charset="2"/>
                  <a:buChar char="n"/>
                  <a:defRPr sz="2800">
                    <a:solidFill>
                      <a:schemeClr val="tx1"/>
                    </a:solidFill>
                    <a:latin typeface="Times New Roman" panose="02020603050405020304" pitchFamily="18" charset="0"/>
                    <a:ea typeface="黑体" panose="02010609060101010101" pitchFamily="49" charset="-122"/>
                  </a:defRPr>
                </a:lvl2pPr>
                <a:lvl3pPr marL="1143000" indent="-228600">
                  <a:spcBef>
                    <a:spcPct val="20000"/>
                  </a:spcBef>
                  <a:buClr>
                    <a:schemeClr val="folHlink"/>
                  </a:buClr>
                  <a:buSzPct val="50000"/>
                  <a:buFont typeface="Wingdings" panose="05000000000000000000" pitchFamily="2" charset="2"/>
                  <a:buChar char="n"/>
                  <a:defRPr sz="2400">
                    <a:solidFill>
                      <a:schemeClr val="tx1"/>
                    </a:solidFill>
                    <a:latin typeface="Times New Roman" panose="02020603050405020304" pitchFamily="18" charset="0"/>
                    <a:ea typeface="黑体" panose="02010609060101010101" pitchFamily="49" charset="-122"/>
                  </a:defRPr>
                </a:lvl3pPr>
                <a:lvl4pPr marL="1600200" indent="-228600">
                  <a:spcBef>
                    <a:spcPct val="20000"/>
                  </a:spcBef>
                  <a:buClr>
                    <a:schemeClr val="accent2"/>
                  </a:buClr>
                  <a:buSzPct val="55000"/>
                  <a:buFont typeface="Wingdings" panose="05000000000000000000" pitchFamily="2" charset="2"/>
                  <a:buChar char="n"/>
                  <a:defRPr sz="2000">
                    <a:solidFill>
                      <a:schemeClr val="tx1"/>
                    </a:solidFill>
                    <a:latin typeface="Times New Roman" panose="02020603050405020304" pitchFamily="18" charset="0"/>
                    <a:ea typeface="黑体" panose="02010609060101010101" pitchFamily="49" charset="-122"/>
                  </a:defRPr>
                </a:lvl4pPr>
                <a:lvl5pPr marL="2057400" indent="-228600">
                  <a:spcBef>
                    <a:spcPct val="20000"/>
                  </a:spcBef>
                  <a:buClr>
                    <a:schemeClr val="accent1"/>
                  </a:buClr>
                  <a:buSzPct val="50000"/>
                  <a:buFont typeface="Wingdings" panose="05000000000000000000" pitchFamily="2" charset="2"/>
                  <a:buChar char="n"/>
                  <a:defRPr sz="2000">
                    <a:solidFill>
                      <a:schemeClr val="tx1"/>
                    </a:solidFill>
                    <a:latin typeface="Times New Roman" panose="02020603050405020304" pitchFamily="18"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imes New Roman" panose="02020603050405020304" pitchFamily="18"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imes New Roman" panose="02020603050405020304" pitchFamily="18"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imes New Roman" panose="02020603050405020304" pitchFamily="18"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imes New Roman" panose="02020603050405020304" pitchFamily="18" charset="0"/>
                    <a:ea typeface="黑体" panose="02010609060101010101" pitchFamily="49" charset="-122"/>
                  </a:defRPr>
                </a:lvl9pPr>
              </a:lstStyle>
              <a:p>
                <a:pPr algn="just">
                  <a:spcBef>
                    <a:spcPct val="0"/>
                  </a:spcBef>
                  <a:buClrTx/>
                  <a:buSzTx/>
                  <a:buFontTx/>
                  <a:buNone/>
                </a:pPr>
                <a:endParaRPr lang="zh-CN" altLang="en-US" sz="2400">
                  <a:solidFill>
                    <a:srgbClr val="000000"/>
                  </a:solidFill>
                  <a:ea typeface="宋体" panose="02010600030101010101" pitchFamily="2" charset="-122"/>
                </a:endParaRPr>
              </a:p>
            </p:txBody>
          </p:sp>
          <p:sp>
            <p:nvSpPr>
              <p:cNvPr id="80920" name="Text Box 11">
                <a:extLst>
                  <a:ext uri="{FF2B5EF4-FFF2-40B4-BE49-F238E27FC236}">
                    <a16:creationId xmlns:a16="http://schemas.microsoft.com/office/drawing/2014/main" id="{BC91F6A8-6D83-4802-8241-3753FCF5ADB9}"/>
                  </a:ext>
                </a:extLst>
              </p:cNvPr>
              <p:cNvSpPr txBox="1">
                <a:spLocks noChangeArrowheads="1"/>
              </p:cNvSpPr>
              <p:nvPr/>
            </p:nvSpPr>
            <p:spPr bwMode="auto">
              <a:xfrm>
                <a:off x="1235" y="3053"/>
                <a:ext cx="301" cy="2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5400" algn="ctr">
                    <a:solidFill>
                      <a:srgbClr val="000000"/>
                    </a:solidFill>
                    <a:miter lim="800000"/>
                    <a:headEnd/>
                    <a:tailEnd/>
                  </a14:hiddenLine>
                </a:ext>
              </a:extLst>
            </p:spPr>
            <p:txBody>
              <a:bodyPr vert="eaVert" wrap="none" lIns="54000" tIns="28800" rIns="54000" bIns="28800">
                <a:spAutoFit/>
              </a:bodyPr>
              <a:lstStyle>
                <a:lvl1pPr>
                  <a:spcBef>
                    <a:spcPct val="20000"/>
                  </a:spcBef>
                  <a:buClr>
                    <a:schemeClr val="folHlink"/>
                  </a:buClr>
                  <a:buSzPct val="60000"/>
                  <a:buFont typeface="Wingdings" panose="05000000000000000000" pitchFamily="2" charset="2"/>
                  <a:buChar char="n"/>
                  <a:defRPr sz="3200">
                    <a:solidFill>
                      <a:schemeClr val="tx1"/>
                    </a:solidFill>
                    <a:latin typeface="Times New Roman" panose="02020603050405020304" pitchFamily="18" charset="0"/>
                    <a:ea typeface="黑体" panose="02010609060101010101" pitchFamily="49" charset="-122"/>
                  </a:defRPr>
                </a:lvl1pPr>
                <a:lvl2pPr marL="742950" indent="-285750">
                  <a:spcBef>
                    <a:spcPct val="20000"/>
                  </a:spcBef>
                  <a:buClr>
                    <a:schemeClr val="hlink"/>
                  </a:buClr>
                  <a:buSzPct val="55000"/>
                  <a:buFont typeface="Wingdings" panose="05000000000000000000" pitchFamily="2" charset="2"/>
                  <a:buChar char="n"/>
                  <a:defRPr sz="2800">
                    <a:solidFill>
                      <a:schemeClr val="tx1"/>
                    </a:solidFill>
                    <a:latin typeface="Times New Roman" panose="02020603050405020304" pitchFamily="18" charset="0"/>
                    <a:ea typeface="黑体" panose="02010609060101010101" pitchFamily="49" charset="-122"/>
                  </a:defRPr>
                </a:lvl2pPr>
                <a:lvl3pPr marL="1143000" indent="-228600">
                  <a:spcBef>
                    <a:spcPct val="20000"/>
                  </a:spcBef>
                  <a:buClr>
                    <a:schemeClr val="folHlink"/>
                  </a:buClr>
                  <a:buSzPct val="50000"/>
                  <a:buFont typeface="Wingdings" panose="05000000000000000000" pitchFamily="2" charset="2"/>
                  <a:buChar char="n"/>
                  <a:defRPr sz="2400">
                    <a:solidFill>
                      <a:schemeClr val="tx1"/>
                    </a:solidFill>
                    <a:latin typeface="Times New Roman" panose="02020603050405020304" pitchFamily="18" charset="0"/>
                    <a:ea typeface="黑体" panose="02010609060101010101" pitchFamily="49" charset="-122"/>
                  </a:defRPr>
                </a:lvl3pPr>
                <a:lvl4pPr marL="1600200" indent="-228600">
                  <a:spcBef>
                    <a:spcPct val="20000"/>
                  </a:spcBef>
                  <a:buClr>
                    <a:schemeClr val="accent2"/>
                  </a:buClr>
                  <a:buSzPct val="55000"/>
                  <a:buFont typeface="Wingdings" panose="05000000000000000000" pitchFamily="2" charset="2"/>
                  <a:buChar char="n"/>
                  <a:defRPr sz="2000">
                    <a:solidFill>
                      <a:schemeClr val="tx1"/>
                    </a:solidFill>
                    <a:latin typeface="Times New Roman" panose="02020603050405020304" pitchFamily="18" charset="0"/>
                    <a:ea typeface="黑体" panose="02010609060101010101" pitchFamily="49" charset="-122"/>
                  </a:defRPr>
                </a:lvl4pPr>
                <a:lvl5pPr marL="2057400" indent="-228600">
                  <a:spcBef>
                    <a:spcPct val="20000"/>
                  </a:spcBef>
                  <a:buClr>
                    <a:schemeClr val="accent1"/>
                  </a:buClr>
                  <a:buSzPct val="50000"/>
                  <a:buFont typeface="Wingdings" panose="05000000000000000000" pitchFamily="2" charset="2"/>
                  <a:buChar char="n"/>
                  <a:defRPr sz="2000">
                    <a:solidFill>
                      <a:schemeClr val="tx1"/>
                    </a:solidFill>
                    <a:latin typeface="Times New Roman" panose="02020603050405020304" pitchFamily="18"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imes New Roman" panose="02020603050405020304" pitchFamily="18"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imes New Roman" panose="02020603050405020304" pitchFamily="18"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imes New Roman" panose="02020603050405020304" pitchFamily="18"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imes New Roman" panose="02020603050405020304" pitchFamily="18" charset="0"/>
                    <a:ea typeface="黑体" panose="02010609060101010101" pitchFamily="49" charset="-122"/>
                  </a:defRPr>
                </a:lvl9pPr>
              </a:lstStyle>
              <a:p>
                <a:pPr algn="just">
                  <a:spcBef>
                    <a:spcPct val="0"/>
                  </a:spcBef>
                  <a:buClrTx/>
                  <a:buSzTx/>
                  <a:buFontTx/>
                  <a:buNone/>
                </a:pPr>
                <a:r>
                  <a:rPr lang="en-US" altLang="zh-CN" sz="2400">
                    <a:solidFill>
                      <a:srgbClr val="000000"/>
                    </a:solidFill>
                    <a:ea typeface="宋体" panose="02010600030101010101" pitchFamily="2" charset="-122"/>
                  </a:rPr>
                  <a:t>…</a:t>
                </a:r>
              </a:p>
            </p:txBody>
          </p:sp>
          <p:sp>
            <p:nvSpPr>
              <p:cNvPr id="80921" name="Text Box 12">
                <a:extLst>
                  <a:ext uri="{FF2B5EF4-FFF2-40B4-BE49-F238E27FC236}">
                    <a16:creationId xmlns:a16="http://schemas.microsoft.com/office/drawing/2014/main" id="{5E243A81-D213-4A12-B2B3-CF9668DBB7C4}"/>
                  </a:ext>
                </a:extLst>
              </p:cNvPr>
              <p:cNvSpPr txBox="1">
                <a:spLocks noChangeArrowheads="1"/>
              </p:cNvSpPr>
              <p:nvPr/>
            </p:nvSpPr>
            <p:spPr bwMode="auto">
              <a:xfrm>
                <a:off x="1232" y="2326"/>
                <a:ext cx="209" cy="26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5400" algn="ctr">
                    <a:solidFill>
                      <a:srgbClr val="000000"/>
                    </a:solidFill>
                    <a:miter lim="800000"/>
                    <a:headEnd/>
                    <a:tailEnd/>
                  </a14:hiddenLine>
                </a:ext>
              </a:extLst>
            </p:spPr>
            <p:txBody>
              <a:bodyPr wrap="none" lIns="54000" tIns="28800" rIns="54000" bIns="28800">
                <a:spAutoFit/>
              </a:bodyPr>
              <a:lstStyle>
                <a:lvl1pPr>
                  <a:spcBef>
                    <a:spcPct val="20000"/>
                  </a:spcBef>
                  <a:buClr>
                    <a:schemeClr val="folHlink"/>
                  </a:buClr>
                  <a:buSzPct val="60000"/>
                  <a:buFont typeface="Wingdings" panose="05000000000000000000" pitchFamily="2" charset="2"/>
                  <a:buChar char="n"/>
                  <a:defRPr sz="3200">
                    <a:solidFill>
                      <a:schemeClr val="tx1"/>
                    </a:solidFill>
                    <a:latin typeface="Times New Roman" panose="02020603050405020304" pitchFamily="18" charset="0"/>
                    <a:ea typeface="黑体" panose="02010609060101010101" pitchFamily="49" charset="-122"/>
                  </a:defRPr>
                </a:lvl1pPr>
                <a:lvl2pPr marL="742950" indent="-285750">
                  <a:spcBef>
                    <a:spcPct val="20000"/>
                  </a:spcBef>
                  <a:buClr>
                    <a:schemeClr val="hlink"/>
                  </a:buClr>
                  <a:buSzPct val="55000"/>
                  <a:buFont typeface="Wingdings" panose="05000000000000000000" pitchFamily="2" charset="2"/>
                  <a:buChar char="n"/>
                  <a:defRPr sz="2800">
                    <a:solidFill>
                      <a:schemeClr val="tx1"/>
                    </a:solidFill>
                    <a:latin typeface="Times New Roman" panose="02020603050405020304" pitchFamily="18" charset="0"/>
                    <a:ea typeface="黑体" panose="02010609060101010101" pitchFamily="49" charset="-122"/>
                  </a:defRPr>
                </a:lvl2pPr>
                <a:lvl3pPr marL="1143000" indent="-228600">
                  <a:spcBef>
                    <a:spcPct val="20000"/>
                  </a:spcBef>
                  <a:buClr>
                    <a:schemeClr val="folHlink"/>
                  </a:buClr>
                  <a:buSzPct val="50000"/>
                  <a:buFont typeface="Wingdings" panose="05000000000000000000" pitchFamily="2" charset="2"/>
                  <a:buChar char="n"/>
                  <a:defRPr sz="2400">
                    <a:solidFill>
                      <a:schemeClr val="tx1"/>
                    </a:solidFill>
                    <a:latin typeface="Times New Roman" panose="02020603050405020304" pitchFamily="18" charset="0"/>
                    <a:ea typeface="黑体" panose="02010609060101010101" pitchFamily="49" charset="-122"/>
                  </a:defRPr>
                </a:lvl3pPr>
                <a:lvl4pPr marL="1600200" indent="-228600">
                  <a:spcBef>
                    <a:spcPct val="20000"/>
                  </a:spcBef>
                  <a:buClr>
                    <a:schemeClr val="accent2"/>
                  </a:buClr>
                  <a:buSzPct val="55000"/>
                  <a:buFont typeface="Wingdings" panose="05000000000000000000" pitchFamily="2" charset="2"/>
                  <a:buChar char="n"/>
                  <a:defRPr sz="2000">
                    <a:solidFill>
                      <a:schemeClr val="tx1"/>
                    </a:solidFill>
                    <a:latin typeface="Times New Roman" panose="02020603050405020304" pitchFamily="18" charset="0"/>
                    <a:ea typeface="黑体" panose="02010609060101010101" pitchFamily="49" charset="-122"/>
                  </a:defRPr>
                </a:lvl4pPr>
                <a:lvl5pPr marL="2057400" indent="-228600">
                  <a:spcBef>
                    <a:spcPct val="20000"/>
                  </a:spcBef>
                  <a:buClr>
                    <a:schemeClr val="accent1"/>
                  </a:buClr>
                  <a:buSzPct val="50000"/>
                  <a:buFont typeface="Wingdings" panose="05000000000000000000" pitchFamily="2" charset="2"/>
                  <a:buChar char="n"/>
                  <a:defRPr sz="2000">
                    <a:solidFill>
                      <a:schemeClr val="tx1"/>
                    </a:solidFill>
                    <a:latin typeface="Times New Roman" panose="02020603050405020304" pitchFamily="18"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imes New Roman" panose="02020603050405020304" pitchFamily="18"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imes New Roman" panose="02020603050405020304" pitchFamily="18"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imes New Roman" panose="02020603050405020304" pitchFamily="18"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imes New Roman" panose="02020603050405020304" pitchFamily="18" charset="0"/>
                    <a:ea typeface="黑体" panose="02010609060101010101" pitchFamily="49" charset="-122"/>
                  </a:defRPr>
                </a:lvl9pPr>
              </a:lstStyle>
              <a:p>
                <a:pPr algn="just">
                  <a:spcBef>
                    <a:spcPct val="0"/>
                  </a:spcBef>
                  <a:buClrTx/>
                  <a:buSzTx/>
                  <a:buFontTx/>
                  <a:buNone/>
                </a:pPr>
                <a:r>
                  <a:rPr lang="en-US" altLang="zh-CN" sz="2400">
                    <a:solidFill>
                      <a:srgbClr val="000000"/>
                    </a:solidFill>
                    <a:ea typeface="宋体" panose="02010600030101010101" pitchFamily="2" charset="-122"/>
                  </a:rPr>
                  <a:t>A</a:t>
                </a:r>
              </a:p>
            </p:txBody>
          </p:sp>
          <p:sp>
            <p:nvSpPr>
              <p:cNvPr id="80922" name="Rectangle 13">
                <a:extLst>
                  <a:ext uri="{FF2B5EF4-FFF2-40B4-BE49-F238E27FC236}">
                    <a16:creationId xmlns:a16="http://schemas.microsoft.com/office/drawing/2014/main" id="{83DC7982-FD0E-4777-970A-EA7F935EBD3B}"/>
                  </a:ext>
                </a:extLst>
              </p:cNvPr>
              <p:cNvSpPr>
                <a:spLocks noChangeArrowheads="1"/>
              </p:cNvSpPr>
              <p:nvPr/>
            </p:nvSpPr>
            <p:spPr bwMode="auto">
              <a:xfrm>
                <a:off x="1152" y="2304"/>
                <a:ext cx="384" cy="336"/>
              </a:xfrm>
              <a:prstGeom prst="rect">
                <a:avLst/>
              </a:prstGeom>
              <a:noFill/>
              <a:ln w="25400" algn="ctr">
                <a:solidFill>
                  <a:srgbClr val="008000"/>
                </a:solidFill>
                <a:miter lim="800000"/>
                <a:headEnd/>
                <a:tailEnd/>
              </a:ln>
              <a:extLst>
                <a:ext uri="{909E8E84-426E-40DD-AFC4-6F175D3DCCD1}">
                  <a14:hiddenFill xmlns:a14="http://schemas.microsoft.com/office/drawing/2010/main">
                    <a:solidFill>
                      <a:srgbClr val="FFFFFF"/>
                    </a:solidFill>
                  </a14:hiddenFill>
                </a:ext>
              </a:extLst>
            </p:spPr>
            <p:txBody>
              <a:bodyPr wrap="none" lIns="54000" tIns="28800" rIns="54000" bIns="28800" anchor="ctr"/>
              <a:lstStyle>
                <a:lvl1pPr>
                  <a:spcBef>
                    <a:spcPct val="20000"/>
                  </a:spcBef>
                  <a:buClr>
                    <a:schemeClr val="folHlink"/>
                  </a:buClr>
                  <a:buSzPct val="60000"/>
                  <a:buFont typeface="Wingdings" panose="05000000000000000000" pitchFamily="2" charset="2"/>
                  <a:buChar char="n"/>
                  <a:defRPr sz="3200">
                    <a:solidFill>
                      <a:schemeClr val="tx1"/>
                    </a:solidFill>
                    <a:latin typeface="Times New Roman" panose="02020603050405020304" pitchFamily="18" charset="0"/>
                    <a:ea typeface="黑体" panose="02010609060101010101" pitchFamily="49" charset="-122"/>
                  </a:defRPr>
                </a:lvl1pPr>
                <a:lvl2pPr marL="742950" indent="-285750">
                  <a:spcBef>
                    <a:spcPct val="20000"/>
                  </a:spcBef>
                  <a:buClr>
                    <a:schemeClr val="hlink"/>
                  </a:buClr>
                  <a:buSzPct val="55000"/>
                  <a:buFont typeface="Wingdings" panose="05000000000000000000" pitchFamily="2" charset="2"/>
                  <a:buChar char="n"/>
                  <a:defRPr sz="2800">
                    <a:solidFill>
                      <a:schemeClr val="tx1"/>
                    </a:solidFill>
                    <a:latin typeface="Times New Roman" panose="02020603050405020304" pitchFamily="18" charset="0"/>
                    <a:ea typeface="黑体" panose="02010609060101010101" pitchFamily="49" charset="-122"/>
                  </a:defRPr>
                </a:lvl2pPr>
                <a:lvl3pPr marL="1143000" indent="-228600">
                  <a:spcBef>
                    <a:spcPct val="20000"/>
                  </a:spcBef>
                  <a:buClr>
                    <a:schemeClr val="folHlink"/>
                  </a:buClr>
                  <a:buSzPct val="50000"/>
                  <a:buFont typeface="Wingdings" panose="05000000000000000000" pitchFamily="2" charset="2"/>
                  <a:buChar char="n"/>
                  <a:defRPr sz="2400">
                    <a:solidFill>
                      <a:schemeClr val="tx1"/>
                    </a:solidFill>
                    <a:latin typeface="Times New Roman" panose="02020603050405020304" pitchFamily="18" charset="0"/>
                    <a:ea typeface="黑体" panose="02010609060101010101" pitchFamily="49" charset="-122"/>
                  </a:defRPr>
                </a:lvl3pPr>
                <a:lvl4pPr marL="1600200" indent="-228600">
                  <a:spcBef>
                    <a:spcPct val="20000"/>
                  </a:spcBef>
                  <a:buClr>
                    <a:schemeClr val="accent2"/>
                  </a:buClr>
                  <a:buSzPct val="55000"/>
                  <a:buFont typeface="Wingdings" panose="05000000000000000000" pitchFamily="2" charset="2"/>
                  <a:buChar char="n"/>
                  <a:defRPr sz="2000">
                    <a:solidFill>
                      <a:schemeClr val="tx1"/>
                    </a:solidFill>
                    <a:latin typeface="Times New Roman" panose="02020603050405020304" pitchFamily="18" charset="0"/>
                    <a:ea typeface="黑体" panose="02010609060101010101" pitchFamily="49" charset="-122"/>
                  </a:defRPr>
                </a:lvl4pPr>
                <a:lvl5pPr marL="2057400" indent="-228600">
                  <a:spcBef>
                    <a:spcPct val="20000"/>
                  </a:spcBef>
                  <a:buClr>
                    <a:schemeClr val="accent1"/>
                  </a:buClr>
                  <a:buSzPct val="50000"/>
                  <a:buFont typeface="Wingdings" panose="05000000000000000000" pitchFamily="2" charset="2"/>
                  <a:buChar char="n"/>
                  <a:defRPr sz="2000">
                    <a:solidFill>
                      <a:schemeClr val="tx1"/>
                    </a:solidFill>
                    <a:latin typeface="Times New Roman" panose="02020603050405020304" pitchFamily="18"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imes New Roman" panose="02020603050405020304" pitchFamily="18"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imes New Roman" panose="02020603050405020304" pitchFamily="18"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imes New Roman" panose="02020603050405020304" pitchFamily="18"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imes New Roman" panose="02020603050405020304" pitchFamily="18" charset="0"/>
                    <a:ea typeface="黑体" panose="02010609060101010101" pitchFamily="49" charset="-122"/>
                  </a:defRPr>
                </a:lvl9pPr>
              </a:lstStyle>
              <a:p>
                <a:pPr algn="just">
                  <a:spcBef>
                    <a:spcPct val="0"/>
                  </a:spcBef>
                  <a:buClrTx/>
                  <a:buSzTx/>
                  <a:buFontTx/>
                  <a:buNone/>
                </a:pPr>
                <a:endParaRPr lang="zh-CN" altLang="en-US" sz="2400">
                  <a:solidFill>
                    <a:srgbClr val="000000"/>
                  </a:solidFill>
                  <a:ea typeface="宋体" panose="02010600030101010101" pitchFamily="2" charset="-122"/>
                </a:endParaRPr>
              </a:p>
            </p:txBody>
          </p:sp>
          <p:sp>
            <p:nvSpPr>
              <p:cNvPr id="80923" name="Rectangle 14">
                <a:extLst>
                  <a:ext uri="{FF2B5EF4-FFF2-40B4-BE49-F238E27FC236}">
                    <a16:creationId xmlns:a16="http://schemas.microsoft.com/office/drawing/2014/main" id="{345953F8-A889-4DAA-84CF-88BE981B5380}"/>
                  </a:ext>
                </a:extLst>
              </p:cNvPr>
              <p:cNvSpPr>
                <a:spLocks noChangeArrowheads="1"/>
              </p:cNvSpPr>
              <p:nvPr/>
            </p:nvSpPr>
            <p:spPr bwMode="auto">
              <a:xfrm>
                <a:off x="1152" y="3312"/>
                <a:ext cx="384" cy="288"/>
              </a:xfrm>
              <a:prstGeom prst="rect">
                <a:avLst/>
              </a:prstGeom>
              <a:noFill/>
              <a:ln w="25400" algn="ctr">
                <a:solidFill>
                  <a:srgbClr val="008000"/>
                </a:solidFill>
                <a:miter lim="800000"/>
                <a:headEnd/>
                <a:tailEnd/>
              </a:ln>
              <a:extLst>
                <a:ext uri="{909E8E84-426E-40DD-AFC4-6F175D3DCCD1}">
                  <a14:hiddenFill xmlns:a14="http://schemas.microsoft.com/office/drawing/2010/main">
                    <a:solidFill>
                      <a:srgbClr val="FFFFFF"/>
                    </a:solidFill>
                  </a14:hiddenFill>
                </a:ext>
              </a:extLst>
            </p:spPr>
            <p:txBody>
              <a:bodyPr wrap="none" lIns="54000" tIns="28800" rIns="54000" bIns="28800" anchor="ctr"/>
              <a:lstStyle>
                <a:lvl1pPr>
                  <a:spcBef>
                    <a:spcPct val="20000"/>
                  </a:spcBef>
                  <a:buClr>
                    <a:schemeClr val="folHlink"/>
                  </a:buClr>
                  <a:buSzPct val="60000"/>
                  <a:buFont typeface="Wingdings" panose="05000000000000000000" pitchFamily="2" charset="2"/>
                  <a:buChar char="n"/>
                  <a:defRPr sz="3200">
                    <a:solidFill>
                      <a:schemeClr val="tx1"/>
                    </a:solidFill>
                    <a:latin typeface="Times New Roman" panose="02020603050405020304" pitchFamily="18" charset="0"/>
                    <a:ea typeface="黑体" panose="02010609060101010101" pitchFamily="49" charset="-122"/>
                  </a:defRPr>
                </a:lvl1pPr>
                <a:lvl2pPr marL="742950" indent="-285750">
                  <a:spcBef>
                    <a:spcPct val="20000"/>
                  </a:spcBef>
                  <a:buClr>
                    <a:schemeClr val="hlink"/>
                  </a:buClr>
                  <a:buSzPct val="55000"/>
                  <a:buFont typeface="Wingdings" panose="05000000000000000000" pitchFamily="2" charset="2"/>
                  <a:buChar char="n"/>
                  <a:defRPr sz="2800">
                    <a:solidFill>
                      <a:schemeClr val="tx1"/>
                    </a:solidFill>
                    <a:latin typeface="Times New Roman" panose="02020603050405020304" pitchFamily="18" charset="0"/>
                    <a:ea typeface="黑体" panose="02010609060101010101" pitchFamily="49" charset="-122"/>
                  </a:defRPr>
                </a:lvl2pPr>
                <a:lvl3pPr marL="1143000" indent="-228600">
                  <a:spcBef>
                    <a:spcPct val="20000"/>
                  </a:spcBef>
                  <a:buClr>
                    <a:schemeClr val="folHlink"/>
                  </a:buClr>
                  <a:buSzPct val="50000"/>
                  <a:buFont typeface="Wingdings" panose="05000000000000000000" pitchFamily="2" charset="2"/>
                  <a:buChar char="n"/>
                  <a:defRPr sz="2400">
                    <a:solidFill>
                      <a:schemeClr val="tx1"/>
                    </a:solidFill>
                    <a:latin typeface="Times New Roman" panose="02020603050405020304" pitchFamily="18" charset="0"/>
                    <a:ea typeface="黑体" panose="02010609060101010101" pitchFamily="49" charset="-122"/>
                  </a:defRPr>
                </a:lvl3pPr>
                <a:lvl4pPr marL="1600200" indent="-228600">
                  <a:spcBef>
                    <a:spcPct val="20000"/>
                  </a:spcBef>
                  <a:buClr>
                    <a:schemeClr val="accent2"/>
                  </a:buClr>
                  <a:buSzPct val="55000"/>
                  <a:buFont typeface="Wingdings" panose="05000000000000000000" pitchFamily="2" charset="2"/>
                  <a:buChar char="n"/>
                  <a:defRPr sz="2000">
                    <a:solidFill>
                      <a:schemeClr val="tx1"/>
                    </a:solidFill>
                    <a:latin typeface="Times New Roman" panose="02020603050405020304" pitchFamily="18" charset="0"/>
                    <a:ea typeface="黑体" panose="02010609060101010101" pitchFamily="49" charset="-122"/>
                  </a:defRPr>
                </a:lvl4pPr>
                <a:lvl5pPr marL="2057400" indent="-228600">
                  <a:spcBef>
                    <a:spcPct val="20000"/>
                  </a:spcBef>
                  <a:buClr>
                    <a:schemeClr val="accent1"/>
                  </a:buClr>
                  <a:buSzPct val="50000"/>
                  <a:buFont typeface="Wingdings" panose="05000000000000000000" pitchFamily="2" charset="2"/>
                  <a:buChar char="n"/>
                  <a:defRPr sz="2000">
                    <a:solidFill>
                      <a:schemeClr val="tx1"/>
                    </a:solidFill>
                    <a:latin typeface="Times New Roman" panose="02020603050405020304" pitchFamily="18"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imes New Roman" panose="02020603050405020304" pitchFamily="18"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imes New Roman" panose="02020603050405020304" pitchFamily="18"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imes New Roman" panose="02020603050405020304" pitchFamily="18"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imes New Roman" panose="02020603050405020304" pitchFamily="18" charset="0"/>
                    <a:ea typeface="黑体" panose="02010609060101010101" pitchFamily="49" charset="-122"/>
                  </a:defRPr>
                </a:lvl9pPr>
              </a:lstStyle>
              <a:p>
                <a:pPr algn="ctr">
                  <a:spcBef>
                    <a:spcPct val="0"/>
                  </a:spcBef>
                  <a:buClrTx/>
                  <a:buSzTx/>
                  <a:buFontTx/>
                  <a:buNone/>
                </a:pPr>
                <a:r>
                  <a:rPr lang="en-US" altLang="zh-CN" sz="2400">
                    <a:solidFill>
                      <a:srgbClr val="000000"/>
                    </a:solidFill>
                    <a:ea typeface="宋体" panose="02010600030101010101" pitchFamily="2" charset="-122"/>
                  </a:rPr>
                  <a:t>$</a:t>
                </a:r>
              </a:p>
            </p:txBody>
          </p:sp>
        </p:grpSp>
        <p:sp>
          <p:nvSpPr>
            <p:cNvPr id="80915" name="Text Box 15">
              <a:extLst>
                <a:ext uri="{FF2B5EF4-FFF2-40B4-BE49-F238E27FC236}">
                  <a16:creationId xmlns:a16="http://schemas.microsoft.com/office/drawing/2014/main" id="{A71C5983-ADA2-483D-B11B-469CBA19F4E8}"/>
                </a:ext>
              </a:extLst>
            </p:cNvPr>
            <p:cNvSpPr txBox="1">
              <a:spLocks noChangeArrowheads="1"/>
            </p:cNvSpPr>
            <p:nvPr/>
          </p:nvSpPr>
          <p:spPr bwMode="auto">
            <a:xfrm>
              <a:off x="1199" y="2160"/>
              <a:ext cx="295" cy="30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5400" algn="ctr">
                  <a:solidFill>
                    <a:srgbClr val="000000"/>
                  </a:solidFill>
                  <a:miter lim="800000"/>
                  <a:headEnd/>
                  <a:tailEnd/>
                </a14:hiddenLine>
              </a:ext>
            </a:extLst>
          </p:spPr>
          <p:txBody>
            <a:bodyPr wrap="none" lIns="54000" tIns="28800" rIns="54000" bIns="28800">
              <a:spAutoFit/>
            </a:bodyPr>
            <a:lstStyle>
              <a:lvl1pPr>
                <a:spcBef>
                  <a:spcPct val="20000"/>
                </a:spcBef>
                <a:buClr>
                  <a:schemeClr val="folHlink"/>
                </a:buClr>
                <a:buSzPct val="60000"/>
                <a:buFont typeface="Wingdings" panose="05000000000000000000" pitchFamily="2" charset="2"/>
                <a:buChar char="n"/>
                <a:defRPr sz="3200">
                  <a:solidFill>
                    <a:schemeClr val="tx1"/>
                  </a:solidFill>
                  <a:latin typeface="Times New Roman" panose="02020603050405020304" pitchFamily="18" charset="0"/>
                  <a:ea typeface="黑体" panose="02010609060101010101" pitchFamily="49" charset="-122"/>
                </a:defRPr>
              </a:lvl1pPr>
              <a:lvl2pPr marL="742950" indent="-285750">
                <a:spcBef>
                  <a:spcPct val="20000"/>
                </a:spcBef>
                <a:buClr>
                  <a:schemeClr val="hlink"/>
                </a:buClr>
                <a:buSzPct val="55000"/>
                <a:buFont typeface="Wingdings" panose="05000000000000000000" pitchFamily="2" charset="2"/>
                <a:buChar char="n"/>
                <a:defRPr sz="2800">
                  <a:solidFill>
                    <a:schemeClr val="tx1"/>
                  </a:solidFill>
                  <a:latin typeface="Times New Roman" panose="02020603050405020304" pitchFamily="18" charset="0"/>
                  <a:ea typeface="黑体" panose="02010609060101010101" pitchFamily="49" charset="-122"/>
                </a:defRPr>
              </a:lvl2pPr>
              <a:lvl3pPr marL="1143000" indent="-228600">
                <a:spcBef>
                  <a:spcPct val="20000"/>
                </a:spcBef>
                <a:buClr>
                  <a:schemeClr val="folHlink"/>
                </a:buClr>
                <a:buSzPct val="50000"/>
                <a:buFont typeface="Wingdings" panose="05000000000000000000" pitchFamily="2" charset="2"/>
                <a:buChar char="n"/>
                <a:defRPr sz="2400">
                  <a:solidFill>
                    <a:schemeClr val="tx1"/>
                  </a:solidFill>
                  <a:latin typeface="Times New Roman" panose="02020603050405020304" pitchFamily="18" charset="0"/>
                  <a:ea typeface="黑体" panose="02010609060101010101" pitchFamily="49" charset="-122"/>
                </a:defRPr>
              </a:lvl3pPr>
              <a:lvl4pPr marL="1600200" indent="-228600">
                <a:spcBef>
                  <a:spcPct val="20000"/>
                </a:spcBef>
                <a:buClr>
                  <a:schemeClr val="accent2"/>
                </a:buClr>
                <a:buSzPct val="55000"/>
                <a:buFont typeface="Wingdings" panose="05000000000000000000" pitchFamily="2" charset="2"/>
                <a:buChar char="n"/>
                <a:defRPr sz="2000">
                  <a:solidFill>
                    <a:schemeClr val="tx1"/>
                  </a:solidFill>
                  <a:latin typeface="Times New Roman" panose="02020603050405020304" pitchFamily="18" charset="0"/>
                  <a:ea typeface="黑体" panose="02010609060101010101" pitchFamily="49" charset="-122"/>
                </a:defRPr>
              </a:lvl4pPr>
              <a:lvl5pPr marL="2057400" indent="-228600">
                <a:spcBef>
                  <a:spcPct val="20000"/>
                </a:spcBef>
                <a:buClr>
                  <a:schemeClr val="accent1"/>
                </a:buClr>
                <a:buSzPct val="50000"/>
                <a:buFont typeface="Wingdings" panose="05000000000000000000" pitchFamily="2" charset="2"/>
                <a:buChar char="n"/>
                <a:defRPr sz="2000">
                  <a:solidFill>
                    <a:schemeClr val="tx1"/>
                  </a:solidFill>
                  <a:latin typeface="Times New Roman" panose="02020603050405020304" pitchFamily="18"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imes New Roman" panose="02020603050405020304" pitchFamily="18"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imes New Roman" panose="02020603050405020304" pitchFamily="18"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imes New Roman" panose="02020603050405020304" pitchFamily="18"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imes New Roman" panose="02020603050405020304" pitchFamily="18" charset="0"/>
                  <a:ea typeface="黑体" panose="02010609060101010101" pitchFamily="49" charset="-122"/>
                </a:defRPr>
              </a:lvl9pPr>
            </a:lstStyle>
            <a:p>
              <a:pPr algn="just">
                <a:spcBef>
                  <a:spcPct val="0"/>
                </a:spcBef>
                <a:buClrTx/>
                <a:buSzTx/>
                <a:buFontTx/>
                <a:buNone/>
              </a:pPr>
              <a:r>
                <a:rPr lang="zh-CN" altLang="en-US" sz="2800" b="0">
                  <a:solidFill>
                    <a:srgbClr val="000000"/>
                  </a:solidFill>
                </a:rPr>
                <a:t>栈</a:t>
              </a:r>
            </a:p>
          </p:txBody>
        </p:sp>
      </p:grpSp>
      <p:sp>
        <p:nvSpPr>
          <p:cNvPr id="80901" name="Line 26">
            <a:extLst>
              <a:ext uri="{FF2B5EF4-FFF2-40B4-BE49-F238E27FC236}">
                <a16:creationId xmlns:a16="http://schemas.microsoft.com/office/drawing/2014/main" id="{E46D4CE0-A584-4224-92C9-FD06D293C62B}"/>
              </a:ext>
            </a:extLst>
          </p:cNvPr>
          <p:cNvSpPr>
            <a:spLocks noChangeShapeType="1"/>
          </p:cNvSpPr>
          <p:nvPr/>
        </p:nvSpPr>
        <p:spPr bwMode="auto">
          <a:xfrm flipV="1">
            <a:off x="5562600" y="3165764"/>
            <a:ext cx="0" cy="609600"/>
          </a:xfrm>
          <a:prstGeom prst="line">
            <a:avLst/>
          </a:prstGeom>
          <a:noFill/>
          <a:ln w="25400">
            <a:solidFill>
              <a:srgbClr val="008000"/>
            </a:solidFill>
            <a:round/>
            <a:headEnd/>
            <a:tailEnd type="triangle" w="med" len="med"/>
          </a:ln>
          <a:extLst>
            <a:ext uri="{909E8E84-426E-40DD-AFC4-6F175D3DCCD1}">
              <a14:hiddenFill xmlns:a14="http://schemas.microsoft.com/office/drawing/2010/main">
                <a:noFill/>
              </a14:hiddenFill>
            </a:ext>
          </a:extLst>
        </p:spPr>
        <p:txBody>
          <a:bodyPr lIns="54000" tIns="28800" rIns="54000" bIns="28800"/>
          <a:lstStyle/>
          <a:p>
            <a:endParaRPr lang="zh-CN" altLang="en-US"/>
          </a:p>
        </p:txBody>
      </p:sp>
      <p:grpSp>
        <p:nvGrpSpPr>
          <p:cNvPr id="80902" name="Group 29">
            <a:extLst>
              <a:ext uri="{FF2B5EF4-FFF2-40B4-BE49-F238E27FC236}">
                <a16:creationId xmlns:a16="http://schemas.microsoft.com/office/drawing/2014/main" id="{2862B036-0413-4919-A15F-AFE9D591D8AB}"/>
              </a:ext>
            </a:extLst>
          </p:cNvPr>
          <p:cNvGrpSpPr>
            <a:grpSpLocks/>
          </p:cNvGrpSpPr>
          <p:nvPr/>
        </p:nvGrpSpPr>
        <p:grpSpPr bwMode="auto">
          <a:xfrm>
            <a:off x="3352800" y="2632364"/>
            <a:ext cx="4572000" cy="536575"/>
            <a:chOff x="2112" y="2064"/>
            <a:chExt cx="2880" cy="338"/>
          </a:xfrm>
        </p:grpSpPr>
        <p:grpSp>
          <p:nvGrpSpPr>
            <p:cNvPr id="80905" name="Group 18">
              <a:extLst>
                <a:ext uri="{FF2B5EF4-FFF2-40B4-BE49-F238E27FC236}">
                  <a16:creationId xmlns:a16="http://schemas.microsoft.com/office/drawing/2014/main" id="{9F9FC9C1-43D9-4B5B-8426-0C9D181B33BE}"/>
                </a:ext>
              </a:extLst>
            </p:cNvPr>
            <p:cNvGrpSpPr>
              <a:grpSpLocks/>
            </p:cNvGrpSpPr>
            <p:nvPr/>
          </p:nvGrpSpPr>
          <p:grpSpPr bwMode="auto">
            <a:xfrm>
              <a:off x="2736" y="2064"/>
              <a:ext cx="2256" cy="338"/>
              <a:chOff x="2736" y="1728"/>
              <a:chExt cx="2256" cy="338"/>
            </a:xfrm>
          </p:grpSpPr>
          <p:sp>
            <p:nvSpPr>
              <p:cNvPr id="80907" name="Line 19">
                <a:extLst>
                  <a:ext uri="{FF2B5EF4-FFF2-40B4-BE49-F238E27FC236}">
                    <a16:creationId xmlns:a16="http://schemas.microsoft.com/office/drawing/2014/main" id="{535C64A5-22C4-424E-80F1-56980342CEA9}"/>
                  </a:ext>
                </a:extLst>
              </p:cNvPr>
              <p:cNvSpPr>
                <a:spLocks noChangeShapeType="1"/>
              </p:cNvSpPr>
              <p:nvPr/>
            </p:nvSpPr>
            <p:spPr bwMode="auto">
              <a:xfrm>
                <a:off x="2736" y="1728"/>
                <a:ext cx="2256" cy="0"/>
              </a:xfrm>
              <a:prstGeom prst="line">
                <a:avLst/>
              </a:prstGeom>
              <a:noFill/>
              <a:ln w="25400">
                <a:solidFill>
                  <a:srgbClr val="008000"/>
                </a:solidFill>
                <a:round/>
                <a:headEnd/>
                <a:tailEnd/>
              </a:ln>
              <a:extLst>
                <a:ext uri="{909E8E84-426E-40DD-AFC4-6F175D3DCCD1}">
                  <a14:hiddenFill xmlns:a14="http://schemas.microsoft.com/office/drawing/2010/main">
                    <a:noFill/>
                  </a14:hiddenFill>
                </a:ext>
              </a:extLst>
            </p:spPr>
            <p:txBody>
              <a:bodyPr lIns="54000" tIns="28800" rIns="54000" bIns="28800"/>
              <a:lstStyle/>
              <a:p>
                <a:endParaRPr lang="zh-CN" altLang="en-US"/>
              </a:p>
            </p:txBody>
          </p:sp>
          <p:sp>
            <p:nvSpPr>
              <p:cNvPr id="80908" name="Line 20">
                <a:extLst>
                  <a:ext uri="{FF2B5EF4-FFF2-40B4-BE49-F238E27FC236}">
                    <a16:creationId xmlns:a16="http://schemas.microsoft.com/office/drawing/2014/main" id="{2EB8297D-724F-4DE5-A210-1925354F2EF1}"/>
                  </a:ext>
                </a:extLst>
              </p:cNvPr>
              <p:cNvSpPr>
                <a:spLocks noChangeShapeType="1"/>
              </p:cNvSpPr>
              <p:nvPr/>
            </p:nvSpPr>
            <p:spPr bwMode="auto">
              <a:xfrm>
                <a:off x="2736" y="2066"/>
                <a:ext cx="2256" cy="0"/>
              </a:xfrm>
              <a:prstGeom prst="line">
                <a:avLst/>
              </a:prstGeom>
              <a:noFill/>
              <a:ln w="25400">
                <a:solidFill>
                  <a:srgbClr val="008000"/>
                </a:solidFill>
                <a:round/>
                <a:headEnd/>
                <a:tailEnd/>
              </a:ln>
              <a:extLst>
                <a:ext uri="{909E8E84-426E-40DD-AFC4-6F175D3DCCD1}">
                  <a14:hiddenFill xmlns:a14="http://schemas.microsoft.com/office/drawing/2010/main">
                    <a:noFill/>
                  </a14:hiddenFill>
                </a:ext>
              </a:extLst>
            </p:spPr>
            <p:txBody>
              <a:bodyPr lIns="54000" tIns="28800" rIns="54000" bIns="28800"/>
              <a:lstStyle/>
              <a:p>
                <a:endParaRPr lang="zh-CN" altLang="en-US"/>
              </a:p>
            </p:txBody>
          </p:sp>
          <p:sp>
            <p:nvSpPr>
              <p:cNvPr id="80909" name="Rectangle 21">
                <a:extLst>
                  <a:ext uri="{FF2B5EF4-FFF2-40B4-BE49-F238E27FC236}">
                    <a16:creationId xmlns:a16="http://schemas.microsoft.com/office/drawing/2014/main" id="{51A2891A-782E-4401-97C1-DE1CBCAF0C90}"/>
                  </a:ext>
                </a:extLst>
              </p:cNvPr>
              <p:cNvSpPr>
                <a:spLocks noChangeArrowheads="1"/>
              </p:cNvSpPr>
              <p:nvPr/>
            </p:nvSpPr>
            <p:spPr bwMode="auto">
              <a:xfrm>
                <a:off x="2928" y="1728"/>
                <a:ext cx="384" cy="336"/>
              </a:xfrm>
              <a:prstGeom prst="rect">
                <a:avLst/>
              </a:prstGeom>
              <a:noFill/>
              <a:ln w="25400" algn="ctr">
                <a:solidFill>
                  <a:srgbClr val="008000"/>
                </a:solidFill>
                <a:miter lim="800000"/>
                <a:headEnd/>
                <a:tailEnd/>
              </a:ln>
              <a:extLst>
                <a:ext uri="{909E8E84-426E-40DD-AFC4-6F175D3DCCD1}">
                  <a14:hiddenFill xmlns:a14="http://schemas.microsoft.com/office/drawing/2010/main">
                    <a:solidFill>
                      <a:srgbClr val="FFFFFF"/>
                    </a:solidFill>
                  </a14:hiddenFill>
                </a:ext>
              </a:extLst>
            </p:spPr>
            <p:txBody>
              <a:bodyPr wrap="none" lIns="54000" tIns="28800" rIns="54000" bIns="28800" anchor="ctr"/>
              <a:lstStyle>
                <a:lvl1pPr>
                  <a:spcBef>
                    <a:spcPct val="20000"/>
                  </a:spcBef>
                  <a:buClr>
                    <a:schemeClr val="folHlink"/>
                  </a:buClr>
                  <a:buSzPct val="60000"/>
                  <a:buFont typeface="Wingdings" panose="05000000000000000000" pitchFamily="2" charset="2"/>
                  <a:buChar char="n"/>
                  <a:defRPr sz="3200">
                    <a:solidFill>
                      <a:schemeClr val="tx1"/>
                    </a:solidFill>
                    <a:latin typeface="Times New Roman" panose="02020603050405020304" pitchFamily="18" charset="0"/>
                    <a:ea typeface="黑体" panose="02010609060101010101" pitchFamily="49" charset="-122"/>
                  </a:defRPr>
                </a:lvl1pPr>
                <a:lvl2pPr marL="742950" indent="-285750">
                  <a:spcBef>
                    <a:spcPct val="20000"/>
                  </a:spcBef>
                  <a:buClr>
                    <a:schemeClr val="hlink"/>
                  </a:buClr>
                  <a:buSzPct val="55000"/>
                  <a:buFont typeface="Wingdings" panose="05000000000000000000" pitchFamily="2" charset="2"/>
                  <a:buChar char="n"/>
                  <a:defRPr sz="2800">
                    <a:solidFill>
                      <a:schemeClr val="tx1"/>
                    </a:solidFill>
                    <a:latin typeface="Times New Roman" panose="02020603050405020304" pitchFamily="18" charset="0"/>
                    <a:ea typeface="黑体" panose="02010609060101010101" pitchFamily="49" charset="-122"/>
                  </a:defRPr>
                </a:lvl2pPr>
                <a:lvl3pPr marL="1143000" indent="-228600">
                  <a:spcBef>
                    <a:spcPct val="20000"/>
                  </a:spcBef>
                  <a:buClr>
                    <a:schemeClr val="folHlink"/>
                  </a:buClr>
                  <a:buSzPct val="50000"/>
                  <a:buFont typeface="Wingdings" panose="05000000000000000000" pitchFamily="2" charset="2"/>
                  <a:buChar char="n"/>
                  <a:defRPr sz="2400">
                    <a:solidFill>
                      <a:schemeClr val="tx1"/>
                    </a:solidFill>
                    <a:latin typeface="Times New Roman" panose="02020603050405020304" pitchFamily="18" charset="0"/>
                    <a:ea typeface="黑体" panose="02010609060101010101" pitchFamily="49" charset="-122"/>
                  </a:defRPr>
                </a:lvl3pPr>
                <a:lvl4pPr marL="1600200" indent="-228600">
                  <a:spcBef>
                    <a:spcPct val="20000"/>
                  </a:spcBef>
                  <a:buClr>
                    <a:schemeClr val="accent2"/>
                  </a:buClr>
                  <a:buSzPct val="55000"/>
                  <a:buFont typeface="Wingdings" panose="05000000000000000000" pitchFamily="2" charset="2"/>
                  <a:buChar char="n"/>
                  <a:defRPr sz="2000">
                    <a:solidFill>
                      <a:schemeClr val="tx1"/>
                    </a:solidFill>
                    <a:latin typeface="Times New Roman" panose="02020603050405020304" pitchFamily="18" charset="0"/>
                    <a:ea typeface="黑体" panose="02010609060101010101" pitchFamily="49" charset="-122"/>
                  </a:defRPr>
                </a:lvl4pPr>
                <a:lvl5pPr marL="2057400" indent="-228600">
                  <a:spcBef>
                    <a:spcPct val="20000"/>
                  </a:spcBef>
                  <a:buClr>
                    <a:schemeClr val="accent1"/>
                  </a:buClr>
                  <a:buSzPct val="50000"/>
                  <a:buFont typeface="Wingdings" panose="05000000000000000000" pitchFamily="2" charset="2"/>
                  <a:buChar char="n"/>
                  <a:defRPr sz="2000">
                    <a:solidFill>
                      <a:schemeClr val="tx1"/>
                    </a:solidFill>
                    <a:latin typeface="Times New Roman" panose="02020603050405020304" pitchFamily="18"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imes New Roman" panose="02020603050405020304" pitchFamily="18"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imes New Roman" panose="02020603050405020304" pitchFamily="18"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imes New Roman" panose="02020603050405020304" pitchFamily="18"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imes New Roman" panose="02020603050405020304" pitchFamily="18" charset="0"/>
                    <a:ea typeface="黑体" panose="02010609060101010101" pitchFamily="49" charset="-122"/>
                  </a:defRPr>
                </a:lvl9pPr>
              </a:lstStyle>
              <a:p>
                <a:pPr algn="ctr">
                  <a:spcBef>
                    <a:spcPct val="0"/>
                  </a:spcBef>
                  <a:buClrTx/>
                  <a:buSzTx/>
                  <a:buFontTx/>
                  <a:buNone/>
                </a:pPr>
                <a:r>
                  <a:rPr lang="en-US" altLang="zh-CN" sz="2400">
                    <a:solidFill>
                      <a:schemeClr val="bg1">
                        <a:lumMod val="50000"/>
                      </a:schemeClr>
                    </a:solidFill>
                    <a:ea typeface="宋体" panose="02010600030101010101" pitchFamily="2" charset="-122"/>
                  </a:rPr>
                  <a:t>a</a:t>
                </a:r>
              </a:p>
            </p:txBody>
          </p:sp>
          <p:sp>
            <p:nvSpPr>
              <p:cNvPr id="80910" name="Rectangle 22">
                <a:extLst>
                  <a:ext uri="{FF2B5EF4-FFF2-40B4-BE49-F238E27FC236}">
                    <a16:creationId xmlns:a16="http://schemas.microsoft.com/office/drawing/2014/main" id="{E9615F85-81F4-4409-A486-A0F594A33D2B}"/>
                  </a:ext>
                </a:extLst>
              </p:cNvPr>
              <p:cNvSpPr>
                <a:spLocks noChangeArrowheads="1"/>
              </p:cNvSpPr>
              <p:nvPr/>
            </p:nvSpPr>
            <p:spPr bwMode="auto">
              <a:xfrm>
                <a:off x="3312" y="1728"/>
                <a:ext cx="384" cy="336"/>
              </a:xfrm>
              <a:prstGeom prst="rect">
                <a:avLst/>
              </a:prstGeom>
              <a:noFill/>
              <a:ln w="25400" algn="ctr">
                <a:solidFill>
                  <a:srgbClr val="008000"/>
                </a:solidFill>
                <a:miter lim="800000"/>
                <a:headEnd/>
                <a:tailEnd/>
              </a:ln>
              <a:extLst>
                <a:ext uri="{909E8E84-426E-40DD-AFC4-6F175D3DCCD1}">
                  <a14:hiddenFill xmlns:a14="http://schemas.microsoft.com/office/drawing/2010/main">
                    <a:solidFill>
                      <a:srgbClr val="FFFFFF"/>
                    </a:solidFill>
                  </a14:hiddenFill>
                </a:ext>
              </a:extLst>
            </p:spPr>
            <p:txBody>
              <a:bodyPr wrap="none" lIns="54000" tIns="28800" rIns="54000" bIns="28800" anchor="ctr"/>
              <a:lstStyle>
                <a:lvl1pPr>
                  <a:spcBef>
                    <a:spcPct val="20000"/>
                  </a:spcBef>
                  <a:buClr>
                    <a:schemeClr val="folHlink"/>
                  </a:buClr>
                  <a:buSzPct val="60000"/>
                  <a:buFont typeface="Wingdings" panose="05000000000000000000" pitchFamily="2" charset="2"/>
                  <a:buChar char="n"/>
                  <a:defRPr sz="3200">
                    <a:solidFill>
                      <a:schemeClr val="tx1"/>
                    </a:solidFill>
                    <a:latin typeface="Times New Roman" panose="02020603050405020304" pitchFamily="18" charset="0"/>
                    <a:ea typeface="黑体" panose="02010609060101010101" pitchFamily="49" charset="-122"/>
                  </a:defRPr>
                </a:lvl1pPr>
                <a:lvl2pPr marL="742950" indent="-285750">
                  <a:spcBef>
                    <a:spcPct val="20000"/>
                  </a:spcBef>
                  <a:buClr>
                    <a:schemeClr val="hlink"/>
                  </a:buClr>
                  <a:buSzPct val="55000"/>
                  <a:buFont typeface="Wingdings" panose="05000000000000000000" pitchFamily="2" charset="2"/>
                  <a:buChar char="n"/>
                  <a:defRPr sz="2800">
                    <a:solidFill>
                      <a:schemeClr val="tx1"/>
                    </a:solidFill>
                    <a:latin typeface="Times New Roman" panose="02020603050405020304" pitchFamily="18" charset="0"/>
                    <a:ea typeface="黑体" panose="02010609060101010101" pitchFamily="49" charset="-122"/>
                  </a:defRPr>
                </a:lvl2pPr>
                <a:lvl3pPr marL="1143000" indent="-228600">
                  <a:spcBef>
                    <a:spcPct val="20000"/>
                  </a:spcBef>
                  <a:buClr>
                    <a:schemeClr val="folHlink"/>
                  </a:buClr>
                  <a:buSzPct val="50000"/>
                  <a:buFont typeface="Wingdings" panose="05000000000000000000" pitchFamily="2" charset="2"/>
                  <a:buChar char="n"/>
                  <a:defRPr sz="2400">
                    <a:solidFill>
                      <a:schemeClr val="tx1"/>
                    </a:solidFill>
                    <a:latin typeface="Times New Roman" panose="02020603050405020304" pitchFamily="18" charset="0"/>
                    <a:ea typeface="黑体" panose="02010609060101010101" pitchFamily="49" charset="-122"/>
                  </a:defRPr>
                </a:lvl3pPr>
                <a:lvl4pPr marL="1600200" indent="-228600">
                  <a:spcBef>
                    <a:spcPct val="20000"/>
                  </a:spcBef>
                  <a:buClr>
                    <a:schemeClr val="accent2"/>
                  </a:buClr>
                  <a:buSzPct val="55000"/>
                  <a:buFont typeface="Wingdings" panose="05000000000000000000" pitchFamily="2" charset="2"/>
                  <a:buChar char="n"/>
                  <a:defRPr sz="2000">
                    <a:solidFill>
                      <a:schemeClr val="tx1"/>
                    </a:solidFill>
                    <a:latin typeface="Times New Roman" panose="02020603050405020304" pitchFamily="18" charset="0"/>
                    <a:ea typeface="黑体" panose="02010609060101010101" pitchFamily="49" charset="-122"/>
                  </a:defRPr>
                </a:lvl4pPr>
                <a:lvl5pPr marL="2057400" indent="-228600">
                  <a:spcBef>
                    <a:spcPct val="20000"/>
                  </a:spcBef>
                  <a:buClr>
                    <a:schemeClr val="accent1"/>
                  </a:buClr>
                  <a:buSzPct val="50000"/>
                  <a:buFont typeface="Wingdings" panose="05000000000000000000" pitchFamily="2" charset="2"/>
                  <a:buChar char="n"/>
                  <a:defRPr sz="2000">
                    <a:solidFill>
                      <a:schemeClr val="tx1"/>
                    </a:solidFill>
                    <a:latin typeface="Times New Roman" panose="02020603050405020304" pitchFamily="18"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imes New Roman" panose="02020603050405020304" pitchFamily="18"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imes New Roman" panose="02020603050405020304" pitchFamily="18"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imes New Roman" panose="02020603050405020304" pitchFamily="18"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imes New Roman" panose="02020603050405020304" pitchFamily="18" charset="0"/>
                    <a:ea typeface="黑体" panose="02010609060101010101" pitchFamily="49" charset="-122"/>
                  </a:defRPr>
                </a:lvl9pPr>
              </a:lstStyle>
              <a:p>
                <a:pPr algn="ctr">
                  <a:spcBef>
                    <a:spcPct val="0"/>
                  </a:spcBef>
                  <a:buClrTx/>
                  <a:buSzTx/>
                  <a:buFontTx/>
                  <a:buNone/>
                </a:pPr>
                <a:r>
                  <a:rPr lang="en-US" altLang="zh-CN" sz="2400">
                    <a:solidFill>
                      <a:srgbClr val="000000"/>
                    </a:solidFill>
                    <a:ea typeface="宋体" panose="02010600030101010101" pitchFamily="2" charset="-122"/>
                  </a:rPr>
                  <a:t>b</a:t>
                </a:r>
              </a:p>
            </p:txBody>
          </p:sp>
          <p:sp>
            <p:nvSpPr>
              <p:cNvPr id="80911" name="Rectangle 23">
                <a:extLst>
                  <a:ext uri="{FF2B5EF4-FFF2-40B4-BE49-F238E27FC236}">
                    <a16:creationId xmlns:a16="http://schemas.microsoft.com/office/drawing/2014/main" id="{87A709F0-53A0-4DD0-AE06-73D115773B52}"/>
                  </a:ext>
                </a:extLst>
              </p:cNvPr>
              <p:cNvSpPr>
                <a:spLocks noChangeArrowheads="1"/>
              </p:cNvSpPr>
              <p:nvPr/>
            </p:nvSpPr>
            <p:spPr bwMode="auto">
              <a:xfrm>
                <a:off x="3696" y="1728"/>
                <a:ext cx="384" cy="336"/>
              </a:xfrm>
              <a:prstGeom prst="rect">
                <a:avLst/>
              </a:prstGeom>
              <a:noFill/>
              <a:ln w="25400" algn="ctr">
                <a:solidFill>
                  <a:srgbClr val="008000"/>
                </a:solidFill>
                <a:miter lim="800000"/>
                <a:headEnd/>
                <a:tailEnd/>
              </a:ln>
              <a:extLst>
                <a:ext uri="{909E8E84-426E-40DD-AFC4-6F175D3DCCD1}">
                  <a14:hiddenFill xmlns:a14="http://schemas.microsoft.com/office/drawing/2010/main">
                    <a:solidFill>
                      <a:srgbClr val="FFFFFF"/>
                    </a:solidFill>
                  </a14:hiddenFill>
                </a:ext>
              </a:extLst>
            </p:spPr>
            <p:txBody>
              <a:bodyPr wrap="none" lIns="54000" tIns="28800" rIns="54000" bIns="28800" anchor="ctr"/>
              <a:lstStyle>
                <a:lvl1pPr>
                  <a:spcBef>
                    <a:spcPct val="20000"/>
                  </a:spcBef>
                  <a:buClr>
                    <a:schemeClr val="folHlink"/>
                  </a:buClr>
                  <a:buSzPct val="60000"/>
                  <a:buFont typeface="Wingdings" panose="05000000000000000000" pitchFamily="2" charset="2"/>
                  <a:buChar char="n"/>
                  <a:defRPr sz="3200">
                    <a:solidFill>
                      <a:schemeClr val="tx1"/>
                    </a:solidFill>
                    <a:latin typeface="Times New Roman" panose="02020603050405020304" pitchFamily="18" charset="0"/>
                    <a:ea typeface="黑体" panose="02010609060101010101" pitchFamily="49" charset="-122"/>
                  </a:defRPr>
                </a:lvl1pPr>
                <a:lvl2pPr marL="742950" indent="-285750">
                  <a:spcBef>
                    <a:spcPct val="20000"/>
                  </a:spcBef>
                  <a:buClr>
                    <a:schemeClr val="hlink"/>
                  </a:buClr>
                  <a:buSzPct val="55000"/>
                  <a:buFont typeface="Wingdings" panose="05000000000000000000" pitchFamily="2" charset="2"/>
                  <a:buChar char="n"/>
                  <a:defRPr sz="2800">
                    <a:solidFill>
                      <a:schemeClr val="tx1"/>
                    </a:solidFill>
                    <a:latin typeface="Times New Roman" panose="02020603050405020304" pitchFamily="18" charset="0"/>
                    <a:ea typeface="黑体" panose="02010609060101010101" pitchFamily="49" charset="-122"/>
                  </a:defRPr>
                </a:lvl2pPr>
                <a:lvl3pPr marL="1143000" indent="-228600">
                  <a:spcBef>
                    <a:spcPct val="20000"/>
                  </a:spcBef>
                  <a:buClr>
                    <a:schemeClr val="folHlink"/>
                  </a:buClr>
                  <a:buSzPct val="50000"/>
                  <a:buFont typeface="Wingdings" panose="05000000000000000000" pitchFamily="2" charset="2"/>
                  <a:buChar char="n"/>
                  <a:defRPr sz="2400">
                    <a:solidFill>
                      <a:schemeClr val="tx1"/>
                    </a:solidFill>
                    <a:latin typeface="Times New Roman" panose="02020603050405020304" pitchFamily="18" charset="0"/>
                    <a:ea typeface="黑体" panose="02010609060101010101" pitchFamily="49" charset="-122"/>
                  </a:defRPr>
                </a:lvl3pPr>
                <a:lvl4pPr marL="1600200" indent="-228600">
                  <a:spcBef>
                    <a:spcPct val="20000"/>
                  </a:spcBef>
                  <a:buClr>
                    <a:schemeClr val="accent2"/>
                  </a:buClr>
                  <a:buSzPct val="55000"/>
                  <a:buFont typeface="Wingdings" panose="05000000000000000000" pitchFamily="2" charset="2"/>
                  <a:buChar char="n"/>
                  <a:defRPr sz="2000">
                    <a:solidFill>
                      <a:schemeClr val="tx1"/>
                    </a:solidFill>
                    <a:latin typeface="Times New Roman" panose="02020603050405020304" pitchFamily="18" charset="0"/>
                    <a:ea typeface="黑体" panose="02010609060101010101" pitchFamily="49" charset="-122"/>
                  </a:defRPr>
                </a:lvl4pPr>
                <a:lvl5pPr marL="2057400" indent="-228600">
                  <a:spcBef>
                    <a:spcPct val="20000"/>
                  </a:spcBef>
                  <a:buClr>
                    <a:schemeClr val="accent1"/>
                  </a:buClr>
                  <a:buSzPct val="50000"/>
                  <a:buFont typeface="Wingdings" panose="05000000000000000000" pitchFamily="2" charset="2"/>
                  <a:buChar char="n"/>
                  <a:defRPr sz="2000">
                    <a:solidFill>
                      <a:schemeClr val="tx1"/>
                    </a:solidFill>
                    <a:latin typeface="Times New Roman" panose="02020603050405020304" pitchFamily="18"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imes New Roman" panose="02020603050405020304" pitchFamily="18"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imes New Roman" panose="02020603050405020304" pitchFamily="18"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imes New Roman" panose="02020603050405020304" pitchFamily="18"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imes New Roman" panose="02020603050405020304" pitchFamily="18" charset="0"/>
                    <a:ea typeface="黑体" panose="02010609060101010101" pitchFamily="49" charset="-122"/>
                  </a:defRPr>
                </a:lvl9pPr>
              </a:lstStyle>
              <a:p>
                <a:pPr algn="ctr">
                  <a:spcBef>
                    <a:spcPct val="0"/>
                  </a:spcBef>
                  <a:buClrTx/>
                  <a:buSzTx/>
                  <a:buFontTx/>
                  <a:buNone/>
                </a:pPr>
                <a:r>
                  <a:rPr lang="en-US" altLang="zh-CN" sz="2400">
                    <a:solidFill>
                      <a:srgbClr val="000000"/>
                    </a:solidFill>
                    <a:ea typeface="宋体" panose="02010600030101010101" pitchFamily="2" charset="-122"/>
                  </a:rPr>
                  <a:t>c</a:t>
                </a:r>
              </a:p>
            </p:txBody>
          </p:sp>
          <p:sp>
            <p:nvSpPr>
              <p:cNvPr id="80912" name="Rectangle 24">
                <a:extLst>
                  <a:ext uri="{FF2B5EF4-FFF2-40B4-BE49-F238E27FC236}">
                    <a16:creationId xmlns:a16="http://schemas.microsoft.com/office/drawing/2014/main" id="{C6A6B404-5FA0-4D47-9076-0DE883A2BDBD}"/>
                  </a:ext>
                </a:extLst>
              </p:cNvPr>
              <p:cNvSpPr>
                <a:spLocks noChangeArrowheads="1"/>
              </p:cNvSpPr>
              <p:nvPr/>
            </p:nvSpPr>
            <p:spPr bwMode="auto">
              <a:xfrm>
                <a:off x="4608" y="1728"/>
                <a:ext cx="384" cy="336"/>
              </a:xfrm>
              <a:prstGeom prst="rect">
                <a:avLst/>
              </a:prstGeom>
              <a:noFill/>
              <a:ln w="25400" algn="ctr">
                <a:solidFill>
                  <a:srgbClr val="008000"/>
                </a:solidFill>
                <a:miter lim="800000"/>
                <a:headEnd/>
                <a:tailEnd/>
              </a:ln>
              <a:extLst>
                <a:ext uri="{909E8E84-426E-40DD-AFC4-6F175D3DCCD1}">
                  <a14:hiddenFill xmlns:a14="http://schemas.microsoft.com/office/drawing/2010/main">
                    <a:solidFill>
                      <a:srgbClr val="FFFFFF"/>
                    </a:solidFill>
                  </a14:hiddenFill>
                </a:ext>
              </a:extLst>
            </p:spPr>
            <p:txBody>
              <a:bodyPr wrap="none" lIns="54000" tIns="28800" rIns="54000" bIns="28800" anchor="ctr"/>
              <a:lstStyle>
                <a:lvl1pPr>
                  <a:spcBef>
                    <a:spcPct val="20000"/>
                  </a:spcBef>
                  <a:buClr>
                    <a:schemeClr val="folHlink"/>
                  </a:buClr>
                  <a:buSzPct val="60000"/>
                  <a:buFont typeface="Wingdings" panose="05000000000000000000" pitchFamily="2" charset="2"/>
                  <a:buChar char="n"/>
                  <a:defRPr sz="3200">
                    <a:solidFill>
                      <a:schemeClr val="tx1"/>
                    </a:solidFill>
                    <a:latin typeface="Times New Roman" panose="02020603050405020304" pitchFamily="18" charset="0"/>
                    <a:ea typeface="黑体" panose="02010609060101010101" pitchFamily="49" charset="-122"/>
                  </a:defRPr>
                </a:lvl1pPr>
                <a:lvl2pPr marL="742950" indent="-285750">
                  <a:spcBef>
                    <a:spcPct val="20000"/>
                  </a:spcBef>
                  <a:buClr>
                    <a:schemeClr val="hlink"/>
                  </a:buClr>
                  <a:buSzPct val="55000"/>
                  <a:buFont typeface="Wingdings" panose="05000000000000000000" pitchFamily="2" charset="2"/>
                  <a:buChar char="n"/>
                  <a:defRPr sz="2800">
                    <a:solidFill>
                      <a:schemeClr val="tx1"/>
                    </a:solidFill>
                    <a:latin typeface="Times New Roman" panose="02020603050405020304" pitchFamily="18" charset="0"/>
                    <a:ea typeface="黑体" panose="02010609060101010101" pitchFamily="49" charset="-122"/>
                  </a:defRPr>
                </a:lvl2pPr>
                <a:lvl3pPr marL="1143000" indent="-228600">
                  <a:spcBef>
                    <a:spcPct val="20000"/>
                  </a:spcBef>
                  <a:buClr>
                    <a:schemeClr val="folHlink"/>
                  </a:buClr>
                  <a:buSzPct val="50000"/>
                  <a:buFont typeface="Wingdings" panose="05000000000000000000" pitchFamily="2" charset="2"/>
                  <a:buChar char="n"/>
                  <a:defRPr sz="2400">
                    <a:solidFill>
                      <a:schemeClr val="tx1"/>
                    </a:solidFill>
                    <a:latin typeface="Times New Roman" panose="02020603050405020304" pitchFamily="18" charset="0"/>
                    <a:ea typeface="黑体" panose="02010609060101010101" pitchFamily="49" charset="-122"/>
                  </a:defRPr>
                </a:lvl3pPr>
                <a:lvl4pPr marL="1600200" indent="-228600">
                  <a:spcBef>
                    <a:spcPct val="20000"/>
                  </a:spcBef>
                  <a:buClr>
                    <a:schemeClr val="accent2"/>
                  </a:buClr>
                  <a:buSzPct val="55000"/>
                  <a:buFont typeface="Wingdings" panose="05000000000000000000" pitchFamily="2" charset="2"/>
                  <a:buChar char="n"/>
                  <a:defRPr sz="2000">
                    <a:solidFill>
                      <a:schemeClr val="tx1"/>
                    </a:solidFill>
                    <a:latin typeface="Times New Roman" panose="02020603050405020304" pitchFamily="18" charset="0"/>
                    <a:ea typeface="黑体" panose="02010609060101010101" pitchFamily="49" charset="-122"/>
                  </a:defRPr>
                </a:lvl4pPr>
                <a:lvl5pPr marL="2057400" indent="-228600">
                  <a:spcBef>
                    <a:spcPct val="20000"/>
                  </a:spcBef>
                  <a:buClr>
                    <a:schemeClr val="accent1"/>
                  </a:buClr>
                  <a:buSzPct val="50000"/>
                  <a:buFont typeface="Wingdings" panose="05000000000000000000" pitchFamily="2" charset="2"/>
                  <a:buChar char="n"/>
                  <a:defRPr sz="2000">
                    <a:solidFill>
                      <a:schemeClr val="tx1"/>
                    </a:solidFill>
                    <a:latin typeface="Times New Roman" panose="02020603050405020304" pitchFamily="18"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imes New Roman" panose="02020603050405020304" pitchFamily="18"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imes New Roman" panose="02020603050405020304" pitchFamily="18"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imes New Roman" panose="02020603050405020304" pitchFamily="18"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imes New Roman" panose="02020603050405020304" pitchFamily="18" charset="0"/>
                    <a:ea typeface="黑体" panose="02010609060101010101" pitchFamily="49" charset="-122"/>
                  </a:defRPr>
                </a:lvl9pPr>
              </a:lstStyle>
              <a:p>
                <a:pPr algn="ctr">
                  <a:spcBef>
                    <a:spcPct val="0"/>
                  </a:spcBef>
                  <a:buClrTx/>
                  <a:buSzTx/>
                  <a:buFontTx/>
                  <a:buNone/>
                </a:pPr>
                <a:r>
                  <a:rPr lang="en-US" altLang="zh-CN" sz="2400">
                    <a:solidFill>
                      <a:srgbClr val="000000"/>
                    </a:solidFill>
                    <a:ea typeface="宋体" panose="02010600030101010101" pitchFamily="2" charset="-122"/>
                  </a:rPr>
                  <a:t>$</a:t>
                </a:r>
              </a:p>
            </p:txBody>
          </p:sp>
          <p:sp>
            <p:nvSpPr>
              <p:cNvPr id="80913" name="Text Box 25">
                <a:extLst>
                  <a:ext uri="{FF2B5EF4-FFF2-40B4-BE49-F238E27FC236}">
                    <a16:creationId xmlns:a16="http://schemas.microsoft.com/office/drawing/2014/main" id="{7C3490F0-7507-4895-B94D-79A8F58DF8D0}"/>
                  </a:ext>
                </a:extLst>
              </p:cNvPr>
              <p:cNvSpPr txBox="1">
                <a:spLocks noChangeArrowheads="1"/>
              </p:cNvSpPr>
              <p:nvPr/>
            </p:nvSpPr>
            <p:spPr bwMode="auto">
              <a:xfrm>
                <a:off x="4237" y="1765"/>
                <a:ext cx="263" cy="26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5400" algn="ctr">
                    <a:solidFill>
                      <a:srgbClr val="000000"/>
                    </a:solidFill>
                    <a:miter lim="800000"/>
                    <a:headEnd/>
                    <a:tailEnd/>
                  </a14:hiddenLine>
                </a:ext>
              </a:extLst>
            </p:spPr>
            <p:txBody>
              <a:bodyPr wrap="none" lIns="54000" tIns="28800" rIns="54000" bIns="28800">
                <a:spAutoFit/>
              </a:bodyPr>
              <a:lstStyle>
                <a:lvl1pPr>
                  <a:spcBef>
                    <a:spcPct val="20000"/>
                  </a:spcBef>
                  <a:buClr>
                    <a:schemeClr val="folHlink"/>
                  </a:buClr>
                  <a:buSzPct val="60000"/>
                  <a:buFont typeface="Wingdings" panose="05000000000000000000" pitchFamily="2" charset="2"/>
                  <a:buChar char="n"/>
                  <a:defRPr sz="3200">
                    <a:solidFill>
                      <a:schemeClr val="tx1"/>
                    </a:solidFill>
                    <a:latin typeface="Times New Roman" panose="02020603050405020304" pitchFamily="18" charset="0"/>
                    <a:ea typeface="黑体" panose="02010609060101010101" pitchFamily="49" charset="-122"/>
                  </a:defRPr>
                </a:lvl1pPr>
                <a:lvl2pPr marL="742950" indent="-285750">
                  <a:spcBef>
                    <a:spcPct val="20000"/>
                  </a:spcBef>
                  <a:buClr>
                    <a:schemeClr val="hlink"/>
                  </a:buClr>
                  <a:buSzPct val="55000"/>
                  <a:buFont typeface="Wingdings" panose="05000000000000000000" pitchFamily="2" charset="2"/>
                  <a:buChar char="n"/>
                  <a:defRPr sz="2800">
                    <a:solidFill>
                      <a:schemeClr val="tx1"/>
                    </a:solidFill>
                    <a:latin typeface="Times New Roman" panose="02020603050405020304" pitchFamily="18" charset="0"/>
                    <a:ea typeface="黑体" panose="02010609060101010101" pitchFamily="49" charset="-122"/>
                  </a:defRPr>
                </a:lvl2pPr>
                <a:lvl3pPr marL="1143000" indent="-228600">
                  <a:spcBef>
                    <a:spcPct val="20000"/>
                  </a:spcBef>
                  <a:buClr>
                    <a:schemeClr val="folHlink"/>
                  </a:buClr>
                  <a:buSzPct val="50000"/>
                  <a:buFont typeface="Wingdings" panose="05000000000000000000" pitchFamily="2" charset="2"/>
                  <a:buChar char="n"/>
                  <a:defRPr sz="2400">
                    <a:solidFill>
                      <a:schemeClr val="tx1"/>
                    </a:solidFill>
                    <a:latin typeface="Times New Roman" panose="02020603050405020304" pitchFamily="18" charset="0"/>
                    <a:ea typeface="黑体" panose="02010609060101010101" pitchFamily="49" charset="-122"/>
                  </a:defRPr>
                </a:lvl3pPr>
                <a:lvl4pPr marL="1600200" indent="-228600">
                  <a:spcBef>
                    <a:spcPct val="20000"/>
                  </a:spcBef>
                  <a:buClr>
                    <a:schemeClr val="accent2"/>
                  </a:buClr>
                  <a:buSzPct val="55000"/>
                  <a:buFont typeface="Wingdings" panose="05000000000000000000" pitchFamily="2" charset="2"/>
                  <a:buChar char="n"/>
                  <a:defRPr sz="2000">
                    <a:solidFill>
                      <a:schemeClr val="tx1"/>
                    </a:solidFill>
                    <a:latin typeface="Times New Roman" panose="02020603050405020304" pitchFamily="18" charset="0"/>
                    <a:ea typeface="黑体" panose="02010609060101010101" pitchFamily="49" charset="-122"/>
                  </a:defRPr>
                </a:lvl4pPr>
                <a:lvl5pPr marL="2057400" indent="-228600">
                  <a:spcBef>
                    <a:spcPct val="20000"/>
                  </a:spcBef>
                  <a:buClr>
                    <a:schemeClr val="accent1"/>
                  </a:buClr>
                  <a:buSzPct val="50000"/>
                  <a:buFont typeface="Wingdings" panose="05000000000000000000" pitchFamily="2" charset="2"/>
                  <a:buChar char="n"/>
                  <a:defRPr sz="2000">
                    <a:solidFill>
                      <a:schemeClr val="tx1"/>
                    </a:solidFill>
                    <a:latin typeface="Times New Roman" panose="02020603050405020304" pitchFamily="18"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imes New Roman" panose="02020603050405020304" pitchFamily="18"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imes New Roman" panose="02020603050405020304" pitchFamily="18"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imes New Roman" panose="02020603050405020304" pitchFamily="18"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imes New Roman" panose="02020603050405020304" pitchFamily="18" charset="0"/>
                    <a:ea typeface="黑体" panose="02010609060101010101" pitchFamily="49" charset="-122"/>
                  </a:defRPr>
                </a:lvl9pPr>
              </a:lstStyle>
              <a:p>
                <a:pPr algn="just">
                  <a:spcBef>
                    <a:spcPct val="0"/>
                  </a:spcBef>
                  <a:buClrTx/>
                  <a:buSzTx/>
                  <a:buFontTx/>
                  <a:buNone/>
                </a:pPr>
                <a:r>
                  <a:rPr lang="en-US" altLang="zh-CN" sz="2400">
                    <a:solidFill>
                      <a:srgbClr val="000000"/>
                    </a:solidFill>
                    <a:ea typeface="宋体" panose="02010600030101010101" pitchFamily="2" charset="-122"/>
                  </a:rPr>
                  <a:t>…</a:t>
                </a:r>
              </a:p>
            </p:txBody>
          </p:sp>
        </p:grpSp>
        <p:sp>
          <p:nvSpPr>
            <p:cNvPr id="80906" name="Text Box 27">
              <a:extLst>
                <a:ext uri="{FF2B5EF4-FFF2-40B4-BE49-F238E27FC236}">
                  <a16:creationId xmlns:a16="http://schemas.microsoft.com/office/drawing/2014/main" id="{D8E9FDE4-68E9-419B-8601-868C33FACDC4}"/>
                </a:ext>
              </a:extLst>
            </p:cNvPr>
            <p:cNvSpPr txBox="1">
              <a:spLocks noChangeArrowheads="1"/>
            </p:cNvSpPr>
            <p:nvPr/>
          </p:nvSpPr>
          <p:spPr bwMode="auto">
            <a:xfrm>
              <a:off x="2112" y="2064"/>
              <a:ext cx="624" cy="30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5400" algn="ctr">
                  <a:solidFill>
                    <a:srgbClr val="000000"/>
                  </a:solidFill>
                  <a:miter lim="800000"/>
                  <a:headEnd/>
                  <a:tailEnd/>
                </a14:hiddenLine>
              </a:ext>
            </a:extLst>
          </p:spPr>
          <p:txBody>
            <a:bodyPr lIns="54000" tIns="28800" rIns="54000" bIns="28800">
              <a:spAutoFit/>
            </a:bodyPr>
            <a:lstStyle>
              <a:lvl1pPr>
                <a:spcBef>
                  <a:spcPct val="20000"/>
                </a:spcBef>
                <a:buClr>
                  <a:schemeClr val="folHlink"/>
                </a:buClr>
                <a:buSzPct val="60000"/>
                <a:buFont typeface="Wingdings" panose="05000000000000000000" pitchFamily="2" charset="2"/>
                <a:buChar char="n"/>
                <a:defRPr sz="3200">
                  <a:solidFill>
                    <a:schemeClr val="tx1"/>
                  </a:solidFill>
                  <a:latin typeface="Times New Roman" panose="02020603050405020304" pitchFamily="18" charset="0"/>
                  <a:ea typeface="黑体" panose="02010609060101010101" pitchFamily="49" charset="-122"/>
                </a:defRPr>
              </a:lvl1pPr>
              <a:lvl2pPr marL="742950" indent="-285750">
                <a:spcBef>
                  <a:spcPct val="20000"/>
                </a:spcBef>
                <a:buClr>
                  <a:schemeClr val="hlink"/>
                </a:buClr>
                <a:buSzPct val="55000"/>
                <a:buFont typeface="Wingdings" panose="05000000000000000000" pitchFamily="2" charset="2"/>
                <a:buChar char="n"/>
                <a:defRPr sz="2800">
                  <a:solidFill>
                    <a:schemeClr val="tx1"/>
                  </a:solidFill>
                  <a:latin typeface="Times New Roman" panose="02020603050405020304" pitchFamily="18" charset="0"/>
                  <a:ea typeface="黑体" panose="02010609060101010101" pitchFamily="49" charset="-122"/>
                </a:defRPr>
              </a:lvl2pPr>
              <a:lvl3pPr marL="1143000" indent="-228600">
                <a:spcBef>
                  <a:spcPct val="20000"/>
                </a:spcBef>
                <a:buClr>
                  <a:schemeClr val="folHlink"/>
                </a:buClr>
                <a:buSzPct val="50000"/>
                <a:buFont typeface="Wingdings" panose="05000000000000000000" pitchFamily="2" charset="2"/>
                <a:buChar char="n"/>
                <a:defRPr sz="2400">
                  <a:solidFill>
                    <a:schemeClr val="tx1"/>
                  </a:solidFill>
                  <a:latin typeface="Times New Roman" panose="02020603050405020304" pitchFamily="18" charset="0"/>
                  <a:ea typeface="黑体" panose="02010609060101010101" pitchFamily="49" charset="-122"/>
                </a:defRPr>
              </a:lvl3pPr>
              <a:lvl4pPr marL="1600200" indent="-228600">
                <a:spcBef>
                  <a:spcPct val="20000"/>
                </a:spcBef>
                <a:buClr>
                  <a:schemeClr val="accent2"/>
                </a:buClr>
                <a:buSzPct val="55000"/>
                <a:buFont typeface="Wingdings" panose="05000000000000000000" pitchFamily="2" charset="2"/>
                <a:buChar char="n"/>
                <a:defRPr sz="2000">
                  <a:solidFill>
                    <a:schemeClr val="tx1"/>
                  </a:solidFill>
                  <a:latin typeface="Times New Roman" panose="02020603050405020304" pitchFamily="18" charset="0"/>
                  <a:ea typeface="黑体" panose="02010609060101010101" pitchFamily="49" charset="-122"/>
                </a:defRPr>
              </a:lvl4pPr>
              <a:lvl5pPr marL="2057400" indent="-228600">
                <a:spcBef>
                  <a:spcPct val="20000"/>
                </a:spcBef>
                <a:buClr>
                  <a:schemeClr val="accent1"/>
                </a:buClr>
                <a:buSzPct val="50000"/>
                <a:buFont typeface="Wingdings" panose="05000000000000000000" pitchFamily="2" charset="2"/>
                <a:buChar char="n"/>
                <a:defRPr sz="2000">
                  <a:solidFill>
                    <a:schemeClr val="tx1"/>
                  </a:solidFill>
                  <a:latin typeface="Times New Roman" panose="02020603050405020304" pitchFamily="18"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imes New Roman" panose="02020603050405020304" pitchFamily="18"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imes New Roman" panose="02020603050405020304" pitchFamily="18"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imes New Roman" panose="02020603050405020304" pitchFamily="18"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imes New Roman" panose="02020603050405020304" pitchFamily="18" charset="0"/>
                  <a:ea typeface="黑体" panose="02010609060101010101" pitchFamily="49" charset="-122"/>
                </a:defRPr>
              </a:lvl9pPr>
            </a:lstStyle>
            <a:p>
              <a:pPr algn="just">
                <a:spcBef>
                  <a:spcPct val="50000"/>
                </a:spcBef>
                <a:buClrTx/>
                <a:buSzTx/>
                <a:buFontTx/>
                <a:buNone/>
              </a:pPr>
              <a:r>
                <a:rPr lang="zh-CN" altLang="en-US" sz="2800" b="0">
                  <a:solidFill>
                    <a:srgbClr val="000000"/>
                  </a:solidFill>
                </a:rPr>
                <a:t>输入</a:t>
              </a:r>
            </a:p>
          </p:txBody>
        </p:sp>
      </p:grpSp>
      <p:sp>
        <p:nvSpPr>
          <p:cNvPr id="80903" name="Line 28">
            <a:extLst>
              <a:ext uri="{FF2B5EF4-FFF2-40B4-BE49-F238E27FC236}">
                <a16:creationId xmlns:a16="http://schemas.microsoft.com/office/drawing/2014/main" id="{E4D4EC2C-0F1B-4E5F-875C-BCF4552C5EAE}"/>
              </a:ext>
            </a:extLst>
          </p:cNvPr>
          <p:cNvSpPr>
            <a:spLocks noChangeShapeType="1"/>
          </p:cNvSpPr>
          <p:nvPr/>
        </p:nvSpPr>
        <p:spPr bwMode="auto">
          <a:xfrm>
            <a:off x="1295400" y="3927764"/>
            <a:ext cx="533400" cy="0"/>
          </a:xfrm>
          <a:prstGeom prst="line">
            <a:avLst/>
          </a:prstGeom>
          <a:noFill/>
          <a:ln w="25400">
            <a:solidFill>
              <a:srgbClr val="008000"/>
            </a:solidFill>
            <a:round/>
            <a:headEnd/>
            <a:tailEnd type="triangle" w="med" len="med"/>
          </a:ln>
          <a:extLst>
            <a:ext uri="{909E8E84-426E-40DD-AFC4-6F175D3DCCD1}">
              <a14:hiddenFill xmlns:a14="http://schemas.microsoft.com/office/drawing/2010/main">
                <a:noFill/>
              </a14:hiddenFill>
            </a:ext>
          </a:extLst>
        </p:spPr>
        <p:txBody>
          <a:bodyPr lIns="54000" tIns="28800" rIns="54000" bIns="28800"/>
          <a:lstStyle/>
          <a:p>
            <a:endParaRPr lang="zh-CN" altLang="en-US"/>
          </a:p>
        </p:txBody>
      </p:sp>
      <p:sp>
        <p:nvSpPr>
          <p:cNvPr id="80904" name="Text Box 30">
            <a:extLst>
              <a:ext uri="{FF2B5EF4-FFF2-40B4-BE49-F238E27FC236}">
                <a16:creationId xmlns:a16="http://schemas.microsoft.com/office/drawing/2014/main" id="{C59161D8-DF0D-4DA1-BFDC-9E82C89CFB32}"/>
              </a:ext>
            </a:extLst>
          </p:cNvPr>
          <p:cNvSpPr txBox="1">
            <a:spLocks noChangeArrowheads="1"/>
          </p:cNvSpPr>
          <p:nvPr/>
        </p:nvSpPr>
        <p:spPr bwMode="auto">
          <a:xfrm>
            <a:off x="4923303" y="4164302"/>
            <a:ext cx="1704043" cy="489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5400" algn="ctr">
                <a:solidFill>
                  <a:srgbClr val="000000"/>
                </a:solidFill>
                <a:miter lim="800000"/>
                <a:headEnd/>
                <a:tailEnd/>
              </a14:hiddenLine>
            </a:ext>
          </a:extLst>
        </p:spPr>
        <p:txBody>
          <a:bodyPr wrap="none" lIns="54000" tIns="28800" rIns="54000" bIns="28800">
            <a:spAutoFit/>
          </a:bodyPr>
          <a:lstStyle>
            <a:lvl1pPr>
              <a:spcBef>
                <a:spcPct val="20000"/>
              </a:spcBef>
              <a:buClr>
                <a:schemeClr val="folHlink"/>
              </a:buClr>
              <a:buSzPct val="60000"/>
              <a:buFont typeface="Wingdings" panose="05000000000000000000" pitchFamily="2" charset="2"/>
              <a:buChar char="n"/>
              <a:defRPr sz="3200">
                <a:solidFill>
                  <a:schemeClr val="tx1"/>
                </a:solidFill>
                <a:latin typeface="Times New Roman" panose="02020603050405020304" pitchFamily="18" charset="0"/>
                <a:ea typeface="黑体" panose="02010609060101010101" pitchFamily="49" charset="-122"/>
              </a:defRPr>
            </a:lvl1pPr>
            <a:lvl2pPr marL="742950" indent="-285750">
              <a:spcBef>
                <a:spcPct val="20000"/>
              </a:spcBef>
              <a:buClr>
                <a:schemeClr val="hlink"/>
              </a:buClr>
              <a:buSzPct val="55000"/>
              <a:buFont typeface="Wingdings" panose="05000000000000000000" pitchFamily="2" charset="2"/>
              <a:buChar char="n"/>
              <a:defRPr sz="2800">
                <a:solidFill>
                  <a:schemeClr val="tx1"/>
                </a:solidFill>
                <a:latin typeface="Times New Roman" panose="02020603050405020304" pitchFamily="18" charset="0"/>
                <a:ea typeface="黑体" panose="02010609060101010101" pitchFamily="49" charset="-122"/>
              </a:defRPr>
            </a:lvl2pPr>
            <a:lvl3pPr marL="1143000" indent="-228600">
              <a:spcBef>
                <a:spcPct val="20000"/>
              </a:spcBef>
              <a:buClr>
                <a:schemeClr val="folHlink"/>
              </a:buClr>
              <a:buSzPct val="50000"/>
              <a:buFont typeface="Wingdings" panose="05000000000000000000" pitchFamily="2" charset="2"/>
              <a:buChar char="n"/>
              <a:defRPr sz="2400">
                <a:solidFill>
                  <a:schemeClr val="tx1"/>
                </a:solidFill>
                <a:latin typeface="Times New Roman" panose="02020603050405020304" pitchFamily="18" charset="0"/>
                <a:ea typeface="黑体" panose="02010609060101010101" pitchFamily="49" charset="-122"/>
              </a:defRPr>
            </a:lvl3pPr>
            <a:lvl4pPr marL="1600200" indent="-228600">
              <a:spcBef>
                <a:spcPct val="20000"/>
              </a:spcBef>
              <a:buClr>
                <a:schemeClr val="accent2"/>
              </a:buClr>
              <a:buSzPct val="55000"/>
              <a:buFont typeface="Wingdings" panose="05000000000000000000" pitchFamily="2" charset="2"/>
              <a:buChar char="n"/>
              <a:defRPr sz="2000">
                <a:solidFill>
                  <a:schemeClr val="tx1"/>
                </a:solidFill>
                <a:latin typeface="Times New Roman" panose="02020603050405020304" pitchFamily="18" charset="0"/>
                <a:ea typeface="黑体" panose="02010609060101010101" pitchFamily="49" charset="-122"/>
              </a:defRPr>
            </a:lvl4pPr>
            <a:lvl5pPr marL="2057400" indent="-228600">
              <a:spcBef>
                <a:spcPct val="20000"/>
              </a:spcBef>
              <a:buClr>
                <a:schemeClr val="accent1"/>
              </a:buClr>
              <a:buSzPct val="50000"/>
              <a:buFont typeface="Wingdings" panose="05000000000000000000" pitchFamily="2" charset="2"/>
              <a:buChar char="n"/>
              <a:defRPr sz="2000">
                <a:solidFill>
                  <a:schemeClr val="tx1"/>
                </a:solidFill>
                <a:latin typeface="Times New Roman" panose="02020603050405020304" pitchFamily="18"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imes New Roman" panose="02020603050405020304" pitchFamily="18"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imes New Roman" panose="02020603050405020304" pitchFamily="18"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imes New Roman" panose="02020603050405020304" pitchFamily="18"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imes New Roman" panose="02020603050405020304" pitchFamily="18" charset="0"/>
                <a:ea typeface="黑体" panose="02010609060101010101" pitchFamily="49" charset="-122"/>
              </a:defRPr>
            </a:lvl9pPr>
          </a:lstStyle>
          <a:p>
            <a:pPr algn="just">
              <a:spcBef>
                <a:spcPct val="0"/>
              </a:spcBef>
              <a:buClrTx/>
              <a:buSzTx/>
              <a:buFontTx/>
              <a:buNone/>
            </a:pPr>
            <a:r>
              <a:rPr lang="zh-CN" altLang="en-US" sz="2800" b="0">
                <a:solidFill>
                  <a:srgbClr val="333399"/>
                </a:solidFill>
              </a:rPr>
              <a:t>输入抛弃</a:t>
            </a:r>
            <a:r>
              <a:rPr lang="en-US" altLang="zh-CN" sz="2800">
                <a:solidFill>
                  <a:srgbClr val="333399"/>
                </a:solidFill>
              </a:rPr>
              <a:t>a</a:t>
            </a:r>
          </a:p>
        </p:txBody>
      </p:sp>
    </p:spTree>
  </p:cSld>
  <p:clrMapOvr>
    <a:masterClrMapping/>
  </p:clrMapOvr>
</p:sld>
</file>

<file path=ppt/slides/slide7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1922" name="Rectangle 2">
            <a:extLst>
              <a:ext uri="{FF2B5EF4-FFF2-40B4-BE49-F238E27FC236}">
                <a16:creationId xmlns:a16="http://schemas.microsoft.com/office/drawing/2014/main" id="{93AC4501-D8AF-4C97-AE4C-657D4FAB3C59}"/>
              </a:ext>
            </a:extLst>
          </p:cNvPr>
          <p:cNvSpPr>
            <a:spLocks noGrp="1" noChangeArrowheads="1"/>
          </p:cNvSpPr>
          <p:nvPr>
            <p:ph type="title"/>
          </p:nvPr>
        </p:nvSpPr>
        <p:spPr/>
        <p:txBody>
          <a:bodyPr/>
          <a:lstStyle/>
          <a:p>
            <a:pPr eaLnBrk="1" hangingPunct="1"/>
            <a:r>
              <a:rPr lang="en-US" altLang="zh-CN"/>
              <a:t>3.3.6 </a:t>
            </a:r>
            <a:r>
              <a:rPr lang="zh-CN" altLang="en-US"/>
              <a:t>预测分析的错误恢复</a:t>
            </a:r>
          </a:p>
        </p:txBody>
      </p:sp>
      <p:sp>
        <p:nvSpPr>
          <p:cNvPr id="81923" name="Rectangle 3">
            <a:extLst>
              <a:ext uri="{FF2B5EF4-FFF2-40B4-BE49-F238E27FC236}">
                <a16:creationId xmlns:a16="http://schemas.microsoft.com/office/drawing/2014/main" id="{4CA6A936-7504-4D54-9D74-20FE7CC31690}"/>
              </a:ext>
            </a:extLst>
          </p:cNvPr>
          <p:cNvSpPr>
            <a:spLocks noGrp="1" noChangeArrowheads="1"/>
          </p:cNvSpPr>
          <p:nvPr>
            <p:ph idx="1"/>
          </p:nvPr>
        </p:nvSpPr>
        <p:spPr/>
        <p:txBody>
          <a:bodyPr/>
          <a:lstStyle/>
          <a:p>
            <a:pPr eaLnBrk="1" hangingPunct="1"/>
            <a:r>
              <a:rPr lang="en-US" altLang="zh-CN" b="1">
                <a:cs typeface="Times New Roman" panose="02020603050405020304" pitchFamily="18" charset="0"/>
              </a:rPr>
              <a:t>M(</a:t>
            </a:r>
            <a:r>
              <a:rPr lang="en-US" altLang="zh-CN" b="1" err="1">
                <a:cs typeface="Times New Roman" panose="02020603050405020304" pitchFamily="18" charset="0"/>
              </a:rPr>
              <a:t>A,a</a:t>
            </a:r>
            <a:r>
              <a:rPr lang="en-US" altLang="zh-CN" b="1">
                <a:cs typeface="Times New Roman" panose="02020603050405020304" pitchFamily="18" charset="0"/>
              </a:rPr>
              <a:t>)</a:t>
            </a:r>
            <a:r>
              <a:rPr lang="zh-CN" altLang="en-US">
                <a:cs typeface="Times New Roman" panose="02020603050405020304" pitchFamily="18" charset="0"/>
              </a:rPr>
              <a:t>为空，</a:t>
            </a:r>
            <a:r>
              <a:rPr lang="en-US" altLang="zh-CN" b="1">
                <a:cs typeface="Times New Roman" panose="02020603050405020304" pitchFamily="18" charset="0"/>
              </a:rPr>
              <a:t>a</a:t>
            </a:r>
            <a:r>
              <a:rPr lang="zh-CN" altLang="en-US">
                <a:cs typeface="Times New Roman" panose="02020603050405020304" pitchFamily="18" charset="0"/>
              </a:rPr>
              <a:t>和</a:t>
            </a:r>
            <a:r>
              <a:rPr lang="en-US" altLang="zh-CN" b="1">
                <a:cs typeface="Times New Roman" panose="02020603050405020304" pitchFamily="18" charset="0"/>
              </a:rPr>
              <a:t>b</a:t>
            </a:r>
            <a:r>
              <a:rPr lang="zh-CN" altLang="en-US">
                <a:cs typeface="Times New Roman" panose="02020603050405020304" pitchFamily="18" charset="0"/>
              </a:rPr>
              <a:t>都不在</a:t>
            </a:r>
            <a:r>
              <a:rPr lang="en-US" altLang="zh-CN" b="1">
                <a:cs typeface="Times New Roman" panose="02020603050405020304" pitchFamily="18" charset="0"/>
              </a:rPr>
              <a:t>A</a:t>
            </a:r>
            <a:r>
              <a:rPr lang="zh-CN" altLang="en-US">
                <a:cs typeface="Times New Roman" panose="02020603050405020304" pitchFamily="18" charset="0"/>
              </a:rPr>
              <a:t>的同步集合中，</a:t>
            </a:r>
            <a:r>
              <a:rPr lang="en-US" altLang="zh-CN" b="1" err="1">
                <a:cs typeface="Times New Roman" panose="02020603050405020304" pitchFamily="18" charset="0"/>
              </a:rPr>
              <a:t>c</a:t>
            </a:r>
            <a:r>
              <a:rPr lang="en-US" altLang="zh-CN" b="1" err="1">
                <a:cs typeface="Times New Roman" panose="02020603050405020304" pitchFamily="18" charset="0"/>
                <a:sym typeface="Symbol" panose="05050102010706020507" pitchFamily="18" charset="2"/>
              </a:rPr>
              <a:t>FIRST</a:t>
            </a:r>
            <a:r>
              <a:rPr lang="en-US" altLang="zh-CN" b="1">
                <a:cs typeface="Times New Roman" panose="02020603050405020304" pitchFamily="18" charset="0"/>
                <a:sym typeface="Symbol" panose="05050102010706020507" pitchFamily="18" charset="2"/>
              </a:rPr>
              <a:t>(A)</a:t>
            </a:r>
          </a:p>
          <a:p>
            <a:pPr eaLnBrk="1" hangingPunct="1"/>
            <a:endParaRPr lang="en-US" altLang="zh-CN"/>
          </a:p>
        </p:txBody>
      </p:sp>
      <p:sp>
        <p:nvSpPr>
          <p:cNvPr id="2" name="日期占位符 1">
            <a:extLst>
              <a:ext uri="{FF2B5EF4-FFF2-40B4-BE49-F238E27FC236}">
                <a16:creationId xmlns:a16="http://schemas.microsoft.com/office/drawing/2014/main" id="{64130737-38B4-A36D-922C-EF1BA6DD29A3}"/>
              </a:ext>
            </a:extLst>
          </p:cNvPr>
          <p:cNvSpPr>
            <a:spLocks noGrp="1"/>
          </p:cNvSpPr>
          <p:nvPr>
            <p:ph type="dt" sz="half" idx="10"/>
          </p:nvPr>
        </p:nvSpPr>
        <p:spPr/>
        <p:txBody>
          <a:bodyPr/>
          <a:lstStyle/>
          <a:p>
            <a:fld id="{36728ED6-7C4D-4D84-94E9-3CC5EF7081AD}" type="datetime2">
              <a:rPr lang="zh-CN" altLang="en-US" smtClean="0"/>
              <a:pPr/>
              <a:t>2025年11月26日</a:t>
            </a:fld>
            <a:endParaRPr lang="zh-CN" altLang="en-US"/>
          </a:p>
        </p:txBody>
      </p:sp>
      <p:sp>
        <p:nvSpPr>
          <p:cNvPr id="3" name="页脚占位符 2">
            <a:extLst>
              <a:ext uri="{FF2B5EF4-FFF2-40B4-BE49-F238E27FC236}">
                <a16:creationId xmlns:a16="http://schemas.microsoft.com/office/drawing/2014/main" id="{A92196EE-ACA6-F4E1-8670-9C2F61429AF8}"/>
              </a:ext>
            </a:extLst>
          </p:cNvPr>
          <p:cNvSpPr>
            <a:spLocks noGrp="1"/>
          </p:cNvSpPr>
          <p:nvPr>
            <p:ph type="ftr" sz="quarter" idx="11"/>
          </p:nvPr>
        </p:nvSpPr>
        <p:spPr/>
        <p:txBody>
          <a:bodyPr/>
          <a:lstStyle/>
          <a:p>
            <a:r>
              <a:rPr lang="zh-CN" altLang="en-US"/>
              <a:t>编译原理</a:t>
            </a:r>
            <a:r>
              <a:rPr lang="en-US" altLang="zh-CN"/>
              <a:t>-</a:t>
            </a:r>
            <a:r>
              <a:rPr lang="zh-CN" altLang="en-US"/>
              <a:t>王欣捷</a:t>
            </a:r>
            <a:r>
              <a:rPr lang="en-US" altLang="zh-CN"/>
              <a:t>-</a:t>
            </a:r>
            <a:r>
              <a:rPr lang="zh-CN" altLang="en-US"/>
              <a:t>第三章 语法分析</a:t>
            </a:r>
            <a:r>
              <a:rPr lang="en-US" altLang="zh-CN"/>
              <a:t>(4)</a:t>
            </a:r>
            <a:endParaRPr lang="zh-CN" altLang="en-US"/>
          </a:p>
        </p:txBody>
      </p:sp>
      <p:sp>
        <p:nvSpPr>
          <p:cNvPr id="4" name="灯片编号占位符 3">
            <a:extLst>
              <a:ext uri="{FF2B5EF4-FFF2-40B4-BE49-F238E27FC236}">
                <a16:creationId xmlns:a16="http://schemas.microsoft.com/office/drawing/2014/main" id="{46493C44-E3AF-F11E-7158-0CB07AA3978C}"/>
              </a:ext>
            </a:extLst>
          </p:cNvPr>
          <p:cNvSpPr>
            <a:spLocks noGrp="1"/>
          </p:cNvSpPr>
          <p:nvPr>
            <p:ph type="sldNum" sz="quarter" idx="12"/>
          </p:nvPr>
        </p:nvSpPr>
        <p:spPr/>
        <p:txBody>
          <a:bodyPr/>
          <a:lstStyle/>
          <a:p>
            <a:fld id="{094DEB03-EFC6-4C20-8FC8-295189A5386F}" type="slidenum">
              <a:rPr lang="zh-CN" altLang="en-US" smtClean="0"/>
              <a:pPr/>
              <a:t>74</a:t>
            </a:fld>
            <a:endParaRPr lang="zh-CN" altLang="en-US"/>
          </a:p>
        </p:txBody>
      </p:sp>
      <p:grpSp>
        <p:nvGrpSpPr>
          <p:cNvPr id="81924" name="Group 4">
            <a:extLst>
              <a:ext uri="{FF2B5EF4-FFF2-40B4-BE49-F238E27FC236}">
                <a16:creationId xmlns:a16="http://schemas.microsoft.com/office/drawing/2014/main" id="{147443E5-40B4-4EA0-ADE5-C9788BE1788D}"/>
              </a:ext>
            </a:extLst>
          </p:cNvPr>
          <p:cNvGrpSpPr>
            <a:grpSpLocks/>
          </p:cNvGrpSpPr>
          <p:nvPr/>
        </p:nvGrpSpPr>
        <p:grpSpPr bwMode="auto">
          <a:xfrm>
            <a:off x="1828800" y="2784764"/>
            <a:ext cx="609600" cy="2971800"/>
            <a:chOff x="1152" y="2160"/>
            <a:chExt cx="384" cy="1872"/>
          </a:xfrm>
        </p:grpSpPr>
        <p:grpSp>
          <p:nvGrpSpPr>
            <p:cNvPr id="81938" name="Group 5">
              <a:extLst>
                <a:ext uri="{FF2B5EF4-FFF2-40B4-BE49-F238E27FC236}">
                  <a16:creationId xmlns:a16="http://schemas.microsoft.com/office/drawing/2014/main" id="{66EC45EF-6408-410B-AC40-67941DE036FA}"/>
                </a:ext>
              </a:extLst>
            </p:cNvPr>
            <p:cNvGrpSpPr>
              <a:grpSpLocks/>
            </p:cNvGrpSpPr>
            <p:nvPr/>
          </p:nvGrpSpPr>
          <p:grpSpPr bwMode="auto">
            <a:xfrm>
              <a:off x="1152" y="2640"/>
              <a:ext cx="384" cy="1392"/>
              <a:chOff x="1152" y="2208"/>
              <a:chExt cx="384" cy="1392"/>
            </a:xfrm>
          </p:grpSpPr>
          <p:sp>
            <p:nvSpPr>
              <p:cNvPr id="81940" name="Line 6">
                <a:extLst>
                  <a:ext uri="{FF2B5EF4-FFF2-40B4-BE49-F238E27FC236}">
                    <a16:creationId xmlns:a16="http://schemas.microsoft.com/office/drawing/2014/main" id="{B759C1C8-145E-4F14-B685-2002EC5748DE}"/>
                  </a:ext>
                </a:extLst>
              </p:cNvPr>
              <p:cNvSpPr>
                <a:spLocks noChangeShapeType="1"/>
              </p:cNvSpPr>
              <p:nvPr/>
            </p:nvSpPr>
            <p:spPr bwMode="auto">
              <a:xfrm>
                <a:off x="1152" y="2208"/>
                <a:ext cx="0" cy="1344"/>
              </a:xfrm>
              <a:prstGeom prst="line">
                <a:avLst/>
              </a:prstGeom>
              <a:noFill/>
              <a:ln w="25400">
                <a:solidFill>
                  <a:srgbClr val="008000"/>
                </a:solidFill>
                <a:round/>
                <a:headEnd/>
                <a:tailEnd/>
              </a:ln>
              <a:extLst>
                <a:ext uri="{909E8E84-426E-40DD-AFC4-6F175D3DCCD1}">
                  <a14:hiddenFill xmlns:a14="http://schemas.microsoft.com/office/drawing/2010/main">
                    <a:noFill/>
                  </a14:hiddenFill>
                </a:ext>
              </a:extLst>
            </p:spPr>
            <p:txBody>
              <a:bodyPr lIns="54000" tIns="28800" rIns="54000" bIns="28800"/>
              <a:lstStyle/>
              <a:p>
                <a:endParaRPr lang="zh-CN" altLang="en-US"/>
              </a:p>
            </p:txBody>
          </p:sp>
          <p:sp>
            <p:nvSpPr>
              <p:cNvPr id="81941" name="Line 7">
                <a:extLst>
                  <a:ext uri="{FF2B5EF4-FFF2-40B4-BE49-F238E27FC236}">
                    <a16:creationId xmlns:a16="http://schemas.microsoft.com/office/drawing/2014/main" id="{7DA9CFDB-8832-43F9-91C8-F3631232D401}"/>
                  </a:ext>
                </a:extLst>
              </p:cNvPr>
              <p:cNvSpPr>
                <a:spLocks noChangeShapeType="1"/>
              </p:cNvSpPr>
              <p:nvPr/>
            </p:nvSpPr>
            <p:spPr bwMode="auto">
              <a:xfrm>
                <a:off x="1536" y="2208"/>
                <a:ext cx="0" cy="1344"/>
              </a:xfrm>
              <a:prstGeom prst="line">
                <a:avLst/>
              </a:prstGeom>
              <a:noFill/>
              <a:ln w="25400">
                <a:solidFill>
                  <a:srgbClr val="008000"/>
                </a:solidFill>
                <a:round/>
                <a:headEnd/>
                <a:tailEnd/>
              </a:ln>
              <a:extLst>
                <a:ext uri="{909E8E84-426E-40DD-AFC4-6F175D3DCCD1}">
                  <a14:hiddenFill xmlns:a14="http://schemas.microsoft.com/office/drawing/2010/main">
                    <a:noFill/>
                  </a14:hiddenFill>
                </a:ext>
              </a:extLst>
            </p:spPr>
            <p:txBody>
              <a:bodyPr lIns="54000" tIns="28800" rIns="54000" bIns="28800"/>
              <a:lstStyle/>
              <a:p>
                <a:endParaRPr lang="zh-CN" altLang="en-US"/>
              </a:p>
            </p:txBody>
          </p:sp>
          <p:sp>
            <p:nvSpPr>
              <p:cNvPr id="81942" name="Rectangle 8">
                <a:extLst>
                  <a:ext uri="{FF2B5EF4-FFF2-40B4-BE49-F238E27FC236}">
                    <a16:creationId xmlns:a16="http://schemas.microsoft.com/office/drawing/2014/main" id="{C8F06845-1DCF-49B0-8893-7B32304A644C}"/>
                  </a:ext>
                </a:extLst>
              </p:cNvPr>
              <p:cNvSpPr>
                <a:spLocks noChangeArrowheads="1"/>
              </p:cNvSpPr>
              <p:nvPr/>
            </p:nvSpPr>
            <p:spPr bwMode="auto">
              <a:xfrm>
                <a:off x="1152" y="2640"/>
                <a:ext cx="384" cy="336"/>
              </a:xfrm>
              <a:prstGeom prst="rect">
                <a:avLst/>
              </a:prstGeom>
              <a:noFill/>
              <a:ln w="25400" algn="ctr">
                <a:solidFill>
                  <a:srgbClr val="008000"/>
                </a:solidFill>
                <a:miter lim="800000"/>
                <a:headEnd/>
                <a:tailEnd/>
              </a:ln>
              <a:extLst>
                <a:ext uri="{909E8E84-426E-40DD-AFC4-6F175D3DCCD1}">
                  <a14:hiddenFill xmlns:a14="http://schemas.microsoft.com/office/drawing/2010/main">
                    <a:solidFill>
                      <a:srgbClr val="FFFFFF"/>
                    </a:solidFill>
                  </a14:hiddenFill>
                </a:ext>
              </a:extLst>
            </p:spPr>
            <p:txBody>
              <a:bodyPr wrap="none" lIns="54000" tIns="28800" rIns="54000" bIns="28800" anchor="ctr"/>
              <a:lstStyle>
                <a:lvl1pPr>
                  <a:spcBef>
                    <a:spcPct val="20000"/>
                  </a:spcBef>
                  <a:buClr>
                    <a:schemeClr val="folHlink"/>
                  </a:buClr>
                  <a:buSzPct val="60000"/>
                  <a:buFont typeface="Wingdings" panose="05000000000000000000" pitchFamily="2" charset="2"/>
                  <a:buChar char="n"/>
                  <a:defRPr sz="3200">
                    <a:solidFill>
                      <a:schemeClr val="tx1"/>
                    </a:solidFill>
                    <a:latin typeface="Times New Roman" panose="02020603050405020304" pitchFamily="18" charset="0"/>
                    <a:ea typeface="黑体" panose="02010609060101010101" pitchFamily="49" charset="-122"/>
                  </a:defRPr>
                </a:lvl1pPr>
                <a:lvl2pPr marL="742950" indent="-285750">
                  <a:spcBef>
                    <a:spcPct val="20000"/>
                  </a:spcBef>
                  <a:buClr>
                    <a:schemeClr val="hlink"/>
                  </a:buClr>
                  <a:buSzPct val="55000"/>
                  <a:buFont typeface="Wingdings" panose="05000000000000000000" pitchFamily="2" charset="2"/>
                  <a:buChar char="n"/>
                  <a:defRPr sz="2800">
                    <a:solidFill>
                      <a:schemeClr val="tx1"/>
                    </a:solidFill>
                    <a:latin typeface="Times New Roman" panose="02020603050405020304" pitchFamily="18" charset="0"/>
                    <a:ea typeface="黑体" panose="02010609060101010101" pitchFamily="49" charset="-122"/>
                  </a:defRPr>
                </a:lvl2pPr>
                <a:lvl3pPr marL="1143000" indent="-228600">
                  <a:spcBef>
                    <a:spcPct val="20000"/>
                  </a:spcBef>
                  <a:buClr>
                    <a:schemeClr val="folHlink"/>
                  </a:buClr>
                  <a:buSzPct val="50000"/>
                  <a:buFont typeface="Wingdings" panose="05000000000000000000" pitchFamily="2" charset="2"/>
                  <a:buChar char="n"/>
                  <a:defRPr sz="2400">
                    <a:solidFill>
                      <a:schemeClr val="tx1"/>
                    </a:solidFill>
                    <a:latin typeface="Times New Roman" panose="02020603050405020304" pitchFamily="18" charset="0"/>
                    <a:ea typeface="黑体" panose="02010609060101010101" pitchFamily="49" charset="-122"/>
                  </a:defRPr>
                </a:lvl3pPr>
                <a:lvl4pPr marL="1600200" indent="-228600">
                  <a:spcBef>
                    <a:spcPct val="20000"/>
                  </a:spcBef>
                  <a:buClr>
                    <a:schemeClr val="accent2"/>
                  </a:buClr>
                  <a:buSzPct val="55000"/>
                  <a:buFont typeface="Wingdings" panose="05000000000000000000" pitchFamily="2" charset="2"/>
                  <a:buChar char="n"/>
                  <a:defRPr sz="2000">
                    <a:solidFill>
                      <a:schemeClr val="tx1"/>
                    </a:solidFill>
                    <a:latin typeface="Times New Roman" panose="02020603050405020304" pitchFamily="18" charset="0"/>
                    <a:ea typeface="黑体" panose="02010609060101010101" pitchFamily="49" charset="-122"/>
                  </a:defRPr>
                </a:lvl4pPr>
                <a:lvl5pPr marL="2057400" indent="-228600">
                  <a:spcBef>
                    <a:spcPct val="20000"/>
                  </a:spcBef>
                  <a:buClr>
                    <a:schemeClr val="accent1"/>
                  </a:buClr>
                  <a:buSzPct val="50000"/>
                  <a:buFont typeface="Wingdings" panose="05000000000000000000" pitchFamily="2" charset="2"/>
                  <a:buChar char="n"/>
                  <a:defRPr sz="2000">
                    <a:solidFill>
                      <a:schemeClr val="tx1"/>
                    </a:solidFill>
                    <a:latin typeface="Times New Roman" panose="02020603050405020304" pitchFamily="18"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imes New Roman" panose="02020603050405020304" pitchFamily="18"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imes New Roman" panose="02020603050405020304" pitchFamily="18"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imes New Roman" panose="02020603050405020304" pitchFamily="18"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imes New Roman" panose="02020603050405020304" pitchFamily="18" charset="0"/>
                    <a:ea typeface="黑体" panose="02010609060101010101" pitchFamily="49" charset="-122"/>
                  </a:defRPr>
                </a:lvl9pPr>
              </a:lstStyle>
              <a:p>
                <a:pPr algn="ctr">
                  <a:spcBef>
                    <a:spcPct val="0"/>
                  </a:spcBef>
                  <a:buClrTx/>
                  <a:buSzTx/>
                  <a:buFontTx/>
                  <a:buNone/>
                </a:pPr>
                <a:r>
                  <a:rPr lang="en-US" altLang="zh-CN" sz="2400">
                    <a:solidFill>
                      <a:srgbClr val="000000"/>
                    </a:solidFill>
                    <a:ea typeface="宋体" panose="02010600030101010101" pitchFamily="2" charset="-122"/>
                  </a:rPr>
                  <a:t>B</a:t>
                </a:r>
              </a:p>
            </p:txBody>
          </p:sp>
          <p:sp>
            <p:nvSpPr>
              <p:cNvPr id="81943" name="Rectangle 9">
                <a:extLst>
                  <a:ext uri="{FF2B5EF4-FFF2-40B4-BE49-F238E27FC236}">
                    <a16:creationId xmlns:a16="http://schemas.microsoft.com/office/drawing/2014/main" id="{6D349393-DA93-497A-B5A4-46FFC64BC63A}"/>
                  </a:ext>
                </a:extLst>
              </p:cNvPr>
              <p:cNvSpPr>
                <a:spLocks noChangeArrowheads="1"/>
              </p:cNvSpPr>
              <p:nvPr/>
            </p:nvSpPr>
            <p:spPr bwMode="auto">
              <a:xfrm>
                <a:off x="1152" y="2976"/>
                <a:ext cx="384" cy="624"/>
              </a:xfrm>
              <a:prstGeom prst="rect">
                <a:avLst/>
              </a:prstGeom>
              <a:noFill/>
              <a:ln w="25400" algn="ctr">
                <a:solidFill>
                  <a:srgbClr val="008000"/>
                </a:solidFill>
                <a:miter lim="800000"/>
                <a:headEnd/>
                <a:tailEnd/>
              </a:ln>
              <a:extLst>
                <a:ext uri="{909E8E84-426E-40DD-AFC4-6F175D3DCCD1}">
                  <a14:hiddenFill xmlns:a14="http://schemas.microsoft.com/office/drawing/2010/main">
                    <a:solidFill>
                      <a:srgbClr val="FFFFFF"/>
                    </a:solidFill>
                  </a14:hiddenFill>
                </a:ext>
              </a:extLst>
            </p:spPr>
            <p:txBody>
              <a:bodyPr wrap="none" lIns="54000" tIns="28800" rIns="54000" bIns="28800" anchor="ctr"/>
              <a:lstStyle>
                <a:lvl1pPr>
                  <a:spcBef>
                    <a:spcPct val="20000"/>
                  </a:spcBef>
                  <a:buClr>
                    <a:schemeClr val="folHlink"/>
                  </a:buClr>
                  <a:buSzPct val="60000"/>
                  <a:buFont typeface="Wingdings" panose="05000000000000000000" pitchFamily="2" charset="2"/>
                  <a:buChar char="n"/>
                  <a:defRPr sz="3200">
                    <a:solidFill>
                      <a:schemeClr val="tx1"/>
                    </a:solidFill>
                    <a:latin typeface="Times New Roman" panose="02020603050405020304" pitchFamily="18" charset="0"/>
                    <a:ea typeface="黑体" panose="02010609060101010101" pitchFamily="49" charset="-122"/>
                  </a:defRPr>
                </a:lvl1pPr>
                <a:lvl2pPr marL="742950" indent="-285750">
                  <a:spcBef>
                    <a:spcPct val="20000"/>
                  </a:spcBef>
                  <a:buClr>
                    <a:schemeClr val="hlink"/>
                  </a:buClr>
                  <a:buSzPct val="55000"/>
                  <a:buFont typeface="Wingdings" panose="05000000000000000000" pitchFamily="2" charset="2"/>
                  <a:buChar char="n"/>
                  <a:defRPr sz="2800">
                    <a:solidFill>
                      <a:schemeClr val="tx1"/>
                    </a:solidFill>
                    <a:latin typeface="Times New Roman" panose="02020603050405020304" pitchFamily="18" charset="0"/>
                    <a:ea typeface="黑体" panose="02010609060101010101" pitchFamily="49" charset="-122"/>
                  </a:defRPr>
                </a:lvl2pPr>
                <a:lvl3pPr marL="1143000" indent="-228600">
                  <a:spcBef>
                    <a:spcPct val="20000"/>
                  </a:spcBef>
                  <a:buClr>
                    <a:schemeClr val="folHlink"/>
                  </a:buClr>
                  <a:buSzPct val="50000"/>
                  <a:buFont typeface="Wingdings" panose="05000000000000000000" pitchFamily="2" charset="2"/>
                  <a:buChar char="n"/>
                  <a:defRPr sz="2400">
                    <a:solidFill>
                      <a:schemeClr val="tx1"/>
                    </a:solidFill>
                    <a:latin typeface="Times New Roman" panose="02020603050405020304" pitchFamily="18" charset="0"/>
                    <a:ea typeface="黑体" panose="02010609060101010101" pitchFamily="49" charset="-122"/>
                  </a:defRPr>
                </a:lvl3pPr>
                <a:lvl4pPr marL="1600200" indent="-228600">
                  <a:spcBef>
                    <a:spcPct val="20000"/>
                  </a:spcBef>
                  <a:buClr>
                    <a:schemeClr val="accent2"/>
                  </a:buClr>
                  <a:buSzPct val="55000"/>
                  <a:buFont typeface="Wingdings" panose="05000000000000000000" pitchFamily="2" charset="2"/>
                  <a:buChar char="n"/>
                  <a:defRPr sz="2000">
                    <a:solidFill>
                      <a:schemeClr val="tx1"/>
                    </a:solidFill>
                    <a:latin typeface="Times New Roman" panose="02020603050405020304" pitchFamily="18" charset="0"/>
                    <a:ea typeface="黑体" panose="02010609060101010101" pitchFamily="49" charset="-122"/>
                  </a:defRPr>
                </a:lvl4pPr>
                <a:lvl5pPr marL="2057400" indent="-228600">
                  <a:spcBef>
                    <a:spcPct val="20000"/>
                  </a:spcBef>
                  <a:buClr>
                    <a:schemeClr val="accent1"/>
                  </a:buClr>
                  <a:buSzPct val="50000"/>
                  <a:buFont typeface="Wingdings" panose="05000000000000000000" pitchFamily="2" charset="2"/>
                  <a:buChar char="n"/>
                  <a:defRPr sz="2000">
                    <a:solidFill>
                      <a:schemeClr val="tx1"/>
                    </a:solidFill>
                    <a:latin typeface="Times New Roman" panose="02020603050405020304" pitchFamily="18"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imes New Roman" panose="02020603050405020304" pitchFamily="18"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imes New Roman" panose="02020603050405020304" pitchFamily="18"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imes New Roman" panose="02020603050405020304" pitchFamily="18"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imes New Roman" panose="02020603050405020304" pitchFamily="18" charset="0"/>
                    <a:ea typeface="黑体" panose="02010609060101010101" pitchFamily="49" charset="-122"/>
                  </a:defRPr>
                </a:lvl9pPr>
              </a:lstStyle>
              <a:p>
                <a:pPr algn="just">
                  <a:spcBef>
                    <a:spcPct val="0"/>
                  </a:spcBef>
                  <a:buClrTx/>
                  <a:buSzTx/>
                  <a:buFontTx/>
                  <a:buNone/>
                </a:pPr>
                <a:endParaRPr lang="zh-CN" altLang="en-US" sz="2400">
                  <a:solidFill>
                    <a:srgbClr val="000000"/>
                  </a:solidFill>
                  <a:ea typeface="宋体" panose="02010600030101010101" pitchFamily="2" charset="-122"/>
                </a:endParaRPr>
              </a:p>
            </p:txBody>
          </p:sp>
          <p:sp>
            <p:nvSpPr>
              <p:cNvPr id="81944" name="Text Box 10">
                <a:extLst>
                  <a:ext uri="{FF2B5EF4-FFF2-40B4-BE49-F238E27FC236}">
                    <a16:creationId xmlns:a16="http://schemas.microsoft.com/office/drawing/2014/main" id="{4B1111B4-409B-4CA8-9AC8-F6526F3C0D86}"/>
                  </a:ext>
                </a:extLst>
              </p:cNvPr>
              <p:cNvSpPr txBox="1">
                <a:spLocks noChangeArrowheads="1"/>
              </p:cNvSpPr>
              <p:nvPr/>
            </p:nvSpPr>
            <p:spPr bwMode="auto">
              <a:xfrm>
                <a:off x="1235" y="3053"/>
                <a:ext cx="301" cy="2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5400" algn="ctr">
                    <a:solidFill>
                      <a:srgbClr val="000000"/>
                    </a:solidFill>
                    <a:miter lim="800000"/>
                    <a:headEnd/>
                    <a:tailEnd/>
                  </a14:hiddenLine>
                </a:ext>
              </a:extLst>
            </p:spPr>
            <p:txBody>
              <a:bodyPr vert="eaVert" wrap="none" lIns="54000" tIns="28800" rIns="54000" bIns="28800">
                <a:spAutoFit/>
              </a:bodyPr>
              <a:lstStyle>
                <a:lvl1pPr>
                  <a:spcBef>
                    <a:spcPct val="20000"/>
                  </a:spcBef>
                  <a:buClr>
                    <a:schemeClr val="folHlink"/>
                  </a:buClr>
                  <a:buSzPct val="60000"/>
                  <a:buFont typeface="Wingdings" panose="05000000000000000000" pitchFamily="2" charset="2"/>
                  <a:buChar char="n"/>
                  <a:defRPr sz="3200">
                    <a:solidFill>
                      <a:schemeClr val="tx1"/>
                    </a:solidFill>
                    <a:latin typeface="Times New Roman" panose="02020603050405020304" pitchFamily="18" charset="0"/>
                    <a:ea typeface="黑体" panose="02010609060101010101" pitchFamily="49" charset="-122"/>
                  </a:defRPr>
                </a:lvl1pPr>
                <a:lvl2pPr marL="742950" indent="-285750">
                  <a:spcBef>
                    <a:spcPct val="20000"/>
                  </a:spcBef>
                  <a:buClr>
                    <a:schemeClr val="hlink"/>
                  </a:buClr>
                  <a:buSzPct val="55000"/>
                  <a:buFont typeface="Wingdings" panose="05000000000000000000" pitchFamily="2" charset="2"/>
                  <a:buChar char="n"/>
                  <a:defRPr sz="2800">
                    <a:solidFill>
                      <a:schemeClr val="tx1"/>
                    </a:solidFill>
                    <a:latin typeface="Times New Roman" panose="02020603050405020304" pitchFamily="18" charset="0"/>
                    <a:ea typeface="黑体" panose="02010609060101010101" pitchFamily="49" charset="-122"/>
                  </a:defRPr>
                </a:lvl2pPr>
                <a:lvl3pPr marL="1143000" indent="-228600">
                  <a:spcBef>
                    <a:spcPct val="20000"/>
                  </a:spcBef>
                  <a:buClr>
                    <a:schemeClr val="folHlink"/>
                  </a:buClr>
                  <a:buSzPct val="50000"/>
                  <a:buFont typeface="Wingdings" panose="05000000000000000000" pitchFamily="2" charset="2"/>
                  <a:buChar char="n"/>
                  <a:defRPr sz="2400">
                    <a:solidFill>
                      <a:schemeClr val="tx1"/>
                    </a:solidFill>
                    <a:latin typeface="Times New Roman" panose="02020603050405020304" pitchFamily="18" charset="0"/>
                    <a:ea typeface="黑体" panose="02010609060101010101" pitchFamily="49" charset="-122"/>
                  </a:defRPr>
                </a:lvl3pPr>
                <a:lvl4pPr marL="1600200" indent="-228600">
                  <a:spcBef>
                    <a:spcPct val="20000"/>
                  </a:spcBef>
                  <a:buClr>
                    <a:schemeClr val="accent2"/>
                  </a:buClr>
                  <a:buSzPct val="55000"/>
                  <a:buFont typeface="Wingdings" panose="05000000000000000000" pitchFamily="2" charset="2"/>
                  <a:buChar char="n"/>
                  <a:defRPr sz="2000">
                    <a:solidFill>
                      <a:schemeClr val="tx1"/>
                    </a:solidFill>
                    <a:latin typeface="Times New Roman" panose="02020603050405020304" pitchFamily="18" charset="0"/>
                    <a:ea typeface="黑体" panose="02010609060101010101" pitchFamily="49" charset="-122"/>
                  </a:defRPr>
                </a:lvl4pPr>
                <a:lvl5pPr marL="2057400" indent="-228600">
                  <a:spcBef>
                    <a:spcPct val="20000"/>
                  </a:spcBef>
                  <a:buClr>
                    <a:schemeClr val="accent1"/>
                  </a:buClr>
                  <a:buSzPct val="50000"/>
                  <a:buFont typeface="Wingdings" panose="05000000000000000000" pitchFamily="2" charset="2"/>
                  <a:buChar char="n"/>
                  <a:defRPr sz="2000">
                    <a:solidFill>
                      <a:schemeClr val="tx1"/>
                    </a:solidFill>
                    <a:latin typeface="Times New Roman" panose="02020603050405020304" pitchFamily="18"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imes New Roman" panose="02020603050405020304" pitchFamily="18"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imes New Roman" panose="02020603050405020304" pitchFamily="18"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imes New Roman" panose="02020603050405020304" pitchFamily="18"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imes New Roman" panose="02020603050405020304" pitchFamily="18" charset="0"/>
                    <a:ea typeface="黑体" panose="02010609060101010101" pitchFamily="49" charset="-122"/>
                  </a:defRPr>
                </a:lvl9pPr>
              </a:lstStyle>
              <a:p>
                <a:pPr algn="just">
                  <a:spcBef>
                    <a:spcPct val="0"/>
                  </a:spcBef>
                  <a:buClrTx/>
                  <a:buSzTx/>
                  <a:buFontTx/>
                  <a:buNone/>
                </a:pPr>
                <a:r>
                  <a:rPr lang="en-US" altLang="zh-CN" sz="2400">
                    <a:solidFill>
                      <a:srgbClr val="000000"/>
                    </a:solidFill>
                    <a:ea typeface="宋体" panose="02010600030101010101" pitchFamily="2" charset="-122"/>
                  </a:rPr>
                  <a:t>…</a:t>
                </a:r>
              </a:p>
            </p:txBody>
          </p:sp>
          <p:sp>
            <p:nvSpPr>
              <p:cNvPr id="81945" name="Text Box 11">
                <a:extLst>
                  <a:ext uri="{FF2B5EF4-FFF2-40B4-BE49-F238E27FC236}">
                    <a16:creationId xmlns:a16="http://schemas.microsoft.com/office/drawing/2014/main" id="{4AF74D29-4606-4B77-B6B6-E225E02A0C9B}"/>
                  </a:ext>
                </a:extLst>
              </p:cNvPr>
              <p:cNvSpPr txBox="1">
                <a:spLocks noChangeArrowheads="1"/>
              </p:cNvSpPr>
              <p:nvPr/>
            </p:nvSpPr>
            <p:spPr bwMode="auto">
              <a:xfrm>
                <a:off x="1232" y="2326"/>
                <a:ext cx="209" cy="26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5400" algn="ctr">
                    <a:solidFill>
                      <a:srgbClr val="000000"/>
                    </a:solidFill>
                    <a:miter lim="800000"/>
                    <a:headEnd/>
                    <a:tailEnd/>
                  </a14:hiddenLine>
                </a:ext>
              </a:extLst>
            </p:spPr>
            <p:txBody>
              <a:bodyPr wrap="none" lIns="54000" tIns="28800" rIns="54000" bIns="28800">
                <a:spAutoFit/>
              </a:bodyPr>
              <a:lstStyle>
                <a:lvl1pPr>
                  <a:spcBef>
                    <a:spcPct val="20000"/>
                  </a:spcBef>
                  <a:buClr>
                    <a:schemeClr val="folHlink"/>
                  </a:buClr>
                  <a:buSzPct val="60000"/>
                  <a:buFont typeface="Wingdings" panose="05000000000000000000" pitchFamily="2" charset="2"/>
                  <a:buChar char="n"/>
                  <a:defRPr sz="3200">
                    <a:solidFill>
                      <a:schemeClr val="tx1"/>
                    </a:solidFill>
                    <a:latin typeface="Times New Roman" panose="02020603050405020304" pitchFamily="18" charset="0"/>
                    <a:ea typeface="黑体" panose="02010609060101010101" pitchFamily="49" charset="-122"/>
                  </a:defRPr>
                </a:lvl1pPr>
                <a:lvl2pPr marL="742950" indent="-285750">
                  <a:spcBef>
                    <a:spcPct val="20000"/>
                  </a:spcBef>
                  <a:buClr>
                    <a:schemeClr val="hlink"/>
                  </a:buClr>
                  <a:buSzPct val="55000"/>
                  <a:buFont typeface="Wingdings" panose="05000000000000000000" pitchFamily="2" charset="2"/>
                  <a:buChar char="n"/>
                  <a:defRPr sz="2800">
                    <a:solidFill>
                      <a:schemeClr val="tx1"/>
                    </a:solidFill>
                    <a:latin typeface="Times New Roman" panose="02020603050405020304" pitchFamily="18" charset="0"/>
                    <a:ea typeface="黑体" panose="02010609060101010101" pitchFamily="49" charset="-122"/>
                  </a:defRPr>
                </a:lvl2pPr>
                <a:lvl3pPr marL="1143000" indent="-228600">
                  <a:spcBef>
                    <a:spcPct val="20000"/>
                  </a:spcBef>
                  <a:buClr>
                    <a:schemeClr val="folHlink"/>
                  </a:buClr>
                  <a:buSzPct val="50000"/>
                  <a:buFont typeface="Wingdings" panose="05000000000000000000" pitchFamily="2" charset="2"/>
                  <a:buChar char="n"/>
                  <a:defRPr sz="2400">
                    <a:solidFill>
                      <a:schemeClr val="tx1"/>
                    </a:solidFill>
                    <a:latin typeface="Times New Roman" panose="02020603050405020304" pitchFamily="18" charset="0"/>
                    <a:ea typeface="黑体" panose="02010609060101010101" pitchFamily="49" charset="-122"/>
                  </a:defRPr>
                </a:lvl3pPr>
                <a:lvl4pPr marL="1600200" indent="-228600">
                  <a:spcBef>
                    <a:spcPct val="20000"/>
                  </a:spcBef>
                  <a:buClr>
                    <a:schemeClr val="accent2"/>
                  </a:buClr>
                  <a:buSzPct val="55000"/>
                  <a:buFont typeface="Wingdings" panose="05000000000000000000" pitchFamily="2" charset="2"/>
                  <a:buChar char="n"/>
                  <a:defRPr sz="2000">
                    <a:solidFill>
                      <a:schemeClr val="tx1"/>
                    </a:solidFill>
                    <a:latin typeface="Times New Roman" panose="02020603050405020304" pitchFamily="18" charset="0"/>
                    <a:ea typeface="黑体" panose="02010609060101010101" pitchFamily="49" charset="-122"/>
                  </a:defRPr>
                </a:lvl4pPr>
                <a:lvl5pPr marL="2057400" indent="-228600">
                  <a:spcBef>
                    <a:spcPct val="20000"/>
                  </a:spcBef>
                  <a:buClr>
                    <a:schemeClr val="accent1"/>
                  </a:buClr>
                  <a:buSzPct val="50000"/>
                  <a:buFont typeface="Wingdings" panose="05000000000000000000" pitchFamily="2" charset="2"/>
                  <a:buChar char="n"/>
                  <a:defRPr sz="2000">
                    <a:solidFill>
                      <a:schemeClr val="tx1"/>
                    </a:solidFill>
                    <a:latin typeface="Times New Roman" panose="02020603050405020304" pitchFamily="18"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imes New Roman" panose="02020603050405020304" pitchFamily="18"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imes New Roman" panose="02020603050405020304" pitchFamily="18"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imes New Roman" panose="02020603050405020304" pitchFamily="18"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imes New Roman" panose="02020603050405020304" pitchFamily="18" charset="0"/>
                    <a:ea typeface="黑体" panose="02010609060101010101" pitchFamily="49" charset="-122"/>
                  </a:defRPr>
                </a:lvl9pPr>
              </a:lstStyle>
              <a:p>
                <a:pPr algn="just">
                  <a:spcBef>
                    <a:spcPct val="0"/>
                  </a:spcBef>
                  <a:buClrTx/>
                  <a:buSzTx/>
                  <a:buFontTx/>
                  <a:buNone/>
                </a:pPr>
                <a:r>
                  <a:rPr lang="en-US" altLang="zh-CN" sz="2400">
                    <a:solidFill>
                      <a:srgbClr val="000000"/>
                    </a:solidFill>
                    <a:ea typeface="宋体" panose="02010600030101010101" pitchFamily="2" charset="-122"/>
                  </a:rPr>
                  <a:t>A</a:t>
                </a:r>
              </a:p>
            </p:txBody>
          </p:sp>
          <p:sp>
            <p:nvSpPr>
              <p:cNvPr id="81946" name="Rectangle 12">
                <a:extLst>
                  <a:ext uri="{FF2B5EF4-FFF2-40B4-BE49-F238E27FC236}">
                    <a16:creationId xmlns:a16="http://schemas.microsoft.com/office/drawing/2014/main" id="{B143FC39-7C77-40BE-9011-FA925162ED7F}"/>
                  </a:ext>
                </a:extLst>
              </p:cNvPr>
              <p:cNvSpPr>
                <a:spLocks noChangeArrowheads="1"/>
              </p:cNvSpPr>
              <p:nvPr/>
            </p:nvSpPr>
            <p:spPr bwMode="auto">
              <a:xfrm>
                <a:off x="1152" y="2304"/>
                <a:ext cx="384" cy="336"/>
              </a:xfrm>
              <a:prstGeom prst="rect">
                <a:avLst/>
              </a:prstGeom>
              <a:noFill/>
              <a:ln w="25400" algn="ctr">
                <a:solidFill>
                  <a:srgbClr val="008000"/>
                </a:solidFill>
                <a:miter lim="800000"/>
                <a:headEnd/>
                <a:tailEnd/>
              </a:ln>
              <a:extLst>
                <a:ext uri="{909E8E84-426E-40DD-AFC4-6F175D3DCCD1}">
                  <a14:hiddenFill xmlns:a14="http://schemas.microsoft.com/office/drawing/2010/main">
                    <a:solidFill>
                      <a:srgbClr val="FFFFFF"/>
                    </a:solidFill>
                  </a14:hiddenFill>
                </a:ext>
              </a:extLst>
            </p:spPr>
            <p:txBody>
              <a:bodyPr wrap="none" lIns="54000" tIns="28800" rIns="54000" bIns="28800" anchor="ctr"/>
              <a:lstStyle>
                <a:lvl1pPr>
                  <a:spcBef>
                    <a:spcPct val="20000"/>
                  </a:spcBef>
                  <a:buClr>
                    <a:schemeClr val="folHlink"/>
                  </a:buClr>
                  <a:buSzPct val="60000"/>
                  <a:buFont typeface="Wingdings" panose="05000000000000000000" pitchFamily="2" charset="2"/>
                  <a:buChar char="n"/>
                  <a:defRPr sz="3200">
                    <a:solidFill>
                      <a:schemeClr val="tx1"/>
                    </a:solidFill>
                    <a:latin typeface="Times New Roman" panose="02020603050405020304" pitchFamily="18" charset="0"/>
                    <a:ea typeface="黑体" panose="02010609060101010101" pitchFamily="49" charset="-122"/>
                  </a:defRPr>
                </a:lvl1pPr>
                <a:lvl2pPr marL="742950" indent="-285750">
                  <a:spcBef>
                    <a:spcPct val="20000"/>
                  </a:spcBef>
                  <a:buClr>
                    <a:schemeClr val="hlink"/>
                  </a:buClr>
                  <a:buSzPct val="55000"/>
                  <a:buFont typeface="Wingdings" panose="05000000000000000000" pitchFamily="2" charset="2"/>
                  <a:buChar char="n"/>
                  <a:defRPr sz="2800">
                    <a:solidFill>
                      <a:schemeClr val="tx1"/>
                    </a:solidFill>
                    <a:latin typeface="Times New Roman" panose="02020603050405020304" pitchFamily="18" charset="0"/>
                    <a:ea typeface="黑体" panose="02010609060101010101" pitchFamily="49" charset="-122"/>
                  </a:defRPr>
                </a:lvl2pPr>
                <a:lvl3pPr marL="1143000" indent="-228600">
                  <a:spcBef>
                    <a:spcPct val="20000"/>
                  </a:spcBef>
                  <a:buClr>
                    <a:schemeClr val="folHlink"/>
                  </a:buClr>
                  <a:buSzPct val="50000"/>
                  <a:buFont typeface="Wingdings" panose="05000000000000000000" pitchFamily="2" charset="2"/>
                  <a:buChar char="n"/>
                  <a:defRPr sz="2400">
                    <a:solidFill>
                      <a:schemeClr val="tx1"/>
                    </a:solidFill>
                    <a:latin typeface="Times New Roman" panose="02020603050405020304" pitchFamily="18" charset="0"/>
                    <a:ea typeface="黑体" panose="02010609060101010101" pitchFamily="49" charset="-122"/>
                  </a:defRPr>
                </a:lvl3pPr>
                <a:lvl4pPr marL="1600200" indent="-228600">
                  <a:spcBef>
                    <a:spcPct val="20000"/>
                  </a:spcBef>
                  <a:buClr>
                    <a:schemeClr val="accent2"/>
                  </a:buClr>
                  <a:buSzPct val="55000"/>
                  <a:buFont typeface="Wingdings" panose="05000000000000000000" pitchFamily="2" charset="2"/>
                  <a:buChar char="n"/>
                  <a:defRPr sz="2000">
                    <a:solidFill>
                      <a:schemeClr val="tx1"/>
                    </a:solidFill>
                    <a:latin typeface="Times New Roman" panose="02020603050405020304" pitchFamily="18" charset="0"/>
                    <a:ea typeface="黑体" panose="02010609060101010101" pitchFamily="49" charset="-122"/>
                  </a:defRPr>
                </a:lvl4pPr>
                <a:lvl5pPr marL="2057400" indent="-228600">
                  <a:spcBef>
                    <a:spcPct val="20000"/>
                  </a:spcBef>
                  <a:buClr>
                    <a:schemeClr val="accent1"/>
                  </a:buClr>
                  <a:buSzPct val="50000"/>
                  <a:buFont typeface="Wingdings" panose="05000000000000000000" pitchFamily="2" charset="2"/>
                  <a:buChar char="n"/>
                  <a:defRPr sz="2000">
                    <a:solidFill>
                      <a:schemeClr val="tx1"/>
                    </a:solidFill>
                    <a:latin typeface="Times New Roman" panose="02020603050405020304" pitchFamily="18"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imes New Roman" panose="02020603050405020304" pitchFamily="18"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imes New Roman" panose="02020603050405020304" pitchFamily="18"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imes New Roman" panose="02020603050405020304" pitchFamily="18"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imes New Roman" panose="02020603050405020304" pitchFamily="18" charset="0"/>
                    <a:ea typeface="黑体" panose="02010609060101010101" pitchFamily="49" charset="-122"/>
                  </a:defRPr>
                </a:lvl9pPr>
              </a:lstStyle>
              <a:p>
                <a:pPr algn="just">
                  <a:spcBef>
                    <a:spcPct val="0"/>
                  </a:spcBef>
                  <a:buClrTx/>
                  <a:buSzTx/>
                  <a:buFontTx/>
                  <a:buNone/>
                </a:pPr>
                <a:endParaRPr lang="zh-CN" altLang="en-US" sz="2400">
                  <a:solidFill>
                    <a:srgbClr val="000000"/>
                  </a:solidFill>
                  <a:ea typeface="宋体" panose="02010600030101010101" pitchFamily="2" charset="-122"/>
                </a:endParaRPr>
              </a:p>
            </p:txBody>
          </p:sp>
          <p:sp>
            <p:nvSpPr>
              <p:cNvPr id="81947" name="Rectangle 13">
                <a:extLst>
                  <a:ext uri="{FF2B5EF4-FFF2-40B4-BE49-F238E27FC236}">
                    <a16:creationId xmlns:a16="http://schemas.microsoft.com/office/drawing/2014/main" id="{EC2F576C-BE68-4A97-9166-DA939F0EE037}"/>
                  </a:ext>
                </a:extLst>
              </p:cNvPr>
              <p:cNvSpPr>
                <a:spLocks noChangeArrowheads="1"/>
              </p:cNvSpPr>
              <p:nvPr/>
            </p:nvSpPr>
            <p:spPr bwMode="auto">
              <a:xfrm>
                <a:off x="1152" y="3312"/>
                <a:ext cx="384" cy="288"/>
              </a:xfrm>
              <a:prstGeom prst="rect">
                <a:avLst/>
              </a:prstGeom>
              <a:noFill/>
              <a:ln w="25400" algn="ctr">
                <a:solidFill>
                  <a:srgbClr val="008000"/>
                </a:solidFill>
                <a:miter lim="800000"/>
                <a:headEnd/>
                <a:tailEnd/>
              </a:ln>
              <a:extLst>
                <a:ext uri="{909E8E84-426E-40DD-AFC4-6F175D3DCCD1}">
                  <a14:hiddenFill xmlns:a14="http://schemas.microsoft.com/office/drawing/2010/main">
                    <a:solidFill>
                      <a:srgbClr val="FFFFFF"/>
                    </a:solidFill>
                  </a14:hiddenFill>
                </a:ext>
              </a:extLst>
            </p:spPr>
            <p:txBody>
              <a:bodyPr wrap="none" lIns="54000" tIns="28800" rIns="54000" bIns="28800" anchor="ctr"/>
              <a:lstStyle>
                <a:lvl1pPr>
                  <a:spcBef>
                    <a:spcPct val="20000"/>
                  </a:spcBef>
                  <a:buClr>
                    <a:schemeClr val="folHlink"/>
                  </a:buClr>
                  <a:buSzPct val="60000"/>
                  <a:buFont typeface="Wingdings" panose="05000000000000000000" pitchFamily="2" charset="2"/>
                  <a:buChar char="n"/>
                  <a:defRPr sz="3200">
                    <a:solidFill>
                      <a:schemeClr val="tx1"/>
                    </a:solidFill>
                    <a:latin typeface="Times New Roman" panose="02020603050405020304" pitchFamily="18" charset="0"/>
                    <a:ea typeface="黑体" panose="02010609060101010101" pitchFamily="49" charset="-122"/>
                  </a:defRPr>
                </a:lvl1pPr>
                <a:lvl2pPr marL="742950" indent="-285750">
                  <a:spcBef>
                    <a:spcPct val="20000"/>
                  </a:spcBef>
                  <a:buClr>
                    <a:schemeClr val="hlink"/>
                  </a:buClr>
                  <a:buSzPct val="55000"/>
                  <a:buFont typeface="Wingdings" panose="05000000000000000000" pitchFamily="2" charset="2"/>
                  <a:buChar char="n"/>
                  <a:defRPr sz="2800">
                    <a:solidFill>
                      <a:schemeClr val="tx1"/>
                    </a:solidFill>
                    <a:latin typeface="Times New Roman" panose="02020603050405020304" pitchFamily="18" charset="0"/>
                    <a:ea typeface="黑体" panose="02010609060101010101" pitchFamily="49" charset="-122"/>
                  </a:defRPr>
                </a:lvl2pPr>
                <a:lvl3pPr marL="1143000" indent="-228600">
                  <a:spcBef>
                    <a:spcPct val="20000"/>
                  </a:spcBef>
                  <a:buClr>
                    <a:schemeClr val="folHlink"/>
                  </a:buClr>
                  <a:buSzPct val="50000"/>
                  <a:buFont typeface="Wingdings" panose="05000000000000000000" pitchFamily="2" charset="2"/>
                  <a:buChar char="n"/>
                  <a:defRPr sz="2400">
                    <a:solidFill>
                      <a:schemeClr val="tx1"/>
                    </a:solidFill>
                    <a:latin typeface="Times New Roman" panose="02020603050405020304" pitchFamily="18" charset="0"/>
                    <a:ea typeface="黑体" panose="02010609060101010101" pitchFamily="49" charset="-122"/>
                  </a:defRPr>
                </a:lvl3pPr>
                <a:lvl4pPr marL="1600200" indent="-228600">
                  <a:spcBef>
                    <a:spcPct val="20000"/>
                  </a:spcBef>
                  <a:buClr>
                    <a:schemeClr val="accent2"/>
                  </a:buClr>
                  <a:buSzPct val="55000"/>
                  <a:buFont typeface="Wingdings" panose="05000000000000000000" pitchFamily="2" charset="2"/>
                  <a:buChar char="n"/>
                  <a:defRPr sz="2000">
                    <a:solidFill>
                      <a:schemeClr val="tx1"/>
                    </a:solidFill>
                    <a:latin typeface="Times New Roman" panose="02020603050405020304" pitchFamily="18" charset="0"/>
                    <a:ea typeface="黑体" panose="02010609060101010101" pitchFamily="49" charset="-122"/>
                  </a:defRPr>
                </a:lvl4pPr>
                <a:lvl5pPr marL="2057400" indent="-228600">
                  <a:spcBef>
                    <a:spcPct val="20000"/>
                  </a:spcBef>
                  <a:buClr>
                    <a:schemeClr val="accent1"/>
                  </a:buClr>
                  <a:buSzPct val="50000"/>
                  <a:buFont typeface="Wingdings" panose="05000000000000000000" pitchFamily="2" charset="2"/>
                  <a:buChar char="n"/>
                  <a:defRPr sz="2000">
                    <a:solidFill>
                      <a:schemeClr val="tx1"/>
                    </a:solidFill>
                    <a:latin typeface="Times New Roman" panose="02020603050405020304" pitchFamily="18"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imes New Roman" panose="02020603050405020304" pitchFamily="18"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imes New Roman" panose="02020603050405020304" pitchFamily="18"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imes New Roman" panose="02020603050405020304" pitchFamily="18"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imes New Roman" panose="02020603050405020304" pitchFamily="18" charset="0"/>
                    <a:ea typeface="黑体" panose="02010609060101010101" pitchFamily="49" charset="-122"/>
                  </a:defRPr>
                </a:lvl9pPr>
              </a:lstStyle>
              <a:p>
                <a:pPr algn="ctr">
                  <a:spcBef>
                    <a:spcPct val="0"/>
                  </a:spcBef>
                  <a:buClrTx/>
                  <a:buSzTx/>
                  <a:buFontTx/>
                  <a:buNone/>
                </a:pPr>
                <a:r>
                  <a:rPr lang="en-US" altLang="zh-CN" sz="2400">
                    <a:solidFill>
                      <a:srgbClr val="000000"/>
                    </a:solidFill>
                    <a:ea typeface="宋体" panose="02010600030101010101" pitchFamily="2" charset="-122"/>
                  </a:rPr>
                  <a:t>$</a:t>
                </a:r>
              </a:p>
            </p:txBody>
          </p:sp>
        </p:grpSp>
        <p:sp>
          <p:nvSpPr>
            <p:cNvPr id="81939" name="Text Box 14">
              <a:extLst>
                <a:ext uri="{FF2B5EF4-FFF2-40B4-BE49-F238E27FC236}">
                  <a16:creationId xmlns:a16="http://schemas.microsoft.com/office/drawing/2014/main" id="{C840B89C-5F0E-40F6-A3CC-274492153C38}"/>
                </a:ext>
              </a:extLst>
            </p:cNvPr>
            <p:cNvSpPr txBox="1">
              <a:spLocks noChangeArrowheads="1"/>
            </p:cNvSpPr>
            <p:nvPr/>
          </p:nvSpPr>
          <p:spPr bwMode="auto">
            <a:xfrm>
              <a:off x="1199" y="2160"/>
              <a:ext cx="295" cy="30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5400" algn="ctr">
                  <a:solidFill>
                    <a:srgbClr val="000000"/>
                  </a:solidFill>
                  <a:miter lim="800000"/>
                  <a:headEnd/>
                  <a:tailEnd/>
                </a14:hiddenLine>
              </a:ext>
            </a:extLst>
          </p:spPr>
          <p:txBody>
            <a:bodyPr wrap="none" lIns="54000" tIns="28800" rIns="54000" bIns="28800">
              <a:spAutoFit/>
            </a:bodyPr>
            <a:lstStyle>
              <a:lvl1pPr>
                <a:spcBef>
                  <a:spcPct val="20000"/>
                </a:spcBef>
                <a:buClr>
                  <a:schemeClr val="folHlink"/>
                </a:buClr>
                <a:buSzPct val="60000"/>
                <a:buFont typeface="Wingdings" panose="05000000000000000000" pitchFamily="2" charset="2"/>
                <a:buChar char="n"/>
                <a:defRPr sz="3200">
                  <a:solidFill>
                    <a:schemeClr val="tx1"/>
                  </a:solidFill>
                  <a:latin typeface="Times New Roman" panose="02020603050405020304" pitchFamily="18" charset="0"/>
                  <a:ea typeface="黑体" panose="02010609060101010101" pitchFamily="49" charset="-122"/>
                </a:defRPr>
              </a:lvl1pPr>
              <a:lvl2pPr marL="742950" indent="-285750">
                <a:spcBef>
                  <a:spcPct val="20000"/>
                </a:spcBef>
                <a:buClr>
                  <a:schemeClr val="hlink"/>
                </a:buClr>
                <a:buSzPct val="55000"/>
                <a:buFont typeface="Wingdings" panose="05000000000000000000" pitchFamily="2" charset="2"/>
                <a:buChar char="n"/>
                <a:defRPr sz="2800">
                  <a:solidFill>
                    <a:schemeClr val="tx1"/>
                  </a:solidFill>
                  <a:latin typeface="Times New Roman" panose="02020603050405020304" pitchFamily="18" charset="0"/>
                  <a:ea typeface="黑体" panose="02010609060101010101" pitchFamily="49" charset="-122"/>
                </a:defRPr>
              </a:lvl2pPr>
              <a:lvl3pPr marL="1143000" indent="-228600">
                <a:spcBef>
                  <a:spcPct val="20000"/>
                </a:spcBef>
                <a:buClr>
                  <a:schemeClr val="folHlink"/>
                </a:buClr>
                <a:buSzPct val="50000"/>
                <a:buFont typeface="Wingdings" panose="05000000000000000000" pitchFamily="2" charset="2"/>
                <a:buChar char="n"/>
                <a:defRPr sz="2400">
                  <a:solidFill>
                    <a:schemeClr val="tx1"/>
                  </a:solidFill>
                  <a:latin typeface="Times New Roman" panose="02020603050405020304" pitchFamily="18" charset="0"/>
                  <a:ea typeface="黑体" panose="02010609060101010101" pitchFamily="49" charset="-122"/>
                </a:defRPr>
              </a:lvl3pPr>
              <a:lvl4pPr marL="1600200" indent="-228600">
                <a:spcBef>
                  <a:spcPct val="20000"/>
                </a:spcBef>
                <a:buClr>
                  <a:schemeClr val="accent2"/>
                </a:buClr>
                <a:buSzPct val="55000"/>
                <a:buFont typeface="Wingdings" panose="05000000000000000000" pitchFamily="2" charset="2"/>
                <a:buChar char="n"/>
                <a:defRPr sz="2000">
                  <a:solidFill>
                    <a:schemeClr val="tx1"/>
                  </a:solidFill>
                  <a:latin typeface="Times New Roman" panose="02020603050405020304" pitchFamily="18" charset="0"/>
                  <a:ea typeface="黑体" panose="02010609060101010101" pitchFamily="49" charset="-122"/>
                </a:defRPr>
              </a:lvl4pPr>
              <a:lvl5pPr marL="2057400" indent="-228600">
                <a:spcBef>
                  <a:spcPct val="20000"/>
                </a:spcBef>
                <a:buClr>
                  <a:schemeClr val="accent1"/>
                </a:buClr>
                <a:buSzPct val="50000"/>
                <a:buFont typeface="Wingdings" panose="05000000000000000000" pitchFamily="2" charset="2"/>
                <a:buChar char="n"/>
                <a:defRPr sz="2000">
                  <a:solidFill>
                    <a:schemeClr val="tx1"/>
                  </a:solidFill>
                  <a:latin typeface="Times New Roman" panose="02020603050405020304" pitchFamily="18"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imes New Roman" panose="02020603050405020304" pitchFamily="18"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imes New Roman" panose="02020603050405020304" pitchFamily="18"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imes New Roman" panose="02020603050405020304" pitchFamily="18"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imes New Roman" panose="02020603050405020304" pitchFamily="18" charset="0"/>
                  <a:ea typeface="黑体" panose="02010609060101010101" pitchFamily="49" charset="-122"/>
                </a:defRPr>
              </a:lvl9pPr>
            </a:lstStyle>
            <a:p>
              <a:pPr algn="just">
                <a:spcBef>
                  <a:spcPct val="0"/>
                </a:spcBef>
                <a:buClrTx/>
                <a:buSzTx/>
                <a:buFontTx/>
                <a:buNone/>
              </a:pPr>
              <a:r>
                <a:rPr lang="zh-CN" altLang="en-US" sz="2800" b="0">
                  <a:solidFill>
                    <a:srgbClr val="000000"/>
                  </a:solidFill>
                </a:rPr>
                <a:t>栈</a:t>
              </a:r>
            </a:p>
          </p:txBody>
        </p:sp>
      </p:grpSp>
      <p:sp>
        <p:nvSpPr>
          <p:cNvPr id="81925" name="Line 15">
            <a:extLst>
              <a:ext uri="{FF2B5EF4-FFF2-40B4-BE49-F238E27FC236}">
                <a16:creationId xmlns:a16="http://schemas.microsoft.com/office/drawing/2014/main" id="{31991100-5392-42B7-97E6-82C616EFDADF}"/>
              </a:ext>
            </a:extLst>
          </p:cNvPr>
          <p:cNvSpPr>
            <a:spLocks noChangeShapeType="1"/>
          </p:cNvSpPr>
          <p:nvPr/>
        </p:nvSpPr>
        <p:spPr bwMode="auto">
          <a:xfrm flipV="1">
            <a:off x="6172200" y="3165764"/>
            <a:ext cx="0" cy="609600"/>
          </a:xfrm>
          <a:prstGeom prst="line">
            <a:avLst/>
          </a:prstGeom>
          <a:noFill/>
          <a:ln w="25400">
            <a:solidFill>
              <a:srgbClr val="008000"/>
            </a:solidFill>
            <a:round/>
            <a:headEnd/>
            <a:tailEnd type="triangle" w="med" len="med"/>
          </a:ln>
          <a:extLst>
            <a:ext uri="{909E8E84-426E-40DD-AFC4-6F175D3DCCD1}">
              <a14:hiddenFill xmlns:a14="http://schemas.microsoft.com/office/drawing/2010/main">
                <a:noFill/>
              </a14:hiddenFill>
            </a:ext>
          </a:extLst>
        </p:spPr>
        <p:txBody>
          <a:bodyPr lIns="54000" tIns="28800" rIns="54000" bIns="28800"/>
          <a:lstStyle/>
          <a:p>
            <a:endParaRPr lang="zh-CN" altLang="en-US"/>
          </a:p>
        </p:txBody>
      </p:sp>
      <p:grpSp>
        <p:nvGrpSpPr>
          <p:cNvPr id="81926" name="Group 16">
            <a:extLst>
              <a:ext uri="{FF2B5EF4-FFF2-40B4-BE49-F238E27FC236}">
                <a16:creationId xmlns:a16="http://schemas.microsoft.com/office/drawing/2014/main" id="{3D1685F7-161A-4161-A8FE-B4FCA0C7CA42}"/>
              </a:ext>
            </a:extLst>
          </p:cNvPr>
          <p:cNvGrpSpPr>
            <a:grpSpLocks/>
          </p:cNvGrpSpPr>
          <p:nvPr/>
        </p:nvGrpSpPr>
        <p:grpSpPr bwMode="auto">
          <a:xfrm>
            <a:off x="3352800" y="2632364"/>
            <a:ext cx="4572000" cy="536575"/>
            <a:chOff x="2112" y="2064"/>
            <a:chExt cx="2880" cy="338"/>
          </a:xfrm>
        </p:grpSpPr>
        <p:grpSp>
          <p:nvGrpSpPr>
            <p:cNvPr id="81929" name="Group 17">
              <a:extLst>
                <a:ext uri="{FF2B5EF4-FFF2-40B4-BE49-F238E27FC236}">
                  <a16:creationId xmlns:a16="http://schemas.microsoft.com/office/drawing/2014/main" id="{6B66AF92-F19F-4D28-9173-40F85C50F790}"/>
                </a:ext>
              </a:extLst>
            </p:cNvPr>
            <p:cNvGrpSpPr>
              <a:grpSpLocks/>
            </p:cNvGrpSpPr>
            <p:nvPr/>
          </p:nvGrpSpPr>
          <p:grpSpPr bwMode="auto">
            <a:xfrm>
              <a:off x="2736" y="2064"/>
              <a:ext cx="2256" cy="338"/>
              <a:chOff x="2736" y="1728"/>
              <a:chExt cx="2256" cy="338"/>
            </a:xfrm>
          </p:grpSpPr>
          <p:sp>
            <p:nvSpPr>
              <p:cNvPr id="81931" name="Line 18">
                <a:extLst>
                  <a:ext uri="{FF2B5EF4-FFF2-40B4-BE49-F238E27FC236}">
                    <a16:creationId xmlns:a16="http://schemas.microsoft.com/office/drawing/2014/main" id="{19790756-0B1F-413F-9018-2CDC7136AE3C}"/>
                  </a:ext>
                </a:extLst>
              </p:cNvPr>
              <p:cNvSpPr>
                <a:spLocks noChangeShapeType="1"/>
              </p:cNvSpPr>
              <p:nvPr/>
            </p:nvSpPr>
            <p:spPr bwMode="auto">
              <a:xfrm>
                <a:off x="2736" y="1728"/>
                <a:ext cx="2256" cy="0"/>
              </a:xfrm>
              <a:prstGeom prst="line">
                <a:avLst/>
              </a:prstGeom>
              <a:noFill/>
              <a:ln w="25400">
                <a:solidFill>
                  <a:srgbClr val="008000"/>
                </a:solidFill>
                <a:round/>
                <a:headEnd/>
                <a:tailEnd/>
              </a:ln>
              <a:extLst>
                <a:ext uri="{909E8E84-426E-40DD-AFC4-6F175D3DCCD1}">
                  <a14:hiddenFill xmlns:a14="http://schemas.microsoft.com/office/drawing/2010/main">
                    <a:noFill/>
                  </a14:hiddenFill>
                </a:ext>
              </a:extLst>
            </p:spPr>
            <p:txBody>
              <a:bodyPr lIns="54000" tIns="28800" rIns="54000" bIns="28800"/>
              <a:lstStyle/>
              <a:p>
                <a:endParaRPr lang="zh-CN" altLang="en-US"/>
              </a:p>
            </p:txBody>
          </p:sp>
          <p:sp>
            <p:nvSpPr>
              <p:cNvPr id="81932" name="Line 19">
                <a:extLst>
                  <a:ext uri="{FF2B5EF4-FFF2-40B4-BE49-F238E27FC236}">
                    <a16:creationId xmlns:a16="http://schemas.microsoft.com/office/drawing/2014/main" id="{464E0F74-8E58-4AA0-BAB2-18AF550983AE}"/>
                  </a:ext>
                </a:extLst>
              </p:cNvPr>
              <p:cNvSpPr>
                <a:spLocks noChangeShapeType="1"/>
              </p:cNvSpPr>
              <p:nvPr/>
            </p:nvSpPr>
            <p:spPr bwMode="auto">
              <a:xfrm>
                <a:off x="2736" y="2066"/>
                <a:ext cx="2256" cy="0"/>
              </a:xfrm>
              <a:prstGeom prst="line">
                <a:avLst/>
              </a:prstGeom>
              <a:noFill/>
              <a:ln w="25400">
                <a:solidFill>
                  <a:srgbClr val="008000"/>
                </a:solidFill>
                <a:round/>
                <a:headEnd/>
                <a:tailEnd/>
              </a:ln>
              <a:extLst>
                <a:ext uri="{909E8E84-426E-40DD-AFC4-6F175D3DCCD1}">
                  <a14:hiddenFill xmlns:a14="http://schemas.microsoft.com/office/drawing/2010/main">
                    <a:noFill/>
                  </a14:hiddenFill>
                </a:ext>
              </a:extLst>
            </p:spPr>
            <p:txBody>
              <a:bodyPr lIns="54000" tIns="28800" rIns="54000" bIns="28800"/>
              <a:lstStyle/>
              <a:p>
                <a:endParaRPr lang="zh-CN" altLang="en-US"/>
              </a:p>
            </p:txBody>
          </p:sp>
          <p:sp>
            <p:nvSpPr>
              <p:cNvPr id="81933" name="Rectangle 20">
                <a:extLst>
                  <a:ext uri="{FF2B5EF4-FFF2-40B4-BE49-F238E27FC236}">
                    <a16:creationId xmlns:a16="http://schemas.microsoft.com/office/drawing/2014/main" id="{A6926548-3305-41CC-87DB-04734DF3F316}"/>
                  </a:ext>
                </a:extLst>
              </p:cNvPr>
              <p:cNvSpPr>
                <a:spLocks noChangeArrowheads="1"/>
              </p:cNvSpPr>
              <p:nvPr/>
            </p:nvSpPr>
            <p:spPr bwMode="auto">
              <a:xfrm>
                <a:off x="2928" y="1728"/>
                <a:ext cx="384" cy="336"/>
              </a:xfrm>
              <a:prstGeom prst="rect">
                <a:avLst/>
              </a:prstGeom>
              <a:noFill/>
              <a:ln w="25400" algn="ctr">
                <a:solidFill>
                  <a:srgbClr val="008000"/>
                </a:solidFill>
                <a:miter lim="800000"/>
                <a:headEnd/>
                <a:tailEnd/>
              </a:ln>
              <a:extLst>
                <a:ext uri="{909E8E84-426E-40DD-AFC4-6F175D3DCCD1}">
                  <a14:hiddenFill xmlns:a14="http://schemas.microsoft.com/office/drawing/2010/main">
                    <a:solidFill>
                      <a:srgbClr val="FFFFFF"/>
                    </a:solidFill>
                  </a14:hiddenFill>
                </a:ext>
              </a:extLst>
            </p:spPr>
            <p:txBody>
              <a:bodyPr wrap="none" lIns="54000" tIns="28800" rIns="54000" bIns="28800" anchor="ctr"/>
              <a:lstStyle>
                <a:lvl1pPr>
                  <a:spcBef>
                    <a:spcPct val="20000"/>
                  </a:spcBef>
                  <a:buClr>
                    <a:schemeClr val="folHlink"/>
                  </a:buClr>
                  <a:buSzPct val="60000"/>
                  <a:buFont typeface="Wingdings" panose="05000000000000000000" pitchFamily="2" charset="2"/>
                  <a:buChar char="n"/>
                  <a:defRPr sz="3200">
                    <a:solidFill>
                      <a:schemeClr val="tx1"/>
                    </a:solidFill>
                    <a:latin typeface="Times New Roman" panose="02020603050405020304" pitchFamily="18" charset="0"/>
                    <a:ea typeface="黑体" panose="02010609060101010101" pitchFamily="49" charset="-122"/>
                  </a:defRPr>
                </a:lvl1pPr>
                <a:lvl2pPr marL="742950" indent="-285750">
                  <a:spcBef>
                    <a:spcPct val="20000"/>
                  </a:spcBef>
                  <a:buClr>
                    <a:schemeClr val="hlink"/>
                  </a:buClr>
                  <a:buSzPct val="55000"/>
                  <a:buFont typeface="Wingdings" panose="05000000000000000000" pitchFamily="2" charset="2"/>
                  <a:buChar char="n"/>
                  <a:defRPr sz="2800">
                    <a:solidFill>
                      <a:schemeClr val="tx1"/>
                    </a:solidFill>
                    <a:latin typeface="Times New Roman" panose="02020603050405020304" pitchFamily="18" charset="0"/>
                    <a:ea typeface="黑体" panose="02010609060101010101" pitchFamily="49" charset="-122"/>
                  </a:defRPr>
                </a:lvl2pPr>
                <a:lvl3pPr marL="1143000" indent="-228600">
                  <a:spcBef>
                    <a:spcPct val="20000"/>
                  </a:spcBef>
                  <a:buClr>
                    <a:schemeClr val="folHlink"/>
                  </a:buClr>
                  <a:buSzPct val="50000"/>
                  <a:buFont typeface="Wingdings" panose="05000000000000000000" pitchFamily="2" charset="2"/>
                  <a:buChar char="n"/>
                  <a:defRPr sz="2400">
                    <a:solidFill>
                      <a:schemeClr val="tx1"/>
                    </a:solidFill>
                    <a:latin typeface="Times New Roman" panose="02020603050405020304" pitchFamily="18" charset="0"/>
                    <a:ea typeface="黑体" panose="02010609060101010101" pitchFamily="49" charset="-122"/>
                  </a:defRPr>
                </a:lvl3pPr>
                <a:lvl4pPr marL="1600200" indent="-228600">
                  <a:spcBef>
                    <a:spcPct val="20000"/>
                  </a:spcBef>
                  <a:buClr>
                    <a:schemeClr val="accent2"/>
                  </a:buClr>
                  <a:buSzPct val="55000"/>
                  <a:buFont typeface="Wingdings" panose="05000000000000000000" pitchFamily="2" charset="2"/>
                  <a:buChar char="n"/>
                  <a:defRPr sz="2000">
                    <a:solidFill>
                      <a:schemeClr val="tx1"/>
                    </a:solidFill>
                    <a:latin typeface="Times New Roman" panose="02020603050405020304" pitchFamily="18" charset="0"/>
                    <a:ea typeface="黑体" panose="02010609060101010101" pitchFamily="49" charset="-122"/>
                  </a:defRPr>
                </a:lvl4pPr>
                <a:lvl5pPr marL="2057400" indent="-228600">
                  <a:spcBef>
                    <a:spcPct val="20000"/>
                  </a:spcBef>
                  <a:buClr>
                    <a:schemeClr val="accent1"/>
                  </a:buClr>
                  <a:buSzPct val="50000"/>
                  <a:buFont typeface="Wingdings" panose="05000000000000000000" pitchFamily="2" charset="2"/>
                  <a:buChar char="n"/>
                  <a:defRPr sz="2000">
                    <a:solidFill>
                      <a:schemeClr val="tx1"/>
                    </a:solidFill>
                    <a:latin typeface="Times New Roman" panose="02020603050405020304" pitchFamily="18"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imes New Roman" panose="02020603050405020304" pitchFamily="18"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imes New Roman" panose="02020603050405020304" pitchFamily="18"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imes New Roman" panose="02020603050405020304" pitchFamily="18"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imes New Roman" panose="02020603050405020304" pitchFamily="18" charset="0"/>
                    <a:ea typeface="黑体" panose="02010609060101010101" pitchFamily="49" charset="-122"/>
                  </a:defRPr>
                </a:lvl9pPr>
              </a:lstStyle>
              <a:p>
                <a:pPr algn="ctr">
                  <a:spcBef>
                    <a:spcPct val="0"/>
                  </a:spcBef>
                  <a:buClrTx/>
                  <a:buSzTx/>
                  <a:buFontTx/>
                  <a:buNone/>
                </a:pPr>
                <a:r>
                  <a:rPr lang="en-US" altLang="zh-CN" sz="2400">
                    <a:solidFill>
                      <a:schemeClr val="bg1">
                        <a:lumMod val="50000"/>
                      </a:schemeClr>
                    </a:solidFill>
                    <a:ea typeface="宋体" panose="02010600030101010101" pitchFamily="2" charset="-122"/>
                  </a:rPr>
                  <a:t>a</a:t>
                </a:r>
              </a:p>
            </p:txBody>
          </p:sp>
          <p:sp>
            <p:nvSpPr>
              <p:cNvPr id="81934" name="Rectangle 21">
                <a:extLst>
                  <a:ext uri="{FF2B5EF4-FFF2-40B4-BE49-F238E27FC236}">
                    <a16:creationId xmlns:a16="http://schemas.microsoft.com/office/drawing/2014/main" id="{8F907FB4-1FDA-4F49-917B-994E996021D3}"/>
                  </a:ext>
                </a:extLst>
              </p:cNvPr>
              <p:cNvSpPr>
                <a:spLocks noChangeArrowheads="1"/>
              </p:cNvSpPr>
              <p:nvPr/>
            </p:nvSpPr>
            <p:spPr bwMode="auto">
              <a:xfrm>
                <a:off x="3312" y="1728"/>
                <a:ext cx="384" cy="336"/>
              </a:xfrm>
              <a:prstGeom prst="rect">
                <a:avLst/>
              </a:prstGeom>
              <a:noFill/>
              <a:ln w="25400" algn="ctr">
                <a:solidFill>
                  <a:srgbClr val="008000"/>
                </a:solidFill>
                <a:miter lim="800000"/>
                <a:headEnd/>
                <a:tailEnd/>
              </a:ln>
              <a:extLst>
                <a:ext uri="{909E8E84-426E-40DD-AFC4-6F175D3DCCD1}">
                  <a14:hiddenFill xmlns:a14="http://schemas.microsoft.com/office/drawing/2010/main">
                    <a:solidFill>
                      <a:srgbClr val="FFFFFF"/>
                    </a:solidFill>
                  </a14:hiddenFill>
                </a:ext>
              </a:extLst>
            </p:spPr>
            <p:txBody>
              <a:bodyPr wrap="none" lIns="54000" tIns="28800" rIns="54000" bIns="28800" anchor="ctr"/>
              <a:lstStyle>
                <a:lvl1pPr>
                  <a:spcBef>
                    <a:spcPct val="20000"/>
                  </a:spcBef>
                  <a:buClr>
                    <a:schemeClr val="folHlink"/>
                  </a:buClr>
                  <a:buSzPct val="60000"/>
                  <a:buFont typeface="Wingdings" panose="05000000000000000000" pitchFamily="2" charset="2"/>
                  <a:buChar char="n"/>
                  <a:defRPr sz="3200">
                    <a:solidFill>
                      <a:schemeClr val="tx1"/>
                    </a:solidFill>
                    <a:latin typeface="Times New Roman" panose="02020603050405020304" pitchFamily="18" charset="0"/>
                    <a:ea typeface="黑体" panose="02010609060101010101" pitchFamily="49" charset="-122"/>
                  </a:defRPr>
                </a:lvl1pPr>
                <a:lvl2pPr marL="742950" indent="-285750">
                  <a:spcBef>
                    <a:spcPct val="20000"/>
                  </a:spcBef>
                  <a:buClr>
                    <a:schemeClr val="hlink"/>
                  </a:buClr>
                  <a:buSzPct val="55000"/>
                  <a:buFont typeface="Wingdings" panose="05000000000000000000" pitchFamily="2" charset="2"/>
                  <a:buChar char="n"/>
                  <a:defRPr sz="2800">
                    <a:solidFill>
                      <a:schemeClr val="tx1"/>
                    </a:solidFill>
                    <a:latin typeface="Times New Roman" panose="02020603050405020304" pitchFamily="18" charset="0"/>
                    <a:ea typeface="黑体" panose="02010609060101010101" pitchFamily="49" charset="-122"/>
                  </a:defRPr>
                </a:lvl2pPr>
                <a:lvl3pPr marL="1143000" indent="-228600">
                  <a:spcBef>
                    <a:spcPct val="20000"/>
                  </a:spcBef>
                  <a:buClr>
                    <a:schemeClr val="folHlink"/>
                  </a:buClr>
                  <a:buSzPct val="50000"/>
                  <a:buFont typeface="Wingdings" panose="05000000000000000000" pitchFamily="2" charset="2"/>
                  <a:buChar char="n"/>
                  <a:defRPr sz="2400">
                    <a:solidFill>
                      <a:schemeClr val="tx1"/>
                    </a:solidFill>
                    <a:latin typeface="Times New Roman" panose="02020603050405020304" pitchFamily="18" charset="0"/>
                    <a:ea typeface="黑体" panose="02010609060101010101" pitchFamily="49" charset="-122"/>
                  </a:defRPr>
                </a:lvl3pPr>
                <a:lvl4pPr marL="1600200" indent="-228600">
                  <a:spcBef>
                    <a:spcPct val="20000"/>
                  </a:spcBef>
                  <a:buClr>
                    <a:schemeClr val="accent2"/>
                  </a:buClr>
                  <a:buSzPct val="55000"/>
                  <a:buFont typeface="Wingdings" panose="05000000000000000000" pitchFamily="2" charset="2"/>
                  <a:buChar char="n"/>
                  <a:defRPr sz="2000">
                    <a:solidFill>
                      <a:schemeClr val="tx1"/>
                    </a:solidFill>
                    <a:latin typeface="Times New Roman" panose="02020603050405020304" pitchFamily="18" charset="0"/>
                    <a:ea typeface="黑体" panose="02010609060101010101" pitchFamily="49" charset="-122"/>
                  </a:defRPr>
                </a:lvl4pPr>
                <a:lvl5pPr marL="2057400" indent="-228600">
                  <a:spcBef>
                    <a:spcPct val="20000"/>
                  </a:spcBef>
                  <a:buClr>
                    <a:schemeClr val="accent1"/>
                  </a:buClr>
                  <a:buSzPct val="50000"/>
                  <a:buFont typeface="Wingdings" panose="05000000000000000000" pitchFamily="2" charset="2"/>
                  <a:buChar char="n"/>
                  <a:defRPr sz="2000">
                    <a:solidFill>
                      <a:schemeClr val="tx1"/>
                    </a:solidFill>
                    <a:latin typeface="Times New Roman" panose="02020603050405020304" pitchFamily="18"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imes New Roman" panose="02020603050405020304" pitchFamily="18"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imes New Roman" panose="02020603050405020304" pitchFamily="18"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imes New Roman" panose="02020603050405020304" pitchFamily="18"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imes New Roman" panose="02020603050405020304" pitchFamily="18" charset="0"/>
                    <a:ea typeface="黑体" panose="02010609060101010101" pitchFamily="49" charset="-122"/>
                  </a:defRPr>
                </a:lvl9pPr>
              </a:lstStyle>
              <a:p>
                <a:pPr algn="ctr">
                  <a:spcBef>
                    <a:spcPct val="0"/>
                  </a:spcBef>
                  <a:buClrTx/>
                  <a:buSzTx/>
                  <a:buFontTx/>
                  <a:buNone/>
                </a:pPr>
                <a:r>
                  <a:rPr lang="en-US" altLang="zh-CN" sz="2400">
                    <a:solidFill>
                      <a:schemeClr val="bg1">
                        <a:lumMod val="50000"/>
                      </a:schemeClr>
                    </a:solidFill>
                    <a:ea typeface="宋体" panose="02010600030101010101" pitchFamily="2" charset="-122"/>
                  </a:rPr>
                  <a:t>b</a:t>
                </a:r>
              </a:p>
            </p:txBody>
          </p:sp>
          <p:sp>
            <p:nvSpPr>
              <p:cNvPr id="81935" name="Rectangle 22">
                <a:extLst>
                  <a:ext uri="{FF2B5EF4-FFF2-40B4-BE49-F238E27FC236}">
                    <a16:creationId xmlns:a16="http://schemas.microsoft.com/office/drawing/2014/main" id="{1F29FD38-489B-4609-B1BD-6811959E5121}"/>
                  </a:ext>
                </a:extLst>
              </p:cNvPr>
              <p:cNvSpPr>
                <a:spLocks noChangeArrowheads="1"/>
              </p:cNvSpPr>
              <p:nvPr/>
            </p:nvSpPr>
            <p:spPr bwMode="auto">
              <a:xfrm>
                <a:off x="3696" y="1728"/>
                <a:ext cx="384" cy="336"/>
              </a:xfrm>
              <a:prstGeom prst="rect">
                <a:avLst/>
              </a:prstGeom>
              <a:noFill/>
              <a:ln w="25400" algn="ctr">
                <a:solidFill>
                  <a:srgbClr val="008000"/>
                </a:solidFill>
                <a:miter lim="800000"/>
                <a:headEnd/>
                <a:tailEnd/>
              </a:ln>
              <a:extLst>
                <a:ext uri="{909E8E84-426E-40DD-AFC4-6F175D3DCCD1}">
                  <a14:hiddenFill xmlns:a14="http://schemas.microsoft.com/office/drawing/2010/main">
                    <a:solidFill>
                      <a:srgbClr val="FFFFFF"/>
                    </a:solidFill>
                  </a14:hiddenFill>
                </a:ext>
              </a:extLst>
            </p:spPr>
            <p:txBody>
              <a:bodyPr wrap="none" lIns="54000" tIns="28800" rIns="54000" bIns="28800" anchor="ctr"/>
              <a:lstStyle>
                <a:lvl1pPr>
                  <a:spcBef>
                    <a:spcPct val="20000"/>
                  </a:spcBef>
                  <a:buClr>
                    <a:schemeClr val="folHlink"/>
                  </a:buClr>
                  <a:buSzPct val="60000"/>
                  <a:buFont typeface="Wingdings" panose="05000000000000000000" pitchFamily="2" charset="2"/>
                  <a:buChar char="n"/>
                  <a:defRPr sz="3200">
                    <a:solidFill>
                      <a:schemeClr val="tx1"/>
                    </a:solidFill>
                    <a:latin typeface="Times New Roman" panose="02020603050405020304" pitchFamily="18" charset="0"/>
                    <a:ea typeface="黑体" panose="02010609060101010101" pitchFamily="49" charset="-122"/>
                  </a:defRPr>
                </a:lvl1pPr>
                <a:lvl2pPr marL="742950" indent="-285750">
                  <a:spcBef>
                    <a:spcPct val="20000"/>
                  </a:spcBef>
                  <a:buClr>
                    <a:schemeClr val="hlink"/>
                  </a:buClr>
                  <a:buSzPct val="55000"/>
                  <a:buFont typeface="Wingdings" panose="05000000000000000000" pitchFamily="2" charset="2"/>
                  <a:buChar char="n"/>
                  <a:defRPr sz="2800">
                    <a:solidFill>
                      <a:schemeClr val="tx1"/>
                    </a:solidFill>
                    <a:latin typeface="Times New Roman" panose="02020603050405020304" pitchFamily="18" charset="0"/>
                    <a:ea typeface="黑体" panose="02010609060101010101" pitchFamily="49" charset="-122"/>
                  </a:defRPr>
                </a:lvl2pPr>
                <a:lvl3pPr marL="1143000" indent="-228600">
                  <a:spcBef>
                    <a:spcPct val="20000"/>
                  </a:spcBef>
                  <a:buClr>
                    <a:schemeClr val="folHlink"/>
                  </a:buClr>
                  <a:buSzPct val="50000"/>
                  <a:buFont typeface="Wingdings" panose="05000000000000000000" pitchFamily="2" charset="2"/>
                  <a:buChar char="n"/>
                  <a:defRPr sz="2400">
                    <a:solidFill>
                      <a:schemeClr val="tx1"/>
                    </a:solidFill>
                    <a:latin typeface="Times New Roman" panose="02020603050405020304" pitchFamily="18" charset="0"/>
                    <a:ea typeface="黑体" panose="02010609060101010101" pitchFamily="49" charset="-122"/>
                  </a:defRPr>
                </a:lvl3pPr>
                <a:lvl4pPr marL="1600200" indent="-228600">
                  <a:spcBef>
                    <a:spcPct val="20000"/>
                  </a:spcBef>
                  <a:buClr>
                    <a:schemeClr val="accent2"/>
                  </a:buClr>
                  <a:buSzPct val="55000"/>
                  <a:buFont typeface="Wingdings" panose="05000000000000000000" pitchFamily="2" charset="2"/>
                  <a:buChar char="n"/>
                  <a:defRPr sz="2000">
                    <a:solidFill>
                      <a:schemeClr val="tx1"/>
                    </a:solidFill>
                    <a:latin typeface="Times New Roman" panose="02020603050405020304" pitchFamily="18" charset="0"/>
                    <a:ea typeface="黑体" panose="02010609060101010101" pitchFamily="49" charset="-122"/>
                  </a:defRPr>
                </a:lvl4pPr>
                <a:lvl5pPr marL="2057400" indent="-228600">
                  <a:spcBef>
                    <a:spcPct val="20000"/>
                  </a:spcBef>
                  <a:buClr>
                    <a:schemeClr val="accent1"/>
                  </a:buClr>
                  <a:buSzPct val="50000"/>
                  <a:buFont typeface="Wingdings" panose="05000000000000000000" pitchFamily="2" charset="2"/>
                  <a:buChar char="n"/>
                  <a:defRPr sz="2000">
                    <a:solidFill>
                      <a:schemeClr val="tx1"/>
                    </a:solidFill>
                    <a:latin typeface="Times New Roman" panose="02020603050405020304" pitchFamily="18"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imes New Roman" panose="02020603050405020304" pitchFamily="18"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imes New Roman" panose="02020603050405020304" pitchFamily="18"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imes New Roman" panose="02020603050405020304" pitchFamily="18"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imes New Roman" panose="02020603050405020304" pitchFamily="18" charset="0"/>
                    <a:ea typeface="黑体" panose="02010609060101010101" pitchFamily="49" charset="-122"/>
                  </a:defRPr>
                </a:lvl9pPr>
              </a:lstStyle>
              <a:p>
                <a:pPr algn="ctr">
                  <a:spcBef>
                    <a:spcPct val="0"/>
                  </a:spcBef>
                  <a:buClrTx/>
                  <a:buSzTx/>
                  <a:buFontTx/>
                  <a:buNone/>
                </a:pPr>
                <a:r>
                  <a:rPr lang="en-US" altLang="zh-CN" sz="2400">
                    <a:solidFill>
                      <a:srgbClr val="000000"/>
                    </a:solidFill>
                    <a:ea typeface="宋体" panose="02010600030101010101" pitchFamily="2" charset="-122"/>
                  </a:rPr>
                  <a:t>c</a:t>
                </a:r>
              </a:p>
            </p:txBody>
          </p:sp>
          <p:sp>
            <p:nvSpPr>
              <p:cNvPr id="81936" name="Rectangle 23">
                <a:extLst>
                  <a:ext uri="{FF2B5EF4-FFF2-40B4-BE49-F238E27FC236}">
                    <a16:creationId xmlns:a16="http://schemas.microsoft.com/office/drawing/2014/main" id="{86538988-7219-47FF-A1EF-7A5BDE3A5099}"/>
                  </a:ext>
                </a:extLst>
              </p:cNvPr>
              <p:cNvSpPr>
                <a:spLocks noChangeArrowheads="1"/>
              </p:cNvSpPr>
              <p:nvPr/>
            </p:nvSpPr>
            <p:spPr bwMode="auto">
              <a:xfrm>
                <a:off x="4608" y="1728"/>
                <a:ext cx="384" cy="336"/>
              </a:xfrm>
              <a:prstGeom prst="rect">
                <a:avLst/>
              </a:prstGeom>
              <a:noFill/>
              <a:ln w="25400" algn="ctr">
                <a:solidFill>
                  <a:srgbClr val="008000"/>
                </a:solidFill>
                <a:miter lim="800000"/>
                <a:headEnd/>
                <a:tailEnd/>
              </a:ln>
              <a:extLst>
                <a:ext uri="{909E8E84-426E-40DD-AFC4-6F175D3DCCD1}">
                  <a14:hiddenFill xmlns:a14="http://schemas.microsoft.com/office/drawing/2010/main">
                    <a:solidFill>
                      <a:srgbClr val="FFFFFF"/>
                    </a:solidFill>
                  </a14:hiddenFill>
                </a:ext>
              </a:extLst>
            </p:spPr>
            <p:txBody>
              <a:bodyPr wrap="none" lIns="54000" tIns="28800" rIns="54000" bIns="28800" anchor="ctr"/>
              <a:lstStyle>
                <a:lvl1pPr>
                  <a:spcBef>
                    <a:spcPct val="20000"/>
                  </a:spcBef>
                  <a:buClr>
                    <a:schemeClr val="folHlink"/>
                  </a:buClr>
                  <a:buSzPct val="60000"/>
                  <a:buFont typeface="Wingdings" panose="05000000000000000000" pitchFamily="2" charset="2"/>
                  <a:buChar char="n"/>
                  <a:defRPr sz="3200">
                    <a:solidFill>
                      <a:schemeClr val="tx1"/>
                    </a:solidFill>
                    <a:latin typeface="Times New Roman" panose="02020603050405020304" pitchFamily="18" charset="0"/>
                    <a:ea typeface="黑体" panose="02010609060101010101" pitchFamily="49" charset="-122"/>
                  </a:defRPr>
                </a:lvl1pPr>
                <a:lvl2pPr marL="742950" indent="-285750">
                  <a:spcBef>
                    <a:spcPct val="20000"/>
                  </a:spcBef>
                  <a:buClr>
                    <a:schemeClr val="hlink"/>
                  </a:buClr>
                  <a:buSzPct val="55000"/>
                  <a:buFont typeface="Wingdings" panose="05000000000000000000" pitchFamily="2" charset="2"/>
                  <a:buChar char="n"/>
                  <a:defRPr sz="2800">
                    <a:solidFill>
                      <a:schemeClr val="tx1"/>
                    </a:solidFill>
                    <a:latin typeface="Times New Roman" panose="02020603050405020304" pitchFamily="18" charset="0"/>
                    <a:ea typeface="黑体" panose="02010609060101010101" pitchFamily="49" charset="-122"/>
                  </a:defRPr>
                </a:lvl2pPr>
                <a:lvl3pPr marL="1143000" indent="-228600">
                  <a:spcBef>
                    <a:spcPct val="20000"/>
                  </a:spcBef>
                  <a:buClr>
                    <a:schemeClr val="folHlink"/>
                  </a:buClr>
                  <a:buSzPct val="50000"/>
                  <a:buFont typeface="Wingdings" panose="05000000000000000000" pitchFamily="2" charset="2"/>
                  <a:buChar char="n"/>
                  <a:defRPr sz="2400">
                    <a:solidFill>
                      <a:schemeClr val="tx1"/>
                    </a:solidFill>
                    <a:latin typeface="Times New Roman" panose="02020603050405020304" pitchFamily="18" charset="0"/>
                    <a:ea typeface="黑体" panose="02010609060101010101" pitchFamily="49" charset="-122"/>
                  </a:defRPr>
                </a:lvl3pPr>
                <a:lvl4pPr marL="1600200" indent="-228600">
                  <a:spcBef>
                    <a:spcPct val="20000"/>
                  </a:spcBef>
                  <a:buClr>
                    <a:schemeClr val="accent2"/>
                  </a:buClr>
                  <a:buSzPct val="55000"/>
                  <a:buFont typeface="Wingdings" panose="05000000000000000000" pitchFamily="2" charset="2"/>
                  <a:buChar char="n"/>
                  <a:defRPr sz="2000">
                    <a:solidFill>
                      <a:schemeClr val="tx1"/>
                    </a:solidFill>
                    <a:latin typeface="Times New Roman" panose="02020603050405020304" pitchFamily="18" charset="0"/>
                    <a:ea typeface="黑体" panose="02010609060101010101" pitchFamily="49" charset="-122"/>
                  </a:defRPr>
                </a:lvl4pPr>
                <a:lvl5pPr marL="2057400" indent="-228600">
                  <a:spcBef>
                    <a:spcPct val="20000"/>
                  </a:spcBef>
                  <a:buClr>
                    <a:schemeClr val="accent1"/>
                  </a:buClr>
                  <a:buSzPct val="50000"/>
                  <a:buFont typeface="Wingdings" panose="05000000000000000000" pitchFamily="2" charset="2"/>
                  <a:buChar char="n"/>
                  <a:defRPr sz="2000">
                    <a:solidFill>
                      <a:schemeClr val="tx1"/>
                    </a:solidFill>
                    <a:latin typeface="Times New Roman" panose="02020603050405020304" pitchFamily="18"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imes New Roman" panose="02020603050405020304" pitchFamily="18"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imes New Roman" panose="02020603050405020304" pitchFamily="18"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imes New Roman" panose="02020603050405020304" pitchFamily="18"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imes New Roman" panose="02020603050405020304" pitchFamily="18" charset="0"/>
                    <a:ea typeface="黑体" panose="02010609060101010101" pitchFamily="49" charset="-122"/>
                  </a:defRPr>
                </a:lvl9pPr>
              </a:lstStyle>
              <a:p>
                <a:pPr algn="ctr">
                  <a:spcBef>
                    <a:spcPct val="0"/>
                  </a:spcBef>
                  <a:buClrTx/>
                  <a:buSzTx/>
                  <a:buFontTx/>
                  <a:buNone/>
                </a:pPr>
                <a:r>
                  <a:rPr lang="en-US" altLang="zh-CN" sz="2400">
                    <a:solidFill>
                      <a:srgbClr val="000000"/>
                    </a:solidFill>
                    <a:ea typeface="宋体" panose="02010600030101010101" pitchFamily="2" charset="-122"/>
                  </a:rPr>
                  <a:t>$</a:t>
                </a:r>
              </a:p>
            </p:txBody>
          </p:sp>
          <p:sp>
            <p:nvSpPr>
              <p:cNvPr id="81937" name="Text Box 24">
                <a:extLst>
                  <a:ext uri="{FF2B5EF4-FFF2-40B4-BE49-F238E27FC236}">
                    <a16:creationId xmlns:a16="http://schemas.microsoft.com/office/drawing/2014/main" id="{AD7ACA75-D1FE-4D48-A01A-6791EB9C0FF7}"/>
                  </a:ext>
                </a:extLst>
              </p:cNvPr>
              <p:cNvSpPr txBox="1">
                <a:spLocks noChangeArrowheads="1"/>
              </p:cNvSpPr>
              <p:nvPr/>
            </p:nvSpPr>
            <p:spPr bwMode="auto">
              <a:xfrm>
                <a:off x="4237" y="1765"/>
                <a:ext cx="263" cy="26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5400" algn="ctr">
                    <a:solidFill>
                      <a:srgbClr val="000000"/>
                    </a:solidFill>
                    <a:miter lim="800000"/>
                    <a:headEnd/>
                    <a:tailEnd/>
                  </a14:hiddenLine>
                </a:ext>
              </a:extLst>
            </p:spPr>
            <p:txBody>
              <a:bodyPr wrap="none" lIns="54000" tIns="28800" rIns="54000" bIns="28800">
                <a:spAutoFit/>
              </a:bodyPr>
              <a:lstStyle>
                <a:lvl1pPr>
                  <a:spcBef>
                    <a:spcPct val="20000"/>
                  </a:spcBef>
                  <a:buClr>
                    <a:schemeClr val="folHlink"/>
                  </a:buClr>
                  <a:buSzPct val="60000"/>
                  <a:buFont typeface="Wingdings" panose="05000000000000000000" pitchFamily="2" charset="2"/>
                  <a:buChar char="n"/>
                  <a:defRPr sz="3200">
                    <a:solidFill>
                      <a:schemeClr val="tx1"/>
                    </a:solidFill>
                    <a:latin typeface="Times New Roman" panose="02020603050405020304" pitchFamily="18" charset="0"/>
                    <a:ea typeface="黑体" panose="02010609060101010101" pitchFamily="49" charset="-122"/>
                  </a:defRPr>
                </a:lvl1pPr>
                <a:lvl2pPr marL="742950" indent="-285750">
                  <a:spcBef>
                    <a:spcPct val="20000"/>
                  </a:spcBef>
                  <a:buClr>
                    <a:schemeClr val="hlink"/>
                  </a:buClr>
                  <a:buSzPct val="55000"/>
                  <a:buFont typeface="Wingdings" panose="05000000000000000000" pitchFamily="2" charset="2"/>
                  <a:buChar char="n"/>
                  <a:defRPr sz="2800">
                    <a:solidFill>
                      <a:schemeClr val="tx1"/>
                    </a:solidFill>
                    <a:latin typeface="Times New Roman" panose="02020603050405020304" pitchFamily="18" charset="0"/>
                    <a:ea typeface="黑体" panose="02010609060101010101" pitchFamily="49" charset="-122"/>
                  </a:defRPr>
                </a:lvl2pPr>
                <a:lvl3pPr marL="1143000" indent="-228600">
                  <a:spcBef>
                    <a:spcPct val="20000"/>
                  </a:spcBef>
                  <a:buClr>
                    <a:schemeClr val="folHlink"/>
                  </a:buClr>
                  <a:buSzPct val="50000"/>
                  <a:buFont typeface="Wingdings" panose="05000000000000000000" pitchFamily="2" charset="2"/>
                  <a:buChar char="n"/>
                  <a:defRPr sz="2400">
                    <a:solidFill>
                      <a:schemeClr val="tx1"/>
                    </a:solidFill>
                    <a:latin typeface="Times New Roman" panose="02020603050405020304" pitchFamily="18" charset="0"/>
                    <a:ea typeface="黑体" panose="02010609060101010101" pitchFamily="49" charset="-122"/>
                  </a:defRPr>
                </a:lvl3pPr>
                <a:lvl4pPr marL="1600200" indent="-228600">
                  <a:spcBef>
                    <a:spcPct val="20000"/>
                  </a:spcBef>
                  <a:buClr>
                    <a:schemeClr val="accent2"/>
                  </a:buClr>
                  <a:buSzPct val="55000"/>
                  <a:buFont typeface="Wingdings" panose="05000000000000000000" pitchFamily="2" charset="2"/>
                  <a:buChar char="n"/>
                  <a:defRPr sz="2000">
                    <a:solidFill>
                      <a:schemeClr val="tx1"/>
                    </a:solidFill>
                    <a:latin typeface="Times New Roman" panose="02020603050405020304" pitchFamily="18" charset="0"/>
                    <a:ea typeface="黑体" panose="02010609060101010101" pitchFamily="49" charset="-122"/>
                  </a:defRPr>
                </a:lvl4pPr>
                <a:lvl5pPr marL="2057400" indent="-228600">
                  <a:spcBef>
                    <a:spcPct val="20000"/>
                  </a:spcBef>
                  <a:buClr>
                    <a:schemeClr val="accent1"/>
                  </a:buClr>
                  <a:buSzPct val="50000"/>
                  <a:buFont typeface="Wingdings" panose="05000000000000000000" pitchFamily="2" charset="2"/>
                  <a:buChar char="n"/>
                  <a:defRPr sz="2000">
                    <a:solidFill>
                      <a:schemeClr val="tx1"/>
                    </a:solidFill>
                    <a:latin typeface="Times New Roman" panose="02020603050405020304" pitchFamily="18"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imes New Roman" panose="02020603050405020304" pitchFamily="18"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imes New Roman" panose="02020603050405020304" pitchFamily="18"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imes New Roman" panose="02020603050405020304" pitchFamily="18"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imes New Roman" panose="02020603050405020304" pitchFamily="18" charset="0"/>
                    <a:ea typeface="黑体" panose="02010609060101010101" pitchFamily="49" charset="-122"/>
                  </a:defRPr>
                </a:lvl9pPr>
              </a:lstStyle>
              <a:p>
                <a:pPr algn="just">
                  <a:spcBef>
                    <a:spcPct val="0"/>
                  </a:spcBef>
                  <a:buClrTx/>
                  <a:buSzTx/>
                  <a:buFontTx/>
                  <a:buNone/>
                </a:pPr>
                <a:r>
                  <a:rPr lang="en-US" altLang="zh-CN" sz="2400">
                    <a:solidFill>
                      <a:srgbClr val="000000"/>
                    </a:solidFill>
                    <a:ea typeface="宋体" panose="02010600030101010101" pitchFamily="2" charset="-122"/>
                  </a:rPr>
                  <a:t>…</a:t>
                </a:r>
              </a:p>
            </p:txBody>
          </p:sp>
        </p:grpSp>
        <p:sp>
          <p:nvSpPr>
            <p:cNvPr id="81930" name="Text Box 25">
              <a:extLst>
                <a:ext uri="{FF2B5EF4-FFF2-40B4-BE49-F238E27FC236}">
                  <a16:creationId xmlns:a16="http://schemas.microsoft.com/office/drawing/2014/main" id="{FDFE83E8-2E5A-4081-9476-EFBA46EA3DBF}"/>
                </a:ext>
              </a:extLst>
            </p:cNvPr>
            <p:cNvSpPr txBox="1">
              <a:spLocks noChangeArrowheads="1"/>
            </p:cNvSpPr>
            <p:nvPr/>
          </p:nvSpPr>
          <p:spPr bwMode="auto">
            <a:xfrm>
              <a:off x="2112" y="2064"/>
              <a:ext cx="624" cy="30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5400" algn="ctr">
                  <a:solidFill>
                    <a:srgbClr val="000000"/>
                  </a:solidFill>
                  <a:miter lim="800000"/>
                  <a:headEnd/>
                  <a:tailEnd/>
                </a14:hiddenLine>
              </a:ext>
            </a:extLst>
          </p:spPr>
          <p:txBody>
            <a:bodyPr lIns="54000" tIns="28800" rIns="54000" bIns="28800">
              <a:spAutoFit/>
            </a:bodyPr>
            <a:lstStyle>
              <a:lvl1pPr>
                <a:spcBef>
                  <a:spcPct val="20000"/>
                </a:spcBef>
                <a:buClr>
                  <a:schemeClr val="folHlink"/>
                </a:buClr>
                <a:buSzPct val="60000"/>
                <a:buFont typeface="Wingdings" panose="05000000000000000000" pitchFamily="2" charset="2"/>
                <a:buChar char="n"/>
                <a:defRPr sz="3200">
                  <a:solidFill>
                    <a:schemeClr val="tx1"/>
                  </a:solidFill>
                  <a:latin typeface="Times New Roman" panose="02020603050405020304" pitchFamily="18" charset="0"/>
                  <a:ea typeface="黑体" panose="02010609060101010101" pitchFamily="49" charset="-122"/>
                </a:defRPr>
              </a:lvl1pPr>
              <a:lvl2pPr marL="742950" indent="-285750">
                <a:spcBef>
                  <a:spcPct val="20000"/>
                </a:spcBef>
                <a:buClr>
                  <a:schemeClr val="hlink"/>
                </a:buClr>
                <a:buSzPct val="55000"/>
                <a:buFont typeface="Wingdings" panose="05000000000000000000" pitchFamily="2" charset="2"/>
                <a:buChar char="n"/>
                <a:defRPr sz="2800">
                  <a:solidFill>
                    <a:schemeClr val="tx1"/>
                  </a:solidFill>
                  <a:latin typeface="Times New Roman" panose="02020603050405020304" pitchFamily="18" charset="0"/>
                  <a:ea typeface="黑体" panose="02010609060101010101" pitchFamily="49" charset="-122"/>
                </a:defRPr>
              </a:lvl2pPr>
              <a:lvl3pPr marL="1143000" indent="-228600">
                <a:spcBef>
                  <a:spcPct val="20000"/>
                </a:spcBef>
                <a:buClr>
                  <a:schemeClr val="folHlink"/>
                </a:buClr>
                <a:buSzPct val="50000"/>
                <a:buFont typeface="Wingdings" panose="05000000000000000000" pitchFamily="2" charset="2"/>
                <a:buChar char="n"/>
                <a:defRPr sz="2400">
                  <a:solidFill>
                    <a:schemeClr val="tx1"/>
                  </a:solidFill>
                  <a:latin typeface="Times New Roman" panose="02020603050405020304" pitchFamily="18" charset="0"/>
                  <a:ea typeface="黑体" panose="02010609060101010101" pitchFamily="49" charset="-122"/>
                </a:defRPr>
              </a:lvl3pPr>
              <a:lvl4pPr marL="1600200" indent="-228600">
                <a:spcBef>
                  <a:spcPct val="20000"/>
                </a:spcBef>
                <a:buClr>
                  <a:schemeClr val="accent2"/>
                </a:buClr>
                <a:buSzPct val="55000"/>
                <a:buFont typeface="Wingdings" panose="05000000000000000000" pitchFamily="2" charset="2"/>
                <a:buChar char="n"/>
                <a:defRPr sz="2000">
                  <a:solidFill>
                    <a:schemeClr val="tx1"/>
                  </a:solidFill>
                  <a:latin typeface="Times New Roman" panose="02020603050405020304" pitchFamily="18" charset="0"/>
                  <a:ea typeface="黑体" panose="02010609060101010101" pitchFamily="49" charset="-122"/>
                </a:defRPr>
              </a:lvl4pPr>
              <a:lvl5pPr marL="2057400" indent="-228600">
                <a:spcBef>
                  <a:spcPct val="20000"/>
                </a:spcBef>
                <a:buClr>
                  <a:schemeClr val="accent1"/>
                </a:buClr>
                <a:buSzPct val="50000"/>
                <a:buFont typeface="Wingdings" panose="05000000000000000000" pitchFamily="2" charset="2"/>
                <a:buChar char="n"/>
                <a:defRPr sz="2000">
                  <a:solidFill>
                    <a:schemeClr val="tx1"/>
                  </a:solidFill>
                  <a:latin typeface="Times New Roman" panose="02020603050405020304" pitchFamily="18"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imes New Roman" panose="02020603050405020304" pitchFamily="18"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imes New Roman" panose="02020603050405020304" pitchFamily="18"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imes New Roman" panose="02020603050405020304" pitchFamily="18"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imes New Roman" panose="02020603050405020304" pitchFamily="18" charset="0"/>
                  <a:ea typeface="黑体" panose="02010609060101010101" pitchFamily="49" charset="-122"/>
                </a:defRPr>
              </a:lvl9pPr>
            </a:lstStyle>
            <a:p>
              <a:pPr algn="just">
                <a:spcBef>
                  <a:spcPct val="50000"/>
                </a:spcBef>
                <a:buClrTx/>
                <a:buSzTx/>
                <a:buFontTx/>
                <a:buNone/>
              </a:pPr>
              <a:r>
                <a:rPr lang="zh-CN" altLang="en-US" sz="2800" b="0">
                  <a:solidFill>
                    <a:srgbClr val="000000"/>
                  </a:solidFill>
                </a:rPr>
                <a:t>输入</a:t>
              </a:r>
            </a:p>
          </p:txBody>
        </p:sp>
      </p:grpSp>
      <p:sp>
        <p:nvSpPr>
          <p:cNvPr id="81927" name="Line 26">
            <a:extLst>
              <a:ext uri="{FF2B5EF4-FFF2-40B4-BE49-F238E27FC236}">
                <a16:creationId xmlns:a16="http://schemas.microsoft.com/office/drawing/2014/main" id="{16EF4A9C-BB9C-40DB-9BCB-335236461252}"/>
              </a:ext>
            </a:extLst>
          </p:cNvPr>
          <p:cNvSpPr>
            <a:spLocks noChangeShapeType="1"/>
          </p:cNvSpPr>
          <p:nvPr/>
        </p:nvSpPr>
        <p:spPr bwMode="auto">
          <a:xfrm>
            <a:off x="1295400" y="3927764"/>
            <a:ext cx="533400" cy="0"/>
          </a:xfrm>
          <a:prstGeom prst="line">
            <a:avLst/>
          </a:prstGeom>
          <a:noFill/>
          <a:ln w="25400">
            <a:solidFill>
              <a:srgbClr val="008000"/>
            </a:solidFill>
            <a:round/>
            <a:headEnd/>
            <a:tailEnd type="triangle" w="med" len="med"/>
          </a:ln>
          <a:extLst>
            <a:ext uri="{909E8E84-426E-40DD-AFC4-6F175D3DCCD1}">
              <a14:hiddenFill xmlns:a14="http://schemas.microsoft.com/office/drawing/2010/main">
                <a:noFill/>
              </a14:hiddenFill>
            </a:ext>
          </a:extLst>
        </p:spPr>
        <p:txBody>
          <a:bodyPr lIns="54000" tIns="28800" rIns="54000" bIns="28800"/>
          <a:lstStyle/>
          <a:p>
            <a:endParaRPr lang="zh-CN" altLang="en-US"/>
          </a:p>
        </p:txBody>
      </p:sp>
      <p:sp>
        <p:nvSpPr>
          <p:cNvPr id="81928" name="Text Box 27">
            <a:extLst>
              <a:ext uri="{FF2B5EF4-FFF2-40B4-BE49-F238E27FC236}">
                <a16:creationId xmlns:a16="http://schemas.microsoft.com/office/drawing/2014/main" id="{9C1EE5F5-D739-4E30-B987-F37CC24689F8}"/>
              </a:ext>
            </a:extLst>
          </p:cNvPr>
          <p:cNvSpPr txBox="1">
            <a:spLocks noChangeArrowheads="1"/>
          </p:cNvSpPr>
          <p:nvPr/>
        </p:nvSpPr>
        <p:spPr bwMode="auto">
          <a:xfrm>
            <a:off x="4923203" y="4164302"/>
            <a:ext cx="1724882" cy="489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5400" algn="ctr">
                <a:solidFill>
                  <a:srgbClr val="000000"/>
                </a:solidFill>
                <a:miter lim="800000"/>
                <a:headEnd/>
                <a:tailEnd/>
              </a14:hiddenLine>
            </a:ext>
          </a:extLst>
        </p:spPr>
        <p:txBody>
          <a:bodyPr wrap="none" lIns="54000" tIns="28800" rIns="54000" bIns="28800">
            <a:spAutoFit/>
          </a:bodyPr>
          <a:lstStyle>
            <a:lvl1pPr>
              <a:spcBef>
                <a:spcPct val="20000"/>
              </a:spcBef>
              <a:buClr>
                <a:schemeClr val="folHlink"/>
              </a:buClr>
              <a:buSzPct val="60000"/>
              <a:buFont typeface="Wingdings" panose="05000000000000000000" pitchFamily="2" charset="2"/>
              <a:buChar char="n"/>
              <a:defRPr sz="3200">
                <a:solidFill>
                  <a:schemeClr val="tx1"/>
                </a:solidFill>
                <a:latin typeface="Times New Roman" panose="02020603050405020304" pitchFamily="18" charset="0"/>
                <a:ea typeface="黑体" panose="02010609060101010101" pitchFamily="49" charset="-122"/>
              </a:defRPr>
            </a:lvl1pPr>
            <a:lvl2pPr marL="742950" indent="-285750">
              <a:spcBef>
                <a:spcPct val="20000"/>
              </a:spcBef>
              <a:buClr>
                <a:schemeClr val="hlink"/>
              </a:buClr>
              <a:buSzPct val="55000"/>
              <a:buFont typeface="Wingdings" panose="05000000000000000000" pitchFamily="2" charset="2"/>
              <a:buChar char="n"/>
              <a:defRPr sz="2800">
                <a:solidFill>
                  <a:schemeClr val="tx1"/>
                </a:solidFill>
                <a:latin typeface="Times New Roman" panose="02020603050405020304" pitchFamily="18" charset="0"/>
                <a:ea typeface="黑体" panose="02010609060101010101" pitchFamily="49" charset="-122"/>
              </a:defRPr>
            </a:lvl2pPr>
            <a:lvl3pPr marL="1143000" indent="-228600">
              <a:spcBef>
                <a:spcPct val="20000"/>
              </a:spcBef>
              <a:buClr>
                <a:schemeClr val="folHlink"/>
              </a:buClr>
              <a:buSzPct val="50000"/>
              <a:buFont typeface="Wingdings" panose="05000000000000000000" pitchFamily="2" charset="2"/>
              <a:buChar char="n"/>
              <a:defRPr sz="2400">
                <a:solidFill>
                  <a:schemeClr val="tx1"/>
                </a:solidFill>
                <a:latin typeface="Times New Roman" panose="02020603050405020304" pitchFamily="18" charset="0"/>
                <a:ea typeface="黑体" panose="02010609060101010101" pitchFamily="49" charset="-122"/>
              </a:defRPr>
            </a:lvl3pPr>
            <a:lvl4pPr marL="1600200" indent="-228600">
              <a:spcBef>
                <a:spcPct val="20000"/>
              </a:spcBef>
              <a:buClr>
                <a:schemeClr val="accent2"/>
              </a:buClr>
              <a:buSzPct val="55000"/>
              <a:buFont typeface="Wingdings" panose="05000000000000000000" pitchFamily="2" charset="2"/>
              <a:buChar char="n"/>
              <a:defRPr sz="2000">
                <a:solidFill>
                  <a:schemeClr val="tx1"/>
                </a:solidFill>
                <a:latin typeface="Times New Roman" panose="02020603050405020304" pitchFamily="18" charset="0"/>
                <a:ea typeface="黑体" panose="02010609060101010101" pitchFamily="49" charset="-122"/>
              </a:defRPr>
            </a:lvl4pPr>
            <a:lvl5pPr marL="2057400" indent="-228600">
              <a:spcBef>
                <a:spcPct val="20000"/>
              </a:spcBef>
              <a:buClr>
                <a:schemeClr val="accent1"/>
              </a:buClr>
              <a:buSzPct val="50000"/>
              <a:buFont typeface="Wingdings" panose="05000000000000000000" pitchFamily="2" charset="2"/>
              <a:buChar char="n"/>
              <a:defRPr sz="2000">
                <a:solidFill>
                  <a:schemeClr val="tx1"/>
                </a:solidFill>
                <a:latin typeface="Times New Roman" panose="02020603050405020304" pitchFamily="18"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imes New Roman" panose="02020603050405020304" pitchFamily="18"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imes New Roman" panose="02020603050405020304" pitchFamily="18"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imes New Roman" panose="02020603050405020304" pitchFamily="18"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imes New Roman" panose="02020603050405020304" pitchFamily="18" charset="0"/>
                <a:ea typeface="黑体" panose="02010609060101010101" pitchFamily="49" charset="-122"/>
              </a:defRPr>
            </a:lvl9pPr>
          </a:lstStyle>
          <a:p>
            <a:pPr algn="just">
              <a:spcBef>
                <a:spcPct val="0"/>
              </a:spcBef>
              <a:buClrTx/>
              <a:buSzTx/>
              <a:buFontTx/>
              <a:buNone/>
            </a:pPr>
            <a:r>
              <a:rPr lang="zh-CN" altLang="en-US" sz="2800" b="0">
                <a:solidFill>
                  <a:srgbClr val="333399"/>
                </a:solidFill>
              </a:rPr>
              <a:t>输入抛弃</a:t>
            </a:r>
            <a:r>
              <a:rPr lang="en-US" altLang="zh-CN" sz="2800">
                <a:solidFill>
                  <a:srgbClr val="333399"/>
                </a:solidFill>
              </a:rPr>
              <a:t>b</a:t>
            </a:r>
          </a:p>
        </p:txBody>
      </p:sp>
    </p:spTree>
  </p:cSld>
  <p:clrMapOvr>
    <a:masterClrMapping/>
  </p:clrMapOvr>
</p:sld>
</file>

<file path=ppt/slides/slide7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2946" name="Rectangle 2">
            <a:extLst>
              <a:ext uri="{FF2B5EF4-FFF2-40B4-BE49-F238E27FC236}">
                <a16:creationId xmlns:a16="http://schemas.microsoft.com/office/drawing/2014/main" id="{12A691DD-7EBB-4A5F-8B5A-58C988324E74}"/>
              </a:ext>
            </a:extLst>
          </p:cNvPr>
          <p:cNvSpPr>
            <a:spLocks noGrp="1" noChangeArrowheads="1"/>
          </p:cNvSpPr>
          <p:nvPr>
            <p:ph type="title"/>
          </p:nvPr>
        </p:nvSpPr>
        <p:spPr/>
        <p:txBody>
          <a:bodyPr/>
          <a:lstStyle/>
          <a:p>
            <a:pPr eaLnBrk="1" hangingPunct="1"/>
            <a:r>
              <a:rPr lang="en-US" altLang="zh-CN"/>
              <a:t>3.3.6 </a:t>
            </a:r>
            <a:r>
              <a:rPr lang="zh-CN" altLang="en-US"/>
              <a:t>预测分析的错误恢复</a:t>
            </a:r>
          </a:p>
        </p:txBody>
      </p:sp>
      <p:sp>
        <p:nvSpPr>
          <p:cNvPr id="82947" name="Rectangle 3">
            <a:extLst>
              <a:ext uri="{FF2B5EF4-FFF2-40B4-BE49-F238E27FC236}">
                <a16:creationId xmlns:a16="http://schemas.microsoft.com/office/drawing/2014/main" id="{459FF7FA-FF09-418C-BDD8-E2D886511EF6}"/>
              </a:ext>
            </a:extLst>
          </p:cNvPr>
          <p:cNvSpPr>
            <a:spLocks noGrp="1" noChangeArrowheads="1"/>
          </p:cNvSpPr>
          <p:nvPr>
            <p:ph idx="1"/>
          </p:nvPr>
        </p:nvSpPr>
        <p:spPr/>
        <p:txBody>
          <a:bodyPr/>
          <a:lstStyle/>
          <a:p>
            <a:pPr eaLnBrk="1" hangingPunct="1"/>
            <a:r>
              <a:rPr lang="en-US" altLang="zh-CN" b="1">
                <a:cs typeface="Times New Roman" panose="02020603050405020304" pitchFamily="18" charset="0"/>
              </a:rPr>
              <a:t>M(</a:t>
            </a:r>
            <a:r>
              <a:rPr lang="en-US" altLang="zh-CN" b="1" err="1">
                <a:cs typeface="Times New Roman" panose="02020603050405020304" pitchFamily="18" charset="0"/>
              </a:rPr>
              <a:t>A,a</a:t>
            </a:r>
            <a:r>
              <a:rPr lang="en-US" altLang="zh-CN" b="1">
                <a:cs typeface="Times New Roman" panose="02020603050405020304" pitchFamily="18" charset="0"/>
              </a:rPr>
              <a:t>)</a:t>
            </a:r>
            <a:r>
              <a:rPr lang="zh-CN" altLang="en-US">
                <a:cs typeface="Times New Roman" panose="02020603050405020304" pitchFamily="18" charset="0"/>
              </a:rPr>
              <a:t>为空，</a:t>
            </a:r>
            <a:r>
              <a:rPr lang="en-US" altLang="zh-CN" b="1">
                <a:cs typeface="Times New Roman" panose="02020603050405020304" pitchFamily="18" charset="0"/>
              </a:rPr>
              <a:t>a</a:t>
            </a:r>
            <a:r>
              <a:rPr lang="zh-CN" altLang="en-US">
                <a:cs typeface="Times New Roman" panose="02020603050405020304" pitchFamily="18" charset="0"/>
              </a:rPr>
              <a:t>和</a:t>
            </a:r>
            <a:r>
              <a:rPr lang="en-US" altLang="zh-CN" b="1">
                <a:cs typeface="Times New Roman" panose="02020603050405020304" pitchFamily="18" charset="0"/>
              </a:rPr>
              <a:t>b</a:t>
            </a:r>
            <a:r>
              <a:rPr lang="zh-CN" altLang="en-US">
                <a:cs typeface="Times New Roman" panose="02020603050405020304" pitchFamily="18" charset="0"/>
              </a:rPr>
              <a:t>都不在</a:t>
            </a:r>
            <a:r>
              <a:rPr lang="en-US" altLang="zh-CN" b="1">
                <a:cs typeface="Times New Roman" panose="02020603050405020304" pitchFamily="18" charset="0"/>
              </a:rPr>
              <a:t>A</a:t>
            </a:r>
            <a:r>
              <a:rPr lang="zh-CN" altLang="en-US">
                <a:cs typeface="Times New Roman" panose="02020603050405020304" pitchFamily="18" charset="0"/>
              </a:rPr>
              <a:t>的同步集合中，</a:t>
            </a:r>
            <a:r>
              <a:rPr lang="en-US" altLang="zh-CN" b="1" err="1">
                <a:cs typeface="Times New Roman" panose="02020603050405020304" pitchFamily="18" charset="0"/>
              </a:rPr>
              <a:t>c</a:t>
            </a:r>
            <a:r>
              <a:rPr lang="en-US" altLang="zh-CN" b="1" err="1">
                <a:cs typeface="Times New Roman" panose="02020603050405020304" pitchFamily="18" charset="0"/>
                <a:sym typeface="Symbol" panose="05050102010706020507" pitchFamily="18" charset="2"/>
              </a:rPr>
              <a:t>FIRST</a:t>
            </a:r>
            <a:r>
              <a:rPr lang="en-US" altLang="zh-CN" b="1">
                <a:cs typeface="Times New Roman" panose="02020603050405020304" pitchFamily="18" charset="0"/>
                <a:sym typeface="Symbol" panose="05050102010706020507" pitchFamily="18" charset="2"/>
              </a:rPr>
              <a:t>(A)</a:t>
            </a:r>
          </a:p>
          <a:p>
            <a:pPr eaLnBrk="1" hangingPunct="1"/>
            <a:endParaRPr lang="en-US" altLang="zh-CN"/>
          </a:p>
        </p:txBody>
      </p:sp>
      <p:sp>
        <p:nvSpPr>
          <p:cNvPr id="2" name="日期占位符 1">
            <a:extLst>
              <a:ext uri="{FF2B5EF4-FFF2-40B4-BE49-F238E27FC236}">
                <a16:creationId xmlns:a16="http://schemas.microsoft.com/office/drawing/2014/main" id="{9BDDCC85-FCA6-C4D4-847E-809D02F78F21}"/>
              </a:ext>
            </a:extLst>
          </p:cNvPr>
          <p:cNvSpPr>
            <a:spLocks noGrp="1"/>
          </p:cNvSpPr>
          <p:nvPr>
            <p:ph type="dt" sz="half" idx="10"/>
          </p:nvPr>
        </p:nvSpPr>
        <p:spPr/>
        <p:txBody>
          <a:bodyPr/>
          <a:lstStyle/>
          <a:p>
            <a:fld id="{C0598B89-C125-4721-BED0-376632382AEC}" type="datetime2">
              <a:rPr lang="zh-CN" altLang="en-US" smtClean="0"/>
              <a:pPr/>
              <a:t>2025年11月26日</a:t>
            </a:fld>
            <a:endParaRPr lang="zh-CN" altLang="en-US"/>
          </a:p>
        </p:txBody>
      </p:sp>
      <p:sp>
        <p:nvSpPr>
          <p:cNvPr id="3" name="页脚占位符 2">
            <a:extLst>
              <a:ext uri="{FF2B5EF4-FFF2-40B4-BE49-F238E27FC236}">
                <a16:creationId xmlns:a16="http://schemas.microsoft.com/office/drawing/2014/main" id="{23DEB8A3-57F1-E6BF-19EA-0016817E3D28}"/>
              </a:ext>
            </a:extLst>
          </p:cNvPr>
          <p:cNvSpPr>
            <a:spLocks noGrp="1"/>
          </p:cNvSpPr>
          <p:nvPr>
            <p:ph type="ftr" sz="quarter" idx="11"/>
          </p:nvPr>
        </p:nvSpPr>
        <p:spPr/>
        <p:txBody>
          <a:bodyPr/>
          <a:lstStyle/>
          <a:p>
            <a:r>
              <a:rPr lang="zh-CN" altLang="en-US"/>
              <a:t>编译原理</a:t>
            </a:r>
            <a:r>
              <a:rPr lang="en-US" altLang="zh-CN"/>
              <a:t>-</a:t>
            </a:r>
            <a:r>
              <a:rPr lang="zh-CN" altLang="en-US"/>
              <a:t>王欣捷</a:t>
            </a:r>
            <a:r>
              <a:rPr lang="en-US" altLang="zh-CN"/>
              <a:t>-</a:t>
            </a:r>
            <a:r>
              <a:rPr lang="zh-CN" altLang="en-US"/>
              <a:t>第三章 语法分析</a:t>
            </a:r>
            <a:r>
              <a:rPr lang="en-US" altLang="zh-CN"/>
              <a:t>(4)</a:t>
            </a:r>
            <a:endParaRPr lang="zh-CN" altLang="en-US"/>
          </a:p>
        </p:txBody>
      </p:sp>
      <p:sp>
        <p:nvSpPr>
          <p:cNvPr id="4" name="灯片编号占位符 3">
            <a:extLst>
              <a:ext uri="{FF2B5EF4-FFF2-40B4-BE49-F238E27FC236}">
                <a16:creationId xmlns:a16="http://schemas.microsoft.com/office/drawing/2014/main" id="{B1C02027-1FEA-605A-3D4D-90445008EC89}"/>
              </a:ext>
            </a:extLst>
          </p:cNvPr>
          <p:cNvSpPr>
            <a:spLocks noGrp="1"/>
          </p:cNvSpPr>
          <p:nvPr>
            <p:ph type="sldNum" sz="quarter" idx="12"/>
          </p:nvPr>
        </p:nvSpPr>
        <p:spPr/>
        <p:txBody>
          <a:bodyPr/>
          <a:lstStyle/>
          <a:p>
            <a:fld id="{094DEB03-EFC6-4C20-8FC8-295189A5386F}" type="slidenum">
              <a:rPr lang="zh-CN" altLang="en-US" smtClean="0"/>
              <a:pPr/>
              <a:t>75</a:t>
            </a:fld>
            <a:endParaRPr lang="zh-CN" altLang="en-US"/>
          </a:p>
        </p:txBody>
      </p:sp>
      <p:grpSp>
        <p:nvGrpSpPr>
          <p:cNvPr id="82948" name="Group 4">
            <a:extLst>
              <a:ext uri="{FF2B5EF4-FFF2-40B4-BE49-F238E27FC236}">
                <a16:creationId xmlns:a16="http://schemas.microsoft.com/office/drawing/2014/main" id="{06235738-FAEA-4535-866F-5FA3083FBE20}"/>
              </a:ext>
            </a:extLst>
          </p:cNvPr>
          <p:cNvGrpSpPr>
            <a:grpSpLocks/>
          </p:cNvGrpSpPr>
          <p:nvPr/>
        </p:nvGrpSpPr>
        <p:grpSpPr bwMode="auto">
          <a:xfrm>
            <a:off x="1828800" y="2784764"/>
            <a:ext cx="609600" cy="2971800"/>
            <a:chOff x="1152" y="2160"/>
            <a:chExt cx="384" cy="1872"/>
          </a:xfrm>
        </p:grpSpPr>
        <p:grpSp>
          <p:nvGrpSpPr>
            <p:cNvPr id="82962" name="Group 5">
              <a:extLst>
                <a:ext uri="{FF2B5EF4-FFF2-40B4-BE49-F238E27FC236}">
                  <a16:creationId xmlns:a16="http://schemas.microsoft.com/office/drawing/2014/main" id="{5F27E594-AFC2-42AF-929D-BF03C067B054}"/>
                </a:ext>
              </a:extLst>
            </p:cNvPr>
            <p:cNvGrpSpPr>
              <a:grpSpLocks/>
            </p:cNvGrpSpPr>
            <p:nvPr/>
          </p:nvGrpSpPr>
          <p:grpSpPr bwMode="auto">
            <a:xfrm>
              <a:off x="1152" y="2640"/>
              <a:ext cx="384" cy="1392"/>
              <a:chOff x="1152" y="2208"/>
              <a:chExt cx="384" cy="1392"/>
            </a:xfrm>
          </p:grpSpPr>
          <p:sp>
            <p:nvSpPr>
              <p:cNvPr id="82964" name="Line 6">
                <a:extLst>
                  <a:ext uri="{FF2B5EF4-FFF2-40B4-BE49-F238E27FC236}">
                    <a16:creationId xmlns:a16="http://schemas.microsoft.com/office/drawing/2014/main" id="{03C99F86-E630-42DF-87B3-A1B1F2FDB933}"/>
                  </a:ext>
                </a:extLst>
              </p:cNvPr>
              <p:cNvSpPr>
                <a:spLocks noChangeShapeType="1"/>
              </p:cNvSpPr>
              <p:nvPr/>
            </p:nvSpPr>
            <p:spPr bwMode="auto">
              <a:xfrm>
                <a:off x="1152" y="2208"/>
                <a:ext cx="0" cy="1344"/>
              </a:xfrm>
              <a:prstGeom prst="line">
                <a:avLst/>
              </a:prstGeom>
              <a:noFill/>
              <a:ln w="25400">
                <a:solidFill>
                  <a:srgbClr val="008000"/>
                </a:solidFill>
                <a:round/>
                <a:headEnd/>
                <a:tailEnd/>
              </a:ln>
              <a:extLst>
                <a:ext uri="{909E8E84-426E-40DD-AFC4-6F175D3DCCD1}">
                  <a14:hiddenFill xmlns:a14="http://schemas.microsoft.com/office/drawing/2010/main">
                    <a:noFill/>
                  </a14:hiddenFill>
                </a:ext>
              </a:extLst>
            </p:spPr>
            <p:txBody>
              <a:bodyPr lIns="54000" tIns="28800" rIns="54000" bIns="28800"/>
              <a:lstStyle/>
              <a:p>
                <a:endParaRPr lang="zh-CN" altLang="en-US"/>
              </a:p>
            </p:txBody>
          </p:sp>
          <p:sp>
            <p:nvSpPr>
              <p:cNvPr id="82965" name="Line 7">
                <a:extLst>
                  <a:ext uri="{FF2B5EF4-FFF2-40B4-BE49-F238E27FC236}">
                    <a16:creationId xmlns:a16="http://schemas.microsoft.com/office/drawing/2014/main" id="{DF7855E5-070D-43D8-9015-001AB8876170}"/>
                  </a:ext>
                </a:extLst>
              </p:cNvPr>
              <p:cNvSpPr>
                <a:spLocks noChangeShapeType="1"/>
              </p:cNvSpPr>
              <p:nvPr/>
            </p:nvSpPr>
            <p:spPr bwMode="auto">
              <a:xfrm>
                <a:off x="1536" y="2208"/>
                <a:ext cx="0" cy="1344"/>
              </a:xfrm>
              <a:prstGeom prst="line">
                <a:avLst/>
              </a:prstGeom>
              <a:noFill/>
              <a:ln w="25400">
                <a:solidFill>
                  <a:srgbClr val="008000"/>
                </a:solidFill>
                <a:round/>
                <a:headEnd/>
                <a:tailEnd/>
              </a:ln>
              <a:extLst>
                <a:ext uri="{909E8E84-426E-40DD-AFC4-6F175D3DCCD1}">
                  <a14:hiddenFill xmlns:a14="http://schemas.microsoft.com/office/drawing/2010/main">
                    <a:noFill/>
                  </a14:hiddenFill>
                </a:ext>
              </a:extLst>
            </p:spPr>
            <p:txBody>
              <a:bodyPr lIns="54000" tIns="28800" rIns="54000" bIns="28800"/>
              <a:lstStyle/>
              <a:p>
                <a:endParaRPr lang="zh-CN" altLang="en-US"/>
              </a:p>
            </p:txBody>
          </p:sp>
          <p:sp>
            <p:nvSpPr>
              <p:cNvPr id="82966" name="Rectangle 8">
                <a:extLst>
                  <a:ext uri="{FF2B5EF4-FFF2-40B4-BE49-F238E27FC236}">
                    <a16:creationId xmlns:a16="http://schemas.microsoft.com/office/drawing/2014/main" id="{1548F403-ADB9-481C-B40E-625C87706D36}"/>
                  </a:ext>
                </a:extLst>
              </p:cNvPr>
              <p:cNvSpPr>
                <a:spLocks noChangeArrowheads="1"/>
              </p:cNvSpPr>
              <p:nvPr/>
            </p:nvSpPr>
            <p:spPr bwMode="auto">
              <a:xfrm>
                <a:off x="1152" y="2640"/>
                <a:ext cx="384" cy="336"/>
              </a:xfrm>
              <a:prstGeom prst="rect">
                <a:avLst/>
              </a:prstGeom>
              <a:noFill/>
              <a:ln w="25400" algn="ctr">
                <a:solidFill>
                  <a:srgbClr val="008000"/>
                </a:solidFill>
                <a:miter lim="800000"/>
                <a:headEnd/>
                <a:tailEnd/>
              </a:ln>
              <a:extLst>
                <a:ext uri="{909E8E84-426E-40DD-AFC4-6F175D3DCCD1}">
                  <a14:hiddenFill xmlns:a14="http://schemas.microsoft.com/office/drawing/2010/main">
                    <a:solidFill>
                      <a:srgbClr val="FFFFFF"/>
                    </a:solidFill>
                  </a14:hiddenFill>
                </a:ext>
              </a:extLst>
            </p:spPr>
            <p:txBody>
              <a:bodyPr wrap="none" lIns="54000" tIns="28800" rIns="54000" bIns="28800" anchor="ctr"/>
              <a:lstStyle>
                <a:lvl1pPr>
                  <a:spcBef>
                    <a:spcPct val="20000"/>
                  </a:spcBef>
                  <a:buClr>
                    <a:schemeClr val="folHlink"/>
                  </a:buClr>
                  <a:buSzPct val="60000"/>
                  <a:buFont typeface="Wingdings" panose="05000000000000000000" pitchFamily="2" charset="2"/>
                  <a:buChar char="n"/>
                  <a:defRPr sz="3200">
                    <a:solidFill>
                      <a:schemeClr val="tx1"/>
                    </a:solidFill>
                    <a:latin typeface="Times New Roman" panose="02020603050405020304" pitchFamily="18" charset="0"/>
                    <a:ea typeface="黑体" panose="02010609060101010101" pitchFamily="49" charset="-122"/>
                  </a:defRPr>
                </a:lvl1pPr>
                <a:lvl2pPr marL="742950" indent="-285750">
                  <a:spcBef>
                    <a:spcPct val="20000"/>
                  </a:spcBef>
                  <a:buClr>
                    <a:schemeClr val="hlink"/>
                  </a:buClr>
                  <a:buSzPct val="55000"/>
                  <a:buFont typeface="Wingdings" panose="05000000000000000000" pitchFamily="2" charset="2"/>
                  <a:buChar char="n"/>
                  <a:defRPr sz="2800">
                    <a:solidFill>
                      <a:schemeClr val="tx1"/>
                    </a:solidFill>
                    <a:latin typeface="Times New Roman" panose="02020603050405020304" pitchFamily="18" charset="0"/>
                    <a:ea typeface="黑体" panose="02010609060101010101" pitchFamily="49" charset="-122"/>
                  </a:defRPr>
                </a:lvl2pPr>
                <a:lvl3pPr marL="1143000" indent="-228600">
                  <a:spcBef>
                    <a:spcPct val="20000"/>
                  </a:spcBef>
                  <a:buClr>
                    <a:schemeClr val="folHlink"/>
                  </a:buClr>
                  <a:buSzPct val="50000"/>
                  <a:buFont typeface="Wingdings" panose="05000000000000000000" pitchFamily="2" charset="2"/>
                  <a:buChar char="n"/>
                  <a:defRPr sz="2400">
                    <a:solidFill>
                      <a:schemeClr val="tx1"/>
                    </a:solidFill>
                    <a:latin typeface="Times New Roman" panose="02020603050405020304" pitchFamily="18" charset="0"/>
                    <a:ea typeface="黑体" panose="02010609060101010101" pitchFamily="49" charset="-122"/>
                  </a:defRPr>
                </a:lvl3pPr>
                <a:lvl4pPr marL="1600200" indent="-228600">
                  <a:spcBef>
                    <a:spcPct val="20000"/>
                  </a:spcBef>
                  <a:buClr>
                    <a:schemeClr val="accent2"/>
                  </a:buClr>
                  <a:buSzPct val="55000"/>
                  <a:buFont typeface="Wingdings" panose="05000000000000000000" pitchFamily="2" charset="2"/>
                  <a:buChar char="n"/>
                  <a:defRPr sz="2000">
                    <a:solidFill>
                      <a:schemeClr val="tx1"/>
                    </a:solidFill>
                    <a:latin typeface="Times New Roman" panose="02020603050405020304" pitchFamily="18" charset="0"/>
                    <a:ea typeface="黑体" panose="02010609060101010101" pitchFamily="49" charset="-122"/>
                  </a:defRPr>
                </a:lvl4pPr>
                <a:lvl5pPr marL="2057400" indent="-228600">
                  <a:spcBef>
                    <a:spcPct val="20000"/>
                  </a:spcBef>
                  <a:buClr>
                    <a:schemeClr val="accent1"/>
                  </a:buClr>
                  <a:buSzPct val="50000"/>
                  <a:buFont typeface="Wingdings" panose="05000000000000000000" pitchFamily="2" charset="2"/>
                  <a:buChar char="n"/>
                  <a:defRPr sz="2000">
                    <a:solidFill>
                      <a:schemeClr val="tx1"/>
                    </a:solidFill>
                    <a:latin typeface="Times New Roman" panose="02020603050405020304" pitchFamily="18"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imes New Roman" panose="02020603050405020304" pitchFamily="18"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imes New Roman" panose="02020603050405020304" pitchFamily="18"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imes New Roman" panose="02020603050405020304" pitchFamily="18"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imes New Roman" panose="02020603050405020304" pitchFamily="18" charset="0"/>
                    <a:ea typeface="黑体" panose="02010609060101010101" pitchFamily="49" charset="-122"/>
                  </a:defRPr>
                </a:lvl9pPr>
              </a:lstStyle>
              <a:p>
                <a:pPr algn="ctr">
                  <a:spcBef>
                    <a:spcPct val="0"/>
                  </a:spcBef>
                  <a:buClrTx/>
                  <a:buSzTx/>
                  <a:buFontTx/>
                  <a:buNone/>
                </a:pPr>
                <a:r>
                  <a:rPr lang="en-US" altLang="zh-CN" sz="2400">
                    <a:solidFill>
                      <a:srgbClr val="000000"/>
                    </a:solidFill>
                    <a:ea typeface="宋体" panose="02010600030101010101" pitchFamily="2" charset="-122"/>
                  </a:rPr>
                  <a:t>B</a:t>
                </a:r>
              </a:p>
            </p:txBody>
          </p:sp>
          <p:sp>
            <p:nvSpPr>
              <p:cNvPr id="82967" name="Rectangle 9">
                <a:extLst>
                  <a:ext uri="{FF2B5EF4-FFF2-40B4-BE49-F238E27FC236}">
                    <a16:creationId xmlns:a16="http://schemas.microsoft.com/office/drawing/2014/main" id="{04BDA597-AAB3-4992-AB33-6B7D37F0EED5}"/>
                  </a:ext>
                </a:extLst>
              </p:cNvPr>
              <p:cNvSpPr>
                <a:spLocks noChangeArrowheads="1"/>
              </p:cNvSpPr>
              <p:nvPr/>
            </p:nvSpPr>
            <p:spPr bwMode="auto">
              <a:xfrm>
                <a:off x="1152" y="2976"/>
                <a:ext cx="384" cy="624"/>
              </a:xfrm>
              <a:prstGeom prst="rect">
                <a:avLst/>
              </a:prstGeom>
              <a:noFill/>
              <a:ln w="25400" algn="ctr">
                <a:solidFill>
                  <a:srgbClr val="008000"/>
                </a:solidFill>
                <a:miter lim="800000"/>
                <a:headEnd/>
                <a:tailEnd/>
              </a:ln>
              <a:extLst>
                <a:ext uri="{909E8E84-426E-40DD-AFC4-6F175D3DCCD1}">
                  <a14:hiddenFill xmlns:a14="http://schemas.microsoft.com/office/drawing/2010/main">
                    <a:solidFill>
                      <a:srgbClr val="FFFFFF"/>
                    </a:solidFill>
                  </a14:hiddenFill>
                </a:ext>
              </a:extLst>
            </p:spPr>
            <p:txBody>
              <a:bodyPr wrap="none" lIns="54000" tIns="28800" rIns="54000" bIns="28800" anchor="ctr"/>
              <a:lstStyle>
                <a:lvl1pPr>
                  <a:spcBef>
                    <a:spcPct val="20000"/>
                  </a:spcBef>
                  <a:buClr>
                    <a:schemeClr val="folHlink"/>
                  </a:buClr>
                  <a:buSzPct val="60000"/>
                  <a:buFont typeface="Wingdings" panose="05000000000000000000" pitchFamily="2" charset="2"/>
                  <a:buChar char="n"/>
                  <a:defRPr sz="3200">
                    <a:solidFill>
                      <a:schemeClr val="tx1"/>
                    </a:solidFill>
                    <a:latin typeface="Times New Roman" panose="02020603050405020304" pitchFamily="18" charset="0"/>
                    <a:ea typeface="黑体" panose="02010609060101010101" pitchFamily="49" charset="-122"/>
                  </a:defRPr>
                </a:lvl1pPr>
                <a:lvl2pPr marL="742950" indent="-285750">
                  <a:spcBef>
                    <a:spcPct val="20000"/>
                  </a:spcBef>
                  <a:buClr>
                    <a:schemeClr val="hlink"/>
                  </a:buClr>
                  <a:buSzPct val="55000"/>
                  <a:buFont typeface="Wingdings" panose="05000000000000000000" pitchFamily="2" charset="2"/>
                  <a:buChar char="n"/>
                  <a:defRPr sz="2800">
                    <a:solidFill>
                      <a:schemeClr val="tx1"/>
                    </a:solidFill>
                    <a:latin typeface="Times New Roman" panose="02020603050405020304" pitchFamily="18" charset="0"/>
                    <a:ea typeface="黑体" panose="02010609060101010101" pitchFamily="49" charset="-122"/>
                  </a:defRPr>
                </a:lvl2pPr>
                <a:lvl3pPr marL="1143000" indent="-228600">
                  <a:spcBef>
                    <a:spcPct val="20000"/>
                  </a:spcBef>
                  <a:buClr>
                    <a:schemeClr val="folHlink"/>
                  </a:buClr>
                  <a:buSzPct val="50000"/>
                  <a:buFont typeface="Wingdings" panose="05000000000000000000" pitchFamily="2" charset="2"/>
                  <a:buChar char="n"/>
                  <a:defRPr sz="2400">
                    <a:solidFill>
                      <a:schemeClr val="tx1"/>
                    </a:solidFill>
                    <a:latin typeface="Times New Roman" panose="02020603050405020304" pitchFamily="18" charset="0"/>
                    <a:ea typeface="黑体" panose="02010609060101010101" pitchFamily="49" charset="-122"/>
                  </a:defRPr>
                </a:lvl3pPr>
                <a:lvl4pPr marL="1600200" indent="-228600">
                  <a:spcBef>
                    <a:spcPct val="20000"/>
                  </a:spcBef>
                  <a:buClr>
                    <a:schemeClr val="accent2"/>
                  </a:buClr>
                  <a:buSzPct val="55000"/>
                  <a:buFont typeface="Wingdings" panose="05000000000000000000" pitchFamily="2" charset="2"/>
                  <a:buChar char="n"/>
                  <a:defRPr sz="2000">
                    <a:solidFill>
                      <a:schemeClr val="tx1"/>
                    </a:solidFill>
                    <a:latin typeface="Times New Roman" panose="02020603050405020304" pitchFamily="18" charset="0"/>
                    <a:ea typeface="黑体" panose="02010609060101010101" pitchFamily="49" charset="-122"/>
                  </a:defRPr>
                </a:lvl4pPr>
                <a:lvl5pPr marL="2057400" indent="-228600">
                  <a:spcBef>
                    <a:spcPct val="20000"/>
                  </a:spcBef>
                  <a:buClr>
                    <a:schemeClr val="accent1"/>
                  </a:buClr>
                  <a:buSzPct val="50000"/>
                  <a:buFont typeface="Wingdings" panose="05000000000000000000" pitchFamily="2" charset="2"/>
                  <a:buChar char="n"/>
                  <a:defRPr sz="2000">
                    <a:solidFill>
                      <a:schemeClr val="tx1"/>
                    </a:solidFill>
                    <a:latin typeface="Times New Roman" panose="02020603050405020304" pitchFamily="18"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imes New Roman" panose="02020603050405020304" pitchFamily="18"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imes New Roman" panose="02020603050405020304" pitchFamily="18"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imes New Roman" panose="02020603050405020304" pitchFamily="18"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imes New Roman" panose="02020603050405020304" pitchFamily="18" charset="0"/>
                    <a:ea typeface="黑体" panose="02010609060101010101" pitchFamily="49" charset="-122"/>
                  </a:defRPr>
                </a:lvl9pPr>
              </a:lstStyle>
              <a:p>
                <a:pPr algn="just">
                  <a:spcBef>
                    <a:spcPct val="0"/>
                  </a:spcBef>
                  <a:buClrTx/>
                  <a:buSzTx/>
                  <a:buFontTx/>
                  <a:buNone/>
                </a:pPr>
                <a:endParaRPr lang="zh-CN" altLang="en-US" sz="2400">
                  <a:solidFill>
                    <a:srgbClr val="000000"/>
                  </a:solidFill>
                  <a:ea typeface="宋体" panose="02010600030101010101" pitchFamily="2" charset="-122"/>
                </a:endParaRPr>
              </a:p>
            </p:txBody>
          </p:sp>
          <p:sp>
            <p:nvSpPr>
              <p:cNvPr id="82968" name="Text Box 10">
                <a:extLst>
                  <a:ext uri="{FF2B5EF4-FFF2-40B4-BE49-F238E27FC236}">
                    <a16:creationId xmlns:a16="http://schemas.microsoft.com/office/drawing/2014/main" id="{98A3BBEA-730B-4443-B4FF-3B6CFA051954}"/>
                  </a:ext>
                </a:extLst>
              </p:cNvPr>
              <p:cNvSpPr txBox="1">
                <a:spLocks noChangeArrowheads="1"/>
              </p:cNvSpPr>
              <p:nvPr/>
            </p:nvSpPr>
            <p:spPr bwMode="auto">
              <a:xfrm>
                <a:off x="1235" y="3053"/>
                <a:ext cx="301" cy="2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5400" algn="ctr">
                    <a:solidFill>
                      <a:srgbClr val="000000"/>
                    </a:solidFill>
                    <a:miter lim="800000"/>
                    <a:headEnd/>
                    <a:tailEnd/>
                  </a14:hiddenLine>
                </a:ext>
              </a:extLst>
            </p:spPr>
            <p:txBody>
              <a:bodyPr vert="eaVert" wrap="none" lIns="54000" tIns="28800" rIns="54000" bIns="28800">
                <a:spAutoFit/>
              </a:bodyPr>
              <a:lstStyle>
                <a:lvl1pPr>
                  <a:spcBef>
                    <a:spcPct val="20000"/>
                  </a:spcBef>
                  <a:buClr>
                    <a:schemeClr val="folHlink"/>
                  </a:buClr>
                  <a:buSzPct val="60000"/>
                  <a:buFont typeface="Wingdings" panose="05000000000000000000" pitchFamily="2" charset="2"/>
                  <a:buChar char="n"/>
                  <a:defRPr sz="3200">
                    <a:solidFill>
                      <a:schemeClr val="tx1"/>
                    </a:solidFill>
                    <a:latin typeface="Times New Roman" panose="02020603050405020304" pitchFamily="18" charset="0"/>
                    <a:ea typeface="黑体" panose="02010609060101010101" pitchFamily="49" charset="-122"/>
                  </a:defRPr>
                </a:lvl1pPr>
                <a:lvl2pPr marL="742950" indent="-285750">
                  <a:spcBef>
                    <a:spcPct val="20000"/>
                  </a:spcBef>
                  <a:buClr>
                    <a:schemeClr val="hlink"/>
                  </a:buClr>
                  <a:buSzPct val="55000"/>
                  <a:buFont typeface="Wingdings" panose="05000000000000000000" pitchFamily="2" charset="2"/>
                  <a:buChar char="n"/>
                  <a:defRPr sz="2800">
                    <a:solidFill>
                      <a:schemeClr val="tx1"/>
                    </a:solidFill>
                    <a:latin typeface="Times New Roman" panose="02020603050405020304" pitchFamily="18" charset="0"/>
                    <a:ea typeface="黑体" panose="02010609060101010101" pitchFamily="49" charset="-122"/>
                  </a:defRPr>
                </a:lvl2pPr>
                <a:lvl3pPr marL="1143000" indent="-228600">
                  <a:spcBef>
                    <a:spcPct val="20000"/>
                  </a:spcBef>
                  <a:buClr>
                    <a:schemeClr val="folHlink"/>
                  </a:buClr>
                  <a:buSzPct val="50000"/>
                  <a:buFont typeface="Wingdings" panose="05000000000000000000" pitchFamily="2" charset="2"/>
                  <a:buChar char="n"/>
                  <a:defRPr sz="2400">
                    <a:solidFill>
                      <a:schemeClr val="tx1"/>
                    </a:solidFill>
                    <a:latin typeface="Times New Roman" panose="02020603050405020304" pitchFamily="18" charset="0"/>
                    <a:ea typeface="黑体" panose="02010609060101010101" pitchFamily="49" charset="-122"/>
                  </a:defRPr>
                </a:lvl3pPr>
                <a:lvl4pPr marL="1600200" indent="-228600">
                  <a:spcBef>
                    <a:spcPct val="20000"/>
                  </a:spcBef>
                  <a:buClr>
                    <a:schemeClr val="accent2"/>
                  </a:buClr>
                  <a:buSzPct val="55000"/>
                  <a:buFont typeface="Wingdings" panose="05000000000000000000" pitchFamily="2" charset="2"/>
                  <a:buChar char="n"/>
                  <a:defRPr sz="2000">
                    <a:solidFill>
                      <a:schemeClr val="tx1"/>
                    </a:solidFill>
                    <a:latin typeface="Times New Roman" panose="02020603050405020304" pitchFamily="18" charset="0"/>
                    <a:ea typeface="黑体" panose="02010609060101010101" pitchFamily="49" charset="-122"/>
                  </a:defRPr>
                </a:lvl4pPr>
                <a:lvl5pPr marL="2057400" indent="-228600">
                  <a:spcBef>
                    <a:spcPct val="20000"/>
                  </a:spcBef>
                  <a:buClr>
                    <a:schemeClr val="accent1"/>
                  </a:buClr>
                  <a:buSzPct val="50000"/>
                  <a:buFont typeface="Wingdings" panose="05000000000000000000" pitchFamily="2" charset="2"/>
                  <a:buChar char="n"/>
                  <a:defRPr sz="2000">
                    <a:solidFill>
                      <a:schemeClr val="tx1"/>
                    </a:solidFill>
                    <a:latin typeface="Times New Roman" panose="02020603050405020304" pitchFamily="18"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imes New Roman" panose="02020603050405020304" pitchFamily="18"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imes New Roman" panose="02020603050405020304" pitchFamily="18"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imes New Roman" panose="02020603050405020304" pitchFamily="18"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imes New Roman" panose="02020603050405020304" pitchFamily="18" charset="0"/>
                    <a:ea typeface="黑体" panose="02010609060101010101" pitchFamily="49" charset="-122"/>
                  </a:defRPr>
                </a:lvl9pPr>
              </a:lstStyle>
              <a:p>
                <a:pPr algn="just">
                  <a:spcBef>
                    <a:spcPct val="0"/>
                  </a:spcBef>
                  <a:buClrTx/>
                  <a:buSzTx/>
                  <a:buFontTx/>
                  <a:buNone/>
                </a:pPr>
                <a:r>
                  <a:rPr lang="en-US" altLang="zh-CN" sz="2400">
                    <a:solidFill>
                      <a:srgbClr val="000000"/>
                    </a:solidFill>
                    <a:ea typeface="宋体" panose="02010600030101010101" pitchFamily="2" charset="-122"/>
                  </a:rPr>
                  <a:t>…</a:t>
                </a:r>
              </a:p>
            </p:txBody>
          </p:sp>
          <p:sp>
            <p:nvSpPr>
              <p:cNvPr id="82969" name="Text Box 11">
                <a:extLst>
                  <a:ext uri="{FF2B5EF4-FFF2-40B4-BE49-F238E27FC236}">
                    <a16:creationId xmlns:a16="http://schemas.microsoft.com/office/drawing/2014/main" id="{6425CEB0-0A36-454A-8EBA-7794B3D02612}"/>
                  </a:ext>
                </a:extLst>
              </p:cNvPr>
              <p:cNvSpPr txBox="1">
                <a:spLocks noChangeArrowheads="1"/>
              </p:cNvSpPr>
              <p:nvPr/>
            </p:nvSpPr>
            <p:spPr bwMode="auto">
              <a:xfrm>
                <a:off x="1232" y="2326"/>
                <a:ext cx="209" cy="26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5400" algn="ctr">
                    <a:solidFill>
                      <a:srgbClr val="000000"/>
                    </a:solidFill>
                    <a:miter lim="800000"/>
                    <a:headEnd/>
                    <a:tailEnd/>
                  </a14:hiddenLine>
                </a:ext>
              </a:extLst>
            </p:spPr>
            <p:txBody>
              <a:bodyPr wrap="none" lIns="54000" tIns="28800" rIns="54000" bIns="28800">
                <a:spAutoFit/>
              </a:bodyPr>
              <a:lstStyle>
                <a:lvl1pPr>
                  <a:spcBef>
                    <a:spcPct val="20000"/>
                  </a:spcBef>
                  <a:buClr>
                    <a:schemeClr val="folHlink"/>
                  </a:buClr>
                  <a:buSzPct val="60000"/>
                  <a:buFont typeface="Wingdings" panose="05000000000000000000" pitchFamily="2" charset="2"/>
                  <a:buChar char="n"/>
                  <a:defRPr sz="3200">
                    <a:solidFill>
                      <a:schemeClr val="tx1"/>
                    </a:solidFill>
                    <a:latin typeface="Times New Roman" panose="02020603050405020304" pitchFamily="18" charset="0"/>
                    <a:ea typeface="黑体" panose="02010609060101010101" pitchFamily="49" charset="-122"/>
                  </a:defRPr>
                </a:lvl1pPr>
                <a:lvl2pPr marL="742950" indent="-285750">
                  <a:spcBef>
                    <a:spcPct val="20000"/>
                  </a:spcBef>
                  <a:buClr>
                    <a:schemeClr val="hlink"/>
                  </a:buClr>
                  <a:buSzPct val="55000"/>
                  <a:buFont typeface="Wingdings" panose="05000000000000000000" pitchFamily="2" charset="2"/>
                  <a:buChar char="n"/>
                  <a:defRPr sz="2800">
                    <a:solidFill>
                      <a:schemeClr val="tx1"/>
                    </a:solidFill>
                    <a:latin typeface="Times New Roman" panose="02020603050405020304" pitchFamily="18" charset="0"/>
                    <a:ea typeface="黑体" panose="02010609060101010101" pitchFamily="49" charset="-122"/>
                  </a:defRPr>
                </a:lvl2pPr>
                <a:lvl3pPr marL="1143000" indent="-228600">
                  <a:spcBef>
                    <a:spcPct val="20000"/>
                  </a:spcBef>
                  <a:buClr>
                    <a:schemeClr val="folHlink"/>
                  </a:buClr>
                  <a:buSzPct val="50000"/>
                  <a:buFont typeface="Wingdings" panose="05000000000000000000" pitchFamily="2" charset="2"/>
                  <a:buChar char="n"/>
                  <a:defRPr sz="2400">
                    <a:solidFill>
                      <a:schemeClr val="tx1"/>
                    </a:solidFill>
                    <a:latin typeface="Times New Roman" panose="02020603050405020304" pitchFamily="18" charset="0"/>
                    <a:ea typeface="黑体" panose="02010609060101010101" pitchFamily="49" charset="-122"/>
                  </a:defRPr>
                </a:lvl3pPr>
                <a:lvl4pPr marL="1600200" indent="-228600">
                  <a:spcBef>
                    <a:spcPct val="20000"/>
                  </a:spcBef>
                  <a:buClr>
                    <a:schemeClr val="accent2"/>
                  </a:buClr>
                  <a:buSzPct val="55000"/>
                  <a:buFont typeface="Wingdings" panose="05000000000000000000" pitchFamily="2" charset="2"/>
                  <a:buChar char="n"/>
                  <a:defRPr sz="2000">
                    <a:solidFill>
                      <a:schemeClr val="tx1"/>
                    </a:solidFill>
                    <a:latin typeface="Times New Roman" panose="02020603050405020304" pitchFamily="18" charset="0"/>
                    <a:ea typeface="黑体" panose="02010609060101010101" pitchFamily="49" charset="-122"/>
                  </a:defRPr>
                </a:lvl4pPr>
                <a:lvl5pPr marL="2057400" indent="-228600">
                  <a:spcBef>
                    <a:spcPct val="20000"/>
                  </a:spcBef>
                  <a:buClr>
                    <a:schemeClr val="accent1"/>
                  </a:buClr>
                  <a:buSzPct val="50000"/>
                  <a:buFont typeface="Wingdings" panose="05000000000000000000" pitchFamily="2" charset="2"/>
                  <a:buChar char="n"/>
                  <a:defRPr sz="2000">
                    <a:solidFill>
                      <a:schemeClr val="tx1"/>
                    </a:solidFill>
                    <a:latin typeface="Times New Roman" panose="02020603050405020304" pitchFamily="18"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imes New Roman" panose="02020603050405020304" pitchFamily="18"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imes New Roman" panose="02020603050405020304" pitchFamily="18"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imes New Roman" panose="02020603050405020304" pitchFamily="18"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imes New Roman" panose="02020603050405020304" pitchFamily="18" charset="0"/>
                    <a:ea typeface="黑体" panose="02010609060101010101" pitchFamily="49" charset="-122"/>
                  </a:defRPr>
                </a:lvl9pPr>
              </a:lstStyle>
              <a:p>
                <a:pPr algn="just">
                  <a:spcBef>
                    <a:spcPct val="0"/>
                  </a:spcBef>
                  <a:buClrTx/>
                  <a:buSzTx/>
                  <a:buFontTx/>
                  <a:buNone/>
                </a:pPr>
                <a:r>
                  <a:rPr lang="en-US" altLang="zh-CN" sz="2400">
                    <a:solidFill>
                      <a:srgbClr val="000000"/>
                    </a:solidFill>
                    <a:ea typeface="宋体" panose="02010600030101010101" pitchFamily="2" charset="-122"/>
                  </a:rPr>
                  <a:t>A</a:t>
                </a:r>
              </a:p>
            </p:txBody>
          </p:sp>
          <p:sp>
            <p:nvSpPr>
              <p:cNvPr id="82970" name="Rectangle 12">
                <a:extLst>
                  <a:ext uri="{FF2B5EF4-FFF2-40B4-BE49-F238E27FC236}">
                    <a16:creationId xmlns:a16="http://schemas.microsoft.com/office/drawing/2014/main" id="{29CD2A2E-E152-4556-83EE-171CF7F6B92F}"/>
                  </a:ext>
                </a:extLst>
              </p:cNvPr>
              <p:cNvSpPr>
                <a:spLocks noChangeArrowheads="1"/>
              </p:cNvSpPr>
              <p:nvPr/>
            </p:nvSpPr>
            <p:spPr bwMode="auto">
              <a:xfrm>
                <a:off x="1152" y="2304"/>
                <a:ext cx="384" cy="336"/>
              </a:xfrm>
              <a:prstGeom prst="rect">
                <a:avLst/>
              </a:prstGeom>
              <a:noFill/>
              <a:ln w="25400" algn="ctr">
                <a:solidFill>
                  <a:srgbClr val="008000"/>
                </a:solidFill>
                <a:miter lim="800000"/>
                <a:headEnd/>
                <a:tailEnd/>
              </a:ln>
              <a:extLst>
                <a:ext uri="{909E8E84-426E-40DD-AFC4-6F175D3DCCD1}">
                  <a14:hiddenFill xmlns:a14="http://schemas.microsoft.com/office/drawing/2010/main">
                    <a:solidFill>
                      <a:srgbClr val="FFFFFF"/>
                    </a:solidFill>
                  </a14:hiddenFill>
                </a:ext>
              </a:extLst>
            </p:spPr>
            <p:txBody>
              <a:bodyPr wrap="none" lIns="54000" tIns="28800" rIns="54000" bIns="28800" anchor="ctr"/>
              <a:lstStyle>
                <a:lvl1pPr>
                  <a:spcBef>
                    <a:spcPct val="20000"/>
                  </a:spcBef>
                  <a:buClr>
                    <a:schemeClr val="folHlink"/>
                  </a:buClr>
                  <a:buSzPct val="60000"/>
                  <a:buFont typeface="Wingdings" panose="05000000000000000000" pitchFamily="2" charset="2"/>
                  <a:buChar char="n"/>
                  <a:defRPr sz="3200">
                    <a:solidFill>
                      <a:schemeClr val="tx1"/>
                    </a:solidFill>
                    <a:latin typeface="Times New Roman" panose="02020603050405020304" pitchFamily="18" charset="0"/>
                    <a:ea typeface="黑体" panose="02010609060101010101" pitchFamily="49" charset="-122"/>
                  </a:defRPr>
                </a:lvl1pPr>
                <a:lvl2pPr marL="742950" indent="-285750">
                  <a:spcBef>
                    <a:spcPct val="20000"/>
                  </a:spcBef>
                  <a:buClr>
                    <a:schemeClr val="hlink"/>
                  </a:buClr>
                  <a:buSzPct val="55000"/>
                  <a:buFont typeface="Wingdings" panose="05000000000000000000" pitchFamily="2" charset="2"/>
                  <a:buChar char="n"/>
                  <a:defRPr sz="2800">
                    <a:solidFill>
                      <a:schemeClr val="tx1"/>
                    </a:solidFill>
                    <a:latin typeface="Times New Roman" panose="02020603050405020304" pitchFamily="18" charset="0"/>
                    <a:ea typeface="黑体" panose="02010609060101010101" pitchFamily="49" charset="-122"/>
                  </a:defRPr>
                </a:lvl2pPr>
                <a:lvl3pPr marL="1143000" indent="-228600">
                  <a:spcBef>
                    <a:spcPct val="20000"/>
                  </a:spcBef>
                  <a:buClr>
                    <a:schemeClr val="folHlink"/>
                  </a:buClr>
                  <a:buSzPct val="50000"/>
                  <a:buFont typeface="Wingdings" panose="05000000000000000000" pitchFamily="2" charset="2"/>
                  <a:buChar char="n"/>
                  <a:defRPr sz="2400">
                    <a:solidFill>
                      <a:schemeClr val="tx1"/>
                    </a:solidFill>
                    <a:latin typeface="Times New Roman" panose="02020603050405020304" pitchFamily="18" charset="0"/>
                    <a:ea typeface="黑体" panose="02010609060101010101" pitchFamily="49" charset="-122"/>
                  </a:defRPr>
                </a:lvl3pPr>
                <a:lvl4pPr marL="1600200" indent="-228600">
                  <a:spcBef>
                    <a:spcPct val="20000"/>
                  </a:spcBef>
                  <a:buClr>
                    <a:schemeClr val="accent2"/>
                  </a:buClr>
                  <a:buSzPct val="55000"/>
                  <a:buFont typeface="Wingdings" panose="05000000000000000000" pitchFamily="2" charset="2"/>
                  <a:buChar char="n"/>
                  <a:defRPr sz="2000">
                    <a:solidFill>
                      <a:schemeClr val="tx1"/>
                    </a:solidFill>
                    <a:latin typeface="Times New Roman" panose="02020603050405020304" pitchFamily="18" charset="0"/>
                    <a:ea typeface="黑体" panose="02010609060101010101" pitchFamily="49" charset="-122"/>
                  </a:defRPr>
                </a:lvl4pPr>
                <a:lvl5pPr marL="2057400" indent="-228600">
                  <a:spcBef>
                    <a:spcPct val="20000"/>
                  </a:spcBef>
                  <a:buClr>
                    <a:schemeClr val="accent1"/>
                  </a:buClr>
                  <a:buSzPct val="50000"/>
                  <a:buFont typeface="Wingdings" panose="05000000000000000000" pitchFamily="2" charset="2"/>
                  <a:buChar char="n"/>
                  <a:defRPr sz="2000">
                    <a:solidFill>
                      <a:schemeClr val="tx1"/>
                    </a:solidFill>
                    <a:latin typeface="Times New Roman" panose="02020603050405020304" pitchFamily="18"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imes New Roman" panose="02020603050405020304" pitchFamily="18"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imes New Roman" panose="02020603050405020304" pitchFamily="18"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imes New Roman" panose="02020603050405020304" pitchFamily="18"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imes New Roman" panose="02020603050405020304" pitchFamily="18" charset="0"/>
                    <a:ea typeface="黑体" panose="02010609060101010101" pitchFamily="49" charset="-122"/>
                  </a:defRPr>
                </a:lvl9pPr>
              </a:lstStyle>
              <a:p>
                <a:pPr algn="just">
                  <a:spcBef>
                    <a:spcPct val="0"/>
                  </a:spcBef>
                  <a:buClrTx/>
                  <a:buSzTx/>
                  <a:buFontTx/>
                  <a:buNone/>
                </a:pPr>
                <a:endParaRPr lang="zh-CN" altLang="en-US" sz="2400">
                  <a:solidFill>
                    <a:srgbClr val="000000"/>
                  </a:solidFill>
                  <a:ea typeface="宋体" panose="02010600030101010101" pitchFamily="2" charset="-122"/>
                </a:endParaRPr>
              </a:p>
            </p:txBody>
          </p:sp>
          <p:sp>
            <p:nvSpPr>
              <p:cNvPr id="82971" name="Rectangle 13">
                <a:extLst>
                  <a:ext uri="{FF2B5EF4-FFF2-40B4-BE49-F238E27FC236}">
                    <a16:creationId xmlns:a16="http://schemas.microsoft.com/office/drawing/2014/main" id="{F3B6CC2C-C0CE-41B6-8A19-FD705742326D}"/>
                  </a:ext>
                </a:extLst>
              </p:cNvPr>
              <p:cNvSpPr>
                <a:spLocks noChangeArrowheads="1"/>
              </p:cNvSpPr>
              <p:nvPr/>
            </p:nvSpPr>
            <p:spPr bwMode="auto">
              <a:xfrm>
                <a:off x="1152" y="3312"/>
                <a:ext cx="384" cy="288"/>
              </a:xfrm>
              <a:prstGeom prst="rect">
                <a:avLst/>
              </a:prstGeom>
              <a:noFill/>
              <a:ln w="25400" algn="ctr">
                <a:solidFill>
                  <a:srgbClr val="008000"/>
                </a:solidFill>
                <a:miter lim="800000"/>
                <a:headEnd/>
                <a:tailEnd/>
              </a:ln>
              <a:extLst>
                <a:ext uri="{909E8E84-426E-40DD-AFC4-6F175D3DCCD1}">
                  <a14:hiddenFill xmlns:a14="http://schemas.microsoft.com/office/drawing/2010/main">
                    <a:solidFill>
                      <a:srgbClr val="FFFFFF"/>
                    </a:solidFill>
                  </a14:hiddenFill>
                </a:ext>
              </a:extLst>
            </p:spPr>
            <p:txBody>
              <a:bodyPr wrap="none" lIns="54000" tIns="28800" rIns="54000" bIns="28800" anchor="ctr"/>
              <a:lstStyle>
                <a:lvl1pPr>
                  <a:spcBef>
                    <a:spcPct val="20000"/>
                  </a:spcBef>
                  <a:buClr>
                    <a:schemeClr val="folHlink"/>
                  </a:buClr>
                  <a:buSzPct val="60000"/>
                  <a:buFont typeface="Wingdings" panose="05000000000000000000" pitchFamily="2" charset="2"/>
                  <a:buChar char="n"/>
                  <a:defRPr sz="3200">
                    <a:solidFill>
                      <a:schemeClr val="tx1"/>
                    </a:solidFill>
                    <a:latin typeface="Times New Roman" panose="02020603050405020304" pitchFamily="18" charset="0"/>
                    <a:ea typeface="黑体" panose="02010609060101010101" pitchFamily="49" charset="-122"/>
                  </a:defRPr>
                </a:lvl1pPr>
                <a:lvl2pPr marL="742950" indent="-285750">
                  <a:spcBef>
                    <a:spcPct val="20000"/>
                  </a:spcBef>
                  <a:buClr>
                    <a:schemeClr val="hlink"/>
                  </a:buClr>
                  <a:buSzPct val="55000"/>
                  <a:buFont typeface="Wingdings" panose="05000000000000000000" pitchFamily="2" charset="2"/>
                  <a:buChar char="n"/>
                  <a:defRPr sz="2800">
                    <a:solidFill>
                      <a:schemeClr val="tx1"/>
                    </a:solidFill>
                    <a:latin typeface="Times New Roman" panose="02020603050405020304" pitchFamily="18" charset="0"/>
                    <a:ea typeface="黑体" panose="02010609060101010101" pitchFamily="49" charset="-122"/>
                  </a:defRPr>
                </a:lvl2pPr>
                <a:lvl3pPr marL="1143000" indent="-228600">
                  <a:spcBef>
                    <a:spcPct val="20000"/>
                  </a:spcBef>
                  <a:buClr>
                    <a:schemeClr val="folHlink"/>
                  </a:buClr>
                  <a:buSzPct val="50000"/>
                  <a:buFont typeface="Wingdings" panose="05000000000000000000" pitchFamily="2" charset="2"/>
                  <a:buChar char="n"/>
                  <a:defRPr sz="2400">
                    <a:solidFill>
                      <a:schemeClr val="tx1"/>
                    </a:solidFill>
                    <a:latin typeface="Times New Roman" panose="02020603050405020304" pitchFamily="18" charset="0"/>
                    <a:ea typeface="黑体" panose="02010609060101010101" pitchFamily="49" charset="-122"/>
                  </a:defRPr>
                </a:lvl3pPr>
                <a:lvl4pPr marL="1600200" indent="-228600">
                  <a:spcBef>
                    <a:spcPct val="20000"/>
                  </a:spcBef>
                  <a:buClr>
                    <a:schemeClr val="accent2"/>
                  </a:buClr>
                  <a:buSzPct val="55000"/>
                  <a:buFont typeface="Wingdings" panose="05000000000000000000" pitchFamily="2" charset="2"/>
                  <a:buChar char="n"/>
                  <a:defRPr sz="2000">
                    <a:solidFill>
                      <a:schemeClr val="tx1"/>
                    </a:solidFill>
                    <a:latin typeface="Times New Roman" panose="02020603050405020304" pitchFamily="18" charset="0"/>
                    <a:ea typeface="黑体" panose="02010609060101010101" pitchFamily="49" charset="-122"/>
                  </a:defRPr>
                </a:lvl4pPr>
                <a:lvl5pPr marL="2057400" indent="-228600">
                  <a:spcBef>
                    <a:spcPct val="20000"/>
                  </a:spcBef>
                  <a:buClr>
                    <a:schemeClr val="accent1"/>
                  </a:buClr>
                  <a:buSzPct val="50000"/>
                  <a:buFont typeface="Wingdings" panose="05000000000000000000" pitchFamily="2" charset="2"/>
                  <a:buChar char="n"/>
                  <a:defRPr sz="2000">
                    <a:solidFill>
                      <a:schemeClr val="tx1"/>
                    </a:solidFill>
                    <a:latin typeface="Times New Roman" panose="02020603050405020304" pitchFamily="18"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imes New Roman" panose="02020603050405020304" pitchFamily="18"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imes New Roman" panose="02020603050405020304" pitchFamily="18"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imes New Roman" panose="02020603050405020304" pitchFamily="18"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imes New Roman" panose="02020603050405020304" pitchFamily="18" charset="0"/>
                    <a:ea typeface="黑体" panose="02010609060101010101" pitchFamily="49" charset="-122"/>
                  </a:defRPr>
                </a:lvl9pPr>
              </a:lstStyle>
              <a:p>
                <a:pPr algn="ctr">
                  <a:spcBef>
                    <a:spcPct val="0"/>
                  </a:spcBef>
                  <a:buClrTx/>
                  <a:buSzTx/>
                  <a:buFontTx/>
                  <a:buNone/>
                </a:pPr>
                <a:r>
                  <a:rPr lang="en-US" altLang="zh-CN" sz="2400">
                    <a:solidFill>
                      <a:srgbClr val="000000"/>
                    </a:solidFill>
                    <a:ea typeface="宋体" panose="02010600030101010101" pitchFamily="2" charset="-122"/>
                  </a:rPr>
                  <a:t>$</a:t>
                </a:r>
              </a:p>
            </p:txBody>
          </p:sp>
        </p:grpSp>
        <p:sp>
          <p:nvSpPr>
            <p:cNvPr id="82963" name="Text Box 14">
              <a:extLst>
                <a:ext uri="{FF2B5EF4-FFF2-40B4-BE49-F238E27FC236}">
                  <a16:creationId xmlns:a16="http://schemas.microsoft.com/office/drawing/2014/main" id="{D7A8A3DA-42C0-4C3B-AD3A-462D85BCD705}"/>
                </a:ext>
              </a:extLst>
            </p:cNvPr>
            <p:cNvSpPr txBox="1">
              <a:spLocks noChangeArrowheads="1"/>
            </p:cNvSpPr>
            <p:nvPr/>
          </p:nvSpPr>
          <p:spPr bwMode="auto">
            <a:xfrm>
              <a:off x="1199" y="2160"/>
              <a:ext cx="295" cy="30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5400" algn="ctr">
                  <a:solidFill>
                    <a:srgbClr val="000000"/>
                  </a:solidFill>
                  <a:miter lim="800000"/>
                  <a:headEnd/>
                  <a:tailEnd/>
                </a14:hiddenLine>
              </a:ext>
            </a:extLst>
          </p:spPr>
          <p:txBody>
            <a:bodyPr wrap="none" lIns="54000" tIns="28800" rIns="54000" bIns="28800">
              <a:spAutoFit/>
            </a:bodyPr>
            <a:lstStyle>
              <a:lvl1pPr>
                <a:spcBef>
                  <a:spcPct val="20000"/>
                </a:spcBef>
                <a:buClr>
                  <a:schemeClr val="folHlink"/>
                </a:buClr>
                <a:buSzPct val="60000"/>
                <a:buFont typeface="Wingdings" panose="05000000000000000000" pitchFamily="2" charset="2"/>
                <a:buChar char="n"/>
                <a:defRPr sz="3200">
                  <a:solidFill>
                    <a:schemeClr val="tx1"/>
                  </a:solidFill>
                  <a:latin typeface="Times New Roman" panose="02020603050405020304" pitchFamily="18" charset="0"/>
                  <a:ea typeface="黑体" panose="02010609060101010101" pitchFamily="49" charset="-122"/>
                </a:defRPr>
              </a:lvl1pPr>
              <a:lvl2pPr marL="742950" indent="-285750">
                <a:spcBef>
                  <a:spcPct val="20000"/>
                </a:spcBef>
                <a:buClr>
                  <a:schemeClr val="hlink"/>
                </a:buClr>
                <a:buSzPct val="55000"/>
                <a:buFont typeface="Wingdings" panose="05000000000000000000" pitchFamily="2" charset="2"/>
                <a:buChar char="n"/>
                <a:defRPr sz="2800">
                  <a:solidFill>
                    <a:schemeClr val="tx1"/>
                  </a:solidFill>
                  <a:latin typeface="Times New Roman" panose="02020603050405020304" pitchFamily="18" charset="0"/>
                  <a:ea typeface="黑体" panose="02010609060101010101" pitchFamily="49" charset="-122"/>
                </a:defRPr>
              </a:lvl2pPr>
              <a:lvl3pPr marL="1143000" indent="-228600">
                <a:spcBef>
                  <a:spcPct val="20000"/>
                </a:spcBef>
                <a:buClr>
                  <a:schemeClr val="folHlink"/>
                </a:buClr>
                <a:buSzPct val="50000"/>
                <a:buFont typeface="Wingdings" panose="05000000000000000000" pitchFamily="2" charset="2"/>
                <a:buChar char="n"/>
                <a:defRPr sz="2400">
                  <a:solidFill>
                    <a:schemeClr val="tx1"/>
                  </a:solidFill>
                  <a:latin typeface="Times New Roman" panose="02020603050405020304" pitchFamily="18" charset="0"/>
                  <a:ea typeface="黑体" panose="02010609060101010101" pitchFamily="49" charset="-122"/>
                </a:defRPr>
              </a:lvl3pPr>
              <a:lvl4pPr marL="1600200" indent="-228600">
                <a:spcBef>
                  <a:spcPct val="20000"/>
                </a:spcBef>
                <a:buClr>
                  <a:schemeClr val="accent2"/>
                </a:buClr>
                <a:buSzPct val="55000"/>
                <a:buFont typeface="Wingdings" panose="05000000000000000000" pitchFamily="2" charset="2"/>
                <a:buChar char="n"/>
                <a:defRPr sz="2000">
                  <a:solidFill>
                    <a:schemeClr val="tx1"/>
                  </a:solidFill>
                  <a:latin typeface="Times New Roman" panose="02020603050405020304" pitchFamily="18" charset="0"/>
                  <a:ea typeface="黑体" panose="02010609060101010101" pitchFamily="49" charset="-122"/>
                </a:defRPr>
              </a:lvl4pPr>
              <a:lvl5pPr marL="2057400" indent="-228600">
                <a:spcBef>
                  <a:spcPct val="20000"/>
                </a:spcBef>
                <a:buClr>
                  <a:schemeClr val="accent1"/>
                </a:buClr>
                <a:buSzPct val="50000"/>
                <a:buFont typeface="Wingdings" panose="05000000000000000000" pitchFamily="2" charset="2"/>
                <a:buChar char="n"/>
                <a:defRPr sz="2000">
                  <a:solidFill>
                    <a:schemeClr val="tx1"/>
                  </a:solidFill>
                  <a:latin typeface="Times New Roman" panose="02020603050405020304" pitchFamily="18"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imes New Roman" panose="02020603050405020304" pitchFamily="18"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imes New Roman" panose="02020603050405020304" pitchFamily="18"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imes New Roman" panose="02020603050405020304" pitchFamily="18"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imes New Roman" panose="02020603050405020304" pitchFamily="18" charset="0"/>
                  <a:ea typeface="黑体" panose="02010609060101010101" pitchFamily="49" charset="-122"/>
                </a:defRPr>
              </a:lvl9pPr>
            </a:lstStyle>
            <a:p>
              <a:pPr algn="just">
                <a:spcBef>
                  <a:spcPct val="0"/>
                </a:spcBef>
                <a:buClrTx/>
                <a:buSzTx/>
                <a:buFontTx/>
                <a:buNone/>
              </a:pPr>
              <a:r>
                <a:rPr lang="zh-CN" altLang="en-US" sz="2800" b="0">
                  <a:solidFill>
                    <a:srgbClr val="000000"/>
                  </a:solidFill>
                </a:rPr>
                <a:t>栈</a:t>
              </a:r>
            </a:p>
          </p:txBody>
        </p:sp>
      </p:grpSp>
      <p:sp>
        <p:nvSpPr>
          <p:cNvPr id="82949" name="Line 15">
            <a:extLst>
              <a:ext uri="{FF2B5EF4-FFF2-40B4-BE49-F238E27FC236}">
                <a16:creationId xmlns:a16="http://schemas.microsoft.com/office/drawing/2014/main" id="{843E4E12-CA42-4D14-A944-AA1018A127CC}"/>
              </a:ext>
            </a:extLst>
          </p:cNvPr>
          <p:cNvSpPr>
            <a:spLocks noChangeShapeType="1"/>
          </p:cNvSpPr>
          <p:nvPr/>
        </p:nvSpPr>
        <p:spPr bwMode="auto">
          <a:xfrm flipV="1">
            <a:off x="6172200" y="3165764"/>
            <a:ext cx="0" cy="609600"/>
          </a:xfrm>
          <a:prstGeom prst="line">
            <a:avLst/>
          </a:prstGeom>
          <a:noFill/>
          <a:ln w="25400">
            <a:solidFill>
              <a:srgbClr val="008000"/>
            </a:solidFill>
            <a:round/>
            <a:headEnd/>
            <a:tailEnd type="triangle" w="med" len="med"/>
          </a:ln>
          <a:extLst>
            <a:ext uri="{909E8E84-426E-40DD-AFC4-6F175D3DCCD1}">
              <a14:hiddenFill xmlns:a14="http://schemas.microsoft.com/office/drawing/2010/main">
                <a:noFill/>
              </a14:hiddenFill>
            </a:ext>
          </a:extLst>
        </p:spPr>
        <p:txBody>
          <a:bodyPr lIns="54000" tIns="28800" rIns="54000" bIns="28800"/>
          <a:lstStyle/>
          <a:p>
            <a:endParaRPr lang="zh-CN" altLang="en-US"/>
          </a:p>
        </p:txBody>
      </p:sp>
      <p:grpSp>
        <p:nvGrpSpPr>
          <p:cNvPr id="82950" name="Group 16">
            <a:extLst>
              <a:ext uri="{FF2B5EF4-FFF2-40B4-BE49-F238E27FC236}">
                <a16:creationId xmlns:a16="http://schemas.microsoft.com/office/drawing/2014/main" id="{5FEE5F74-0170-42EE-A3C8-7CF06E38B18B}"/>
              </a:ext>
            </a:extLst>
          </p:cNvPr>
          <p:cNvGrpSpPr>
            <a:grpSpLocks/>
          </p:cNvGrpSpPr>
          <p:nvPr/>
        </p:nvGrpSpPr>
        <p:grpSpPr bwMode="auto">
          <a:xfrm>
            <a:off x="3352800" y="2632364"/>
            <a:ext cx="4572000" cy="536575"/>
            <a:chOff x="2112" y="2064"/>
            <a:chExt cx="2880" cy="338"/>
          </a:xfrm>
        </p:grpSpPr>
        <p:grpSp>
          <p:nvGrpSpPr>
            <p:cNvPr id="82953" name="Group 17">
              <a:extLst>
                <a:ext uri="{FF2B5EF4-FFF2-40B4-BE49-F238E27FC236}">
                  <a16:creationId xmlns:a16="http://schemas.microsoft.com/office/drawing/2014/main" id="{E610C3A1-2860-4DA6-ADCE-3F18B2ADE3F7}"/>
                </a:ext>
              </a:extLst>
            </p:cNvPr>
            <p:cNvGrpSpPr>
              <a:grpSpLocks/>
            </p:cNvGrpSpPr>
            <p:nvPr/>
          </p:nvGrpSpPr>
          <p:grpSpPr bwMode="auto">
            <a:xfrm>
              <a:off x="2736" y="2064"/>
              <a:ext cx="2256" cy="338"/>
              <a:chOff x="2736" y="1728"/>
              <a:chExt cx="2256" cy="338"/>
            </a:xfrm>
          </p:grpSpPr>
          <p:sp>
            <p:nvSpPr>
              <p:cNvPr id="82955" name="Line 18">
                <a:extLst>
                  <a:ext uri="{FF2B5EF4-FFF2-40B4-BE49-F238E27FC236}">
                    <a16:creationId xmlns:a16="http://schemas.microsoft.com/office/drawing/2014/main" id="{61691508-C8C4-44FA-9F54-EB006FFD6D9D}"/>
                  </a:ext>
                </a:extLst>
              </p:cNvPr>
              <p:cNvSpPr>
                <a:spLocks noChangeShapeType="1"/>
              </p:cNvSpPr>
              <p:nvPr/>
            </p:nvSpPr>
            <p:spPr bwMode="auto">
              <a:xfrm>
                <a:off x="2736" y="1728"/>
                <a:ext cx="2256" cy="0"/>
              </a:xfrm>
              <a:prstGeom prst="line">
                <a:avLst/>
              </a:prstGeom>
              <a:noFill/>
              <a:ln w="25400">
                <a:solidFill>
                  <a:srgbClr val="008000"/>
                </a:solidFill>
                <a:round/>
                <a:headEnd/>
                <a:tailEnd/>
              </a:ln>
              <a:extLst>
                <a:ext uri="{909E8E84-426E-40DD-AFC4-6F175D3DCCD1}">
                  <a14:hiddenFill xmlns:a14="http://schemas.microsoft.com/office/drawing/2010/main">
                    <a:noFill/>
                  </a14:hiddenFill>
                </a:ext>
              </a:extLst>
            </p:spPr>
            <p:txBody>
              <a:bodyPr lIns="54000" tIns="28800" rIns="54000" bIns="28800"/>
              <a:lstStyle/>
              <a:p>
                <a:endParaRPr lang="zh-CN" altLang="en-US"/>
              </a:p>
            </p:txBody>
          </p:sp>
          <p:sp>
            <p:nvSpPr>
              <p:cNvPr id="82956" name="Line 19">
                <a:extLst>
                  <a:ext uri="{FF2B5EF4-FFF2-40B4-BE49-F238E27FC236}">
                    <a16:creationId xmlns:a16="http://schemas.microsoft.com/office/drawing/2014/main" id="{8E70CC53-5C78-4A92-BF41-209A7CF0C96E}"/>
                  </a:ext>
                </a:extLst>
              </p:cNvPr>
              <p:cNvSpPr>
                <a:spLocks noChangeShapeType="1"/>
              </p:cNvSpPr>
              <p:nvPr/>
            </p:nvSpPr>
            <p:spPr bwMode="auto">
              <a:xfrm>
                <a:off x="2736" y="2066"/>
                <a:ext cx="2256" cy="0"/>
              </a:xfrm>
              <a:prstGeom prst="line">
                <a:avLst/>
              </a:prstGeom>
              <a:noFill/>
              <a:ln w="25400">
                <a:solidFill>
                  <a:srgbClr val="008000"/>
                </a:solidFill>
                <a:round/>
                <a:headEnd/>
                <a:tailEnd/>
              </a:ln>
              <a:extLst>
                <a:ext uri="{909E8E84-426E-40DD-AFC4-6F175D3DCCD1}">
                  <a14:hiddenFill xmlns:a14="http://schemas.microsoft.com/office/drawing/2010/main">
                    <a:noFill/>
                  </a14:hiddenFill>
                </a:ext>
              </a:extLst>
            </p:spPr>
            <p:txBody>
              <a:bodyPr lIns="54000" tIns="28800" rIns="54000" bIns="28800"/>
              <a:lstStyle/>
              <a:p>
                <a:endParaRPr lang="zh-CN" altLang="en-US"/>
              </a:p>
            </p:txBody>
          </p:sp>
          <p:sp>
            <p:nvSpPr>
              <p:cNvPr id="82957" name="Rectangle 20">
                <a:extLst>
                  <a:ext uri="{FF2B5EF4-FFF2-40B4-BE49-F238E27FC236}">
                    <a16:creationId xmlns:a16="http://schemas.microsoft.com/office/drawing/2014/main" id="{D832120E-6A4F-4866-8763-EDF4483BA91E}"/>
                  </a:ext>
                </a:extLst>
              </p:cNvPr>
              <p:cNvSpPr>
                <a:spLocks noChangeArrowheads="1"/>
              </p:cNvSpPr>
              <p:nvPr/>
            </p:nvSpPr>
            <p:spPr bwMode="auto">
              <a:xfrm>
                <a:off x="2928" y="1728"/>
                <a:ext cx="384" cy="336"/>
              </a:xfrm>
              <a:prstGeom prst="rect">
                <a:avLst/>
              </a:prstGeom>
              <a:noFill/>
              <a:ln w="25400" algn="ctr">
                <a:solidFill>
                  <a:srgbClr val="008000"/>
                </a:solidFill>
                <a:miter lim="800000"/>
                <a:headEnd/>
                <a:tailEnd/>
              </a:ln>
              <a:extLst>
                <a:ext uri="{909E8E84-426E-40DD-AFC4-6F175D3DCCD1}">
                  <a14:hiddenFill xmlns:a14="http://schemas.microsoft.com/office/drawing/2010/main">
                    <a:solidFill>
                      <a:srgbClr val="FFFFFF"/>
                    </a:solidFill>
                  </a14:hiddenFill>
                </a:ext>
              </a:extLst>
            </p:spPr>
            <p:txBody>
              <a:bodyPr wrap="none" lIns="54000" tIns="28800" rIns="54000" bIns="28800" anchor="ctr"/>
              <a:lstStyle>
                <a:lvl1pPr>
                  <a:spcBef>
                    <a:spcPct val="20000"/>
                  </a:spcBef>
                  <a:buClr>
                    <a:schemeClr val="folHlink"/>
                  </a:buClr>
                  <a:buSzPct val="60000"/>
                  <a:buFont typeface="Wingdings" panose="05000000000000000000" pitchFamily="2" charset="2"/>
                  <a:buChar char="n"/>
                  <a:defRPr sz="3200">
                    <a:solidFill>
                      <a:schemeClr val="tx1"/>
                    </a:solidFill>
                    <a:latin typeface="Times New Roman" panose="02020603050405020304" pitchFamily="18" charset="0"/>
                    <a:ea typeface="黑体" panose="02010609060101010101" pitchFamily="49" charset="-122"/>
                  </a:defRPr>
                </a:lvl1pPr>
                <a:lvl2pPr marL="742950" indent="-285750">
                  <a:spcBef>
                    <a:spcPct val="20000"/>
                  </a:spcBef>
                  <a:buClr>
                    <a:schemeClr val="hlink"/>
                  </a:buClr>
                  <a:buSzPct val="55000"/>
                  <a:buFont typeface="Wingdings" panose="05000000000000000000" pitchFamily="2" charset="2"/>
                  <a:buChar char="n"/>
                  <a:defRPr sz="2800">
                    <a:solidFill>
                      <a:schemeClr val="tx1"/>
                    </a:solidFill>
                    <a:latin typeface="Times New Roman" panose="02020603050405020304" pitchFamily="18" charset="0"/>
                    <a:ea typeface="黑体" panose="02010609060101010101" pitchFamily="49" charset="-122"/>
                  </a:defRPr>
                </a:lvl2pPr>
                <a:lvl3pPr marL="1143000" indent="-228600">
                  <a:spcBef>
                    <a:spcPct val="20000"/>
                  </a:spcBef>
                  <a:buClr>
                    <a:schemeClr val="folHlink"/>
                  </a:buClr>
                  <a:buSzPct val="50000"/>
                  <a:buFont typeface="Wingdings" panose="05000000000000000000" pitchFamily="2" charset="2"/>
                  <a:buChar char="n"/>
                  <a:defRPr sz="2400">
                    <a:solidFill>
                      <a:schemeClr val="tx1"/>
                    </a:solidFill>
                    <a:latin typeface="Times New Roman" panose="02020603050405020304" pitchFamily="18" charset="0"/>
                    <a:ea typeface="黑体" panose="02010609060101010101" pitchFamily="49" charset="-122"/>
                  </a:defRPr>
                </a:lvl3pPr>
                <a:lvl4pPr marL="1600200" indent="-228600">
                  <a:spcBef>
                    <a:spcPct val="20000"/>
                  </a:spcBef>
                  <a:buClr>
                    <a:schemeClr val="accent2"/>
                  </a:buClr>
                  <a:buSzPct val="55000"/>
                  <a:buFont typeface="Wingdings" panose="05000000000000000000" pitchFamily="2" charset="2"/>
                  <a:buChar char="n"/>
                  <a:defRPr sz="2000">
                    <a:solidFill>
                      <a:schemeClr val="tx1"/>
                    </a:solidFill>
                    <a:latin typeface="Times New Roman" panose="02020603050405020304" pitchFamily="18" charset="0"/>
                    <a:ea typeface="黑体" panose="02010609060101010101" pitchFamily="49" charset="-122"/>
                  </a:defRPr>
                </a:lvl4pPr>
                <a:lvl5pPr marL="2057400" indent="-228600">
                  <a:spcBef>
                    <a:spcPct val="20000"/>
                  </a:spcBef>
                  <a:buClr>
                    <a:schemeClr val="accent1"/>
                  </a:buClr>
                  <a:buSzPct val="50000"/>
                  <a:buFont typeface="Wingdings" panose="05000000000000000000" pitchFamily="2" charset="2"/>
                  <a:buChar char="n"/>
                  <a:defRPr sz="2000">
                    <a:solidFill>
                      <a:schemeClr val="tx1"/>
                    </a:solidFill>
                    <a:latin typeface="Times New Roman" panose="02020603050405020304" pitchFamily="18"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imes New Roman" panose="02020603050405020304" pitchFamily="18"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imes New Roman" panose="02020603050405020304" pitchFamily="18"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imes New Roman" panose="02020603050405020304" pitchFamily="18"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imes New Roman" panose="02020603050405020304" pitchFamily="18" charset="0"/>
                    <a:ea typeface="黑体" panose="02010609060101010101" pitchFamily="49" charset="-122"/>
                  </a:defRPr>
                </a:lvl9pPr>
              </a:lstStyle>
              <a:p>
                <a:pPr algn="ctr">
                  <a:spcBef>
                    <a:spcPct val="0"/>
                  </a:spcBef>
                  <a:buClrTx/>
                  <a:buSzTx/>
                  <a:buFontTx/>
                  <a:buNone/>
                </a:pPr>
                <a:r>
                  <a:rPr lang="en-US" altLang="zh-CN" sz="2400">
                    <a:solidFill>
                      <a:schemeClr val="bg1">
                        <a:lumMod val="50000"/>
                      </a:schemeClr>
                    </a:solidFill>
                    <a:ea typeface="宋体" panose="02010600030101010101" pitchFamily="2" charset="-122"/>
                  </a:rPr>
                  <a:t>a</a:t>
                </a:r>
              </a:p>
            </p:txBody>
          </p:sp>
          <p:sp>
            <p:nvSpPr>
              <p:cNvPr id="82958" name="Rectangle 21">
                <a:extLst>
                  <a:ext uri="{FF2B5EF4-FFF2-40B4-BE49-F238E27FC236}">
                    <a16:creationId xmlns:a16="http://schemas.microsoft.com/office/drawing/2014/main" id="{CABDAE8F-9478-40D2-8EEA-14D8CEF167D4}"/>
                  </a:ext>
                </a:extLst>
              </p:cNvPr>
              <p:cNvSpPr>
                <a:spLocks noChangeArrowheads="1"/>
              </p:cNvSpPr>
              <p:nvPr/>
            </p:nvSpPr>
            <p:spPr bwMode="auto">
              <a:xfrm>
                <a:off x="3312" y="1728"/>
                <a:ext cx="384" cy="336"/>
              </a:xfrm>
              <a:prstGeom prst="rect">
                <a:avLst/>
              </a:prstGeom>
              <a:noFill/>
              <a:ln w="25400" algn="ctr">
                <a:solidFill>
                  <a:srgbClr val="008000"/>
                </a:solidFill>
                <a:miter lim="800000"/>
                <a:headEnd/>
                <a:tailEnd/>
              </a:ln>
              <a:extLst>
                <a:ext uri="{909E8E84-426E-40DD-AFC4-6F175D3DCCD1}">
                  <a14:hiddenFill xmlns:a14="http://schemas.microsoft.com/office/drawing/2010/main">
                    <a:solidFill>
                      <a:srgbClr val="FFFFFF"/>
                    </a:solidFill>
                  </a14:hiddenFill>
                </a:ext>
              </a:extLst>
            </p:spPr>
            <p:txBody>
              <a:bodyPr wrap="none" lIns="54000" tIns="28800" rIns="54000" bIns="28800" anchor="ctr"/>
              <a:lstStyle>
                <a:lvl1pPr>
                  <a:spcBef>
                    <a:spcPct val="20000"/>
                  </a:spcBef>
                  <a:buClr>
                    <a:schemeClr val="folHlink"/>
                  </a:buClr>
                  <a:buSzPct val="60000"/>
                  <a:buFont typeface="Wingdings" panose="05000000000000000000" pitchFamily="2" charset="2"/>
                  <a:buChar char="n"/>
                  <a:defRPr sz="3200">
                    <a:solidFill>
                      <a:schemeClr val="tx1"/>
                    </a:solidFill>
                    <a:latin typeface="Times New Roman" panose="02020603050405020304" pitchFamily="18" charset="0"/>
                    <a:ea typeface="黑体" panose="02010609060101010101" pitchFamily="49" charset="-122"/>
                  </a:defRPr>
                </a:lvl1pPr>
                <a:lvl2pPr marL="742950" indent="-285750">
                  <a:spcBef>
                    <a:spcPct val="20000"/>
                  </a:spcBef>
                  <a:buClr>
                    <a:schemeClr val="hlink"/>
                  </a:buClr>
                  <a:buSzPct val="55000"/>
                  <a:buFont typeface="Wingdings" panose="05000000000000000000" pitchFamily="2" charset="2"/>
                  <a:buChar char="n"/>
                  <a:defRPr sz="2800">
                    <a:solidFill>
                      <a:schemeClr val="tx1"/>
                    </a:solidFill>
                    <a:latin typeface="Times New Roman" panose="02020603050405020304" pitchFamily="18" charset="0"/>
                    <a:ea typeface="黑体" panose="02010609060101010101" pitchFamily="49" charset="-122"/>
                  </a:defRPr>
                </a:lvl2pPr>
                <a:lvl3pPr marL="1143000" indent="-228600">
                  <a:spcBef>
                    <a:spcPct val="20000"/>
                  </a:spcBef>
                  <a:buClr>
                    <a:schemeClr val="folHlink"/>
                  </a:buClr>
                  <a:buSzPct val="50000"/>
                  <a:buFont typeface="Wingdings" panose="05000000000000000000" pitchFamily="2" charset="2"/>
                  <a:buChar char="n"/>
                  <a:defRPr sz="2400">
                    <a:solidFill>
                      <a:schemeClr val="tx1"/>
                    </a:solidFill>
                    <a:latin typeface="Times New Roman" panose="02020603050405020304" pitchFamily="18" charset="0"/>
                    <a:ea typeface="黑体" panose="02010609060101010101" pitchFamily="49" charset="-122"/>
                  </a:defRPr>
                </a:lvl3pPr>
                <a:lvl4pPr marL="1600200" indent="-228600">
                  <a:spcBef>
                    <a:spcPct val="20000"/>
                  </a:spcBef>
                  <a:buClr>
                    <a:schemeClr val="accent2"/>
                  </a:buClr>
                  <a:buSzPct val="55000"/>
                  <a:buFont typeface="Wingdings" panose="05000000000000000000" pitchFamily="2" charset="2"/>
                  <a:buChar char="n"/>
                  <a:defRPr sz="2000">
                    <a:solidFill>
                      <a:schemeClr val="tx1"/>
                    </a:solidFill>
                    <a:latin typeface="Times New Roman" panose="02020603050405020304" pitchFamily="18" charset="0"/>
                    <a:ea typeface="黑体" panose="02010609060101010101" pitchFamily="49" charset="-122"/>
                  </a:defRPr>
                </a:lvl4pPr>
                <a:lvl5pPr marL="2057400" indent="-228600">
                  <a:spcBef>
                    <a:spcPct val="20000"/>
                  </a:spcBef>
                  <a:buClr>
                    <a:schemeClr val="accent1"/>
                  </a:buClr>
                  <a:buSzPct val="50000"/>
                  <a:buFont typeface="Wingdings" panose="05000000000000000000" pitchFamily="2" charset="2"/>
                  <a:buChar char="n"/>
                  <a:defRPr sz="2000">
                    <a:solidFill>
                      <a:schemeClr val="tx1"/>
                    </a:solidFill>
                    <a:latin typeface="Times New Roman" panose="02020603050405020304" pitchFamily="18"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imes New Roman" panose="02020603050405020304" pitchFamily="18"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imes New Roman" panose="02020603050405020304" pitchFamily="18"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imes New Roman" panose="02020603050405020304" pitchFamily="18"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imes New Roman" panose="02020603050405020304" pitchFamily="18" charset="0"/>
                    <a:ea typeface="黑体" panose="02010609060101010101" pitchFamily="49" charset="-122"/>
                  </a:defRPr>
                </a:lvl9pPr>
              </a:lstStyle>
              <a:p>
                <a:pPr algn="ctr">
                  <a:spcBef>
                    <a:spcPct val="0"/>
                  </a:spcBef>
                  <a:buClrTx/>
                  <a:buSzTx/>
                  <a:buFontTx/>
                  <a:buNone/>
                </a:pPr>
                <a:r>
                  <a:rPr lang="en-US" altLang="zh-CN" sz="2400">
                    <a:solidFill>
                      <a:schemeClr val="bg1">
                        <a:lumMod val="50000"/>
                      </a:schemeClr>
                    </a:solidFill>
                    <a:ea typeface="宋体" panose="02010600030101010101" pitchFamily="2" charset="-122"/>
                  </a:rPr>
                  <a:t>b</a:t>
                </a:r>
              </a:p>
            </p:txBody>
          </p:sp>
          <p:sp>
            <p:nvSpPr>
              <p:cNvPr id="82959" name="Rectangle 22">
                <a:extLst>
                  <a:ext uri="{FF2B5EF4-FFF2-40B4-BE49-F238E27FC236}">
                    <a16:creationId xmlns:a16="http://schemas.microsoft.com/office/drawing/2014/main" id="{7FBBD768-18A9-4CC4-955A-83808E880C34}"/>
                  </a:ext>
                </a:extLst>
              </p:cNvPr>
              <p:cNvSpPr>
                <a:spLocks noChangeArrowheads="1"/>
              </p:cNvSpPr>
              <p:nvPr/>
            </p:nvSpPr>
            <p:spPr bwMode="auto">
              <a:xfrm>
                <a:off x="3696" y="1728"/>
                <a:ext cx="384" cy="336"/>
              </a:xfrm>
              <a:prstGeom prst="rect">
                <a:avLst/>
              </a:prstGeom>
              <a:noFill/>
              <a:ln w="25400" algn="ctr">
                <a:solidFill>
                  <a:srgbClr val="008000"/>
                </a:solidFill>
                <a:miter lim="800000"/>
                <a:headEnd/>
                <a:tailEnd/>
              </a:ln>
              <a:extLst>
                <a:ext uri="{909E8E84-426E-40DD-AFC4-6F175D3DCCD1}">
                  <a14:hiddenFill xmlns:a14="http://schemas.microsoft.com/office/drawing/2010/main">
                    <a:solidFill>
                      <a:srgbClr val="FFFFFF"/>
                    </a:solidFill>
                  </a14:hiddenFill>
                </a:ext>
              </a:extLst>
            </p:spPr>
            <p:txBody>
              <a:bodyPr wrap="none" lIns="54000" tIns="28800" rIns="54000" bIns="28800" anchor="ctr"/>
              <a:lstStyle>
                <a:lvl1pPr>
                  <a:spcBef>
                    <a:spcPct val="20000"/>
                  </a:spcBef>
                  <a:buClr>
                    <a:schemeClr val="folHlink"/>
                  </a:buClr>
                  <a:buSzPct val="60000"/>
                  <a:buFont typeface="Wingdings" panose="05000000000000000000" pitchFamily="2" charset="2"/>
                  <a:buChar char="n"/>
                  <a:defRPr sz="3200">
                    <a:solidFill>
                      <a:schemeClr val="tx1"/>
                    </a:solidFill>
                    <a:latin typeface="Times New Roman" panose="02020603050405020304" pitchFamily="18" charset="0"/>
                    <a:ea typeface="黑体" panose="02010609060101010101" pitchFamily="49" charset="-122"/>
                  </a:defRPr>
                </a:lvl1pPr>
                <a:lvl2pPr marL="742950" indent="-285750">
                  <a:spcBef>
                    <a:spcPct val="20000"/>
                  </a:spcBef>
                  <a:buClr>
                    <a:schemeClr val="hlink"/>
                  </a:buClr>
                  <a:buSzPct val="55000"/>
                  <a:buFont typeface="Wingdings" panose="05000000000000000000" pitchFamily="2" charset="2"/>
                  <a:buChar char="n"/>
                  <a:defRPr sz="2800">
                    <a:solidFill>
                      <a:schemeClr val="tx1"/>
                    </a:solidFill>
                    <a:latin typeface="Times New Roman" panose="02020603050405020304" pitchFamily="18" charset="0"/>
                    <a:ea typeface="黑体" panose="02010609060101010101" pitchFamily="49" charset="-122"/>
                  </a:defRPr>
                </a:lvl2pPr>
                <a:lvl3pPr marL="1143000" indent="-228600">
                  <a:spcBef>
                    <a:spcPct val="20000"/>
                  </a:spcBef>
                  <a:buClr>
                    <a:schemeClr val="folHlink"/>
                  </a:buClr>
                  <a:buSzPct val="50000"/>
                  <a:buFont typeface="Wingdings" panose="05000000000000000000" pitchFamily="2" charset="2"/>
                  <a:buChar char="n"/>
                  <a:defRPr sz="2400">
                    <a:solidFill>
                      <a:schemeClr val="tx1"/>
                    </a:solidFill>
                    <a:latin typeface="Times New Roman" panose="02020603050405020304" pitchFamily="18" charset="0"/>
                    <a:ea typeface="黑体" panose="02010609060101010101" pitchFamily="49" charset="-122"/>
                  </a:defRPr>
                </a:lvl3pPr>
                <a:lvl4pPr marL="1600200" indent="-228600">
                  <a:spcBef>
                    <a:spcPct val="20000"/>
                  </a:spcBef>
                  <a:buClr>
                    <a:schemeClr val="accent2"/>
                  </a:buClr>
                  <a:buSzPct val="55000"/>
                  <a:buFont typeface="Wingdings" panose="05000000000000000000" pitchFamily="2" charset="2"/>
                  <a:buChar char="n"/>
                  <a:defRPr sz="2000">
                    <a:solidFill>
                      <a:schemeClr val="tx1"/>
                    </a:solidFill>
                    <a:latin typeface="Times New Roman" panose="02020603050405020304" pitchFamily="18" charset="0"/>
                    <a:ea typeface="黑体" panose="02010609060101010101" pitchFamily="49" charset="-122"/>
                  </a:defRPr>
                </a:lvl4pPr>
                <a:lvl5pPr marL="2057400" indent="-228600">
                  <a:spcBef>
                    <a:spcPct val="20000"/>
                  </a:spcBef>
                  <a:buClr>
                    <a:schemeClr val="accent1"/>
                  </a:buClr>
                  <a:buSzPct val="50000"/>
                  <a:buFont typeface="Wingdings" panose="05000000000000000000" pitchFamily="2" charset="2"/>
                  <a:buChar char="n"/>
                  <a:defRPr sz="2000">
                    <a:solidFill>
                      <a:schemeClr val="tx1"/>
                    </a:solidFill>
                    <a:latin typeface="Times New Roman" panose="02020603050405020304" pitchFamily="18"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imes New Roman" panose="02020603050405020304" pitchFamily="18"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imes New Roman" panose="02020603050405020304" pitchFamily="18"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imes New Roman" panose="02020603050405020304" pitchFamily="18"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imes New Roman" panose="02020603050405020304" pitchFamily="18" charset="0"/>
                    <a:ea typeface="黑体" panose="02010609060101010101" pitchFamily="49" charset="-122"/>
                  </a:defRPr>
                </a:lvl9pPr>
              </a:lstStyle>
              <a:p>
                <a:pPr algn="ctr">
                  <a:spcBef>
                    <a:spcPct val="0"/>
                  </a:spcBef>
                  <a:buClrTx/>
                  <a:buSzTx/>
                  <a:buFontTx/>
                  <a:buNone/>
                </a:pPr>
                <a:r>
                  <a:rPr lang="en-US" altLang="zh-CN" sz="2400">
                    <a:solidFill>
                      <a:srgbClr val="000000"/>
                    </a:solidFill>
                    <a:ea typeface="宋体" panose="02010600030101010101" pitchFamily="2" charset="-122"/>
                  </a:rPr>
                  <a:t>c</a:t>
                </a:r>
              </a:p>
            </p:txBody>
          </p:sp>
          <p:sp>
            <p:nvSpPr>
              <p:cNvPr id="82960" name="Rectangle 23">
                <a:extLst>
                  <a:ext uri="{FF2B5EF4-FFF2-40B4-BE49-F238E27FC236}">
                    <a16:creationId xmlns:a16="http://schemas.microsoft.com/office/drawing/2014/main" id="{B6D585F6-4FA9-494F-BAFB-67CC217A2158}"/>
                  </a:ext>
                </a:extLst>
              </p:cNvPr>
              <p:cNvSpPr>
                <a:spLocks noChangeArrowheads="1"/>
              </p:cNvSpPr>
              <p:nvPr/>
            </p:nvSpPr>
            <p:spPr bwMode="auto">
              <a:xfrm>
                <a:off x="4608" y="1728"/>
                <a:ext cx="384" cy="336"/>
              </a:xfrm>
              <a:prstGeom prst="rect">
                <a:avLst/>
              </a:prstGeom>
              <a:noFill/>
              <a:ln w="25400" algn="ctr">
                <a:solidFill>
                  <a:srgbClr val="008000"/>
                </a:solidFill>
                <a:miter lim="800000"/>
                <a:headEnd/>
                <a:tailEnd/>
              </a:ln>
              <a:extLst>
                <a:ext uri="{909E8E84-426E-40DD-AFC4-6F175D3DCCD1}">
                  <a14:hiddenFill xmlns:a14="http://schemas.microsoft.com/office/drawing/2010/main">
                    <a:solidFill>
                      <a:srgbClr val="FFFFFF"/>
                    </a:solidFill>
                  </a14:hiddenFill>
                </a:ext>
              </a:extLst>
            </p:spPr>
            <p:txBody>
              <a:bodyPr wrap="none" lIns="54000" tIns="28800" rIns="54000" bIns="28800" anchor="ctr"/>
              <a:lstStyle>
                <a:lvl1pPr>
                  <a:spcBef>
                    <a:spcPct val="20000"/>
                  </a:spcBef>
                  <a:buClr>
                    <a:schemeClr val="folHlink"/>
                  </a:buClr>
                  <a:buSzPct val="60000"/>
                  <a:buFont typeface="Wingdings" panose="05000000000000000000" pitchFamily="2" charset="2"/>
                  <a:buChar char="n"/>
                  <a:defRPr sz="3200">
                    <a:solidFill>
                      <a:schemeClr val="tx1"/>
                    </a:solidFill>
                    <a:latin typeface="Times New Roman" panose="02020603050405020304" pitchFamily="18" charset="0"/>
                    <a:ea typeface="黑体" panose="02010609060101010101" pitchFamily="49" charset="-122"/>
                  </a:defRPr>
                </a:lvl1pPr>
                <a:lvl2pPr marL="742950" indent="-285750">
                  <a:spcBef>
                    <a:spcPct val="20000"/>
                  </a:spcBef>
                  <a:buClr>
                    <a:schemeClr val="hlink"/>
                  </a:buClr>
                  <a:buSzPct val="55000"/>
                  <a:buFont typeface="Wingdings" panose="05000000000000000000" pitchFamily="2" charset="2"/>
                  <a:buChar char="n"/>
                  <a:defRPr sz="2800">
                    <a:solidFill>
                      <a:schemeClr val="tx1"/>
                    </a:solidFill>
                    <a:latin typeface="Times New Roman" panose="02020603050405020304" pitchFamily="18" charset="0"/>
                    <a:ea typeface="黑体" panose="02010609060101010101" pitchFamily="49" charset="-122"/>
                  </a:defRPr>
                </a:lvl2pPr>
                <a:lvl3pPr marL="1143000" indent="-228600">
                  <a:spcBef>
                    <a:spcPct val="20000"/>
                  </a:spcBef>
                  <a:buClr>
                    <a:schemeClr val="folHlink"/>
                  </a:buClr>
                  <a:buSzPct val="50000"/>
                  <a:buFont typeface="Wingdings" panose="05000000000000000000" pitchFamily="2" charset="2"/>
                  <a:buChar char="n"/>
                  <a:defRPr sz="2400">
                    <a:solidFill>
                      <a:schemeClr val="tx1"/>
                    </a:solidFill>
                    <a:latin typeface="Times New Roman" panose="02020603050405020304" pitchFamily="18" charset="0"/>
                    <a:ea typeface="黑体" panose="02010609060101010101" pitchFamily="49" charset="-122"/>
                  </a:defRPr>
                </a:lvl3pPr>
                <a:lvl4pPr marL="1600200" indent="-228600">
                  <a:spcBef>
                    <a:spcPct val="20000"/>
                  </a:spcBef>
                  <a:buClr>
                    <a:schemeClr val="accent2"/>
                  </a:buClr>
                  <a:buSzPct val="55000"/>
                  <a:buFont typeface="Wingdings" panose="05000000000000000000" pitchFamily="2" charset="2"/>
                  <a:buChar char="n"/>
                  <a:defRPr sz="2000">
                    <a:solidFill>
                      <a:schemeClr val="tx1"/>
                    </a:solidFill>
                    <a:latin typeface="Times New Roman" panose="02020603050405020304" pitchFamily="18" charset="0"/>
                    <a:ea typeface="黑体" panose="02010609060101010101" pitchFamily="49" charset="-122"/>
                  </a:defRPr>
                </a:lvl4pPr>
                <a:lvl5pPr marL="2057400" indent="-228600">
                  <a:spcBef>
                    <a:spcPct val="20000"/>
                  </a:spcBef>
                  <a:buClr>
                    <a:schemeClr val="accent1"/>
                  </a:buClr>
                  <a:buSzPct val="50000"/>
                  <a:buFont typeface="Wingdings" panose="05000000000000000000" pitchFamily="2" charset="2"/>
                  <a:buChar char="n"/>
                  <a:defRPr sz="2000">
                    <a:solidFill>
                      <a:schemeClr val="tx1"/>
                    </a:solidFill>
                    <a:latin typeface="Times New Roman" panose="02020603050405020304" pitchFamily="18"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imes New Roman" panose="02020603050405020304" pitchFamily="18"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imes New Roman" panose="02020603050405020304" pitchFamily="18"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imes New Roman" panose="02020603050405020304" pitchFamily="18"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imes New Roman" panose="02020603050405020304" pitchFamily="18" charset="0"/>
                    <a:ea typeface="黑体" panose="02010609060101010101" pitchFamily="49" charset="-122"/>
                  </a:defRPr>
                </a:lvl9pPr>
              </a:lstStyle>
              <a:p>
                <a:pPr algn="ctr">
                  <a:spcBef>
                    <a:spcPct val="0"/>
                  </a:spcBef>
                  <a:buClrTx/>
                  <a:buSzTx/>
                  <a:buFontTx/>
                  <a:buNone/>
                </a:pPr>
                <a:r>
                  <a:rPr lang="en-US" altLang="zh-CN" sz="2400">
                    <a:solidFill>
                      <a:srgbClr val="000000"/>
                    </a:solidFill>
                    <a:ea typeface="宋体" panose="02010600030101010101" pitchFamily="2" charset="-122"/>
                  </a:rPr>
                  <a:t>$</a:t>
                </a:r>
              </a:p>
            </p:txBody>
          </p:sp>
          <p:sp>
            <p:nvSpPr>
              <p:cNvPr id="82961" name="Text Box 24">
                <a:extLst>
                  <a:ext uri="{FF2B5EF4-FFF2-40B4-BE49-F238E27FC236}">
                    <a16:creationId xmlns:a16="http://schemas.microsoft.com/office/drawing/2014/main" id="{D330DB3C-88D3-4DD8-8F64-0C951E80E8DA}"/>
                  </a:ext>
                </a:extLst>
              </p:cNvPr>
              <p:cNvSpPr txBox="1">
                <a:spLocks noChangeArrowheads="1"/>
              </p:cNvSpPr>
              <p:nvPr/>
            </p:nvSpPr>
            <p:spPr bwMode="auto">
              <a:xfrm>
                <a:off x="4237" y="1765"/>
                <a:ext cx="263" cy="26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5400" algn="ctr">
                    <a:solidFill>
                      <a:srgbClr val="000000"/>
                    </a:solidFill>
                    <a:miter lim="800000"/>
                    <a:headEnd/>
                    <a:tailEnd/>
                  </a14:hiddenLine>
                </a:ext>
              </a:extLst>
            </p:spPr>
            <p:txBody>
              <a:bodyPr wrap="none" lIns="54000" tIns="28800" rIns="54000" bIns="28800">
                <a:spAutoFit/>
              </a:bodyPr>
              <a:lstStyle>
                <a:lvl1pPr>
                  <a:spcBef>
                    <a:spcPct val="20000"/>
                  </a:spcBef>
                  <a:buClr>
                    <a:schemeClr val="folHlink"/>
                  </a:buClr>
                  <a:buSzPct val="60000"/>
                  <a:buFont typeface="Wingdings" panose="05000000000000000000" pitchFamily="2" charset="2"/>
                  <a:buChar char="n"/>
                  <a:defRPr sz="3200">
                    <a:solidFill>
                      <a:schemeClr val="tx1"/>
                    </a:solidFill>
                    <a:latin typeface="Times New Roman" panose="02020603050405020304" pitchFamily="18" charset="0"/>
                    <a:ea typeface="黑体" panose="02010609060101010101" pitchFamily="49" charset="-122"/>
                  </a:defRPr>
                </a:lvl1pPr>
                <a:lvl2pPr marL="742950" indent="-285750">
                  <a:spcBef>
                    <a:spcPct val="20000"/>
                  </a:spcBef>
                  <a:buClr>
                    <a:schemeClr val="hlink"/>
                  </a:buClr>
                  <a:buSzPct val="55000"/>
                  <a:buFont typeface="Wingdings" panose="05000000000000000000" pitchFamily="2" charset="2"/>
                  <a:buChar char="n"/>
                  <a:defRPr sz="2800">
                    <a:solidFill>
                      <a:schemeClr val="tx1"/>
                    </a:solidFill>
                    <a:latin typeface="Times New Roman" panose="02020603050405020304" pitchFamily="18" charset="0"/>
                    <a:ea typeface="黑体" panose="02010609060101010101" pitchFamily="49" charset="-122"/>
                  </a:defRPr>
                </a:lvl2pPr>
                <a:lvl3pPr marL="1143000" indent="-228600">
                  <a:spcBef>
                    <a:spcPct val="20000"/>
                  </a:spcBef>
                  <a:buClr>
                    <a:schemeClr val="folHlink"/>
                  </a:buClr>
                  <a:buSzPct val="50000"/>
                  <a:buFont typeface="Wingdings" panose="05000000000000000000" pitchFamily="2" charset="2"/>
                  <a:buChar char="n"/>
                  <a:defRPr sz="2400">
                    <a:solidFill>
                      <a:schemeClr val="tx1"/>
                    </a:solidFill>
                    <a:latin typeface="Times New Roman" panose="02020603050405020304" pitchFamily="18" charset="0"/>
                    <a:ea typeface="黑体" panose="02010609060101010101" pitchFamily="49" charset="-122"/>
                  </a:defRPr>
                </a:lvl3pPr>
                <a:lvl4pPr marL="1600200" indent="-228600">
                  <a:spcBef>
                    <a:spcPct val="20000"/>
                  </a:spcBef>
                  <a:buClr>
                    <a:schemeClr val="accent2"/>
                  </a:buClr>
                  <a:buSzPct val="55000"/>
                  <a:buFont typeface="Wingdings" panose="05000000000000000000" pitchFamily="2" charset="2"/>
                  <a:buChar char="n"/>
                  <a:defRPr sz="2000">
                    <a:solidFill>
                      <a:schemeClr val="tx1"/>
                    </a:solidFill>
                    <a:latin typeface="Times New Roman" panose="02020603050405020304" pitchFamily="18" charset="0"/>
                    <a:ea typeface="黑体" panose="02010609060101010101" pitchFamily="49" charset="-122"/>
                  </a:defRPr>
                </a:lvl4pPr>
                <a:lvl5pPr marL="2057400" indent="-228600">
                  <a:spcBef>
                    <a:spcPct val="20000"/>
                  </a:spcBef>
                  <a:buClr>
                    <a:schemeClr val="accent1"/>
                  </a:buClr>
                  <a:buSzPct val="50000"/>
                  <a:buFont typeface="Wingdings" panose="05000000000000000000" pitchFamily="2" charset="2"/>
                  <a:buChar char="n"/>
                  <a:defRPr sz="2000">
                    <a:solidFill>
                      <a:schemeClr val="tx1"/>
                    </a:solidFill>
                    <a:latin typeface="Times New Roman" panose="02020603050405020304" pitchFamily="18"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imes New Roman" panose="02020603050405020304" pitchFamily="18"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imes New Roman" panose="02020603050405020304" pitchFamily="18"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imes New Roman" panose="02020603050405020304" pitchFamily="18"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imes New Roman" panose="02020603050405020304" pitchFamily="18" charset="0"/>
                    <a:ea typeface="黑体" panose="02010609060101010101" pitchFamily="49" charset="-122"/>
                  </a:defRPr>
                </a:lvl9pPr>
              </a:lstStyle>
              <a:p>
                <a:pPr algn="just">
                  <a:spcBef>
                    <a:spcPct val="0"/>
                  </a:spcBef>
                  <a:buClrTx/>
                  <a:buSzTx/>
                  <a:buFontTx/>
                  <a:buNone/>
                </a:pPr>
                <a:r>
                  <a:rPr lang="en-US" altLang="zh-CN" sz="2400">
                    <a:solidFill>
                      <a:srgbClr val="000000"/>
                    </a:solidFill>
                    <a:ea typeface="宋体" panose="02010600030101010101" pitchFamily="2" charset="-122"/>
                  </a:rPr>
                  <a:t>…</a:t>
                </a:r>
              </a:p>
            </p:txBody>
          </p:sp>
        </p:grpSp>
        <p:sp>
          <p:nvSpPr>
            <p:cNvPr id="82954" name="Text Box 25">
              <a:extLst>
                <a:ext uri="{FF2B5EF4-FFF2-40B4-BE49-F238E27FC236}">
                  <a16:creationId xmlns:a16="http://schemas.microsoft.com/office/drawing/2014/main" id="{9C4995F7-DBDE-40A3-9673-96E45A5DE53F}"/>
                </a:ext>
              </a:extLst>
            </p:cNvPr>
            <p:cNvSpPr txBox="1">
              <a:spLocks noChangeArrowheads="1"/>
            </p:cNvSpPr>
            <p:nvPr/>
          </p:nvSpPr>
          <p:spPr bwMode="auto">
            <a:xfrm>
              <a:off x="2112" y="2064"/>
              <a:ext cx="624" cy="30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5400" algn="ctr">
                  <a:solidFill>
                    <a:srgbClr val="000000"/>
                  </a:solidFill>
                  <a:miter lim="800000"/>
                  <a:headEnd/>
                  <a:tailEnd/>
                </a14:hiddenLine>
              </a:ext>
            </a:extLst>
          </p:spPr>
          <p:txBody>
            <a:bodyPr lIns="54000" tIns="28800" rIns="54000" bIns="28800">
              <a:spAutoFit/>
            </a:bodyPr>
            <a:lstStyle>
              <a:lvl1pPr>
                <a:spcBef>
                  <a:spcPct val="20000"/>
                </a:spcBef>
                <a:buClr>
                  <a:schemeClr val="folHlink"/>
                </a:buClr>
                <a:buSzPct val="60000"/>
                <a:buFont typeface="Wingdings" panose="05000000000000000000" pitchFamily="2" charset="2"/>
                <a:buChar char="n"/>
                <a:defRPr sz="3200">
                  <a:solidFill>
                    <a:schemeClr val="tx1"/>
                  </a:solidFill>
                  <a:latin typeface="Times New Roman" panose="02020603050405020304" pitchFamily="18" charset="0"/>
                  <a:ea typeface="黑体" panose="02010609060101010101" pitchFamily="49" charset="-122"/>
                </a:defRPr>
              </a:lvl1pPr>
              <a:lvl2pPr marL="742950" indent="-285750">
                <a:spcBef>
                  <a:spcPct val="20000"/>
                </a:spcBef>
                <a:buClr>
                  <a:schemeClr val="hlink"/>
                </a:buClr>
                <a:buSzPct val="55000"/>
                <a:buFont typeface="Wingdings" panose="05000000000000000000" pitchFamily="2" charset="2"/>
                <a:buChar char="n"/>
                <a:defRPr sz="2800">
                  <a:solidFill>
                    <a:schemeClr val="tx1"/>
                  </a:solidFill>
                  <a:latin typeface="Times New Roman" panose="02020603050405020304" pitchFamily="18" charset="0"/>
                  <a:ea typeface="黑体" panose="02010609060101010101" pitchFamily="49" charset="-122"/>
                </a:defRPr>
              </a:lvl2pPr>
              <a:lvl3pPr marL="1143000" indent="-228600">
                <a:spcBef>
                  <a:spcPct val="20000"/>
                </a:spcBef>
                <a:buClr>
                  <a:schemeClr val="folHlink"/>
                </a:buClr>
                <a:buSzPct val="50000"/>
                <a:buFont typeface="Wingdings" panose="05000000000000000000" pitchFamily="2" charset="2"/>
                <a:buChar char="n"/>
                <a:defRPr sz="2400">
                  <a:solidFill>
                    <a:schemeClr val="tx1"/>
                  </a:solidFill>
                  <a:latin typeface="Times New Roman" panose="02020603050405020304" pitchFamily="18" charset="0"/>
                  <a:ea typeface="黑体" panose="02010609060101010101" pitchFamily="49" charset="-122"/>
                </a:defRPr>
              </a:lvl3pPr>
              <a:lvl4pPr marL="1600200" indent="-228600">
                <a:spcBef>
                  <a:spcPct val="20000"/>
                </a:spcBef>
                <a:buClr>
                  <a:schemeClr val="accent2"/>
                </a:buClr>
                <a:buSzPct val="55000"/>
                <a:buFont typeface="Wingdings" panose="05000000000000000000" pitchFamily="2" charset="2"/>
                <a:buChar char="n"/>
                <a:defRPr sz="2000">
                  <a:solidFill>
                    <a:schemeClr val="tx1"/>
                  </a:solidFill>
                  <a:latin typeface="Times New Roman" panose="02020603050405020304" pitchFamily="18" charset="0"/>
                  <a:ea typeface="黑体" panose="02010609060101010101" pitchFamily="49" charset="-122"/>
                </a:defRPr>
              </a:lvl4pPr>
              <a:lvl5pPr marL="2057400" indent="-228600">
                <a:spcBef>
                  <a:spcPct val="20000"/>
                </a:spcBef>
                <a:buClr>
                  <a:schemeClr val="accent1"/>
                </a:buClr>
                <a:buSzPct val="50000"/>
                <a:buFont typeface="Wingdings" panose="05000000000000000000" pitchFamily="2" charset="2"/>
                <a:buChar char="n"/>
                <a:defRPr sz="2000">
                  <a:solidFill>
                    <a:schemeClr val="tx1"/>
                  </a:solidFill>
                  <a:latin typeface="Times New Roman" panose="02020603050405020304" pitchFamily="18"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imes New Roman" panose="02020603050405020304" pitchFamily="18"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imes New Roman" panose="02020603050405020304" pitchFamily="18"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imes New Roman" panose="02020603050405020304" pitchFamily="18"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imes New Roman" panose="02020603050405020304" pitchFamily="18" charset="0"/>
                  <a:ea typeface="黑体" panose="02010609060101010101" pitchFamily="49" charset="-122"/>
                </a:defRPr>
              </a:lvl9pPr>
            </a:lstStyle>
            <a:p>
              <a:pPr algn="just">
                <a:spcBef>
                  <a:spcPct val="50000"/>
                </a:spcBef>
                <a:buClrTx/>
                <a:buSzTx/>
                <a:buFontTx/>
                <a:buNone/>
              </a:pPr>
              <a:r>
                <a:rPr lang="zh-CN" altLang="en-US" sz="2800" b="0">
                  <a:solidFill>
                    <a:srgbClr val="000000"/>
                  </a:solidFill>
                </a:rPr>
                <a:t>输入</a:t>
              </a:r>
            </a:p>
          </p:txBody>
        </p:sp>
      </p:grpSp>
      <p:sp>
        <p:nvSpPr>
          <p:cNvPr id="82951" name="Line 26">
            <a:extLst>
              <a:ext uri="{FF2B5EF4-FFF2-40B4-BE49-F238E27FC236}">
                <a16:creationId xmlns:a16="http://schemas.microsoft.com/office/drawing/2014/main" id="{EEE9E5CA-F678-4E86-9B43-44A009FC34D8}"/>
              </a:ext>
            </a:extLst>
          </p:cNvPr>
          <p:cNvSpPr>
            <a:spLocks noChangeShapeType="1"/>
          </p:cNvSpPr>
          <p:nvPr/>
        </p:nvSpPr>
        <p:spPr bwMode="auto">
          <a:xfrm>
            <a:off x="1295400" y="3927764"/>
            <a:ext cx="533400" cy="0"/>
          </a:xfrm>
          <a:prstGeom prst="line">
            <a:avLst/>
          </a:prstGeom>
          <a:noFill/>
          <a:ln w="25400">
            <a:solidFill>
              <a:srgbClr val="008000"/>
            </a:solidFill>
            <a:round/>
            <a:headEnd/>
            <a:tailEnd type="triangle" w="med" len="med"/>
          </a:ln>
          <a:extLst>
            <a:ext uri="{909E8E84-426E-40DD-AFC4-6F175D3DCCD1}">
              <a14:hiddenFill xmlns:a14="http://schemas.microsoft.com/office/drawing/2010/main">
                <a:noFill/>
              </a14:hiddenFill>
            </a:ext>
          </a:extLst>
        </p:spPr>
        <p:txBody>
          <a:bodyPr lIns="54000" tIns="28800" rIns="54000" bIns="28800"/>
          <a:lstStyle/>
          <a:p>
            <a:endParaRPr lang="zh-CN" altLang="en-US"/>
          </a:p>
        </p:txBody>
      </p:sp>
      <p:sp>
        <p:nvSpPr>
          <p:cNvPr id="82952" name="Text Box 28">
            <a:extLst>
              <a:ext uri="{FF2B5EF4-FFF2-40B4-BE49-F238E27FC236}">
                <a16:creationId xmlns:a16="http://schemas.microsoft.com/office/drawing/2014/main" id="{4D8CD8D6-C4DA-479B-9BD1-93F3D82B63A8}"/>
              </a:ext>
            </a:extLst>
          </p:cNvPr>
          <p:cNvSpPr txBox="1">
            <a:spLocks noChangeArrowheads="1"/>
          </p:cNvSpPr>
          <p:nvPr/>
        </p:nvSpPr>
        <p:spPr bwMode="auto">
          <a:xfrm>
            <a:off x="4724400" y="4157952"/>
            <a:ext cx="4395788" cy="17653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5400" algn="ctr">
                <a:solidFill>
                  <a:srgbClr val="000000"/>
                </a:solidFill>
                <a:miter lim="800000"/>
                <a:headEnd/>
                <a:tailEnd/>
              </a14:hiddenLine>
            </a:ext>
          </a:extLst>
        </p:spPr>
        <p:txBody>
          <a:bodyPr wrap="none" lIns="54000" tIns="28800" rIns="54000" bIns="28800">
            <a:spAutoFit/>
          </a:bodyPr>
          <a:lstStyle>
            <a:lvl1pPr>
              <a:spcBef>
                <a:spcPct val="20000"/>
              </a:spcBef>
              <a:buClr>
                <a:schemeClr val="folHlink"/>
              </a:buClr>
              <a:buSzPct val="60000"/>
              <a:buFont typeface="Wingdings" panose="05000000000000000000" pitchFamily="2" charset="2"/>
              <a:buChar char="n"/>
              <a:defRPr sz="3200">
                <a:solidFill>
                  <a:schemeClr val="tx1"/>
                </a:solidFill>
                <a:latin typeface="Times New Roman" panose="02020603050405020304" pitchFamily="18" charset="0"/>
                <a:ea typeface="黑体" panose="02010609060101010101" pitchFamily="49" charset="-122"/>
              </a:defRPr>
            </a:lvl1pPr>
            <a:lvl2pPr marL="742950" indent="-285750">
              <a:spcBef>
                <a:spcPct val="20000"/>
              </a:spcBef>
              <a:buClr>
                <a:schemeClr val="hlink"/>
              </a:buClr>
              <a:buSzPct val="55000"/>
              <a:buFont typeface="Wingdings" panose="05000000000000000000" pitchFamily="2" charset="2"/>
              <a:buChar char="n"/>
              <a:defRPr sz="2800">
                <a:solidFill>
                  <a:schemeClr val="tx1"/>
                </a:solidFill>
                <a:latin typeface="Times New Roman" panose="02020603050405020304" pitchFamily="18" charset="0"/>
                <a:ea typeface="黑体" panose="02010609060101010101" pitchFamily="49" charset="-122"/>
              </a:defRPr>
            </a:lvl2pPr>
            <a:lvl3pPr marL="1143000" indent="-228600">
              <a:spcBef>
                <a:spcPct val="20000"/>
              </a:spcBef>
              <a:buClr>
                <a:schemeClr val="folHlink"/>
              </a:buClr>
              <a:buSzPct val="50000"/>
              <a:buFont typeface="Wingdings" panose="05000000000000000000" pitchFamily="2" charset="2"/>
              <a:buChar char="n"/>
              <a:defRPr sz="2400">
                <a:solidFill>
                  <a:schemeClr val="tx1"/>
                </a:solidFill>
                <a:latin typeface="Times New Roman" panose="02020603050405020304" pitchFamily="18" charset="0"/>
                <a:ea typeface="黑体" panose="02010609060101010101" pitchFamily="49" charset="-122"/>
              </a:defRPr>
            </a:lvl3pPr>
            <a:lvl4pPr marL="1600200" indent="-228600">
              <a:spcBef>
                <a:spcPct val="20000"/>
              </a:spcBef>
              <a:buClr>
                <a:schemeClr val="accent2"/>
              </a:buClr>
              <a:buSzPct val="55000"/>
              <a:buFont typeface="Wingdings" panose="05000000000000000000" pitchFamily="2" charset="2"/>
              <a:buChar char="n"/>
              <a:defRPr sz="2000">
                <a:solidFill>
                  <a:schemeClr val="tx1"/>
                </a:solidFill>
                <a:latin typeface="Times New Roman" panose="02020603050405020304" pitchFamily="18" charset="0"/>
                <a:ea typeface="黑体" panose="02010609060101010101" pitchFamily="49" charset="-122"/>
              </a:defRPr>
            </a:lvl4pPr>
            <a:lvl5pPr marL="2057400" indent="-228600">
              <a:spcBef>
                <a:spcPct val="20000"/>
              </a:spcBef>
              <a:buClr>
                <a:schemeClr val="accent1"/>
              </a:buClr>
              <a:buSzPct val="50000"/>
              <a:buFont typeface="Wingdings" panose="05000000000000000000" pitchFamily="2" charset="2"/>
              <a:buChar char="n"/>
              <a:defRPr sz="2000">
                <a:solidFill>
                  <a:schemeClr val="tx1"/>
                </a:solidFill>
                <a:latin typeface="Times New Roman" panose="02020603050405020304" pitchFamily="18"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imes New Roman" panose="02020603050405020304" pitchFamily="18"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imes New Roman" panose="02020603050405020304" pitchFamily="18"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imes New Roman" panose="02020603050405020304" pitchFamily="18"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imes New Roman" panose="02020603050405020304" pitchFamily="18" charset="0"/>
                <a:ea typeface="黑体" panose="02010609060101010101" pitchFamily="49" charset="-122"/>
              </a:defRPr>
            </a:lvl9pPr>
          </a:lstStyle>
          <a:p>
            <a:pPr algn="just">
              <a:spcBef>
                <a:spcPct val="0"/>
              </a:spcBef>
              <a:buClrTx/>
              <a:buSzTx/>
              <a:buFontTx/>
              <a:buNone/>
            </a:pPr>
            <a:r>
              <a:rPr lang="zh-CN" altLang="en-US" sz="2800" b="0">
                <a:solidFill>
                  <a:srgbClr val="333399"/>
                </a:solidFill>
              </a:rPr>
              <a:t>由于</a:t>
            </a:r>
            <a:r>
              <a:rPr lang="en-US" altLang="zh-CN" sz="2800" err="1">
                <a:solidFill>
                  <a:srgbClr val="333399"/>
                </a:solidFill>
                <a:ea typeface="宋体" panose="02010600030101010101" pitchFamily="2" charset="-122"/>
              </a:rPr>
              <a:t>c</a:t>
            </a:r>
            <a:r>
              <a:rPr lang="en-US" altLang="zh-CN" sz="2800" err="1">
                <a:solidFill>
                  <a:srgbClr val="333399"/>
                </a:solidFill>
                <a:ea typeface="宋体" panose="02010600030101010101" pitchFamily="2" charset="-122"/>
                <a:sym typeface="Symbol" panose="05050102010706020507" pitchFamily="18" charset="2"/>
              </a:rPr>
              <a:t>FIRST</a:t>
            </a:r>
            <a:r>
              <a:rPr lang="en-US" altLang="zh-CN" sz="2800">
                <a:solidFill>
                  <a:srgbClr val="333399"/>
                </a:solidFill>
                <a:ea typeface="宋体" panose="02010600030101010101" pitchFamily="2" charset="-122"/>
                <a:sym typeface="Symbol" panose="05050102010706020507" pitchFamily="18" charset="2"/>
              </a:rPr>
              <a:t>(A)</a:t>
            </a:r>
            <a:r>
              <a:rPr lang="zh-CN" altLang="en-US" sz="2800">
                <a:solidFill>
                  <a:srgbClr val="333399"/>
                </a:solidFill>
                <a:ea typeface="宋体" panose="02010600030101010101" pitchFamily="2" charset="-122"/>
                <a:sym typeface="Symbol" panose="05050102010706020507" pitchFamily="18" charset="2"/>
              </a:rPr>
              <a:t>，</a:t>
            </a:r>
            <a:r>
              <a:rPr lang="zh-CN" altLang="en-US" sz="2800" b="0">
                <a:solidFill>
                  <a:srgbClr val="333399"/>
                </a:solidFill>
              </a:rPr>
              <a:t>恢复</a:t>
            </a:r>
          </a:p>
          <a:p>
            <a:pPr algn="just">
              <a:spcBef>
                <a:spcPct val="0"/>
              </a:spcBef>
              <a:buClrTx/>
              <a:buSzTx/>
              <a:buFontTx/>
              <a:buNone/>
            </a:pPr>
            <a:r>
              <a:rPr lang="zh-CN" altLang="en-US" sz="2800" b="0">
                <a:solidFill>
                  <a:srgbClr val="333399"/>
                </a:solidFill>
              </a:rPr>
              <a:t>对</a:t>
            </a:r>
            <a:r>
              <a:rPr lang="en-US" altLang="zh-CN" sz="2800">
                <a:solidFill>
                  <a:srgbClr val="333399"/>
                </a:solidFill>
              </a:rPr>
              <a:t>A</a:t>
            </a:r>
            <a:r>
              <a:rPr lang="zh-CN" altLang="en-US" sz="2800" b="0">
                <a:solidFill>
                  <a:srgbClr val="333399"/>
                </a:solidFill>
              </a:rPr>
              <a:t>的分析。</a:t>
            </a:r>
            <a:r>
              <a:rPr lang="zh-CN" altLang="en-US" sz="2800" b="0">
                <a:solidFill>
                  <a:schemeClr val="accent2"/>
                </a:solidFill>
              </a:rPr>
              <a:t>效果上相当于</a:t>
            </a:r>
          </a:p>
          <a:p>
            <a:pPr algn="just">
              <a:spcBef>
                <a:spcPct val="0"/>
              </a:spcBef>
              <a:buClrTx/>
              <a:buSzTx/>
              <a:buFontTx/>
              <a:buNone/>
            </a:pPr>
            <a:r>
              <a:rPr lang="zh-CN" altLang="en-US" sz="2800" b="0">
                <a:solidFill>
                  <a:schemeClr val="accent2"/>
                </a:solidFill>
              </a:rPr>
              <a:t>删除了输入中的</a:t>
            </a:r>
            <a:r>
              <a:rPr lang="en-US" altLang="zh-CN" sz="2800">
                <a:solidFill>
                  <a:schemeClr val="accent2"/>
                </a:solidFill>
              </a:rPr>
              <a:t>a</a:t>
            </a:r>
            <a:r>
              <a:rPr lang="zh-CN" altLang="en-US" sz="2800" b="0">
                <a:solidFill>
                  <a:schemeClr val="accent2"/>
                </a:solidFill>
              </a:rPr>
              <a:t>和</a:t>
            </a:r>
            <a:r>
              <a:rPr lang="en-US" altLang="zh-CN" sz="2800">
                <a:solidFill>
                  <a:schemeClr val="accent2"/>
                </a:solidFill>
              </a:rPr>
              <a:t>b</a:t>
            </a:r>
            <a:r>
              <a:rPr lang="zh-CN" altLang="en-US" sz="2800" b="0">
                <a:solidFill>
                  <a:schemeClr val="accent2"/>
                </a:solidFill>
              </a:rPr>
              <a:t>，重新</a:t>
            </a:r>
          </a:p>
          <a:p>
            <a:pPr algn="just">
              <a:spcBef>
                <a:spcPct val="0"/>
              </a:spcBef>
              <a:buClrTx/>
              <a:buSzTx/>
              <a:buFontTx/>
              <a:buNone/>
            </a:pPr>
            <a:r>
              <a:rPr lang="zh-CN" altLang="en-US" sz="2800" b="0">
                <a:solidFill>
                  <a:schemeClr val="accent2"/>
                </a:solidFill>
              </a:rPr>
              <a:t>开始分析</a:t>
            </a:r>
            <a:r>
              <a:rPr lang="en-US" altLang="zh-CN" sz="2800">
                <a:solidFill>
                  <a:schemeClr val="accent2"/>
                </a:solidFill>
              </a:rPr>
              <a:t>A</a:t>
            </a:r>
          </a:p>
        </p:txBody>
      </p:sp>
    </p:spTree>
  </p:cSld>
  <p:clrMapOvr>
    <a:masterClrMapping/>
  </p:clrMapOvr>
</p:sld>
</file>

<file path=ppt/slides/slide7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3970" name="Rectangle 2">
            <a:extLst>
              <a:ext uri="{FF2B5EF4-FFF2-40B4-BE49-F238E27FC236}">
                <a16:creationId xmlns:a16="http://schemas.microsoft.com/office/drawing/2014/main" id="{89F8EDCD-16D4-43CD-8540-210DD73F0849}"/>
              </a:ext>
            </a:extLst>
          </p:cNvPr>
          <p:cNvSpPr>
            <a:spLocks noGrp="1" noChangeArrowheads="1"/>
          </p:cNvSpPr>
          <p:nvPr>
            <p:ph type="title"/>
          </p:nvPr>
        </p:nvSpPr>
        <p:spPr/>
        <p:txBody>
          <a:bodyPr/>
          <a:lstStyle/>
          <a:p>
            <a:pPr eaLnBrk="1" hangingPunct="1"/>
            <a:r>
              <a:rPr lang="en-US" altLang="zh-CN"/>
              <a:t>3.3.6 </a:t>
            </a:r>
            <a:r>
              <a:rPr lang="zh-CN" altLang="en-US"/>
              <a:t>预测分析的错误恢复</a:t>
            </a:r>
          </a:p>
        </p:txBody>
      </p:sp>
      <p:sp>
        <p:nvSpPr>
          <p:cNvPr id="83971" name="Rectangle 3">
            <a:extLst>
              <a:ext uri="{FF2B5EF4-FFF2-40B4-BE49-F238E27FC236}">
                <a16:creationId xmlns:a16="http://schemas.microsoft.com/office/drawing/2014/main" id="{648D6534-D653-474C-A90E-219B85773001}"/>
              </a:ext>
            </a:extLst>
          </p:cNvPr>
          <p:cNvSpPr>
            <a:spLocks noGrp="1" noChangeArrowheads="1"/>
          </p:cNvSpPr>
          <p:nvPr>
            <p:ph idx="1"/>
          </p:nvPr>
        </p:nvSpPr>
        <p:spPr/>
        <p:txBody>
          <a:bodyPr>
            <a:normAutofit/>
          </a:bodyPr>
          <a:lstStyle/>
          <a:p>
            <a:pPr eaLnBrk="1" hangingPunct="1">
              <a:lnSpc>
                <a:spcPct val="110000"/>
              </a:lnSpc>
              <a:spcBef>
                <a:spcPct val="0"/>
              </a:spcBef>
            </a:pPr>
            <a:r>
              <a:rPr lang="zh-CN" altLang="en-US">
                <a:cs typeface="Times New Roman" panose="02020603050405020304" pitchFamily="18" charset="0"/>
              </a:rPr>
              <a:t>同步记号集合的选择</a:t>
            </a:r>
          </a:p>
          <a:p>
            <a:pPr lvl="1" eaLnBrk="1" hangingPunct="1">
              <a:lnSpc>
                <a:spcPct val="110000"/>
              </a:lnSpc>
              <a:spcBef>
                <a:spcPct val="0"/>
              </a:spcBef>
            </a:pPr>
            <a:r>
              <a:rPr lang="en-US" altLang="zh-CN">
                <a:cs typeface="Times New Roman" panose="02020603050405020304" pitchFamily="18" charset="0"/>
              </a:rPr>
              <a:t>1</a:t>
            </a:r>
            <a:r>
              <a:rPr lang="zh-CN" altLang="en-US">
                <a:cs typeface="Times New Roman" panose="02020603050405020304" pitchFamily="18" charset="0"/>
              </a:rPr>
              <a:t>、把</a:t>
            </a:r>
            <a:r>
              <a:rPr lang="en-US" altLang="zh-CN" b="1">
                <a:cs typeface="Times New Roman" panose="02020603050405020304" pitchFamily="18" charset="0"/>
              </a:rPr>
              <a:t>FOLLOW(</a:t>
            </a:r>
            <a:r>
              <a:rPr lang="en-US" altLang="zh-CN" b="1" i="1">
                <a:cs typeface="Times New Roman" panose="02020603050405020304" pitchFamily="18" charset="0"/>
              </a:rPr>
              <a:t>A</a:t>
            </a:r>
            <a:r>
              <a:rPr lang="en-US" altLang="zh-CN" b="1">
                <a:cs typeface="Times New Roman" panose="02020603050405020304" pitchFamily="18" charset="0"/>
              </a:rPr>
              <a:t>)</a:t>
            </a:r>
            <a:r>
              <a:rPr lang="zh-CN" altLang="en-US">
                <a:cs typeface="Times New Roman" panose="02020603050405020304" pitchFamily="18" charset="0"/>
              </a:rPr>
              <a:t>的所有终结符放入非终结符</a:t>
            </a:r>
            <a:r>
              <a:rPr lang="en-US" altLang="zh-CN" b="1" i="1">
                <a:cs typeface="Times New Roman" panose="02020603050405020304" pitchFamily="18" charset="0"/>
              </a:rPr>
              <a:t>A</a:t>
            </a:r>
            <a:r>
              <a:rPr lang="zh-CN" altLang="en-US">
                <a:cs typeface="Times New Roman" panose="02020603050405020304" pitchFamily="18" charset="0"/>
              </a:rPr>
              <a:t>的同步记号集合</a:t>
            </a:r>
          </a:p>
          <a:p>
            <a:pPr lvl="1" eaLnBrk="1" hangingPunct="1">
              <a:lnSpc>
                <a:spcPct val="110000"/>
              </a:lnSpc>
              <a:spcBef>
                <a:spcPct val="0"/>
              </a:spcBef>
            </a:pPr>
            <a:r>
              <a:rPr lang="en-US" altLang="zh-CN">
                <a:cs typeface="Times New Roman" panose="02020603050405020304" pitchFamily="18" charset="0"/>
              </a:rPr>
              <a:t>2</a:t>
            </a:r>
            <a:r>
              <a:rPr lang="zh-CN" altLang="en-US">
                <a:cs typeface="Times New Roman" panose="02020603050405020304" pitchFamily="18" charset="0"/>
              </a:rPr>
              <a:t>、把高层结构的开始符号加到低层结构的同步记号集合中</a:t>
            </a:r>
          </a:p>
          <a:p>
            <a:pPr lvl="1" eaLnBrk="1" hangingPunct="1">
              <a:lnSpc>
                <a:spcPct val="110000"/>
              </a:lnSpc>
              <a:spcBef>
                <a:spcPct val="0"/>
              </a:spcBef>
            </a:pPr>
            <a:r>
              <a:rPr lang="en-US" altLang="zh-CN">
                <a:cs typeface="Times New Roman" panose="02020603050405020304" pitchFamily="18" charset="0"/>
              </a:rPr>
              <a:t>3</a:t>
            </a:r>
            <a:r>
              <a:rPr lang="zh-CN" altLang="en-US">
                <a:cs typeface="Times New Roman" panose="02020603050405020304" pitchFamily="18" charset="0"/>
              </a:rPr>
              <a:t>、把</a:t>
            </a:r>
            <a:r>
              <a:rPr lang="en-US" altLang="zh-CN" b="1">
                <a:ea typeface="华文彩云" panose="02010800040101010101" pitchFamily="2" charset="-122"/>
                <a:cs typeface="Times New Roman" panose="02020603050405020304" pitchFamily="18" charset="0"/>
              </a:rPr>
              <a:t>FIRST(</a:t>
            </a:r>
            <a:r>
              <a:rPr lang="en-US" altLang="zh-CN" b="1" i="1">
                <a:ea typeface="华文彩云" panose="02010800040101010101" pitchFamily="2" charset="-122"/>
                <a:cs typeface="Times New Roman" panose="02020603050405020304" pitchFamily="18" charset="0"/>
              </a:rPr>
              <a:t>A</a:t>
            </a:r>
            <a:r>
              <a:rPr lang="en-US" altLang="zh-CN" b="1">
                <a:ea typeface="华文彩云" panose="02010800040101010101" pitchFamily="2" charset="-122"/>
                <a:cs typeface="Times New Roman" panose="02020603050405020304" pitchFamily="18" charset="0"/>
              </a:rPr>
              <a:t>)</a:t>
            </a:r>
            <a:r>
              <a:rPr lang="zh-CN" altLang="en-US">
                <a:cs typeface="Times New Roman" panose="02020603050405020304" pitchFamily="18" charset="0"/>
              </a:rPr>
              <a:t>的终结符加入</a:t>
            </a:r>
            <a:r>
              <a:rPr lang="en-US" altLang="zh-CN" b="1" i="1">
                <a:cs typeface="Times New Roman" panose="02020603050405020304" pitchFamily="18" charset="0"/>
              </a:rPr>
              <a:t>A</a:t>
            </a:r>
            <a:r>
              <a:rPr lang="zh-CN" altLang="en-US">
                <a:cs typeface="Times New Roman" panose="02020603050405020304" pitchFamily="18" charset="0"/>
              </a:rPr>
              <a:t>的同步记号集</a:t>
            </a:r>
          </a:p>
          <a:p>
            <a:pPr lvl="1" eaLnBrk="1" hangingPunct="1">
              <a:lnSpc>
                <a:spcPct val="110000"/>
              </a:lnSpc>
              <a:spcBef>
                <a:spcPct val="0"/>
              </a:spcBef>
            </a:pPr>
            <a:r>
              <a:rPr lang="en-US" altLang="zh-CN">
                <a:solidFill>
                  <a:schemeClr val="accent2"/>
                </a:solidFill>
                <a:cs typeface="Times New Roman" panose="02020603050405020304" pitchFamily="18" charset="0"/>
              </a:rPr>
              <a:t>4</a:t>
            </a:r>
            <a:r>
              <a:rPr lang="zh-CN" altLang="en-US">
                <a:solidFill>
                  <a:schemeClr val="accent2"/>
                </a:solidFill>
                <a:cs typeface="Times New Roman" panose="02020603050405020304" pitchFamily="18" charset="0"/>
              </a:rPr>
              <a:t>、如果非终结符可以产生空串，若出错时栈顶是这样的非终结符，则可以使用产生空串的产生式</a:t>
            </a:r>
          </a:p>
        </p:txBody>
      </p:sp>
      <p:sp>
        <p:nvSpPr>
          <p:cNvPr id="2" name="日期占位符 1">
            <a:extLst>
              <a:ext uri="{FF2B5EF4-FFF2-40B4-BE49-F238E27FC236}">
                <a16:creationId xmlns:a16="http://schemas.microsoft.com/office/drawing/2014/main" id="{4408B0D6-92A9-09A2-418E-910BED8A2726}"/>
              </a:ext>
            </a:extLst>
          </p:cNvPr>
          <p:cNvSpPr>
            <a:spLocks noGrp="1"/>
          </p:cNvSpPr>
          <p:nvPr>
            <p:ph type="dt" sz="half" idx="10"/>
          </p:nvPr>
        </p:nvSpPr>
        <p:spPr/>
        <p:txBody>
          <a:bodyPr/>
          <a:lstStyle/>
          <a:p>
            <a:fld id="{FB94DEF5-02B8-4A06-9C06-B821DF422812}" type="datetime2">
              <a:rPr lang="zh-CN" altLang="en-US" smtClean="0"/>
              <a:pPr/>
              <a:t>2025年11月26日</a:t>
            </a:fld>
            <a:endParaRPr lang="zh-CN" altLang="en-US"/>
          </a:p>
        </p:txBody>
      </p:sp>
      <p:sp>
        <p:nvSpPr>
          <p:cNvPr id="3" name="页脚占位符 2">
            <a:extLst>
              <a:ext uri="{FF2B5EF4-FFF2-40B4-BE49-F238E27FC236}">
                <a16:creationId xmlns:a16="http://schemas.microsoft.com/office/drawing/2014/main" id="{82B74F6D-FAF3-4F28-94FE-D7CB51AC09E9}"/>
              </a:ext>
            </a:extLst>
          </p:cNvPr>
          <p:cNvSpPr>
            <a:spLocks noGrp="1"/>
          </p:cNvSpPr>
          <p:nvPr>
            <p:ph type="ftr" sz="quarter" idx="11"/>
          </p:nvPr>
        </p:nvSpPr>
        <p:spPr/>
        <p:txBody>
          <a:bodyPr/>
          <a:lstStyle/>
          <a:p>
            <a:r>
              <a:rPr lang="zh-CN" altLang="en-US"/>
              <a:t>编译原理</a:t>
            </a:r>
            <a:r>
              <a:rPr lang="en-US" altLang="zh-CN"/>
              <a:t>-</a:t>
            </a:r>
            <a:r>
              <a:rPr lang="zh-CN" altLang="en-US"/>
              <a:t>王欣捷</a:t>
            </a:r>
            <a:r>
              <a:rPr lang="en-US" altLang="zh-CN"/>
              <a:t>-</a:t>
            </a:r>
            <a:r>
              <a:rPr lang="zh-CN" altLang="en-US"/>
              <a:t>第三章 语法分析</a:t>
            </a:r>
            <a:r>
              <a:rPr lang="en-US" altLang="zh-CN"/>
              <a:t>(4)</a:t>
            </a:r>
            <a:endParaRPr lang="zh-CN" altLang="en-US"/>
          </a:p>
        </p:txBody>
      </p:sp>
      <p:sp>
        <p:nvSpPr>
          <p:cNvPr id="4" name="灯片编号占位符 3">
            <a:extLst>
              <a:ext uri="{FF2B5EF4-FFF2-40B4-BE49-F238E27FC236}">
                <a16:creationId xmlns:a16="http://schemas.microsoft.com/office/drawing/2014/main" id="{0416DAA6-B089-691E-3E72-392FDA15BC14}"/>
              </a:ext>
            </a:extLst>
          </p:cNvPr>
          <p:cNvSpPr>
            <a:spLocks noGrp="1"/>
          </p:cNvSpPr>
          <p:nvPr>
            <p:ph type="sldNum" sz="quarter" idx="12"/>
          </p:nvPr>
        </p:nvSpPr>
        <p:spPr/>
        <p:txBody>
          <a:bodyPr/>
          <a:lstStyle/>
          <a:p>
            <a:fld id="{094DEB03-EFC6-4C20-8FC8-295189A5386F}" type="slidenum">
              <a:rPr lang="zh-CN" altLang="en-US" smtClean="0"/>
              <a:pPr/>
              <a:t>76</a:t>
            </a:fld>
            <a:endParaRPr lang="zh-CN" altLang="en-US"/>
          </a:p>
        </p:txBody>
      </p:sp>
    </p:spTree>
  </p:cSld>
  <p:clrMapOvr>
    <a:masterClrMapping/>
  </p:clrMapOvr>
</p:sld>
</file>

<file path=ppt/slides/slide7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4994" name="Rectangle 2">
            <a:extLst>
              <a:ext uri="{FF2B5EF4-FFF2-40B4-BE49-F238E27FC236}">
                <a16:creationId xmlns:a16="http://schemas.microsoft.com/office/drawing/2014/main" id="{507E8D20-E5CB-425C-B53E-143CB28CEA45}"/>
              </a:ext>
            </a:extLst>
          </p:cNvPr>
          <p:cNvSpPr>
            <a:spLocks noGrp="1" noChangeArrowheads="1"/>
          </p:cNvSpPr>
          <p:nvPr>
            <p:ph type="title"/>
          </p:nvPr>
        </p:nvSpPr>
        <p:spPr/>
        <p:txBody>
          <a:bodyPr/>
          <a:lstStyle/>
          <a:p>
            <a:pPr eaLnBrk="1" hangingPunct="1"/>
            <a:r>
              <a:rPr lang="en-US" altLang="zh-CN"/>
              <a:t>3.3.6 </a:t>
            </a:r>
            <a:r>
              <a:rPr lang="zh-CN" altLang="en-US"/>
              <a:t>预测分析的错误恢复</a:t>
            </a:r>
          </a:p>
        </p:txBody>
      </p:sp>
      <p:sp>
        <p:nvSpPr>
          <p:cNvPr id="84995" name="Rectangle 3">
            <a:extLst>
              <a:ext uri="{FF2B5EF4-FFF2-40B4-BE49-F238E27FC236}">
                <a16:creationId xmlns:a16="http://schemas.microsoft.com/office/drawing/2014/main" id="{62AF09F9-CCDF-4183-8541-DD9786E374FC}"/>
              </a:ext>
            </a:extLst>
          </p:cNvPr>
          <p:cNvSpPr>
            <a:spLocks noGrp="1" noChangeArrowheads="1"/>
          </p:cNvSpPr>
          <p:nvPr>
            <p:ph idx="1"/>
          </p:nvPr>
        </p:nvSpPr>
        <p:spPr/>
        <p:txBody>
          <a:bodyPr/>
          <a:lstStyle/>
          <a:p>
            <a:pPr eaLnBrk="1" hangingPunct="1"/>
            <a:r>
              <a:rPr lang="zh-CN" altLang="en-US" sz="2800">
                <a:cs typeface="Times New Roman" panose="02020603050405020304" pitchFamily="18" charset="0"/>
              </a:rPr>
              <a:t>栈顶为</a:t>
            </a:r>
            <a:r>
              <a:rPr lang="en-US" altLang="zh-CN" sz="2800" b="1" i="1">
                <a:cs typeface="Times New Roman" panose="02020603050405020304" pitchFamily="18" charset="0"/>
              </a:rPr>
              <a:t>T </a:t>
            </a:r>
            <a:r>
              <a:rPr lang="en-US" altLang="zh-CN" sz="2800" b="1">
                <a:cs typeface="Times New Roman" panose="02020603050405020304" pitchFamily="18" charset="0"/>
                <a:sym typeface="Symbol" panose="05050102010706020507" pitchFamily="18" charset="2"/>
              </a:rPr>
              <a:t></a:t>
            </a:r>
            <a:r>
              <a:rPr lang="zh-CN" altLang="en-US" sz="2800">
                <a:cs typeface="Times New Roman" panose="02020603050405020304" pitchFamily="18" charset="0"/>
              </a:rPr>
              <a:t>，面临</a:t>
            </a:r>
            <a:r>
              <a:rPr lang="en-US" altLang="zh-CN" sz="2800" b="1">
                <a:cs typeface="Times New Roman" panose="02020603050405020304" pitchFamily="18" charset="0"/>
              </a:rPr>
              <a:t>id</a:t>
            </a:r>
            <a:r>
              <a:rPr lang="zh-CN" altLang="en-US" sz="2800">
                <a:cs typeface="Times New Roman" panose="02020603050405020304" pitchFamily="18" charset="0"/>
              </a:rPr>
              <a:t>时出错</a:t>
            </a:r>
          </a:p>
          <a:p>
            <a:pPr eaLnBrk="1" hangingPunct="1"/>
            <a:endParaRPr lang="en-US" altLang="zh-CN" sz="2800"/>
          </a:p>
        </p:txBody>
      </p:sp>
      <p:graphicFrame>
        <p:nvGraphicFramePr>
          <p:cNvPr id="5" name="Group 4">
            <a:extLst>
              <a:ext uri="{FF2B5EF4-FFF2-40B4-BE49-F238E27FC236}">
                <a16:creationId xmlns:a16="http://schemas.microsoft.com/office/drawing/2014/main" id="{F3CA510F-D33B-446F-A1A3-0243EB5CC57F}"/>
              </a:ext>
            </a:extLst>
          </p:cNvPr>
          <p:cNvGraphicFramePr>
            <a:graphicFrameLocks/>
          </p:cNvGraphicFramePr>
          <p:nvPr>
            <p:extLst>
              <p:ext uri="{D42A27DB-BD31-4B8C-83A1-F6EECF244321}">
                <p14:modId xmlns:p14="http://schemas.microsoft.com/office/powerpoint/2010/main" val="2832334356"/>
              </p:ext>
            </p:extLst>
          </p:nvPr>
        </p:nvGraphicFramePr>
        <p:xfrm>
          <a:off x="361156" y="1887969"/>
          <a:ext cx="8421688" cy="4224339"/>
        </p:xfrm>
        <a:graphic>
          <a:graphicData uri="http://schemas.openxmlformats.org/drawingml/2006/table">
            <a:tbl>
              <a:tblPr/>
              <a:tblGrid>
                <a:gridCol w="1516063">
                  <a:extLst>
                    <a:ext uri="{9D8B030D-6E8A-4147-A177-3AD203B41FA5}">
                      <a16:colId xmlns:a16="http://schemas.microsoft.com/office/drawing/2014/main" val="20000"/>
                    </a:ext>
                  </a:extLst>
                </a:gridCol>
                <a:gridCol w="1708150">
                  <a:extLst>
                    <a:ext uri="{9D8B030D-6E8A-4147-A177-3AD203B41FA5}">
                      <a16:colId xmlns:a16="http://schemas.microsoft.com/office/drawing/2014/main" val="20001"/>
                    </a:ext>
                  </a:extLst>
                </a:gridCol>
                <a:gridCol w="1793875">
                  <a:extLst>
                    <a:ext uri="{9D8B030D-6E8A-4147-A177-3AD203B41FA5}">
                      <a16:colId xmlns:a16="http://schemas.microsoft.com/office/drawing/2014/main" val="20002"/>
                    </a:ext>
                  </a:extLst>
                </a:gridCol>
                <a:gridCol w="1649412">
                  <a:extLst>
                    <a:ext uri="{9D8B030D-6E8A-4147-A177-3AD203B41FA5}">
                      <a16:colId xmlns:a16="http://schemas.microsoft.com/office/drawing/2014/main" val="20003"/>
                    </a:ext>
                  </a:extLst>
                </a:gridCol>
                <a:gridCol w="1754188">
                  <a:extLst>
                    <a:ext uri="{9D8B030D-6E8A-4147-A177-3AD203B41FA5}">
                      <a16:colId xmlns:a16="http://schemas.microsoft.com/office/drawing/2014/main" val="20004"/>
                    </a:ext>
                  </a:extLst>
                </a:gridCol>
              </a:tblGrid>
              <a:tr h="603477">
                <a:tc rowSpan="2">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ctr" defTabSz="914400" rtl="0" eaLnBrk="1" fontAlgn="base" latinLnBrk="0" hangingPunct="1">
                        <a:lnSpc>
                          <a:spcPct val="120000"/>
                        </a:lnSpc>
                        <a:spcBef>
                          <a:spcPct val="20000"/>
                        </a:spcBef>
                        <a:spcAft>
                          <a:spcPct val="0"/>
                        </a:spcAft>
                        <a:buClr>
                          <a:schemeClr val="folHlink"/>
                        </a:buClr>
                        <a:buSzPct val="60000"/>
                        <a:buFont typeface="Wingdings" panose="05000000000000000000" pitchFamily="2" charset="2"/>
                        <a:buNone/>
                        <a:tabLst/>
                      </a:pPr>
                      <a:r>
                        <a:rPr kumimoji="0" lang="zh-CN" altLang="en-US" sz="2800" b="0" i="0" u="none" strike="noStrike" cap="none" normalizeH="0" baseline="0">
                          <a:ln>
                            <a:noFill/>
                          </a:ln>
                          <a:solidFill>
                            <a:schemeClr val="tx1"/>
                          </a:solidFill>
                          <a:effectLst/>
                          <a:latin typeface="Times New Roman" panose="02020603050405020304" pitchFamily="18" charset="0"/>
                          <a:ea typeface="黑体" panose="02010609060101010101" pitchFamily="49" charset="-122"/>
                        </a:rPr>
                        <a:t>非终</a:t>
                      </a:r>
                    </a:p>
                    <a:p>
                      <a:pPr marL="0" marR="0" lvl="0" indent="0" algn="ctr" defTabSz="914400" rtl="0" eaLnBrk="1" fontAlgn="base" latinLnBrk="0" hangingPunct="1">
                        <a:lnSpc>
                          <a:spcPct val="120000"/>
                        </a:lnSpc>
                        <a:spcBef>
                          <a:spcPct val="20000"/>
                        </a:spcBef>
                        <a:spcAft>
                          <a:spcPct val="0"/>
                        </a:spcAft>
                        <a:buClr>
                          <a:schemeClr val="folHlink"/>
                        </a:buClr>
                        <a:buSzPct val="60000"/>
                        <a:buFont typeface="Wingdings" panose="05000000000000000000" pitchFamily="2" charset="2"/>
                        <a:buNone/>
                        <a:tabLst/>
                      </a:pPr>
                      <a:r>
                        <a:rPr kumimoji="0" lang="zh-CN" altLang="en-US" sz="2800" b="0" i="0" u="none" strike="noStrike" cap="none" normalizeH="0" baseline="0">
                          <a:ln>
                            <a:noFill/>
                          </a:ln>
                          <a:solidFill>
                            <a:schemeClr val="tx1"/>
                          </a:solidFill>
                          <a:effectLst/>
                          <a:latin typeface="Times New Roman" panose="02020603050405020304" pitchFamily="18" charset="0"/>
                          <a:ea typeface="黑体" panose="02010609060101010101" pitchFamily="49" charset="-122"/>
                        </a:rPr>
                        <a:t>结符 </a:t>
                      </a:r>
                    </a:p>
                  </a:txBody>
                  <a:tcPr marT="45713" marB="45713" anchor="ctr" horzOverflow="overflow">
                    <a:lnL w="28575"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28575"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gridSpan="4">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ctr" defTabSz="914400" rtl="0" eaLnBrk="1" fontAlgn="base" latinLnBrk="0" hangingPunct="1">
                        <a:lnSpc>
                          <a:spcPct val="120000"/>
                        </a:lnSpc>
                        <a:spcBef>
                          <a:spcPct val="20000"/>
                        </a:spcBef>
                        <a:spcAft>
                          <a:spcPct val="0"/>
                        </a:spcAft>
                        <a:buClr>
                          <a:schemeClr val="folHlink"/>
                        </a:buClr>
                        <a:buSzPct val="60000"/>
                        <a:buFont typeface="Wingdings" panose="05000000000000000000" pitchFamily="2" charset="2"/>
                        <a:buNone/>
                        <a:tabLst/>
                      </a:pPr>
                      <a:r>
                        <a:rPr kumimoji="0" lang="zh-CN" altLang="en-US" sz="2800" b="0" i="0" u="none" strike="noStrike" cap="none" normalizeH="0" baseline="0">
                          <a:ln>
                            <a:noFill/>
                          </a:ln>
                          <a:solidFill>
                            <a:schemeClr val="tx1"/>
                          </a:solidFill>
                          <a:effectLst/>
                          <a:latin typeface="Times New Roman" panose="02020603050405020304" pitchFamily="18" charset="0"/>
                          <a:ea typeface="黑体" panose="02010609060101010101" pitchFamily="49" charset="-122"/>
                        </a:rPr>
                        <a:t>输      入      符      号 </a:t>
                      </a:r>
                    </a:p>
                  </a:txBody>
                  <a:tcPr marT="45713" marB="45713" anchor="ctr" horzOverflow="overflow">
                    <a:lnL w="12700" cap="flat" cmpd="sng" algn="ctr">
                      <a:solidFill>
                        <a:schemeClr val="tx1"/>
                      </a:solidFill>
                      <a:prstDash val="solid"/>
                      <a:round/>
                      <a:headEnd type="none" w="sm" len="sm"/>
                      <a:tailEnd type="none" w="sm" len="sm"/>
                    </a:lnL>
                    <a:lnR w="28575" cap="flat" cmpd="sng" algn="ctr">
                      <a:solidFill>
                        <a:schemeClr val="tx1"/>
                      </a:solidFill>
                      <a:prstDash val="solid"/>
                      <a:round/>
                      <a:headEnd type="none" w="sm" len="sm"/>
                      <a:tailEnd type="none" w="sm" len="sm"/>
                    </a:lnR>
                    <a:lnT w="28575"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extLst>
                  <a:ext uri="{0D108BD9-81ED-4DB2-BD59-A6C34878D82A}">
                    <a16:rowId xmlns:a16="http://schemas.microsoft.com/office/drawing/2014/main" val="10000"/>
                  </a:ext>
                </a:extLst>
              </a:tr>
              <a:tr h="603477">
                <a:tc vMerge="1">
                  <a:txBody>
                    <a:bodyPr/>
                    <a:lstStyle/>
                    <a:p>
                      <a:endParaRPr lang="zh-CN" altLang="en-US"/>
                    </a:p>
                  </a:txBody>
                  <a:tcPr/>
                </a:tc>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ctr" defTabSz="914400" rtl="0" eaLnBrk="1" fontAlgn="base" latinLnBrk="0" hangingPunct="1">
                        <a:lnSpc>
                          <a:spcPct val="120000"/>
                        </a:lnSpc>
                        <a:spcBef>
                          <a:spcPct val="20000"/>
                        </a:spcBef>
                        <a:spcAft>
                          <a:spcPct val="0"/>
                        </a:spcAft>
                        <a:buClr>
                          <a:schemeClr val="folHlink"/>
                        </a:buClr>
                        <a:buSzPct val="60000"/>
                        <a:buFont typeface="Wingdings" panose="05000000000000000000" pitchFamily="2" charset="2"/>
                        <a:buNone/>
                        <a:tabLst/>
                      </a:pPr>
                      <a:r>
                        <a:rPr kumimoji="0" lang="en-US" altLang="zh-CN" sz="2800" b="1" i="0" u="none" strike="noStrike" cap="none" normalizeH="0" baseline="0">
                          <a:ln>
                            <a:noFill/>
                          </a:ln>
                          <a:solidFill>
                            <a:schemeClr val="tx1"/>
                          </a:solidFill>
                          <a:effectLst/>
                          <a:latin typeface="Times New Roman" panose="02020603050405020304" pitchFamily="18" charset="0"/>
                          <a:ea typeface="黑体" panose="02010609060101010101" pitchFamily="49" charset="-122"/>
                        </a:rPr>
                        <a:t>  id</a:t>
                      </a:r>
                      <a:endParaRPr kumimoji="0" lang="en-US" altLang="zh-CN" sz="2800" b="0" i="0" u="none" strike="noStrike" cap="none" normalizeH="0" baseline="0">
                        <a:ln>
                          <a:noFill/>
                        </a:ln>
                        <a:solidFill>
                          <a:schemeClr val="tx1"/>
                        </a:solidFill>
                        <a:effectLst/>
                        <a:latin typeface="Times New Roman" panose="02020603050405020304" pitchFamily="18" charset="0"/>
                        <a:ea typeface="黑体" panose="02010609060101010101" pitchFamily="49" charset="-122"/>
                      </a:endParaRPr>
                    </a:p>
                  </a:txBody>
                  <a:tcPr marT="45713" marB="45713" anchor="ctr"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ctr" defTabSz="914400" rtl="0" eaLnBrk="1" fontAlgn="base" latinLnBrk="0" hangingPunct="1">
                        <a:lnSpc>
                          <a:spcPct val="120000"/>
                        </a:lnSpc>
                        <a:spcBef>
                          <a:spcPct val="20000"/>
                        </a:spcBef>
                        <a:spcAft>
                          <a:spcPct val="0"/>
                        </a:spcAft>
                        <a:buClr>
                          <a:schemeClr val="folHlink"/>
                        </a:buClr>
                        <a:buSzPct val="60000"/>
                        <a:buFont typeface="Wingdings" panose="05000000000000000000" pitchFamily="2" charset="2"/>
                        <a:buNone/>
                        <a:tabLst/>
                      </a:pPr>
                      <a:r>
                        <a:rPr kumimoji="0" lang="en-US" altLang="zh-CN" sz="2800" b="1" i="0" u="none" strike="noStrike" cap="none" normalizeH="0" baseline="0">
                          <a:ln>
                            <a:noFill/>
                          </a:ln>
                          <a:solidFill>
                            <a:schemeClr val="tx1"/>
                          </a:solidFill>
                          <a:effectLst/>
                          <a:latin typeface="Times New Roman" panose="02020603050405020304" pitchFamily="18" charset="0"/>
                          <a:ea typeface="黑体" panose="02010609060101010101" pitchFamily="49" charset="-122"/>
                        </a:rPr>
                        <a:t>+</a:t>
                      </a:r>
                    </a:p>
                  </a:txBody>
                  <a:tcPr marT="45713" marB="45713" anchor="ctr"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ctr" defTabSz="914400" rtl="0" eaLnBrk="1" fontAlgn="base" latinLnBrk="0" hangingPunct="1">
                        <a:lnSpc>
                          <a:spcPct val="120000"/>
                        </a:lnSpc>
                        <a:spcBef>
                          <a:spcPct val="20000"/>
                        </a:spcBef>
                        <a:spcAft>
                          <a:spcPct val="0"/>
                        </a:spcAft>
                        <a:buClr>
                          <a:schemeClr val="folHlink"/>
                        </a:buClr>
                        <a:buSzPct val="60000"/>
                        <a:buFont typeface="Wingdings" panose="05000000000000000000" pitchFamily="2" charset="2"/>
                        <a:buNone/>
                        <a:tabLst/>
                      </a:pPr>
                      <a:r>
                        <a:rPr kumimoji="0" lang="en-US" altLang="zh-CN" sz="2800" b="1" i="0" u="none" strike="noStrike" cap="none" normalizeH="0" baseline="0">
                          <a:ln>
                            <a:noFill/>
                          </a:ln>
                          <a:solidFill>
                            <a:schemeClr val="tx1"/>
                          </a:solidFill>
                          <a:effectLst/>
                          <a:latin typeface="Times New Roman" panose="02020603050405020304" pitchFamily="18" charset="0"/>
                          <a:ea typeface="黑体" panose="02010609060101010101" pitchFamily="49" charset="-122"/>
                          <a:sym typeface="Symbol" panose="05050102010706020507" pitchFamily="18" charset="2"/>
                        </a:rPr>
                        <a:t></a:t>
                      </a:r>
                      <a:endParaRPr kumimoji="0" lang="en-US" altLang="zh-CN" sz="2800" b="0" i="0" u="none" strike="noStrike" cap="none" normalizeH="0" baseline="0">
                        <a:ln>
                          <a:noFill/>
                        </a:ln>
                        <a:solidFill>
                          <a:schemeClr val="tx1"/>
                        </a:solidFill>
                        <a:effectLst/>
                        <a:latin typeface="Times New Roman" panose="02020603050405020304" pitchFamily="18" charset="0"/>
                        <a:ea typeface="黑体" panose="02010609060101010101" pitchFamily="49" charset="-122"/>
                        <a:sym typeface="Symbol" panose="05050102010706020507" pitchFamily="18" charset="2"/>
                      </a:endParaRPr>
                    </a:p>
                  </a:txBody>
                  <a:tcPr marT="45713" marB="45713" anchor="ctr"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ctr" defTabSz="914400" rtl="0" eaLnBrk="1" fontAlgn="base" latinLnBrk="0" hangingPunct="1">
                        <a:lnSpc>
                          <a:spcPct val="120000"/>
                        </a:lnSpc>
                        <a:spcBef>
                          <a:spcPct val="20000"/>
                        </a:spcBef>
                        <a:spcAft>
                          <a:spcPct val="0"/>
                        </a:spcAft>
                        <a:buClr>
                          <a:schemeClr val="folHlink"/>
                        </a:buClr>
                        <a:buSzPct val="60000"/>
                        <a:buFont typeface="Wingdings" panose="05000000000000000000" pitchFamily="2" charset="2"/>
                        <a:buNone/>
                        <a:tabLst/>
                      </a:pPr>
                      <a:r>
                        <a:rPr kumimoji="0" lang="en-US" altLang="zh-CN" sz="2800" b="1" i="0" u="none" strike="noStrike" cap="none" normalizeH="0" baseline="0">
                          <a:ln>
                            <a:noFill/>
                          </a:ln>
                          <a:solidFill>
                            <a:schemeClr val="tx1"/>
                          </a:solidFill>
                          <a:effectLst/>
                          <a:latin typeface="Times New Roman" panose="02020603050405020304" pitchFamily="18" charset="0"/>
                          <a:ea typeface="黑体" panose="02010609060101010101" pitchFamily="49" charset="-122"/>
                        </a:rPr>
                        <a:t>. . .</a:t>
                      </a:r>
                    </a:p>
                  </a:txBody>
                  <a:tcPr marT="45713" marB="45713" anchor="ctr" horzOverflow="overflow">
                    <a:lnL w="12700" cap="flat" cmpd="sng" algn="ctr">
                      <a:solidFill>
                        <a:schemeClr val="tx1"/>
                      </a:solidFill>
                      <a:prstDash val="solid"/>
                      <a:round/>
                      <a:headEnd type="none" w="sm" len="sm"/>
                      <a:tailEnd type="none" w="sm" len="sm"/>
                    </a:lnL>
                    <a:lnR w="28575"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extLst>
                  <a:ext uri="{0D108BD9-81ED-4DB2-BD59-A6C34878D82A}">
                    <a16:rowId xmlns:a16="http://schemas.microsoft.com/office/drawing/2014/main" val="10001"/>
                  </a:ext>
                </a:extLst>
              </a:tr>
              <a:tr h="603477">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ctr" defTabSz="914400" rtl="0" eaLnBrk="1" fontAlgn="base" latinLnBrk="0" hangingPunct="1">
                        <a:lnSpc>
                          <a:spcPct val="100000"/>
                        </a:lnSpc>
                        <a:spcBef>
                          <a:spcPct val="0"/>
                        </a:spcBef>
                        <a:spcAft>
                          <a:spcPct val="0"/>
                        </a:spcAft>
                        <a:buClr>
                          <a:schemeClr val="folHlink"/>
                        </a:buClr>
                        <a:buSzPct val="60000"/>
                        <a:buFont typeface="Wingdings" panose="05000000000000000000" pitchFamily="2" charset="2"/>
                        <a:buNone/>
                        <a:tabLst/>
                      </a:pPr>
                      <a:r>
                        <a:rPr kumimoji="0" lang="en-US" altLang="zh-CN" sz="2800" b="1" i="1" u="none" strike="noStrike" cap="none" normalizeH="0" baseline="0">
                          <a:ln>
                            <a:noFill/>
                          </a:ln>
                          <a:solidFill>
                            <a:schemeClr val="tx1"/>
                          </a:solidFill>
                          <a:effectLst/>
                          <a:latin typeface="Times New Roman" panose="02020603050405020304" pitchFamily="18" charset="0"/>
                          <a:ea typeface="黑体" panose="02010609060101010101" pitchFamily="49" charset="-122"/>
                        </a:rPr>
                        <a:t>E</a:t>
                      </a:r>
                    </a:p>
                  </a:txBody>
                  <a:tcPr marT="45713" marB="45713" anchor="ctr" horzOverflow="overflow">
                    <a:lnL w="28575"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ctr" defTabSz="914400" rtl="0" eaLnBrk="1" fontAlgn="base" latinLnBrk="0" hangingPunct="1">
                        <a:lnSpc>
                          <a:spcPct val="100000"/>
                        </a:lnSpc>
                        <a:spcBef>
                          <a:spcPct val="0"/>
                        </a:spcBef>
                        <a:spcAft>
                          <a:spcPct val="0"/>
                        </a:spcAft>
                        <a:buClr>
                          <a:schemeClr val="folHlink"/>
                        </a:buClr>
                        <a:buSzPct val="60000"/>
                        <a:buFont typeface="Wingdings" panose="05000000000000000000" pitchFamily="2" charset="2"/>
                        <a:buNone/>
                        <a:tabLst/>
                      </a:pPr>
                      <a:r>
                        <a:rPr kumimoji="0" lang="en-US" altLang="zh-CN" sz="2800" b="1" i="1" u="none" strike="noStrike" cap="none" normalizeH="0" baseline="0">
                          <a:ln>
                            <a:noFill/>
                          </a:ln>
                          <a:solidFill>
                            <a:schemeClr val="tx1"/>
                          </a:solidFill>
                          <a:effectLst/>
                          <a:latin typeface="Times New Roman" panose="02020603050405020304" pitchFamily="18" charset="0"/>
                          <a:ea typeface="黑体" panose="02010609060101010101" pitchFamily="49" charset="-122"/>
                        </a:rPr>
                        <a:t>E</a:t>
                      </a:r>
                      <a:r>
                        <a:rPr kumimoji="0" lang="en-US" altLang="zh-CN" sz="2800" b="1" i="0" u="none" strike="noStrike" cap="none" normalizeH="0" baseline="0">
                          <a:ln>
                            <a:noFill/>
                          </a:ln>
                          <a:solidFill>
                            <a:schemeClr val="tx1"/>
                          </a:solidFill>
                          <a:effectLst/>
                          <a:latin typeface="Times New Roman" panose="02020603050405020304" pitchFamily="18" charset="0"/>
                          <a:ea typeface="黑体" panose="02010609060101010101" pitchFamily="49" charset="-122"/>
                          <a:sym typeface="Symbol" panose="05050102010706020507" pitchFamily="18" charset="2"/>
                        </a:rPr>
                        <a:t></a:t>
                      </a:r>
                      <a:r>
                        <a:rPr kumimoji="0" lang="en-US" altLang="zh-CN" sz="2800" b="1" i="1" u="none" strike="noStrike" cap="none" normalizeH="0" baseline="0">
                          <a:ln>
                            <a:noFill/>
                          </a:ln>
                          <a:solidFill>
                            <a:schemeClr val="tx1"/>
                          </a:solidFill>
                          <a:effectLst/>
                          <a:latin typeface="Times New Roman" panose="02020603050405020304" pitchFamily="18" charset="0"/>
                          <a:ea typeface="黑体" panose="02010609060101010101" pitchFamily="49" charset="-122"/>
                          <a:sym typeface="Symbol" panose="05050102010706020507" pitchFamily="18" charset="2"/>
                        </a:rPr>
                        <a:t>TE</a:t>
                      </a:r>
                      <a:r>
                        <a:rPr kumimoji="0" lang="en-US" altLang="zh-CN" sz="2800" b="1" i="0" u="none" strike="noStrike" cap="none" normalizeH="0" baseline="0">
                          <a:ln>
                            <a:noFill/>
                          </a:ln>
                          <a:solidFill>
                            <a:schemeClr val="tx1"/>
                          </a:solidFill>
                          <a:effectLst/>
                          <a:latin typeface="Times New Roman" panose="02020603050405020304" pitchFamily="18" charset="0"/>
                          <a:ea typeface="黑体" panose="02010609060101010101" pitchFamily="49" charset="-122"/>
                          <a:sym typeface="Symbol" panose="05050102010706020507" pitchFamily="18" charset="2"/>
                        </a:rPr>
                        <a:t></a:t>
                      </a:r>
                      <a:r>
                        <a:rPr kumimoji="0" lang="en-US" altLang="zh-CN" sz="2800" b="0" i="0" u="none" strike="noStrike" cap="none" normalizeH="0" baseline="0">
                          <a:ln>
                            <a:noFill/>
                          </a:ln>
                          <a:solidFill>
                            <a:schemeClr val="tx1"/>
                          </a:solidFill>
                          <a:effectLst/>
                          <a:latin typeface="Times New Roman" panose="02020603050405020304" pitchFamily="18" charset="0"/>
                          <a:ea typeface="黑体" panose="02010609060101010101" pitchFamily="49" charset="-122"/>
                        </a:rPr>
                        <a:t> </a:t>
                      </a:r>
                    </a:p>
                  </a:txBody>
                  <a:tcPr marT="45713" marB="45713" anchor="ctr"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ctr" defTabSz="914400" rtl="0" eaLnBrk="1" fontAlgn="base" latinLnBrk="0" hangingPunct="1">
                        <a:lnSpc>
                          <a:spcPct val="100000"/>
                        </a:lnSpc>
                        <a:spcBef>
                          <a:spcPct val="0"/>
                        </a:spcBef>
                        <a:spcAft>
                          <a:spcPct val="0"/>
                        </a:spcAft>
                        <a:buClr>
                          <a:schemeClr val="folHlink"/>
                        </a:buClr>
                        <a:buSzPct val="60000"/>
                        <a:buFont typeface="Wingdings" panose="05000000000000000000" pitchFamily="2" charset="2"/>
                        <a:buNone/>
                        <a:tabLst/>
                      </a:pPr>
                      <a:endParaRPr kumimoji="0" lang="zh-CN" altLang="zh-CN" sz="2800" b="0" i="0" u="none" strike="noStrike" cap="none" normalizeH="0" baseline="0">
                        <a:ln>
                          <a:noFill/>
                        </a:ln>
                        <a:solidFill>
                          <a:schemeClr val="tx1"/>
                        </a:solidFill>
                        <a:effectLst/>
                        <a:latin typeface="Times New Roman" panose="02020603050405020304" pitchFamily="18" charset="0"/>
                        <a:ea typeface="黑体" panose="02010609060101010101" pitchFamily="49" charset="-122"/>
                      </a:endParaRPr>
                    </a:p>
                  </a:txBody>
                  <a:tcPr marT="45713" marB="45713" anchor="ctr"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ctr" defTabSz="914400" rtl="0" eaLnBrk="1" fontAlgn="base" latinLnBrk="0" hangingPunct="1">
                        <a:lnSpc>
                          <a:spcPct val="100000"/>
                        </a:lnSpc>
                        <a:spcBef>
                          <a:spcPct val="0"/>
                        </a:spcBef>
                        <a:spcAft>
                          <a:spcPct val="0"/>
                        </a:spcAft>
                        <a:buClr>
                          <a:schemeClr val="folHlink"/>
                        </a:buClr>
                        <a:buSzPct val="60000"/>
                        <a:buFont typeface="Wingdings" panose="05000000000000000000" pitchFamily="2" charset="2"/>
                        <a:buNone/>
                        <a:tabLst/>
                      </a:pPr>
                      <a:endParaRPr kumimoji="0" lang="zh-CN" altLang="zh-CN" sz="2800" b="0" i="0" u="none" strike="noStrike" cap="none" normalizeH="0" baseline="0">
                        <a:ln>
                          <a:noFill/>
                        </a:ln>
                        <a:solidFill>
                          <a:schemeClr val="tx1"/>
                        </a:solidFill>
                        <a:effectLst/>
                        <a:latin typeface="Times New Roman" panose="02020603050405020304" pitchFamily="18" charset="0"/>
                        <a:ea typeface="黑体" panose="02010609060101010101" pitchFamily="49" charset="-122"/>
                      </a:endParaRPr>
                    </a:p>
                  </a:txBody>
                  <a:tcPr marT="45713" marB="45713" anchor="ctr"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ctr" defTabSz="914400" rtl="0" eaLnBrk="1" fontAlgn="base" latinLnBrk="0" hangingPunct="1">
                        <a:lnSpc>
                          <a:spcPct val="120000"/>
                        </a:lnSpc>
                        <a:spcBef>
                          <a:spcPct val="20000"/>
                        </a:spcBef>
                        <a:spcAft>
                          <a:spcPct val="0"/>
                        </a:spcAft>
                        <a:buClr>
                          <a:schemeClr val="folHlink"/>
                        </a:buClr>
                        <a:buSzPct val="60000"/>
                        <a:buFont typeface="Wingdings" panose="05000000000000000000" pitchFamily="2" charset="2"/>
                        <a:buNone/>
                        <a:tabLst/>
                      </a:pPr>
                      <a:endParaRPr kumimoji="0" lang="zh-CN" altLang="zh-CN" sz="2800" b="0" i="0" u="none" strike="noStrike" cap="none" normalizeH="0" baseline="0">
                        <a:ln>
                          <a:noFill/>
                        </a:ln>
                        <a:solidFill>
                          <a:schemeClr val="tx1"/>
                        </a:solidFill>
                        <a:effectLst/>
                        <a:latin typeface="Times New Roman" panose="02020603050405020304" pitchFamily="18" charset="0"/>
                        <a:ea typeface="黑体" panose="02010609060101010101" pitchFamily="49" charset="-122"/>
                      </a:endParaRPr>
                    </a:p>
                  </a:txBody>
                  <a:tcPr marT="45713" marB="45713" anchor="ctr" horzOverflow="overflow">
                    <a:lnL w="12700" cap="flat" cmpd="sng" algn="ctr">
                      <a:solidFill>
                        <a:schemeClr val="tx1"/>
                      </a:solidFill>
                      <a:prstDash val="solid"/>
                      <a:round/>
                      <a:headEnd type="none" w="sm" len="sm"/>
                      <a:tailEnd type="none" w="sm" len="sm"/>
                    </a:lnL>
                    <a:lnR w="28575"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extLst>
                  <a:ext uri="{0D108BD9-81ED-4DB2-BD59-A6C34878D82A}">
                    <a16:rowId xmlns:a16="http://schemas.microsoft.com/office/drawing/2014/main" val="10002"/>
                  </a:ext>
                </a:extLst>
              </a:tr>
              <a:tr h="603477">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ctr" defTabSz="914400" rtl="0" eaLnBrk="1" fontAlgn="base" latinLnBrk="0" hangingPunct="1">
                        <a:lnSpc>
                          <a:spcPct val="100000"/>
                        </a:lnSpc>
                        <a:spcBef>
                          <a:spcPct val="0"/>
                        </a:spcBef>
                        <a:spcAft>
                          <a:spcPct val="0"/>
                        </a:spcAft>
                        <a:buClr>
                          <a:schemeClr val="folHlink"/>
                        </a:buClr>
                        <a:buSzPct val="60000"/>
                        <a:buFont typeface="Wingdings" panose="05000000000000000000" pitchFamily="2" charset="2"/>
                        <a:buNone/>
                        <a:tabLst/>
                      </a:pPr>
                      <a:r>
                        <a:rPr kumimoji="0" lang="en-US" altLang="zh-CN" sz="2800" b="1" i="1" u="none" strike="noStrike" cap="none" normalizeH="0" baseline="0">
                          <a:ln>
                            <a:noFill/>
                          </a:ln>
                          <a:solidFill>
                            <a:schemeClr val="tx1"/>
                          </a:solidFill>
                          <a:effectLst/>
                          <a:latin typeface="Times New Roman" panose="02020603050405020304" pitchFamily="18" charset="0"/>
                          <a:ea typeface="黑体" panose="02010609060101010101" pitchFamily="49" charset="-122"/>
                        </a:rPr>
                        <a:t>E</a:t>
                      </a:r>
                      <a:r>
                        <a:rPr kumimoji="0" lang="en-US" altLang="zh-CN" sz="2800" b="1" i="0" u="none" strike="noStrike" cap="none" normalizeH="0" baseline="0">
                          <a:ln>
                            <a:noFill/>
                          </a:ln>
                          <a:solidFill>
                            <a:schemeClr val="tx1"/>
                          </a:solidFill>
                          <a:effectLst/>
                          <a:latin typeface="Times New Roman" panose="02020603050405020304" pitchFamily="18" charset="0"/>
                          <a:ea typeface="黑体" panose="02010609060101010101" pitchFamily="49" charset="-122"/>
                          <a:sym typeface="Symbol" panose="05050102010706020507" pitchFamily="18" charset="2"/>
                        </a:rPr>
                        <a:t></a:t>
                      </a:r>
                      <a:endParaRPr kumimoji="0" lang="en-US" altLang="en-US" sz="2800" b="1" i="1" u="none" strike="noStrike" cap="none" normalizeH="0" baseline="0">
                        <a:ln>
                          <a:noFill/>
                        </a:ln>
                        <a:solidFill>
                          <a:schemeClr val="tx1"/>
                        </a:solidFill>
                        <a:effectLst/>
                        <a:latin typeface="Times New Roman" panose="02020603050405020304" pitchFamily="18" charset="0"/>
                        <a:ea typeface="黑体" panose="02010609060101010101" pitchFamily="49" charset="-122"/>
                        <a:sym typeface="Symbol" panose="05050102010706020507" pitchFamily="18" charset="2"/>
                      </a:endParaRPr>
                    </a:p>
                  </a:txBody>
                  <a:tcPr marT="45713" marB="45713" anchor="ctr" horzOverflow="overflow">
                    <a:lnL w="28575"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ctr" defTabSz="914400" rtl="0" eaLnBrk="1" fontAlgn="base" latinLnBrk="0" hangingPunct="1">
                        <a:lnSpc>
                          <a:spcPct val="100000"/>
                        </a:lnSpc>
                        <a:spcBef>
                          <a:spcPct val="0"/>
                        </a:spcBef>
                        <a:spcAft>
                          <a:spcPct val="0"/>
                        </a:spcAft>
                        <a:buClr>
                          <a:schemeClr val="folHlink"/>
                        </a:buClr>
                        <a:buSzPct val="60000"/>
                        <a:buFont typeface="Wingdings" panose="05000000000000000000" pitchFamily="2" charset="2"/>
                        <a:buNone/>
                        <a:tabLst/>
                      </a:pPr>
                      <a:endParaRPr kumimoji="0" lang="zh-CN" altLang="zh-CN" sz="2800" b="0" i="0" u="none" strike="noStrike" cap="none" normalizeH="0" baseline="0">
                        <a:ln>
                          <a:noFill/>
                        </a:ln>
                        <a:solidFill>
                          <a:schemeClr val="tx1"/>
                        </a:solidFill>
                        <a:effectLst/>
                        <a:latin typeface="Times New Roman" panose="02020603050405020304" pitchFamily="18" charset="0"/>
                        <a:ea typeface="黑体" panose="02010609060101010101" pitchFamily="49" charset="-122"/>
                      </a:endParaRPr>
                    </a:p>
                  </a:txBody>
                  <a:tcPr marT="45713" marB="45713" anchor="ctr"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ctr" defTabSz="914400" rtl="0" eaLnBrk="1" fontAlgn="base" latinLnBrk="0" hangingPunct="1">
                        <a:lnSpc>
                          <a:spcPct val="100000"/>
                        </a:lnSpc>
                        <a:spcBef>
                          <a:spcPct val="0"/>
                        </a:spcBef>
                        <a:spcAft>
                          <a:spcPct val="0"/>
                        </a:spcAft>
                        <a:buClr>
                          <a:schemeClr val="folHlink"/>
                        </a:buClr>
                        <a:buSzPct val="60000"/>
                        <a:buFont typeface="Wingdings" panose="05000000000000000000" pitchFamily="2" charset="2"/>
                        <a:buNone/>
                        <a:tabLst/>
                      </a:pPr>
                      <a:r>
                        <a:rPr kumimoji="0" lang="en-US" altLang="zh-CN" sz="2800" b="1" i="1" u="none" strike="noStrike" cap="none" normalizeH="0" baseline="0">
                          <a:ln>
                            <a:noFill/>
                          </a:ln>
                          <a:solidFill>
                            <a:schemeClr val="tx1"/>
                          </a:solidFill>
                          <a:effectLst/>
                          <a:latin typeface="Times New Roman" panose="02020603050405020304" pitchFamily="18" charset="0"/>
                          <a:ea typeface="黑体" panose="02010609060101010101" pitchFamily="49" charset="-122"/>
                        </a:rPr>
                        <a:t>E</a:t>
                      </a:r>
                      <a:r>
                        <a:rPr kumimoji="0" lang="en-US" altLang="zh-CN" sz="2800" b="1" i="0" u="none" strike="noStrike" cap="none" normalizeH="0" baseline="0">
                          <a:ln>
                            <a:noFill/>
                          </a:ln>
                          <a:solidFill>
                            <a:schemeClr val="tx1"/>
                          </a:solidFill>
                          <a:effectLst/>
                          <a:latin typeface="Times New Roman" panose="02020603050405020304" pitchFamily="18" charset="0"/>
                          <a:ea typeface="黑体" panose="02010609060101010101" pitchFamily="49" charset="-122"/>
                          <a:sym typeface="Symbol" panose="05050102010706020507" pitchFamily="18" charset="2"/>
                        </a:rPr>
                        <a:t>+</a:t>
                      </a:r>
                      <a:r>
                        <a:rPr kumimoji="0" lang="en-US" altLang="zh-CN" sz="2800" b="1" i="1" u="none" strike="noStrike" cap="none" normalizeH="0" baseline="0">
                          <a:ln>
                            <a:noFill/>
                          </a:ln>
                          <a:solidFill>
                            <a:schemeClr val="tx1"/>
                          </a:solidFill>
                          <a:effectLst/>
                          <a:latin typeface="Times New Roman" panose="02020603050405020304" pitchFamily="18" charset="0"/>
                          <a:ea typeface="黑体" panose="02010609060101010101" pitchFamily="49" charset="-122"/>
                          <a:sym typeface="Symbol" panose="05050102010706020507" pitchFamily="18" charset="2"/>
                        </a:rPr>
                        <a:t>TE</a:t>
                      </a:r>
                      <a:r>
                        <a:rPr kumimoji="0" lang="en-US" altLang="zh-CN" sz="2800" b="1" i="0" u="none" strike="noStrike" cap="none" normalizeH="0" baseline="0">
                          <a:ln>
                            <a:noFill/>
                          </a:ln>
                          <a:solidFill>
                            <a:schemeClr val="tx1"/>
                          </a:solidFill>
                          <a:effectLst/>
                          <a:latin typeface="Times New Roman" panose="02020603050405020304" pitchFamily="18" charset="0"/>
                          <a:ea typeface="黑体" panose="02010609060101010101" pitchFamily="49" charset="-122"/>
                          <a:sym typeface="Symbol" panose="05050102010706020507" pitchFamily="18" charset="2"/>
                        </a:rPr>
                        <a:t></a:t>
                      </a:r>
                    </a:p>
                  </a:txBody>
                  <a:tcPr marT="45713" marB="45713" anchor="ctr"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just" defTabSz="914400" rtl="0" eaLnBrk="1" fontAlgn="base" latinLnBrk="0" hangingPunct="1">
                        <a:lnSpc>
                          <a:spcPct val="100000"/>
                        </a:lnSpc>
                        <a:spcBef>
                          <a:spcPct val="0"/>
                        </a:spcBef>
                        <a:spcAft>
                          <a:spcPct val="0"/>
                        </a:spcAft>
                        <a:buClr>
                          <a:schemeClr val="folHlink"/>
                        </a:buClr>
                        <a:buSzPct val="60000"/>
                        <a:buFont typeface="Wingdings" panose="05000000000000000000" pitchFamily="2" charset="2"/>
                        <a:buNone/>
                        <a:tabLst/>
                      </a:pPr>
                      <a:endParaRPr kumimoji="0" lang="zh-CN" altLang="zh-CN" sz="2800" b="1" i="0" u="none" strike="noStrike" cap="none" normalizeH="0" baseline="0">
                        <a:ln>
                          <a:noFill/>
                        </a:ln>
                        <a:solidFill>
                          <a:schemeClr val="tx1"/>
                        </a:solidFill>
                        <a:effectLst/>
                        <a:latin typeface="Times New Roman" panose="02020603050405020304" pitchFamily="18" charset="0"/>
                        <a:ea typeface="黑体" panose="02010609060101010101" pitchFamily="49" charset="-122"/>
                      </a:endParaRPr>
                    </a:p>
                  </a:txBody>
                  <a:tcPr marT="45713" marB="45713" anchor="ctr"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ctr" defTabSz="914400" rtl="0" eaLnBrk="1" fontAlgn="base" latinLnBrk="0" hangingPunct="1">
                        <a:lnSpc>
                          <a:spcPct val="120000"/>
                        </a:lnSpc>
                        <a:spcBef>
                          <a:spcPct val="20000"/>
                        </a:spcBef>
                        <a:spcAft>
                          <a:spcPct val="0"/>
                        </a:spcAft>
                        <a:buClr>
                          <a:schemeClr val="folHlink"/>
                        </a:buClr>
                        <a:buSzPct val="60000"/>
                        <a:buFont typeface="Wingdings" panose="05000000000000000000" pitchFamily="2" charset="2"/>
                        <a:buNone/>
                        <a:tabLst/>
                      </a:pPr>
                      <a:endParaRPr kumimoji="0" lang="zh-CN" altLang="zh-CN" sz="2800" b="0" i="0" u="none" strike="noStrike" cap="none" normalizeH="0" baseline="0">
                        <a:ln>
                          <a:noFill/>
                        </a:ln>
                        <a:solidFill>
                          <a:schemeClr val="tx1"/>
                        </a:solidFill>
                        <a:effectLst/>
                        <a:latin typeface="Times New Roman" panose="02020603050405020304" pitchFamily="18" charset="0"/>
                        <a:ea typeface="黑体" panose="02010609060101010101" pitchFamily="49" charset="-122"/>
                      </a:endParaRPr>
                    </a:p>
                  </a:txBody>
                  <a:tcPr marT="45713" marB="45713" anchor="ctr" horzOverflow="overflow">
                    <a:lnL w="12700" cap="flat" cmpd="sng" algn="ctr">
                      <a:solidFill>
                        <a:schemeClr val="tx1"/>
                      </a:solidFill>
                      <a:prstDash val="solid"/>
                      <a:round/>
                      <a:headEnd type="none" w="sm" len="sm"/>
                      <a:tailEnd type="none" w="sm" len="sm"/>
                    </a:lnL>
                    <a:lnR w="28575"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extLst>
                  <a:ext uri="{0D108BD9-81ED-4DB2-BD59-A6C34878D82A}">
                    <a16:rowId xmlns:a16="http://schemas.microsoft.com/office/drawing/2014/main" val="10003"/>
                  </a:ext>
                </a:extLst>
              </a:tr>
              <a:tr h="603477">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ctr" defTabSz="914400" rtl="0" eaLnBrk="1" fontAlgn="base" latinLnBrk="0" hangingPunct="1">
                        <a:lnSpc>
                          <a:spcPct val="100000"/>
                        </a:lnSpc>
                        <a:spcBef>
                          <a:spcPct val="0"/>
                        </a:spcBef>
                        <a:spcAft>
                          <a:spcPct val="0"/>
                        </a:spcAft>
                        <a:buClr>
                          <a:schemeClr val="folHlink"/>
                        </a:buClr>
                        <a:buSzPct val="60000"/>
                        <a:buFont typeface="Wingdings" panose="05000000000000000000" pitchFamily="2" charset="2"/>
                        <a:buNone/>
                        <a:tabLst/>
                      </a:pPr>
                      <a:r>
                        <a:rPr kumimoji="0" lang="en-US" altLang="zh-CN" sz="2800" b="1" i="1" u="none" strike="noStrike" cap="none" normalizeH="0" baseline="0">
                          <a:ln>
                            <a:noFill/>
                          </a:ln>
                          <a:solidFill>
                            <a:schemeClr val="tx1"/>
                          </a:solidFill>
                          <a:effectLst/>
                          <a:latin typeface="Times New Roman" panose="02020603050405020304" pitchFamily="18" charset="0"/>
                          <a:ea typeface="黑体" panose="02010609060101010101" pitchFamily="49" charset="-122"/>
                        </a:rPr>
                        <a:t>T</a:t>
                      </a:r>
                    </a:p>
                  </a:txBody>
                  <a:tcPr marT="45713" marB="45713" anchor="ctr" horzOverflow="overflow">
                    <a:lnL w="28575"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ctr" defTabSz="914400" rtl="0" eaLnBrk="1" fontAlgn="base" latinLnBrk="0" hangingPunct="1">
                        <a:lnSpc>
                          <a:spcPct val="100000"/>
                        </a:lnSpc>
                        <a:spcBef>
                          <a:spcPct val="0"/>
                        </a:spcBef>
                        <a:spcAft>
                          <a:spcPct val="0"/>
                        </a:spcAft>
                        <a:buClr>
                          <a:schemeClr val="folHlink"/>
                        </a:buClr>
                        <a:buSzPct val="60000"/>
                        <a:buFont typeface="Wingdings" panose="05000000000000000000" pitchFamily="2" charset="2"/>
                        <a:buNone/>
                        <a:tabLst/>
                      </a:pPr>
                      <a:r>
                        <a:rPr kumimoji="0" lang="en-US" altLang="zh-CN" sz="2800" b="1" i="1" u="none" strike="noStrike" cap="none" normalizeH="0" baseline="0">
                          <a:ln>
                            <a:noFill/>
                          </a:ln>
                          <a:solidFill>
                            <a:schemeClr val="tx1"/>
                          </a:solidFill>
                          <a:effectLst/>
                          <a:latin typeface="Times New Roman" panose="02020603050405020304" pitchFamily="18" charset="0"/>
                          <a:ea typeface="黑体" panose="02010609060101010101" pitchFamily="49" charset="-122"/>
                        </a:rPr>
                        <a:t>T</a:t>
                      </a:r>
                      <a:r>
                        <a:rPr kumimoji="0" lang="en-US" altLang="zh-CN" sz="2800" b="1" i="0" u="none" strike="noStrike" cap="none" normalizeH="0" baseline="0">
                          <a:ln>
                            <a:noFill/>
                          </a:ln>
                          <a:solidFill>
                            <a:schemeClr val="tx1"/>
                          </a:solidFill>
                          <a:effectLst/>
                          <a:latin typeface="Times New Roman" panose="02020603050405020304" pitchFamily="18" charset="0"/>
                          <a:ea typeface="黑体" panose="02010609060101010101" pitchFamily="49" charset="-122"/>
                          <a:sym typeface="Symbol" panose="05050102010706020507" pitchFamily="18" charset="2"/>
                        </a:rPr>
                        <a:t></a:t>
                      </a:r>
                      <a:r>
                        <a:rPr kumimoji="0" lang="en-US" altLang="zh-CN" sz="2800" b="1" i="1" u="none" strike="noStrike" cap="none" normalizeH="0" baseline="0">
                          <a:ln>
                            <a:noFill/>
                          </a:ln>
                          <a:solidFill>
                            <a:schemeClr val="tx1"/>
                          </a:solidFill>
                          <a:effectLst/>
                          <a:latin typeface="Times New Roman" panose="02020603050405020304" pitchFamily="18" charset="0"/>
                          <a:ea typeface="黑体" panose="02010609060101010101" pitchFamily="49" charset="-122"/>
                          <a:sym typeface="Symbol" panose="05050102010706020507" pitchFamily="18" charset="2"/>
                        </a:rPr>
                        <a:t>FT</a:t>
                      </a:r>
                      <a:r>
                        <a:rPr kumimoji="0" lang="en-US" altLang="zh-CN" sz="2800" b="1" i="0" u="none" strike="noStrike" cap="none" normalizeH="0" baseline="0">
                          <a:ln>
                            <a:noFill/>
                          </a:ln>
                          <a:solidFill>
                            <a:schemeClr val="tx1"/>
                          </a:solidFill>
                          <a:effectLst/>
                          <a:latin typeface="Times New Roman" panose="02020603050405020304" pitchFamily="18" charset="0"/>
                          <a:ea typeface="黑体" panose="02010609060101010101" pitchFamily="49" charset="-122"/>
                          <a:sym typeface="Symbol" panose="05050102010706020507" pitchFamily="18" charset="2"/>
                        </a:rPr>
                        <a:t></a:t>
                      </a:r>
                    </a:p>
                  </a:txBody>
                  <a:tcPr marT="45713" marB="45713" anchor="ctr"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ctr" defTabSz="914400" rtl="0" eaLnBrk="1" fontAlgn="base" latinLnBrk="0" hangingPunct="1">
                        <a:lnSpc>
                          <a:spcPct val="100000"/>
                        </a:lnSpc>
                        <a:spcBef>
                          <a:spcPct val="0"/>
                        </a:spcBef>
                        <a:spcAft>
                          <a:spcPct val="0"/>
                        </a:spcAft>
                        <a:buClr>
                          <a:schemeClr val="folHlink"/>
                        </a:buClr>
                        <a:buSzPct val="60000"/>
                        <a:buFont typeface="Wingdings" panose="05000000000000000000" pitchFamily="2" charset="2"/>
                        <a:buNone/>
                        <a:tabLst/>
                      </a:pPr>
                      <a:endParaRPr kumimoji="0" lang="zh-CN" altLang="zh-CN" sz="2800" b="0" i="0" u="none" strike="noStrike" cap="none" normalizeH="0" baseline="0">
                        <a:ln>
                          <a:noFill/>
                        </a:ln>
                        <a:solidFill>
                          <a:schemeClr val="tx1"/>
                        </a:solidFill>
                        <a:effectLst/>
                        <a:latin typeface="Times New Roman" panose="02020603050405020304" pitchFamily="18" charset="0"/>
                        <a:ea typeface="黑体" panose="02010609060101010101" pitchFamily="49" charset="-122"/>
                      </a:endParaRPr>
                    </a:p>
                  </a:txBody>
                  <a:tcPr marT="45713" marB="45713" anchor="ctr"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ctr" defTabSz="914400" rtl="0" eaLnBrk="1" fontAlgn="base" latinLnBrk="0" hangingPunct="1">
                        <a:lnSpc>
                          <a:spcPct val="100000"/>
                        </a:lnSpc>
                        <a:spcBef>
                          <a:spcPct val="0"/>
                        </a:spcBef>
                        <a:spcAft>
                          <a:spcPct val="0"/>
                        </a:spcAft>
                        <a:buClr>
                          <a:schemeClr val="folHlink"/>
                        </a:buClr>
                        <a:buSzPct val="60000"/>
                        <a:buFont typeface="Wingdings" panose="05000000000000000000" pitchFamily="2" charset="2"/>
                        <a:buNone/>
                        <a:tabLst/>
                      </a:pPr>
                      <a:endParaRPr kumimoji="0" lang="zh-CN" altLang="zh-CN" sz="2800" b="0" i="0" u="none" strike="noStrike" cap="none" normalizeH="0" baseline="0">
                        <a:ln>
                          <a:noFill/>
                        </a:ln>
                        <a:solidFill>
                          <a:schemeClr val="tx1"/>
                        </a:solidFill>
                        <a:effectLst/>
                        <a:latin typeface="Times New Roman" panose="02020603050405020304" pitchFamily="18" charset="0"/>
                        <a:ea typeface="黑体" panose="02010609060101010101" pitchFamily="49" charset="-122"/>
                      </a:endParaRPr>
                    </a:p>
                  </a:txBody>
                  <a:tcPr marT="45713" marB="45713" anchor="ctr"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ctr" defTabSz="914400" rtl="0" eaLnBrk="1" fontAlgn="base" latinLnBrk="0" hangingPunct="1">
                        <a:lnSpc>
                          <a:spcPct val="120000"/>
                        </a:lnSpc>
                        <a:spcBef>
                          <a:spcPct val="20000"/>
                        </a:spcBef>
                        <a:spcAft>
                          <a:spcPct val="0"/>
                        </a:spcAft>
                        <a:buClr>
                          <a:schemeClr val="folHlink"/>
                        </a:buClr>
                        <a:buSzPct val="60000"/>
                        <a:buFont typeface="Wingdings" panose="05000000000000000000" pitchFamily="2" charset="2"/>
                        <a:buNone/>
                        <a:tabLst/>
                      </a:pPr>
                      <a:endParaRPr kumimoji="0" lang="zh-CN" altLang="zh-CN" sz="2800" b="0" i="0" u="none" strike="noStrike" cap="none" normalizeH="0" baseline="0">
                        <a:ln>
                          <a:noFill/>
                        </a:ln>
                        <a:solidFill>
                          <a:schemeClr val="tx1"/>
                        </a:solidFill>
                        <a:effectLst/>
                        <a:latin typeface="Times New Roman" panose="02020603050405020304" pitchFamily="18" charset="0"/>
                        <a:ea typeface="黑体" panose="02010609060101010101" pitchFamily="49" charset="-122"/>
                      </a:endParaRPr>
                    </a:p>
                  </a:txBody>
                  <a:tcPr marT="45713" marB="45713" anchor="ctr" horzOverflow="overflow">
                    <a:lnL w="12700" cap="flat" cmpd="sng" algn="ctr">
                      <a:solidFill>
                        <a:schemeClr val="tx1"/>
                      </a:solidFill>
                      <a:prstDash val="solid"/>
                      <a:round/>
                      <a:headEnd type="none" w="sm" len="sm"/>
                      <a:tailEnd type="none" w="sm" len="sm"/>
                    </a:lnL>
                    <a:lnR w="28575"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extLst>
                  <a:ext uri="{0D108BD9-81ED-4DB2-BD59-A6C34878D82A}">
                    <a16:rowId xmlns:a16="http://schemas.microsoft.com/office/drawing/2014/main" val="10004"/>
                  </a:ext>
                </a:extLst>
              </a:tr>
              <a:tr h="603477">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ctr" defTabSz="914400" rtl="0" eaLnBrk="1" fontAlgn="base" latinLnBrk="0" hangingPunct="1">
                        <a:lnSpc>
                          <a:spcPct val="100000"/>
                        </a:lnSpc>
                        <a:spcBef>
                          <a:spcPct val="0"/>
                        </a:spcBef>
                        <a:spcAft>
                          <a:spcPct val="0"/>
                        </a:spcAft>
                        <a:buClr>
                          <a:schemeClr val="folHlink"/>
                        </a:buClr>
                        <a:buSzPct val="60000"/>
                        <a:buFont typeface="Wingdings" panose="05000000000000000000" pitchFamily="2" charset="2"/>
                        <a:buNone/>
                        <a:tabLst/>
                      </a:pPr>
                      <a:r>
                        <a:rPr kumimoji="0" lang="en-US" altLang="zh-CN" sz="2800" b="1" i="1" u="none" strike="noStrike" cap="none" normalizeH="0" baseline="0">
                          <a:ln>
                            <a:noFill/>
                          </a:ln>
                          <a:solidFill>
                            <a:schemeClr val="tx1"/>
                          </a:solidFill>
                          <a:effectLst/>
                          <a:latin typeface="Times New Roman" panose="02020603050405020304" pitchFamily="18" charset="0"/>
                          <a:ea typeface="黑体" panose="02010609060101010101" pitchFamily="49" charset="-122"/>
                        </a:rPr>
                        <a:t>T</a:t>
                      </a:r>
                      <a:r>
                        <a:rPr kumimoji="0" lang="en-US" altLang="zh-CN" sz="2800" b="1" i="0" u="none" strike="noStrike" cap="none" normalizeH="0" baseline="0">
                          <a:ln>
                            <a:noFill/>
                          </a:ln>
                          <a:solidFill>
                            <a:schemeClr val="tx1"/>
                          </a:solidFill>
                          <a:effectLst/>
                          <a:latin typeface="Times New Roman" panose="02020603050405020304" pitchFamily="18" charset="0"/>
                          <a:ea typeface="黑体" panose="02010609060101010101" pitchFamily="49" charset="-122"/>
                          <a:sym typeface="Symbol" panose="05050102010706020507" pitchFamily="18" charset="2"/>
                        </a:rPr>
                        <a:t></a:t>
                      </a:r>
                    </a:p>
                  </a:txBody>
                  <a:tcPr marT="45713" marB="45713" anchor="ctr" horzOverflow="overflow">
                    <a:lnL w="28575"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ctr" defTabSz="914400" rtl="0" eaLnBrk="1" fontAlgn="base" latinLnBrk="0" hangingPunct="1">
                        <a:lnSpc>
                          <a:spcPct val="100000"/>
                        </a:lnSpc>
                        <a:spcBef>
                          <a:spcPct val="0"/>
                        </a:spcBef>
                        <a:spcAft>
                          <a:spcPct val="0"/>
                        </a:spcAft>
                        <a:buClr>
                          <a:schemeClr val="folHlink"/>
                        </a:buClr>
                        <a:buSzPct val="60000"/>
                        <a:buFont typeface="Wingdings" panose="05000000000000000000" pitchFamily="2" charset="2"/>
                        <a:buNone/>
                        <a:tabLst/>
                      </a:pPr>
                      <a:r>
                        <a:rPr kumimoji="0" lang="zh-CN" altLang="en-US" sz="2800" b="0" i="0" u="none" strike="noStrike" cap="none" normalizeH="0" baseline="0">
                          <a:ln>
                            <a:noFill/>
                          </a:ln>
                          <a:solidFill>
                            <a:srgbClr val="008000"/>
                          </a:solidFill>
                          <a:effectLst/>
                          <a:latin typeface="Times New Roman" panose="02020603050405020304" pitchFamily="18" charset="0"/>
                          <a:ea typeface="黑体" panose="02010609060101010101" pitchFamily="49" charset="-122"/>
                          <a:sym typeface="Symbol" panose="05050102010706020507" pitchFamily="18" charset="2"/>
                        </a:rPr>
                        <a:t>出错</a:t>
                      </a:r>
                    </a:p>
                  </a:txBody>
                  <a:tcPr marT="45713" marB="45713" anchor="ctr"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ctr" defTabSz="914400" rtl="0" eaLnBrk="1" fontAlgn="base" latinLnBrk="0" hangingPunct="1">
                        <a:lnSpc>
                          <a:spcPct val="100000"/>
                        </a:lnSpc>
                        <a:spcBef>
                          <a:spcPct val="0"/>
                        </a:spcBef>
                        <a:spcAft>
                          <a:spcPct val="0"/>
                        </a:spcAft>
                        <a:buClr>
                          <a:schemeClr val="folHlink"/>
                        </a:buClr>
                        <a:buSzPct val="60000"/>
                        <a:buFont typeface="Wingdings" panose="05000000000000000000" pitchFamily="2" charset="2"/>
                        <a:buNone/>
                        <a:tabLst/>
                      </a:pPr>
                      <a:r>
                        <a:rPr kumimoji="0" lang="en-US" altLang="zh-CN" sz="2800" b="1" i="1" u="none" strike="noStrike" cap="none" normalizeH="0" baseline="0">
                          <a:ln>
                            <a:noFill/>
                          </a:ln>
                          <a:solidFill>
                            <a:schemeClr val="tx1"/>
                          </a:solidFill>
                          <a:effectLst/>
                          <a:latin typeface="Times New Roman" panose="02020603050405020304" pitchFamily="18" charset="0"/>
                          <a:ea typeface="黑体" panose="02010609060101010101" pitchFamily="49" charset="-122"/>
                        </a:rPr>
                        <a:t>T</a:t>
                      </a:r>
                      <a:r>
                        <a:rPr kumimoji="0" lang="en-US" altLang="zh-CN" sz="2800" b="1" i="0" u="none" strike="noStrike" cap="none" normalizeH="0" baseline="0">
                          <a:ln>
                            <a:noFill/>
                          </a:ln>
                          <a:solidFill>
                            <a:schemeClr val="tx1"/>
                          </a:solidFill>
                          <a:effectLst/>
                          <a:latin typeface="Times New Roman" panose="02020603050405020304" pitchFamily="18" charset="0"/>
                          <a:ea typeface="黑体" panose="02010609060101010101" pitchFamily="49" charset="-122"/>
                          <a:sym typeface="Symbol" panose="05050102010706020507" pitchFamily="18" charset="2"/>
                        </a:rPr>
                        <a:t> </a:t>
                      </a:r>
                    </a:p>
                  </a:txBody>
                  <a:tcPr marT="45713" marB="45713" anchor="ctr"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ctr" defTabSz="914400" rtl="0" eaLnBrk="1" fontAlgn="base" latinLnBrk="0" hangingPunct="1">
                        <a:lnSpc>
                          <a:spcPct val="100000"/>
                        </a:lnSpc>
                        <a:spcBef>
                          <a:spcPct val="0"/>
                        </a:spcBef>
                        <a:spcAft>
                          <a:spcPct val="0"/>
                        </a:spcAft>
                        <a:buClr>
                          <a:schemeClr val="folHlink"/>
                        </a:buClr>
                        <a:buSzPct val="60000"/>
                        <a:buFont typeface="Wingdings" panose="05000000000000000000" pitchFamily="2" charset="2"/>
                        <a:buNone/>
                        <a:tabLst/>
                      </a:pPr>
                      <a:r>
                        <a:rPr kumimoji="0" lang="en-US" altLang="zh-CN" sz="2800" b="1" i="1" u="none" strike="noStrike" cap="none" normalizeH="0" baseline="0">
                          <a:ln>
                            <a:noFill/>
                          </a:ln>
                          <a:solidFill>
                            <a:schemeClr val="tx1"/>
                          </a:solidFill>
                          <a:effectLst/>
                          <a:latin typeface="Times New Roman" panose="02020603050405020304" pitchFamily="18" charset="0"/>
                          <a:ea typeface="黑体" panose="02010609060101010101" pitchFamily="49" charset="-122"/>
                        </a:rPr>
                        <a:t>T</a:t>
                      </a:r>
                      <a:r>
                        <a:rPr kumimoji="0" lang="en-US" altLang="zh-CN" sz="2800" b="1" i="0" u="none" strike="noStrike" cap="none" normalizeH="0" baseline="0">
                          <a:ln>
                            <a:noFill/>
                          </a:ln>
                          <a:solidFill>
                            <a:schemeClr val="tx1"/>
                          </a:solidFill>
                          <a:effectLst/>
                          <a:latin typeface="Times New Roman" panose="02020603050405020304" pitchFamily="18" charset="0"/>
                          <a:ea typeface="黑体" panose="02010609060101010101" pitchFamily="49" charset="-122"/>
                          <a:sym typeface="Symbol" panose="05050102010706020507" pitchFamily="18" charset="2"/>
                        </a:rPr>
                        <a:t></a:t>
                      </a:r>
                      <a:r>
                        <a:rPr kumimoji="0" lang="en-US" altLang="zh-CN" sz="2800" b="1" i="1" u="none" strike="noStrike" cap="none" normalizeH="0" baseline="0">
                          <a:ln>
                            <a:noFill/>
                          </a:ln>
                          <a:solidFill>
                            <a:schemeClr val="tx1"/>
                          </a:solidFill>
                          <a:effectLst/>
                          <a:latin typeface="Times New Roman" panose="02020603050405020304" pitchFamily="18" charset="0"/>
                          <a:ea typeface="黑体" panose="02010609060101010101" pitchFamily="49" charset="-122"/>
                          <a:sym typeface="Symbol" panose="05050102010706020507" pitchFamily="18" charset="2"/>
                        </a:rPr>
                        <a:t>FT</a:t>
                      </a:r>
                      <a:r>
                        <a:rPr kumimoji="0" lang="en-US" altLang="zh-CN" sz="2800" b="1" i="0" u="none" strike="noStrike" cap="none" normalizeH="0" baseline="0">
                          <a:ln>
                            <a:noFill/>
                          </a:ln>
                          <a:solidFill>
                            <a:schemeClr val="tx1"/>
                          </a:solidFill>
                          <a:effectLst/>
                          <a:latin typeface="Times New Roman" panose="02020603050405020304" pitchFamily="18" charset="0"/>
                          <a:ea typeface="黑体" panose="02010609060101010101" pitchFamily="49" charset="-122"/>
                          <a:sym typeface="Symbol" panose="05050102010706020507" pitchFamily="18" charset="2"/>
                        </a:rPr>
                        <a:t></a:t>
                      </a:r>
                    </a:p>
                  </a:txBody>
                  <a:tcPr marT="45713" marB="45713" anchor="ctr"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ctr" defTabSz="914400" rtl="0" eaLnBrk="1" fontAlgn="base" latinLnBrk="0" hangingPunct="1">
                        <a:lnSpc>
                          <a:spcPct val="120000"/>
                        </a:lnSpc>
                        <a:spcBef>
                          <a:spcPct val="20000"/>
                        </a:spcBef>
                        <a:spcAft>
                          <a:spcPct val="0"/>
                        </a:spcAft>
                        <a:buClr>
                          <a:schemeClr val="folHlink"/>
                        </a:buClr>
                        <a:buSzPct val="60000"/>
                        <a:buFont typeface="Wingdings" panose="05000000000000000000" pitchFamily="2" charset="2"/>
                        <a:buNone/>
                        <a:tabLst/>
                      </a:pPr>
                      <a:endParaRPr kumimoji="0" lang="zh-CN" altLang="zh-CN" sz="2800" b="0" i="0" u="none" strike="noStrike" cap="none" normalizeH="0" baseline="0">
                        <a:ln>
                          <a:noFill/>
                        </a:ln>
                        <a:solidFill>
                          <a:schemeClr val="tx1"/>
                        </a:solidFill>
                        <a:effectLst/>
                        <a:latin typeface="Times New Roman" panose="02020603050405020304" pitchFamily="18" charset="0"/>
                        <a:ea typeface="黑体" panose="02010609060101010101" pitchFamily="49" charset="-122"/>
                      </a:endParaRPr>
                    </a:p>
                  </a:txBody>
                  <a:tcPr marT="45713" marB="45713" anchor="ctr" horzOverflow="overflow">
                    <a:lnL w="12700" cap="flat" cmpd="sng" algn="ctr">
                      <a:solidFill>
                        <a:schemeClr val="tx1"/>
                      </a:solidFill>
                      <a:prstDash val="solid"/>
                      <a:round/>
                      <a:headEnd type="none" w="sm" len="sm"/>
                      <a:tailEnd type="none" w="sm" len="sm"/>
                    </a:lnL>
                    <a:lnR w="28575"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extLst>
                  <a:ext uri="{0D108BD9-81ED-4DB2-BD59-A6C34878D82A}">
                    <a16:rowId xmlns:a16="http://schemas.microsoft.com/office/drawing/2014/main" val="10005"/>
                  </a:ext>
                </a:extLst>
              </a:tr>
              <a:tr h="603477">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ctr" defTabSz="914400" rtl="0" eaLnBrk="1" fontAlgn="base" latinLnBrk="0" hangingPunct="1">
                        <a:lnSpc>
                          <a:spcPct val="100000"/>
                        </a:lnSpc>
                        <a:spcBef>
                          <a:spcPct val="0"/>
                        </a:spcBef>
                        <a:spcAft>
                          <a:spcPct val="0"/>
                        </a:spcAft>
                        <a:buClr>
                          <a:schemeClr val="folHlink"/>
                        </a:buClr>
                        <a:buSzPct val="60000"/>
                        <a:buFont typeface="Wingdings" panose="05000000000000000000" pitchFamily="2" charset="2"/>
                        <a:buNone/>
                        <a:tabLst/>
                      </a:pPr>
                      <a:r>
                        <a:rPr kumimoji="0" lang="en-US" altLang="zh-CN" sz="2800" b="1" i="0" u="none" strike="noStrike" cap="none" normalizeH="0" baseline="0">
                          <a:ln>
                            <a:noFill/>
                          </a:ln>
                          <a:solidFill>
                            <a:schemeClr val="tx1"/>
                          </a:solidFill>
                          <a:effectLst/>
                          <a:latin typeface="Times New Roman" panose="02020603050405020304" pitchFamily="18" charset="0"/>
                          <a:ea typeface="黑体" panose="02010609060101010101" pitchFamily="49" charset="-122"/>
                        </a:rPr>
                        <a:t>. . .</a:t>
                      </a:r>
                    </a:p>
                  </a:txBody>
                  <a:tcPr marT="45713" marB="45713" anchor="ctr" horzOverflow="overflow">
                    <a:lnL w="28575"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28575" cap="flat" cmpd="sng" algn="ctr">
                      <a:solidFill>
                        <a:schemeClr val="tx1"/>
                      </a:solidFill>
                      <a:prstDash val="solid"/>
                      <a:round/>
                      <a:headEnd type="none" w="sm" len="sm"/>
                      <a:tailEnd type="none" w="sm" len="sm"/>
                    </a:lnB>
                    <a:lnTlToBr>
                      <a:noFill/>
                    </a:lnTlToBr>
                    <a:lnBlToTr>
                      <a:noFill/>
                    </a:lnBlToTr>
                    <a:noFill/>
                  </a:tcPr>
                </a:tc>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ctr" defTabSz="914400" rtl="0" eaLnBrk="1" fontAlgn="base" latinLnBrk="0" hangingPunct="1">
                        <a:lnSpc>
                          <a:spcPct val="100000"/>
                        </a:lnSpc>
                        <a:spcBef>
                          <a:spcPct val="0"/>
                        </a:spcBef>
                        <a:spcAft>
                          <a:spcPct val="0"/>
                        </a:spcAft>
                        <a:buClr>
                          <a:schemeClr val="folHlink"/>
                        </a:buClr>
                        <a:buSzPct val="60000"/>
                        <a:buFont typeface="Wingdings" panose="05000000000000000000" pitchFamily="2" charset="2"/>
                        <a:buNone/>
                        <a:tabLst/>
                      </a:pPr>
                      <a:endParaRPr kumimoji="0" lang="zh-CN" altLang="zh-CN" sz="2800" b="0" i="0" u="none" strike="noStrike" cap="none" normalizeH="0" baseline="0">
                        <a:ln>
                          <a:noFill/>
                        </a:ln>
                        <a:solidFill>
                          <a:schemeClr val="tx1"/>
                        </a:solidFill>
                        <a:effectLst/>
                        <a:latin typeface="Times New Roman" panose="02020603050405020304" pitchFamily="18" charset="0"/>
                        <a:ea typeface="黑体" panose="02010609060101010101" pitchFamily="49" charset="-122"/>
                      </a:endParaRPr>
                    </a:p>
                  </a:txBody>
                  <a:tcPr marT="45713" marB="45713" anchor="ctr"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28575" cap="flat" cmpd="sng" algn="ctr">
                      <a:solidFill>
                        <a:schemeClr val="tx1"/>
                      </a:solidFill>
                      <a:prstDash val="solid"/>
                      <a:round/>
                      <a:headEnd type="none" w="sm" len="sm"/>
                      <a:tailEnd type="none" w="sm" len="sm"/>
                    </a:lnB>
                    <a:lnTlToBr>
                      <a:noFill/>
                    </a:lnTlToBr>
                    <a:lnBlToTr>
                      <a:noFill/>
                    </a:lnBlToTr>
                    <a:noFill/>
                  </a:tcPr>
                </a:tc>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ctr" defTabSz="914400" rtl="0" eaLnBrk="1" fontAlgn="base" latinLnBrk="0" hangingPunct="1">
                        <a:lnSpc>
                          <a:spcPct val="100000"/>
                        </a:lnSpc>
                        <a:spcBef>
                          <a:spcPct val="0"/>
                        </a:spcBef>
                        <a:spcAft>
                          <a:spcPct val="0"/>
                        </a:spcAft>
                        <a:buClr>
                          <a:schemeClr val="folHlink"/>
                        </a:buClr>
                        <a:buSzPct val="60000"/>
                        <a:buFont typeface="Wingdings" panose="05000000000000000000" pitchFamily="2" charset="2"/>
                        <a:buNone/>
                        <a:tabLst/>
                      </a:pPr>
                      <a:r>
                        <a:rPr kumimoji="0" lang="en-US" altLang="zh-CN" sz="2800" b="1" i="1" u="none" strike="noStrike" cap="none" normalizeH="0" baseline="0">
                          <a:ln>
                            <a:noFill/>
                          </a:ln>
                          <a:solidFill>
                            <a:schemeClr val="tx1"/>
                          </a:solidFill>
                          <a:effectLst/>
                          <a:latin typeface="Times New Roman" panose="02020603050405020304" pitchFamily="18" charset="0"/>
                          <a:ea typeface="黑体" panose="02010609060101010101" pitchFamily="49" charset="-122"/>
                        </a:rPr>
                        <a:t> </a:t>
                      </a:r>
                      <a:endParaRPr kumimoji="0" lang="en-US" altLang="zh-CN" sz="2800" b="1" i="0" u="none" strike="noStrike" cap="none" normalizeH="0" baseline="0">
                        <a:ln>
                          <a:noFill/>
                        </a:ln>
                        <a:solidFill>
                          <a:schemeClr val="tx1"/>
                        </a:solidFill>
                        <a:effectLst/>
                        <a:latin typeface="Times New Roman" panose="02020603050405020304" pitchFamily="18" charset="0"/>
                        <a:ea typeface="黑体" panose="02010609060101010101" pitchFamily="49" charset="-122"/>
                        <a:sym typeface="Symbol" panose="05050102010706020507" pitchFamily="18" charset="2"/>
                      </a:endParaRPr>
                    </a:p>
                  </a:txBody>
                  <a:tcPr marT="45713" marB="45713" anchor="ctr"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28575" cap="flat" cmpd="sng" algn="ctr">
                      <a:solidFill>
                        <a:schemeClr val="tx1"/>
                      </a:solidFill>
                      <a:prstDash val="solid"/>
                      <a:round/>
                      <a:headEnd type="none" w="sm" len="sm"/>
                      <a:tailEnd type="none" w="sm" len="sm"/>
                    </a:lnB>
                    <a:lnTlToBr>
                      <a:noFill/>
                    </a:lnTlToBr>
                    <a:lnBlToTr>
                      <a:noFill/>
                    </a:lnBlToTr>
                    <a:noFill/>
                  </a:tcPr>
                </a:tc>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ctr" defTabSz="914400" rtl="0" eaLnBrk="1" fontAlgn="base" latinLnBrk="0" hangingPunct="1">
                        <a:lnSpc>
                          <a:spcPct val="100000"/>
                        </a:lnSpc>
                        <a:spcBef>
                          <a:spcPct val="0"/>
                        </a:spcBef>
                        <a:spcAft>
                          <a:spcPct val="0"/>
                        </a:spcAft>
                        <a:buClr>
                          <a:schemeClr val="folHlink"/>
                        </a:buClr>
                        <a:buSzPct val="60000"/>
                        <a:buFont typeface="Wingdings" panose="05000000000000000000" pitchFamily="2" charset="2"/>
                        <a:buNone/>
                        <a:tabLst/>
                      </a:pPr>
                      <a:endParaRPr kumimoji="0" lang="zh-CN" altLang="zh-CN" sz="2800" b="1" i="0" u="none" strike="noStrike" cap="none" normalizeH="0" baseline="0">
                        <a:ln>
                          <a:noFill/>
                        </a:ln>
                        <a:solidFill>
                          <a:schemeClr val="tx1"/>
                        </a:solidFill>
                        <a:effectLst/>
                        <a:latin typeface="Times New Roman" panose="02020603050405020304" pitchFamily="18" charset="0"/>
                        <a:ea typeface="黑体" panose="02010609060101010101" pitchFamily="49" charset="-122"/>
                        <a:sym typeface="Symbol" panose="05050102010706020507" pitchFamily="18" charset="2"/>
                      </a:endParaRPr>
                    </a:p>
                  </a:txBody>
                  <a:tcPr marT="45713" marB="45713" anchor="ctr"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28575" cap="flat" cmpd="sng" algn="ctr">
                      <a:solidFill>
                        <a:schemeClr val="tx1"/>
                      </a:solidFill>
                      <a:prstDash val="solid"/>
                      <a:round/>
                      <a:headEnd type="none" w="sm" len="sm"/>
                      <a:tailEnd type="none" w="sm" len="sm"/>
                    </a:lnB>
                    <a:lnTlToBr>
                      <a:noFill/>
                    </a:lnTlToBr>
                    <a:lnBlToTr>
                      <a:noFill/>
                    </a:lnBlToTr>
                    <a:noFill/>
                  </a:tcPr>
                </a:tc>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ctr" defTabSz="914400" rtl="0" eaLnBrk="1" fontAlgn="base" latinLnBrk="0" hangingPunct="1">
                        <a:lnSpc>
                          <a:spcPct val="120000"/>
                        </a:lnSpc>
                        <a:spcBef>
                          <a:spcPct val="20000"/>
                        </a:spcBef>
                        <a:spcAft>
                          <a:spcPct val="0"/>
                        </a:spcAft>
                        <a:buClr>
                          <a:schemeClr val="folHlink"/>
                        </a:buClr>
                        <a:buSzPct val="60000"/>
                        <a:buFont typeface="Wingdings" panose="05000000000000000000" pitchFamily="2" charset="2"/>
                        <a:buNone/>
                        <a:tabLst/>
                      </a:pPr>
                      <a:endParaRPr kumimoji="0" lang="zh-CN" altLang="zh-CN" sz="2800" b="0" i="0" u="none" strike="noStrike" cap="none" normalizeH="0" baseline="0" dirty="0">
                        <a:ln>
                          <a:noFill/>
                        </a:ln>
                        <a:solidFill>
                          <a:schemeClr val="tx1"/>
                        </a:solidFill>
                        <a:effectLst/>
                        <a:latin typeface="Times New Roman" panose="02020603050405020304" pitchFamily="18" charset="0"/>
                        <a:ea typeface="黑体" panose="02010609060101010101" pitchFamily="49" charset="-122"/>
                      </a:endParaRPr>
                    </a:p>
                  </a:txBody>
                  <a:tcPr marT="45713" marB="45713" anchor="ctr" horzOverflow="overflow">
                    <a:lnL w="12700" cap="flat" cmpd="sng" algn="ctr">
                      <a:solidFill>
                        <a:schemeClr val="tx1"/>
                      </a:solidFill>
                      <a:prstDash val="solid"/>
                      <a:round/>
                      <a:headEnd type="none" w="sm" len="sm"/>
                      <a:tailEnd type="none" w="sm" len="sm"/>
                    </a:lnL>
                    <a:lnR w="28575"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28575" cap="flat" cmpd="sng" algn="ctr">
                      <a:solidFill>
                        <a:schemeClr val="tx1"/>
                      </a:solidFill>
                      <a:prstDash val="solid"/>
                      <a:round/>
                      <a:headEnd type="none" w="sm" len="sm"/>
                      <a:tailEnd type="none" w="sm" len="sm"/>
                    </a:lnB>
                    <a:lnTlToBr>
                      <a:noFill/>
                    </a:lnTlToBr>
                    <a:lnBlToTr>
                      <a:noFill/>
                    </a:lnBlToTr>
                    <a:noFill/>
                  </a:tcPr>
                </a:tc>
                <a:extLst>
                  <a:ext uri="{0D108BD9-81ED-4DB2-BD59-A6C34878D82A}">
                    <a16:rowId xmlns:a16="http://schemas.microsoft.com/office/drawing/2014/main" val="10006"/>
                  </a:ext>
                </a:extLst>
              </a:tr>
            </a:tbl>
          </a:graphicData>
        </a:graphic>
      </p:graphicFrame>
      <p:sp>
        <p:nvSpPr>
          <p:cNvPr id="2" name="日期占位符 1">
            <a:extLst>
              <a:ext uri="{FF2B5EF4-FFF2-40B4-BE49-F238E27FC236}">
                <a16:creationId xmlns:a16="http://schemas.microsoft.com/office/drawing/2014/main" id="{8D8F73AE-5241-ADA4-345C-AA556417A480}"/>
              </a:ext>
            </a:extLst>
          </p:cNvPr>
          <p:cNvSpPr>
            <a:spLocks noGrp="1"/>
          </p:cNvSpPr>
          <p:nvPr>
            <p:ph type="dt" sz="half" idx="10"/>
          </p:nvPr>
        </p:nvSpPr>
        <p:spPr/>
        <p:txBody>
          <a:bodyPr/>
          <a:lstStyle/>
          <a:p>
            <a:fld id="{88A79AC6-1707-4852-B1F2-547EEC12F9DB}" type="datetime2">
              <a:rPr lang="zh-CN" altLang="en-US" smtClean="0"/>
              <a:pPr/>
              <a:t>2025年11月26日</a:t>
            </a:fld>
            <a:endParaRPr lang="zh-CN" altLang="en-US"/>
          </a:p>
        </p:txBody>
      </p:sp>
      <p:sp>
        <p:nvSpPr>
          <p:cNvPr id="3" name="页脚占位符 2">
            <a:extLst>
              <a:ext uri="{FF2B5EF4-FFF2-40B4-BE49-F238E27FC236}">
                <a16:creationId xmlns:a16="http://schemas.microsoft.com/office/drawing/2014/main" id="{EDC8CB52-70B0-956E-1973-446161DF0005}"/>
              </a:ext>
            </a:extLst>
          </p:cNvPr>
          <p:cNvSpPr>
            <a:spLocks noGrp="1"/>
          </p:cNvSpPr>
          <p:nvPr>
            <p:ph type="ftr" sz="quarter" idx="11"/>
          </p:nvPr>
        </p:nvSpPr>
        <p:spPr/>
        <p:txBody>
          <a:bodyPr/>
          <a:lstStyle/>
          <a:p>
            <a:r>
              <a:rPr lang="zh-CN" altLang="en-US"/>
              <a:t>编译原理</a:t>
            </a:r>
            <a:r>
              <a:rPr lang="en-US" altLang="zh-CN"/>
              <a:t>-</a:t>
            </a:r>
            <a:r>
              <a:rPr lang="zh-CN" altLang="en-US"/>
              <a:t>王欣捷</a:t>
            </a:r>
            <a:r>
              <a:rPr lang="en-US" altLang="zh-CN"/>
              <a:t>-</a:t>
            </a:r>
            <a:r>
              <a:rPr lang="zh-CN" altLang="en-US"/>
              <a:t>第三章 语法分析</a:t>
            </a:r>
            <a:r>
              <a:rPr lang="en-US" altLang="zh-CN"/>
              <a:t>(4)</a:t>
            </a:r>
            <a:endParaRPr lang="zh-CN" altLang="en-US"/>
          </a:p>
        </p:txBody>
      </p:sp>
      <p:sp>
        <p:nvSpPr>
          <p:cNvPr id="4" name="灯片编号占位符 3">
            <a:extLst>
              <a:ext uri="{FF2B5EF4-FFF2-40B4-BE49-F238E27FC236}">
                <a16:creationId xmlns:a16="http://schemas.microsoft.com/office/drawing/2014/main" id="{14BB5D30-5D88-A0CA-5CEF-859C5692EDBF}"/>
              </a:ext>
            </a:extLst>
          </p:cNvPr>
          <p:cNvSpPr>
            <a:spLocks noGrp="1"/>
          </p:cNvSpPr>
          <p:nvPr>
            <p:ph type="sldNum" sz="quarter" idx="12"/>
          </p:nvPr>
        </p:nvSpPr>
        <p:spPr/>
        <p:txBody>
          <a:bodyPr/>
          <a:lstStyle/>
          <a:p>
            <a:fld id="{094DEB03-EFC6-4C20-8FC8-295189A5386F}" type="slidenum">
              <a:rPr lang="zh-CN" altLang="en-US" smtClean="0"/>
              <a:pPr/>
              <a:t>77</a:t>
            </a:fld>
            <a:endParaRPr lang="zh-CN" altLang="en-US"/>
          </a:p>
        </p:txBody>
      </p:sp>
    </p:spTree>
  </p:cSld>
  <p:clrMapOvr>
    <a:masterClrMapping/>
  </p:clrMapOvr>
</p:sld>
</file>

<file path=ppt/slides/slide7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8" name="Group 4">
            <a:extLst>
              <a:ext uri="{FF2B5EF4-FFF2-40B4-BE49-F238E27FC236}">
                <a16:creationId xmlns:a16="http://schemas.microsoft.com/office/drawing/2014/main" id="{377AF6CE-4B78-4469-BBBB-0EDC17D20304}"/>
              </a:ext>
            </a:extLst>
          </p:cNvPr>
          <p:cNvGraphicFramePr>
            <a:graphicFrameLocks/>
          </p:cNvGraphicFramePr>
          <p:nvPr>
            <p:extLst>
              <p:ext uri="{D42A27DB-BD31-4B8C-83A1-F6EECF244321}">
                <p14:modId xmlns:p14="http://schemas.microsoft.com/office/powerpoint/2010/main" val="3958879860"/>
              </p:ext>
            </p:extLst>
          </p:nvPr>
        </p:nvGraphicFramePr>
        <p:xfrm>
          <a:off x="361156" y="1891045"/>
          <a:ext cx="8421688" cy="4565728"/>
        </p:xfrm>
        <a:graphic>
          <a:graphicData uri="http://schemas.openxmlformats.org/drawingml/2006/table">
            <a:tbl>
              <a:tblPr/>
              <a:tblGrid>
                <a:gridCol w="1516063">
                  <a:extLst>
                    <a:ext uri="{9D8B030D-6E8A-4147-A177-3AD203B41FA5}">
                      <a16:colId xmlns:a16="http://schemas.microsoft.com/office/drawing/2014/main" val="20000"/>
                    </a:ext>
                  </a:extLst>
                </a:gridCol>
                <a:gridCol w="1708150">
                  <a:extLst>
                    <a:ext uri="{9D8B030D-6E8A-4147-A177-3AD203B41FA5}">
                      <a16:colId xmlns:a16="http://schemas.microsoft.com/office/drawing/2014/main" val="20001"/>
                    </a:ext>
                  </a:extLst>
                </a:gridCol>
                <a:gridCol w="1793875">
                  <a:extLst>
                    <a:ext uri="{9D8B030D-6E8A-4147-A177-3AD203B41FA5}">
                      <a16:colId xmlns:a16="http://schemas.microsoft.com/office/drawing/2014/main" val="20002"/>
                    </a:ext>
                  </a:extLst>
                </a:gridCol>
                <a:gridCol w="1649412">
                  <a:extLst>
                    <a:ext uri="{9D8B030D-6E8A-4147-A177-3AD203B41FA5}">
                      <a16:colId xmlns:a16="http://schemas.microsoft.com/office/drawing/2014/main" val="20003"/>
                    </a:ext>
                  </a:extLst>
                </a:gridCol>
                <a:gridCol w="1754188">
                  <a:extLst>
                    <a:ext uri="{9D8B030D-6E8A-4147-A177-3AD203B41FA5}">
                      <a16:colId xmlns:a16="http://schemas.microsoft.com/office/drawing/2014/main" val="20004"/>
                    </a:ext>
                  </a:extLst>
                </a:gridCol>
              </a:tblGrid>
              <a:tr h="603477">
                <a:tc rowSpan="2">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ctr" defTabSz="914400" rtl="0" eaLnBrk="1" fontAlgn="base" latinLnBrk="0" hangingPunct="1">
                        <a:lnSpc>
                          <a:spcPct val="120000"/>
                        </a:lnSpc>
                        <a:spcBef>
                          <a:spcPct val="20000"/>
                        </a:spcBef>
                        <a:spcAft>
                          <a:spcPct val="0"/>
                        </a:spcAft>
                        <a:buClr>
                          <a:schemeClr val="folHlink"/>
                        </a:buClr>
                        <a:buSzPct val="60000"/>
                        <a:buFont typeface="Wingdings" panose="05000000000000000000" pitchFamily="2" charset="2"/>
                        <a:buNone/>
                        <a:tabLst/>
                      </a:pPr>
                      <a:r>
                        <a:rPr kumimoji="0" lang="zh-CN" altLang="en-US" sz="2800" b="0" i="0" u="none" strike="noStrike" cap="none" normalizeH="0" baseline="0">
                          <a:ln>
                            <a:noFill/>
                          </a:ln>
                          <a:solidFill>
                            <a:schemeClr val="tx1"/>
                          </a:solidFill>
                          <a:effectLst/>
                          <a:latin typeface="Times New Roman" panose="02020603050405020304" pitchFamily="18" charset="0"/>
                          <a:ea typeface="黑体" panose="02010609060101010101" pitchFamily="49" charset="-122"/>
                        </a:rPr>
                        <a:t>非终</a:t>
                      </a:r>
                    </a:p>
                    <a:p>
                      <a:pPr marL="0" marR="0" lvl="0" indent="0" algn="ctr" defTabSz="914400" rtl="0" eaLnBrk="1" fontAlgn="base" latinLnBrk="0" hangingPunct="1">
                        <a:lnSpc>
                          <a:spcPct val="120000"/>
                        </a:lnSpc>
                        <a:spcBef>
                          <a:spcPct val="20000"/>
                        </a:spcBef>
                        <a:spcAft>
                          <a:spcPct val="0"/>
                        </a:spcAft>
                        <a:buClr>
                          <a:schemeClr val="folHlink"/>
                        </a:buClr>
                        <a:buSzPct val="60000"/>
                        <a:buFont typeface="Wingdings" panose="05000000000000000000" pitchFamily="2" charset="2"/>
                        <a:buNone/>
                        <a:tabLst/>
                      </a:pPr>
                      <a:r>
                        <a:rPr kumimoji="0" lang="zh-CN" altLang="en-US" sz="2800" b="0" i="0" u="none" strike="noStrike" cap="none" normalizeH="0" baseline="0">
                          <a:ln>
                            <a:noFill/>
                          </a:ln>
                          <a:solidFill>
                            <a:schemeClr val="tx1"/>
                          </a:solidFill>
                          <a:effectLst/>
                          <a:latin typeface="Times New Roman" panose="02020603050405020304" pitchFamily="18" charset="0"/>
                          <a:ea typeface="黑体" panose="02010609060101010101" pitchFamily="49" charset="-122"/>
                        </a:rPr>
                        <a:t>结符 </a:t>
                      </a:r>
                    </a:p>
                  </a:txBody>
                  <a:tcPr marT="45713" marB="45713" anchor="ctr" horzOverflow="overflow">
                    <a:lnL w="28575"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28575"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gridSpan="4">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ctr" defTabSz="914400" rtl="0" eaLnBrk="1" fontAlgn="base" latinLnBrk="0" hangingPunct="1">
                        <a:lnSpc>
                          <a:spcPct val="120000"/>
                        </a:lnSpc>
                        <a:spcBef>
                          <a:spcPct val="20000"/>
                        </a:spcBef>
                        <a:spcAft>
                          <a:spcPct val="0"/>
                        </a:spcAft>
                        <a:buClr>
                          <a:schemeClr val="folHlink"/>
                        </a:buClr>
                        <a:buSzPct val="60000"/>
                        <a:buFont typeface="Wingdings" panose="05000000000000000000" pitchFamily="2" charset="2"/>
                        <a:buNone/>
                        <a:tabLst/>
                      </a:pPr>
                      <a:r>
                        <a:rPr kumimoji="0" lang="zh-CN" altLang="en-US" sz="2800" b="0" i="0" u="none" strike="noStrike" cap="none" normalizeH="0" baseline="0">
                          <a:ln>
                            <a:noFill/>
                          </a:ln>
                          <a:solidFill>
                            <a:schemeClr val="tx1"/>
                          </a:solidFill>
                          <a:effectLst/>
                          <a:latin typeface="Times New Roman" panose="02020603050405020304" pitchFamily="18" charset="0"/>
                          <a:ea typeface="黑体" panose="02010609060101010101" pitchFamily="49" charset="-122"/>
                        </a:rPr>
                        <a:t>输      入      符      号 </a:t>
                      </a:r>
                    </a:p>
                  </a:txBody>
                  <a:tcPr marT="45713" marB="45713" anchor="ctr" horzOverflow="overflow">
                    <a:lnL w="12700" cap="flat" cmpd="sng" algn="ctr">
                      <a:solidFill>
                        <a:schemeClr val="tx1"/>
                      </a:solidFill>
                      <a:prstDash val="solid"/>
                      <a:round/>
                      <a:headEnd type="none" w="sm" len="sm"/>
                      <a:tailEnd type="none" w="sm" len="sm"/>
                    </a:lnL>
                    <a:lnR w="28575" cap="flat" cmpd="sng" algn="ctr">
                      <a:solidFill>
                        <a:schemeClr val="tx1"/>
                      </a:solidFill>
                      <a:prstDash val="solid"/>
                      <a:round/>
                      <a:headEnd type="none" w="sm" len="sm"/>
                      <a:tailEnd type="none" w="sm" len="sm"/>
                    </a:lnR>
                    <a:lnT w="28575"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extLst>
                  <a:ext uri="{0D108BD9-81ED-4DB2-BD59-A6C34878D82A}">
                    <a16:rowId xmlns:a16="http://schemas.microsoft.com/office/drawing/2014/main" val="10000"/>
                  </a:ext>
                </a:extLst>
              </a:tr>
              <a:tr h="603477">
                <a:tc vMerge="1">
                  <a:txBody>
                    <a:bodyPr/>
                    <a:lstStyle/>
                    <a:p>
                      <a:endParaRPr lang="zh-CN" altLang="en-US"/>
                    </a:p>
                  </a:txBody>
                  <a:tcPr/>
                </a:tc>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ctr" defTabSz="914400" rtl="0" eaLnBrk="1" fontAlgn="base" latinLnBrk="0" hangingPunct="1">
                        <a:lnSpc>
                          <a:spcPct val="120000"/>
                        </a:lnSpc>
                        <a:spcBef>
                          <a:spcPct val="20000"/>
                        </a:spcBef>
                        <a:spcAft>
                          <a:spcPct val="0"/>
                        </a:spcAft>
                        <a:buClr>
                          <a:schemeClr val="folHlink"/>
                        </a:buClr>
                        <a:buSzPct val="60000"/>
                        <a:buFont typeface="Wingdings" panose="05000000000000000000" pitchFamily="2" charset="2"/>
                        <a:buNone/>
                        <a:tabLst/>
                      </a:pPr>
                      <a:r>
                        <a:rPr kumimoji="0" lang="en-US" altLang="zh-CN" sz="2800" b="1" i="0" u="none" strike="noStrike" cap="none" normalizeH="0" baseline="0">
                          <a:ln>
                            <a:noFill/>
                          </a:ln>
                          <a:solidFill>
                            <a:schemeClr val="tx1"/>
                          </a:solidFill>
                          <a:effectLst/>
                          <a:latin typeface="Times New Roman" panose="02020603050405020304" pitchFamily="18" charset="0"/>
                          <a:ea typeface="黑体" panose="02010609060101010101" pitchFamily="49" charset="-122"/>
                        </a:rPr>
                        <a:t>  id</a:t>
                      </a:r>
                      <a:endParaRPr kumimoji="0" lang="en-US" altLang="zh-CN" sz="2800" b="0" i="0" u="none" strike="noStrike" cap="none" normalizeH="0" baseline="0">
                        <a:ln>
                          <a:noFill/>
                        </a:ln>
                        <a:solidFill>
                          <a:schemeClr val="tx1"/>
                        </a:solidFill>
                        <a:effectLst/>
                        <a:latin typeface="Times New Roman" panose="02020603050405020304" pitchFamily="18" charset="0"/>
                        <a:ea typeface="黑体" panose="02010609060101010101" pitchFamily="49" charset="-122"/>
                      </a:endParaRPr>
                    </a:p>
                  </a:txBody>
                  <a:tcPr marT="45713" marB="45713" anchor="ctr"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ctr" defTabSz="914400" rtl="0" eaLnBrk="1" fontAlgn="base" latinLnBrk="0" hangingPunct="1">
                        <a:lnSpc>
                          <a:spcPct val="120000"/>
                        </a:lnSpc>
                        <a:spcBef>
                          <a:spcPct val="20000"/>
                        </a:spcBef>
                        <a:spcAft>
                          <a:spcPct val="0"/>
                        </a:spcAft>
                        <a:buClr>
                          <a:schemeClr val="folHlink"/>
                        </a:buClr>
                        <a:buSzPct val="60000"/>
                        <a:buFont typeface="Wingdings" panose="05000000000000000000" pitchFamily="2" charset="2"/>
                        <a:buNone/>
                        <a:tabLst/>
                      </a:pPr>
                      <a:r>
                        <a:rPr kumimoji="0" lang="en-US" altLang="zh-CN" sz="2800" b="1" i="0" u="none" strike="noStrike" cap="none" normalizeH="0" baseline="0">
                          <a:ln>
                            <a:noFill/>
                          </a:ln>
                          <a:solidFill>
                            <a:schemeClr val="tx1"/>
                          </a:solidFill>
                          <a:effectLst/>
                          <a:latin typeface="Times New Roman" panose="02020603050405020304" pitchFamily="18" charset="0"/>
                          <a:ea typeface="黑体" panose="02010609060101010101" pitchFamily="49" charset="-122"/>
                        </a:rPr>
                        <a:t>+</a:t>
                      </a:r>
                    </a:p>
                  </a:txBody>
                  <a:tcPr marT="45713" marB="45713" anchor="ctr"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ctr" defTabSz="914400" rtl="0" eaLnBrk="1" fontAlgn="base" latinLnBrk="0" hangingPunct="1">
                        <a:lnSpc>
                          <a:spcPct val="120000"/>
                        </a:lnSpc>
                        <a:spcBef>
                          <a:spcPct val="20000"/>
                        </a:spcBef>
                        <a:spcAft>
                          <a:spcPct val="0"/>
                        </a:spcAft>
                        <a:buClr>
                          <a:schemeClr val="folHlink"/>
                        </a:buClr>
                        <a:buSzPct val="60000"/>
                        <a:buFont typeface="Wingdings" panose="05000000000000000000" pitchFamily="2" charset="2"/>
                        <a:buNone/>
                        <a:tabLst/>
                      </a:pPr>
                      <a:r>
                        <a:rPr kumimoji="0" lang="en-US" altLang="zh-CN" sz="2800" b="1" i="0" u="none" strike="noStrike" cap="none" normalizeH="0" baseline="0">
                          <a:ln>
                            <a:noFill/>
                          </a:ln>
                          <a:solidFill>
                            <a:schemeClr val="tx1"/>
                          </a:solidFill>
                          <a:effectLst/>
                          <a:latin typeface="Times New Roman" panose="02020603050405020304" pitchFamily="18" charset="0"/>
                          <a:ea typeface="黑体" panose="02010609060101010101" pitchFamily="49" charset="-122"/>
                          <a:sym typeface="Symbol" panose="05050102010706020507" pitchFamily="18" charset="2"/>
                        </a:rPr>
                        <a:t></a:t>
                      </a:r>
                      <a:endParaRPr kumimoji="0" lang="en-US" altLang="zh-CN" sz="2800" b="0" i="0" u="none" strike="noStrike" cap="none" normalizeH="0" baseline="0">
                        <a:ln>
                          <a:noFill/>
                        </a:ln>
                        <a:solidFill>
                          <a:schemeClr val="tx1"/>
                        </a:solidFill>
                        <a:effectLst/>
                        <a:latin typeface="Times New Roman" panose="02020603050405020304" pitchFamily="18" charset="0"/>
                        <a:ea typeface="黑体" panose="02010609060101010101" pitchFamily="49" charset="-122"/>
                        <a:sym typeface="Symbol" panose="05050102010706020507" pitchFamily="18" charset="2"/>
                      </a:endParaRPr>
                    </a:p>
                  </a:txBody>
                  <a:tcPr marT="45713" marB="45713" anchor="ctr"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ctr" defTabSz="914400" rtl="0" eaLnBrk="1" fontAlgn="base" latinLnBrk="0" hangingPunct="1">
                        <a:lnSpc>
                          <a:spcPct val="120000"/>
                        </a:lnSpc>
                        <a:spcBef>
                          <a:spcPct val="20000"/>
                        </a:spcBef>
                        <a:spcAft>
                          <a:spcPct val="0"/>
                        </a:spcAft>
                        <a:buClr>
                          <a:schemeClr val="folHlink"/>
                        </a:buClr>
                        <a:buSzPct val="60000"/>
                        <a:buFont typeface="Wingdings" panose="05000000000000000000" pitchFamily="2" charset="2"/>
                        <a:buNone/>
                        <a:tabLst/>
                      </a:pPr>
                      <a:r>
                        <a:rPr kumimoji="0" lang="en-US" altLang="zh-CN" sz="2800" b="1" i="0" u="none" strike="noStrike" cap="none" normalizeH="0" baseline="0">
                          <a:ln>
                            <a:noFill/>
                          </a:ln>
                          <a:solidFill>
                            <a:schemeClr val="tx1"/>
                          </a:solidFill>
                          <a:effectLst/>
                          <a:latin typeface="Times New Roman" panose="02020603050405020304" pitchFamily="18" charset="0"/>
                          <a:ea typeface="黑体" panose="02010609060101010101" pitchFamily="49" charset="-122"/>
                        </a:rPr>
                        <a:t>. . .</a:t>
                      </a:r>
                    </a:p>
                  </a:txBody>
                  <a:tcPr marT="45713" marB="45713" anchor="ctr" horzOverflow="overflow">
                    <a:lnL w="12700" cap="flat" cmpd="sng" algn="ctr">
                      <a:solidFill>
                        <a:schemeClr val="tx1"/>
                      </a:solidFill>
                      <a:prstDash val="solid"/>
                      <a:round/>
                      <a:headEnd type="none" w="sm" len="sm"/>
                      <a:tailEnd type="none" w="sm" len="sm"/>
                    </a:lnL>
                    <a:lnR w="28575"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extLst>
                  <a:ext uri="{0D108BD9-81ED-4DB2-BD59-A6C34878D82A}">
                    <a16:rowId xmlns:a16="http://schemas.microsoft.com/office/drawing/2014/main" val="10001"/>
                  </a:ext>
                </a:extLst>
              </a:tr>
              <a:tr h="603477">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ctr" defTabSz="914400" rtl="0" eaLnBrk="1" fontAlgn="base" latinLnBrk="0" hangingPunct="1">
                        <a:lnSpc>
                          <a:spcPct val="100000"/>
                        </a:lnSpc>
                        <a:spcBef>
                          <a:spcPct val="0"/>
                        </a:spcBef>
                        <a:spcAft>
                          <a:spcPct val="0"/>
                        </a:spcAft>
                        <a:buClr>
                          <a:schemeClr val="folHlink"/>
                        </a:buClr>
                        <a:buSzPct val="60000"/>
                        <a:buFont typeface="Wingdings" panose="05000000000000000000" pitchFamily="2" charset="2"/>
                        <a:buNone/>
                        <a:tabLst/>
                      </a:pPr>
                      <a:r>
                        <a:rPr kumimoji="0" lang="en-US" altLang="zh-CN" sz="2800" b="1" i="1" u="none" strike="noStrike" cap="none" normalizeH="0" baseline="0">
                          <a:ln>
                            <a:noFill/>
                          </a:ln>
                          <a:solidFill>
                            <a:schemeClr val="tx1"/>
                          </a:solidFill>
                          <a:effectLst/>
                          <a:latin typeface="Times New Roman" panose="02020603050405020304" pitchFamily="18" charset="0"/>
                          <a:ea typeface="黑体" panose="02010609060101010101" pitchFamily="49" charset="-122"/>
                        </a:rPr>
                        <a:t>E</a:t>
                      </a:r>
                    </a:p>
                  </a:txBody>
                  <a:tcPr marT="45713" marB="45713" anchor="ctr" horzOverflow="overflow">
                    <a:lnL w="28575"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ctr" defTabSz="914400" rtl="0" eaLnBrk="1" fontAlgn="base" latinLnBrk="0" hangingPunct="1">
                        <a:lnSpc>
                          <a:spcPct val="100000"/>
                        </a:lnSpc>
                        <a:spcBef>
                          <a:spcPct val="0"/>
                        </a:spcBef>
                        <a:spcAft>
                          <a:spcPct val="0"/>
                        </a:spcAft>
                        <a:buClr>
                          <a:schemeClr val="folHlink"/>
                        </a:buClr>
                        <a:buSzPct val="60000"/>
                        <a:buFont typeface="Wingdings" panose="05000000000000000000" pitchFamily="2" charset="2"/>
                        <a:buNone/>
                        <a:tabLst/>
                      </a:pPr>
                      <a:r>
                        <a:rPr kumimoji="0" lang="en-US" altLang="zh-CN" sz="2800" b="1" i="1" u="none" strike="noStrike" cap="none" normalizeH="0" baseline="0">
                          <a:ln>
                            <a:noFill/>
                          </a:ln>
                          <a:solidFill>
                            <a:schemeClr val="tx1"/>
                          </a:solidFill>
                          <a:effectLst/>
                          <a:latin typeface="Times New Roman" panose="02020603050405020304" pitchFamily="18" charset="0"/>
                          <a:ea typeface="黑体" panose="02010609060101010101" pitchFamily="49" charset="-122"/>
                        </a:rPr>
                        <a:t>E</a:t>
                      </a:r>
                      <a:r>
                        <a:rPr kumimoji="0" lang="en-US" altLang="zh-CN" sz="2800" b="1" i="0" u="none" strike="noStrike" cap="none" normalizeH="0" baseline="0">
                          <a:ln>
                            <a:noFill/>
                          </a:ln>
                          <a:solidFill>
                            <a:schemeClr val="tx1"/>
                          </a:solidFill>
                          <a:effectLst/>
                          <a:latin typeface="Times New Roman" panose="02020603050405020304" pitchFamily="18" charset="0"/>
                          <a:ea typeface="黑体" panose="02010609060101010101" pitchFamily="49" charset="-122"/>
                          <a:sym typeface="Symbol" panose="05050102010706020507" pitchFamily="18" charset="2"/>
                        </a:rPr>
                        <a:t></a:t>
                      </a:r>
                      <a:r>
                        <a:rPr kumimoji="0" lang="en-US" altLang="zh-CN" sz="2800" b="1" i="1" u="none" strike="noStrike" cap="none" normalizeH="0" baseline="0">
                          <a:ln>
                            <a:noFill/>
                          </a:ln>
                          <a:solidFill>
                            <a:schemeClr val="tx1"/>
                          </a:solidFill>
                          <a:effectLst/>
                          <a:latin typeface="Times New Roman" panose="02020603050405020304" pitchFamily="18" charset="0"/>
                          <a:ea typeface="黑体" panose="02010609060101010101" pitchFamily="49" charset="-122"/>
                          <a:sym typeface="Symbol" panose="05050102010706020507" pitchFamily="18" charset="2"/>
                        </a:rPr>
                        <a:t>TE</a:t>
                      </a:r>
                      <a:r>
                        <a:rPr kumimoji="0" lang="en-US" altLang="zh-CN" sz="2800" b="1" i="0" u="none" strike="noStrike" cap="none" normalizeH="0" baseline="0">
                          <a:ln>
                            <a:noFill/>
                          </a:ln>
                          <a:solidFill>
                            <a:schemeClr val="tx1"/>
                          </a:solidFill>
                          <a:effectLst/>
                          <a:latin typeface="Times New Roman" panose="02020603050405020304" pitchFamily="18" charset="0"/>
                          <a:ea typeface="黑体" panose="02010609060101010101" pitchFamily="49" charset="-122"/>
                          <a:sym typeface="Symbol" panose="05050102010706020507" pitchFamily="18" charset="2"/>
                        </a:rPr>
                        <a:t></a:t>
                      </a:r>
                      <a:r>
                        <a:rPr kumimoji="0" lang="en-US" altLang="zh-CN" sz="2800" b="0" i="0" u="none" strike="noStrike" cap="none" normalizeH="0" baseline="0">
                          <a:ln>
                            <a:noFill/>
                          </a:ln>
                          <a:solidFill>
                            <a:schemeClr val="tx1"/>
                          </a:solidFill>
                          <a:effectLst/>
                          <a:latin typeface="Times New Roman" panose="02020603050405020304" pitchFamily="18" charset="0"/>
                          <a:ea typeface="黑体" panose="02010609060101010101" pitchFamily="49" charset="-122"/>
                        </a:rPr>
                        <a:t> </a:t>
                      </a:r>
                    </a:p>
                  </a:txBody>
                  <a:tcPr marT="45713" marB="45713" anchor="ctr"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ctr" defTabSz="914400" rtl="0" eaLnBrk="1" fontAlgn="base" latinLnBrk="0" hangingPunct="1">
                        <a:lnSpc>
                          <a:spcPct val="100000"/>
                        </a:lnSpc>
                        <a:spcBef>
                          <a:spcPct val="0"/>
                        </a:spcBef>
                        <a:spcAft>
                          <a:spcPct val="0"/>
                        </a:spcAft>
                        <a:buClr>
                          <a:schemeClr val="folHlink"/>
                        </a:buClr>
                        <a:buSzPct val="60000"/>
                        <a:buFont typeface="Wingdings" panose="05000000000000000000" pitchFamily="2" charset="2"/>
                        <a:buNone/>
                        <a:tabLst/>
                      </a:pPr>
                      <a:endParaRPr kumimoji="0" lang="zh-CN" altLang="zh-CN" sz="2800" b="0" i="0" u="none" strike="noStrike" cap="none" normalizeH="0" baseline="0">
                        <a:ln>
                          <a:noFill/>
                        </a:ln>
                        <a:solidFill>
                          <a:schemeClr val="tx1"/>
                        </a:solidFill>
                        <a:effectLst/>
                        <a:latin typeface="Times New Roman" panose="02020603050405020304" pitchFamily="18" charset="0"/>
                        <a:ea typeface="黑体" panose="02010609060101010101" pitchFamily="49" charset="-122"/>
                      </a:endParaRPr>
                    </a:p>
                  </a:txBody>
                  <a:tcPr marT="45713" marB="45713" anchor="ctr"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ctr" defTabSz="914400" rtl="0" eaLnBrk="1" fontAlgn="base" latinLnBrk="0" hangingPunct="1">
                        <a:lnSpc>
                          <a:spcPct val="100000"/>
                        </a:lnSpc>
                        <a:spcBef>
                          <a:spcPct val="0"/>
                        </a:spcBef>
                        <a:spcAft>
                          <a:spcPct val="0"/>
                        </a:spcAft>
                        <a:buClr>
                          <a:schemeClr val="folHlink"/>
                        </a:buClr>
                        <a:buSzPct val="60000"/>
                        <a:buFont typeface="Wingdings" panose="05000000000000000000" pitchFamily="2" charset="2"/>
                        <a:buNone/>
                        <a:tabLst/>
                      </a:pPr>
                      <a:endParaRPr kumimoji="0" lang="zh-CN" altLang="zh-CN" sz="2800" b="0" i="0" u="none" strike="noStrike" cap="none" normalizeH="0" baseline="0">
                        <a:ln>
                          <a:noFill/>
                        </a:ln>
                        <a:solidFill>
                          <a:schemeClr val="tx1"/>
                        </a:solidFill>
                        <a:effectLst/>
                        <a:latin typeface="Times New Roman" panose="02020603050405020304" pitchFamily="18" charset="0"/>
                        <a:ea typeface="黑体" panose="02010609060101010101" pitchFamily="49" charset="-122"/>
                      </a:endParaRPr>
                    </a:p>
                  </a:txBody>
                  <a:tcPr marT="45713" marB="45713" anchor="ctr"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ctr" defTabSz="914400" rtl="0" eaLnBrk="1" fontAlgn="base" latinLnBrk="0" hangingPunct="1">
                        <a:lnSpc>
                          <a:spcPct val="120000"/>
                        </a:lnSpc>
                        <a:spcBef>
                          <a:spcPct val="20000"/>
                        </a:spcBef>
                        <a:spcAft>
                          <a:spcPct val="0"/>
                        </a:spcAft>
                        <a:buClr>
                          <a:schemeClr val="folHlink"/>
                        </a:buClr>
                        <a:buSzPct val="60000"/>
                        <a:buFont typeface="Wingdings" panose="05000000000000000000" pitchFamily="2" charset="2"/>
                        <a:buNone/>
                        <a:tabLst/>
                      </a:pPr>
                      <a:endParaRPr kumimoji="0" lang="zh-CN" altLang="zh-CN" sz="2800" b="0" i="0" u="none" strike="noStrike" cap="none" normalizeH="0" baseline="0">
                        <a:ln>
                          <a:noFill/>
                        </a:ln>
                        <a:solidFill>
                          <a:schemeClr val="tx1"/>
                        </a:solidFill>
                        <a:effectLst/>
                        <a:latin typeface="Times New Roman" panose="02020603050405020304" pitchFamily="18" charset="0"/>
                        <a:ea typeface="黑体" panose="02010609060101010101" pitchFamily="49" charset="-122"/>
                      </a:endParaRPr>
                    </a:p>
                  </a:txBody>
                  <a:tcPr marT="45713" marB="45713" anchor="ctr" horzOverflow="overflow">
                    <a:lnL w="12700" cap="flat" cmpd="sng" algn="ctr">
                      <a:solidFill>
                        <a:schemeClr val="tx1"/>
                      </a:solidFill>
                      <a:prstDash val="solid"/>
                      <a:round/>
                      <a:headEnd type="none" w="sm" len="sm"/>
                      <a:tailEnd type="none" w="sm" len="sm"/>
                    </a:lnL>
                    <a:lnR w="28575"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extLst>
                  <a:ext uri="{0D108BD9-81ED-4DB2-BD59-A6C34878D82A}">
                    <a16:rowId xmlns:a16="http://schemas.microsoft.com/office/drawing/2014/main" val="10002"/>
                  </a:ext>
                </a:extLst>
              </a:tr>
              <a:tr h="603477">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ctr" defTabSz="914400" rtl="0" eaLnBrk="1" fontAlgn="base" latinLnBrk="0" hangingPunct="1">
                        <a:lnSpc>
                          <a:spcPct val="100000"/>
                        </a:lnSpc>
                        <a:spcBef>
                          <a:spcPct val="0"/>
                        </a:spcBef>
                        <a:spcAft>
                          <a:spcPct val="0"/>
                        </a:spcAft>
                        <a:buClr>
                          <a:schemeClr val="folHlink"/>
                        </a:buClr>
                        <a:buSzPct val="60000"/>
                        <a:buFont typeface="Wingdings" panose="05000000000000000000" pitchFamily="2" charset="2"/>
                        <a:buNone/>
                        <a:tabLst/>
                      </a:pPr>
                      <a:r>
                        <a:rPr kumimoji="0" lang="en-US" altLang="zh-CN" sz="2800" b="1" i="1" u="none" strike="noStrike" cap="none" normalizeH="0" baseline="0">
                          <a:ln>
                            <a:noFill/>
                          </a:ln>
                          <a:solidFill>
                            <a:schemeClr val="tx1"/>
                          </a:solidFill>
                          <a:effectLst/>
                          <a:latin typeface="Times New Roman" panose="02020603050405020304" pitchFamily="18" charset="0"/>
                          <a:ea typeface="黑体" panose="02010609060101010101" pitchFamily="49" charset="-122"/>
                        </a:rPr>
                        <a:t>E</a:t>
                      </a:r>
                      <a:r>
                        <a:rPr kumimoji="0" lang="en-US" altLang="zh-CN" sz="2800" b="1" i="0" u="none" strike="noStrike" cap="none" normalizeH="0" baseline="0">
                          <a:ln>
                            <a:noFill/>
                          </a:ln>
                          <a:solidFill>
                            <a:schemeClr val="tx1"/>
                          </a:solidFill>
                          <a:effectLst/>
                          <a:latin typeface="Times New Roman" panose="02020603050405020304" pitchFamily="18" charset="0"/>
                          <a:ea typeface="黑体" panose="02010609060101010101" pitchFamily="49" charset="-122"/>
                          <a:sym typeface="Symbol" panose="05050102010706020507" pitchFamily="18" charset="2"/>
                        </a:rPr>
                        <a:t></a:t>
                      </a:r>
                      <a:endParaRPr kumimoji="0" lang="en-US" altLang="en-US" sz="2800" b="1" i="1" u="none" strike="noStrike" cap="none" normalizeH="0" baseline="0">
                        <a:ln>
                          <a:noFill/>
                        </a:ln>
                        <a:solidFill>
                          <a:schemeClr val="tx1"/>
                        </a:solidFill>
                        <a:effectLst/>
                        <a:latin typeface="Times New Roman" panose="02020603050405020304" pitchFamily="18" charset="0"/>
                        <a:ea typeface="黑体" panose="02010609060101010101" pitchFamily="49" charset="-122"/>
                        <a:sym typeface="Symbol" panose="05050102010706020507" pitchFamily="18" charset="2"/>
                      </a:endParaRPr>
                    </a:p>
                  </a:txBody>
                  <a:tcPr marT="45713" marB="45713" anchor="ctr" horzOverflow="overflow">
                    <a:lnL w="28575"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ctr" defTabSz="914400" rtl="0" eaLnBrk="1" fontAlgn="base" latinLnBrk="0" hangingPunct="1">
                        <a:lnSpc>
                          <a:spcPct val="100000"/>
                        </a:lnSpc>
                        <a:spcBef>
                          <a:spcPct val="0"/>
                        </a:spcBef>
                        <a:spcAft>
                          <a:spcPct val="0"/>
                        </a:spcAft>
                        <a:buClr>
                          <a:schemeClr val="folHlink"/>
                        </a:buClr>
                        <a:buSzPct val="60000"/>
                        <a:buFont typeface="Wingdings" panose="05000000000000000000" pitchFamily="2" charset="2"/>
                        <a:buNone/>
                        <a:tabLst/>
                      </a:pPr>
                      <a:endParaRPr kumimoji="0" lang="zh-CN" altLang="zh-CN" sz="2800" b="0" i="0" u="none" strike="noStrike" cap="none" normalizeH="0" baseline="0">
                        <a:ln>
                          <a:noFill/>
                        </a:ln>
                        <a:solidFill>
                          <a:schemeClr val="tx1"/>
                        </a:solidFill>
                        <a:effectLst/>
                        <a:latin typeface="Times New Roman" panose="02020603050405020304" pitchFamily="18" charset="0"/>
                        <a:ea typeface="黑体" panose="02010609060101010101" pitchFamily="49" charset="-122"/>
                      </a:endParaRPr>
                    </a:p>
                  </a:txBody>
                  <a:tcPr marT="45713" marB="45713" anchor="ctr"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ctr" defTabSz="914400" rtl="0" eaLnBrk="1" fontAlgn="base" latinLnBrk="0" hangingPunct="1">
                        <a:lnSpc>
                          <a:spcPct val="100000"/>
                        </a:lnSpc>
                        <a:spcBef>
                          <a:spcPct val="0"/>
                        </a:spcBef>
                        <a:spcAft>
                          <a:spcPct val="0"/>
                        </a:spcAft>
                        <a:buClr>
                          <a:schemeClr val="folHlink"/>
                        </a:buClr>
                        <a:buSzPct val="60000"/>
                        <a:buFont typeface="Wingdings" panose="05000000000000000000" pitchFamily="2" charset="2"/>
                        <a:buNone/>
                        <a:tabLst/>
                      </a:pPr>
                      <a:r>
                        <a:rPr kumimoji="0" lang="en-US" altLang="zh-CN" sz="2800" b="1" i="1" u="none" strike="noStrike" cap="none" normalizeH="0" baseline="0">
                          <a:ln>
                            <a:noFill/>
                          </a:ln>
                          <a:solidFill>
                            <a:schemeClr val="tx1"/>
                          </a:solidFill>
                          <a:effectLst/>
                          <a:latin typeface="Times New Roman" panose="02020603050405020304" pitchFamily="18" charset="0"/>
                          <a:ea typeface="黑体" panose="02010609060101010101" pitchFamily="49" charset="-122"/>
                        </a:rPr>
                        <a:t>E</a:t>
                      </a:r>
                      <a:r>
                        <a:rPr kumimoji="0" lang="en-US" altLang="zh-CN" sz="2800" b="1" i="0" u="none" strike="noStrike" cap="none" normalizeH="0" baseline="0">
                          <a:ln>
                            <a:noFill/>
                          </a:ln>
                          <a:solidFill>
                            <a:schemeClr val="tx1"/>
                          </a:solidFill>
                          <a:effectLst/>
                          <a:latin typeface="Times New Roman" panose="02020603050405020304" pitchFamily="18" charset="0"/>
                          <a:ea typeface="黑体" panose="02010609060101010101" pitchFamily="49" charset="-122"/>
                          <a:sym typeface="Symbol" panose="05050102010706020507" pitchFamily="18" charset="2"/>
                        </a:rPr>
                        <a:t>+</a:t>
                      </a:r>
                      <a:r>
                        <a:rPr kumimoji="0" lang="en-US" altLang="zh-CN" sz="2800" b="1" i="1" u="none" strike="noStrike" cap="none" normalizeH="0" baseline="0">
                          <a:ln>
                            <a:noFill/>
                          </a:ln>
                          <a:solidFill>
                            <a:schemeClr val="tx1"/>
                          </a:solidFill>
                          <a:effectLst/>
                          <a:latin typeface="Times New Roman" panose="02020603050405020304" pitchFamily="18" charset="0"/>
                          <a:ea typeface="黑体" panose="02010609060101010101" pitchFamily="49" charset="-122"/>
                          <a:sym typeface="Symbol" panose="05050102010706020507" pitchFamily="18" charset="2"/>
                        </a:rPr>
                        <a:t>TE</a:t>
                      </a:r>
                      <a:r>
                        <a:rPr kumimoji="0" lang="en-US" altLang="zh-CN" sz="2800" b="1" i="0" u="none" strike="noStrike" cap="none" normalizeH="0" baseline="0">
                          <a:ln>
                            <a:noFill/>
                          </a:ln>
                          <a:solidFill>
                            <a:schemeClr val="tx1"/>
                          </a:solidFill>
                          <a:effectLst/>
                          <a:latin typeface="Times New Roman" panose="02020603050405020304" pitchFamily="18" charset="0"/>
                          <a:ea typeface="黑体" panose="02010609060101010101" pitchFamily="49" charset="-122"/>
                          <a:sym typeface="Symbol" panose="05050102010706020507" pitchFamily="18" charset="2"/>
                        </a:rPr>
                        <a:t></a:t>
                      </a:r>
                    </a:p>
                  </a:txBody>
                  <a:tcPr marT="45713" marB="45713" anchor="ctr"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just" defTabSz="914400" rtl="0" eaLnBrk="1" fontAlgn="base" latinLnBrk="0" hangingPunct="1">
                        <a:lnSpc>
                          <a:spcPct val="100000"/>
                        </a:lnSpc>
                        <a:spcBef>
                          <a:spcPct val="0"/>
                        </a:spcBef>
                        <a:spcAft>
                          <a:spcPct val="0"/>
                        </a:spcAft>
                        <a:buClr>
                          <a:schemeClr val="folHlink"/>
                        </a:buClr>
                        <a:buSzPct val="60000"/>
                        <a:buFont typeface="Wingdings" panose="05000000000000000000" pitchFamily="2" charset="2"/>
                        <a:buNone/>
                        <a:tabLst/>
                      </a:pPr>
                      <a:endParaRPr kumimoji="0" lang="zh-CN" altLang="zh-CN" sz="2800" b="1" i="0" u="none" strike="noStrike" cap="none" normalizeH="0" baseline="0">
                        <a:ln>
                          <a:noFill/>
                        </a:ln>
                        <a:solidFill>
                          <a:schemeClr val="tx1"/>
                        </a:solidFill>
                        <a:effectLst/>
                        <a:latin typeface="Times New Roman" panose="02020603050405020304" pitchFamily="18" charset="0"/>
                        <a:ea typeface="黑体" panose="02010609060101010101" pitchFamily="49" charset="-122"/>
                      </a:endParaRPr>
                    </a:p>
                  </a:txBody>
                  <a:tcPr marT="45713" marB="45713" anchor="ctr"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ctr" defTabSz="914400" rtl="0" eaLnBrk="1" fontAlgn="base" latinLnBrk="0" hangingPunct="1">
                        <a:lnSpc>
                          <a:spcPct val="120000"/>
                        </a:lnSpc>
                        <a:spcBef>
                          <a:spcPct val="20000"/>
                        </a:spcBef>
                        <a:spcAft>
                          <a:spcPct val="0"/>
                        </a:spcAft>
                        <a:buClr>
                          <a:schemeClr val="folHlink"/>
                        </a:buClr>
                        <a:buSzPct val="60000"/>
                        <a:buFont typeface="Wingdings" panose="05000000000000000000" pitchFamily="2" charset="2"/>
                        <a:buNone/>
                        <a:tabLst/>
                      </a:pPr>
                      <a:endParaRPr kumimoji="0" lang="zh-CN" altLang="zh-CN" sz="2800" b="0" i="0" u="none" strike="noStrike" cap="none" normalizeH="0" baseline="0">
                        <a:ln>
                          <a:noFill/>
                        </a:ln>
                        <a:solidFill>
                          <a:schemeClr val="tx1"/>
                        </a:solidFill>
                        <a:effectLst/>
                        <a:latin typeface="Times New Roman" panose="02020603050405020304" pitchFamily="18" charset="0"/>
                        <a:ea typeface="黑体" panose="02010609060101010101" pitchFamily="49" charset="-122"/>
                      </a:endParaRPr>
                    </a:p>
                  </a:txBody>
                  <a:tcPr marT="45713" marB="45713" anchor="ctr" horzOverflow="overflow">
                    <a:lnL w="12700" cap="flat" cmpd="sng" algn="ctr">
                      <a:solidFill>
                        <a:schemeClr val="tx1"/>
                      </a:solidFill>
                      <a:prstDash val="solid"/>
                      <a:round/>
                      <a:headEnd type="none" w="sm" len="sm"/>
                      <a:tailEnd type="none" w="sm" len="sm"/>
                    </a:lnL>
                    <a:lnR w="28575"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extLst>
                  <a:ext uri="{0D108BD9-81ED-4DB2-BD59-A6C34878D82A}">
                    <a16:rowId xmlns:a16="http://schemas.microsoft.com/office/drawing/2014/main" val="10003"/>
                  </a:ext>
                </a:extLst>
              </a:tr>
              <a:tr h="603477">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ctr" defTabSz="914400" rtl="0" eaLnBrk="1" fontAlgn="base" latinLnBrk="0" hangingPunct="1">
                        <a:lnSpc>
                          <a:spcPct val="100000"/>
                        </a:lnSpc>
                        <a:spcBef>
                          <a:spcPct val="0"/>
                        </a:spcBef>
                        <a:spcAft>
                          <a:spcPct val="0"/>
                        </a:spcAft>
                        <a:buClr>
                          <a:schemeClr val="folHlink"/>
                        </a:buClr>
                        <a:buSzPct val="60000"/>
                        <a:buFont typeface="Wingdings" panose="05000000000000000000" pitchFamily="2" charset="2"/>
                        <a:buNone/>
                        <a:tabLst/>
                      </a:pPr>
                      <a:r>
                        <a:rPr kumimoji="0" lang="en-US" altLang="zh-CN" sz="2800" b="1" i="1" u="none" strike="noStrike" cap="none" normalizeH="0" baseline="0">
                          <a:ln>
                            <a:noFill/>
                          </a:ln>
                          <a:solidFill>
                            <a:schemeClr val="tx1"/>
                          </a:solidFill>
                          <a:effectLst/>
                          <a:latin typeface="Times New Roman" panose="02020603050405020304" pitchFamily="18" charset="0"/>
                          <a:ea typeface="黑体" panose="02010609060101010101" pitchFamily="49" charset="-122"/>
                        </a:rPr>
                        <a:t>T</a:t>
                      </a:r>
                    </a:p>
                  </a:txBody>
                  <a:tcPr marT="45713" marB="45713" anchor="ctr" horzOverflow="overflow">
                    <a:lnL w="28575"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ctr" defTabSz="914400" rtl="0" eaLnBrk="1" fontAlgn="base" latinLnBrk="0" hangingPunct="1">
                        <a:lnSpc>
                          <a:spcPct val="100000"/>
                        </a:lnSpc>
                        <a:spcBef>
                          <a:spcPct val="0"/>
                        </a:spcBef>
                        <a:spcAft>
                          <a:spcPct val="0"/>
                        </a:spcAft>
                        <a:buClr>
                          <a:schemeClr val="folHlink"/>
                        </a:buClr>
                        <a:buSzPct val="60000"/>
                        <a:buFont typeface="Wingdings" panose="05000000000000000000" pitchFamily="2" charset="2"/>
                        <a:buNone/>
                        <a:tabLst/>
                      </a:pPr>
                      <a:r>
                        <a:rPr kumimoji="0" lang="en-US" altLang="zh-CN" sz="2800" b="1" i="1" u="none" strike="noStrike" cap="none" normalizeH="0" baseline="0">
                          <a:ln>
                            <a:noFill/>
                          </a:ln>
                          <a:solidFill>
                            <a:schemeClr val="tx1"/>
                          </a:solidFill>
                          <a:effectLst/>
                          <a:latin typeface="Times New Roman" panose="02020603050405020304" pitchFamily="18" charset="0"/>
                          <a:ea typeface="黑体" panose="02010609060101010101" pitchFamily="49" charset="-122"/>
                        </a:rPr>
                        <a:t>T</a:t>
                      </a:r>
                      <a:r>
                        <a:rPr kumimoji="0" lang="en-US" altLang="zh-CN" sz="2800" b="1" i="0" u="none" strike="noStrike" cap="none" normalizeH="0" baseline="0">
                          <a:ln>
                            <a:noFill/>
                          </a:ln>
                          <a:solidFill>
                            <a:schemeClr val="tx1"/>
                          </a:solidFill>
                          <a:effectLst/>
                          <a:latin typeface="Times New Roman" panose="02020603050405020304" pitchFamily="18" charset="0"/>
                          <a:ea typeface="黑体" panose="02010609060101010101" pitchFamily="49" charset="-122"/>
                          <a:sym typeface="Symbol" panose="05050102010706020507" pitchFamily="18" charset="2"/>
                        </a:rPr>
                        <a:t></a:t>
                      </a:r>
                      <a:r>
                        <a:rPr kumimoji="0" lang="en-US" altLang="zh-CN" sz="2800" b="1" i="1" u="none" strike="noStrike" cap="none" normalizeH="0" baseline="0">
                          <a:ln>
                            <a:noFill/>
                          </a:ln>
                          <a:solidFill>
                            <a:schemeClr val="tx1"/>
                          </a:solidFill>
                          <a:effectLst/>
                          <a:latin typeface="Times New Roman" panose="02020603050405020304" pitchFamily="18" charset="0"/>
                          <a:ea typeface="黑体" panose="02010609060101010101" pitchFamily="49" charset="-122"/>
                          <a:sym typeface="Symbol" panose="05050102010706020507" pitchFamily="18" charset="2"/>
                        </a:rPr>
                        <a:t>FT</a:t>
                      </a:r>
                      <a:r>
                        <a:rPr kumimoji="0" lang="en-US" altLang="zh-CN" sz="2800" b="1" i="0" u="none" strike="noStrike" cap="none" normalizeH="0" baseline="0">
                          <a:ln>
                            <a:noFill/>
                          </a:ln>
                          <a:solidFill>
                            <a:schemeClr val="tx1"/>
                          </a:solidFill>
                          <a:effectLst/>
                          <a:latin typeface="Times New Roman" panose="02020603050405020304" pitchFamily="18" charset="0"/>
                          <a:ea typeface="黑体" panose="02010609060101010101" pitchFamily="49" charset="-122"/>
                          <a:sym typeface="Symbol" panose="05050102010706020507" pitchFamily="18" charset="2"/>
                        </a:rPr>
                        <a:t></a:t>
                      </a:r>
                    </a:p>
                  </a:txBody>
                  <a:tcPr marT="45713" marB="45713" anchor="ctr"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ctr" defTabSz="914400" rtl="0" eaLnBrk="1" fontAlgn="base" latinLnBrk="0" hangingPunct="1">
                        <a:lnSpc>
                          <a:spcPct val="100000"/>
                        </a:lnSpc>
                        <a:spcBef>
                          <a:spcPct val="0"/>
                        </a:spcBef>
                        <a:spcAft>
                          <a:spcPct val="0"/>
                        </a:spcAft>
                        <a:buClr>
                          <a:schemeClr val="folHlink"/>
                        </a:buClr>
                        <a:buSzPct val="60000"/>
                        <a:buFont typeface="Wingdings" panose="05000000000000000000" pitchFamily="2" charset="2"/>
                        <a:buNone/>
                        <a:tabLst/>
                      </a:pPr>
                      <a:endParaRPr kumimoji="0" lang="zh-CN" altLang="zh-CN" sz="2800" b="0" i="0" u="none" strike="noStrike" cap="none" normalizeH="0" baseline="0">
                        <a:ln>
                          <a:noFill/>
                        </a:ln>
                        <a:solidFill>
                          <a:schemeClr val="tx1"/>
                        </a:solidFill>
                        <a:effectLst/>
                        <a:latin typeface="Times New Roman" panose="02020603050405020304" pitchFamily="18" charset="0"/>
                        <a:ea typeface="黑体" panose="02010609060101010101" pitchFamily="49" charset="-122"/>
                      </a:endParaRPr>
                    </a:p>
                  </a:txBody>
                  <a:tcPr marT="45713" marB="45713" anchor="ctr"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ctr" defTabSz="914400" rtl="0" eaLnBrk="1" fontAlgn="base" latinLnBrk="0" hangingPunct="1">
                        <a:lnSpc>
                          <a:spcPct val="100000"/>
                        </a:lnSpc>
                        <a:spcBef>
                          <a:spcPct val="0"/>
                        </a:spcBef>
                        <a:spcAft>
                          <a:spcPct val="0"/>
                        </a:spcAft>
                        <a:buClr>
                          <a:schemeClr val="folHlink"/>
                        </a:buClr>
                        <a:buSzPct val="60000"/>
                        <a:buFont typeface="Wingdings" panose="05000000000000000000" pitchFamily="2" charset="2"/>
                        <a:buNone/>
                        <a:tabLst/>
                      </a:pPr>
                      <a:endParaRPr kumimoji="0" lang="zh-CN" altLang="zh-CN" sz="2800" b="0" i="0" u="none" strike="noStrike" cap="none" normalizeH="0" baseline="0">
                        <a:ln>
                          <a:noFill/>
                        </a:ln>
                        <a:solidFill>
                          <a:schemeClr val="tx1"/>
                        </a:solidFill>
                        <a:effectLst/>
                        <a:latin typeface="Times New Roman" panose="02020603050405020304" pitchFamily="18" charset="0"/>
                        <a:ea typeface="黑体" panose="02010609060101010101" pitchFamily="49" charset="-122"/>
                      </a:endParaRPr>
                    </a:p>
                  </a:txBody>
                  <a:tcPr marT="45713" marB="45713" anchor="ctr"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ctr" defTabSz="914400" rtl="0" eaLnBrk="1" fontAlgn="base" latinLnBrk="0" hangingPunct="1">
                        <a:lnSpc>
                          <a:spcPct val="120000"/>
                        </a:lnSpc>
                        <a:spcBef>
                          <a:spcPct val="20000"/>
                        </a:spcBef>
                        <a:spcAft>
                          <a:spcPct val="0"/>
                        </a:spcAft>
                        <a:buClr>
                          <a:schemeClr val="folHlink"/>
                        </a:buClr>
                        <a:buSzPct val="60000"/>
                        <a:buFont typeface="Wingdings" panose="05000000000000000000" pitchFamily="2" charset="2"/>
                        <a:buNone/>
                        <a:tabLst/>
                      </a:pPr>
                      <a:endParaRPr kumimoji="0" lang="zh-CN" altLang="zh-CN" sz="2800" b="0" i="0" u="none" strike="noStrike" cap="none" normalizeH="0" baseline="0">
                        <a:ln>
                          <a:noFill/>
                        </a:ln>
                        <a:solidFill>
                          <a:schemeClr val="tx1"/>
                        </a:solidFill>
                        <a:effectLst/>
                        <a:latin typeface="Times New Roman" panose="02020603050405020304" pitchFamily="18" charset="0"/>
                        <a:ea typeface="黑体" panose="02010609060101010101" pitchFamily="49" charset="-122"/>
                      </a:endParaRPr>
                    </a:p>
                  </a:txBody>
                  <a:tcPr marT="45713" marB="45713" anchor="ctr" horzOverflow="overflow">
                    <a:lnL w="12700" cap="flat" cmpd="sng" algn="ctr">
                      <a:solidFill>
                        <a:schemeClr val="tx1"/>
                      </a:solidFill>
                      <a:prstDash val="solid"/>
                      <a:round/>
                      <a:headEnd type="none" w="sm" len="sm"/>
                      <a:tailEnd type="none" w="sm" len="sm"/>
                    </a:lnL>
                    <a:lnR w="28575"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extLst>
                  <a:ext uri="{0D108BD9-81ED-4DB2-BD59-A6C34878D82A}">
                    <a16:rowId xmlns:a16="http://schemas.microsoft.com/office/drawing/2014/main" val="10004"/>
                  </a:ext>
                </a:extLst>
              </a:tr>
              <a:tr h="603477">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ctr" defTabSz="914400" rtl="0" eaLnBrk="1" fontAlgn="base" latinLnBrk="0" hangingPunct="1">
                        <a:lnSpc>
                          <a:spcPct val="100000"/>
                        </a:lnSpc>
                        <a:spcBef>
                          <a:spcPct val="0"/>
                        </a:spcBef>
                        <a:spcAft>
                          <a:spcPct val="0"/>
                        </a:spcAft>
                        <a:buClr>
                          <a:schemeClr val="folHlink"/>
                        </a:buClr>
                        <a:buSzPct val="60000"/>
                        <a:buFont typeface="Wingdings" panose="05000000000000000000" pitchFamily="2" charset="2"/>
                        <a:buNone/>
                        <a:tabLst/>
                      </a:pPr>
                      <a:r>
                        <a:rPr kumimoji="0" lang="en-US" altLang="zh-CN" sz="2800" b="1" i="1" u="none" strike="noStrike" cap="none" normalizeH="0" baseline="0">
                          <a:ln>
                            <a:noFill/>
                          </a:ln>
                          <a:solidFill>
                            <a:schemeClr val="tx1"/>
                          </a:solidFill>
                          <a:effectLst/>
                          <a:latin typeface="Times New Roman" panose="02020603050405020304" pitchFamily="18" charset="0"/>
                          <a:ea typeface="黑体" panose="02010609060101010101" pitchFamily="49" charset="-122"/>
                        </a:rPr>
                        <a:t>T</a:t>
                      </a:r>
                      <a:r>
                        <a:rPr kumimoji="0" lang="en-US" altLang="zh-CN" sz="2800" b="1" i="0" u="none" strike="noStrike" cap="none" normalizeH="0" baseline="0">
                          <a:ln>
                            <a:noFill/>
                          </a:ln>
                          <a:solidFill>
                            <a:schemeClr val="tx1"/>
                          </a:solidFill>
                          <a:effectLst/>
                          <a:latin typeface="Times New Roman" panose="02020603050405020304" pitchFamily="18" charset="0"/>
                          <a:ea typeface="黑体" panose="02010609060101010101" pitchFamily="49" charset="-122"/>
                          <a:sym typeface="Symbol" panose="05050102010706020507" pitchFamily="18" charset="2"/>
                        </a:rPr>
                        <a:t></a:t>
                      </a:r>
                    </a:p>
                  </a:txBody>
                  <a:tcPr marT="45713" marB="45713" anchor="ctr" horzOverflow="overflow">
                    <a:lnL w="28575"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ctr" defTabSz="914400" rtl="0" eaLnBrk="1" fontAlgn="base" latinLnBrk="0" hangingPunct="1">
                        <a:lnSpc>
                          <a:spcPct val="100000"/>
                        </a:lnSpc>
                        <a:spcBef>
                          <a:spcPct val="0"/>
                        </a:spcBef>
                        <a:spcAft>
                          <a:spcPct val="0"/>
                        </a:spcAft>
                        <a:buClr>
                          <a:schemeClr val="folHlink"/>
                        </a:buClr>
                        <a:buSzPct val="60000"/>
                        <a:buFont typeface="Wingdings" panose="05000000000000000000" pitchFamily="2" charset="2"/>
                        <a:buNone/>
                        <a:tabLst/>
                      </a:pPr>
                      <a:r>
                        <a:rPr kumimoji="0" lang="zh-CN" altLang="en-US" sz="2800" b="0" i="0" u="none" strike="noStrike" cap="none" normalizeH="0" baseline="0">
                          <a:ln>
                            <a:noFill/>
                          </a:ln>
                          <a:solidFill>
                            <a:srgbClr val="008000"/>
                          </a:solidFill>
                          <a:effectLst/>
                          <a:latin typeface="Times New Roman" panose="02020603050405020304" pitchFamily="18" charset="0"/>
                          <a:ea typeface="黑体" panose="02010609060101010101" pitchFamily="49" charset="-122"/>
                        </a:rPr>
                        <a:t>报错，用</a:t>
                      </a:r>
                    </a:p>
                    <a:p>
                      <a:pPr marL="0" marR="0" lvl="0" indent="0" algn="ctr" defTabSz="914400" rtl="0" eaLnBrk="1" fontAlgn="base" latinLnBrk="0" hangingPunct="1">
                        <a:lnSpc>
                          <a:spcPct val="100000"/>
                        </a:lnSpc>
                        <a:spcBef>
                          <a:spcPct val="0"/>
                        </a:spcBef>
                        <a:spcAft>
                          <a:spcPct val="0"/>
                        </a:spcAft>
                        <a:buClr>
                          <a:schemeClr val="folHlink"/>
                        </a:buClr>
                        <a:buSzPct val="60000"/>
                        <a:buFont typeface="Wingdings" panose="05000000000000000000" pitchFamily="2" charset="2"/>
                        <a:buNone/>
                        <a:tabLst/>
                      </a:pPr>
                      <a:r>
                        <a:rPr kumimoji="0" lang="en-US" altLang="zh-CN" sz="2800" b="1" i="1" u="none" strike="noStrike" cap="none" normalizeH="0" baseline="0">
                          <a:ln>
                            <a:noFill/>
                          </a:ln>
                          <a:solidFill>
                            <a:srgbClr val="008000"/>
                          </a:solidFill>
                          <a:effectLst/>
                          <a:latin typeface="Times New Roman" panose="02020603050405020304" pitchFamily="18" charset="0"/>
                          <a:ea typeface="黑体" panose="02010609060101010101" pitchFamily="49" charset="-122"/>
                        </a:rPr>
                        <a:t>T</a:t>
                      </a:r>
                      <a:r>
                        <a:rPr kumimoji="0" lang="en-US" altLang="zh-CN" sz="2800" b="1" i="0" u="none" strike="noStrike" cap="none" normalizeH="0" baseline="0">
                          <a:ln>
                            <a:noFill/>
                          </a:ln>
                          <a:solidFill>
                            <a:srgbClr val="008000"/>
                          </a:solidFill>
                          <a:effectLst/>
                          <a:latin typeface="Times New Roman" panose="02020603050405020304" pitchFamily="18" charset="0"/>
                          <a:ea typeface="黑体" panose="02010609060101010101" pitchFamily="49" charset="-122"/>
                          <a:sym typeface="Symbol" panose="05050102010706020507" pitchFamily="18" charset="2"/>
                        </a:rPr>
                        <a:t> </a:t>
                      </a:r>
                    </a:p>
                  </a:txBody>
                  <a:tcPr marT="45713" marB="45713" anchor="ctr"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ctr" defTabSz="914400" rtl="0" eaLnBrk="1" fontAlgn="base" latinLnBrk="0" hangingPunct="1">
                        <a:lnSpc>
                          <a:spcPct val="100000"/>
                        </a:lnSpc>
                        <a:spcBef>
                          <a:spcPct val="0"/>
                        </a:spcBef>
                        <a:spcAft>
                          <a:spcPct val="0"/>
                        </a:spcAft>
                        <a:buClr>
                          <a:schemeClr val="folHlink"/>
                        </a:buClr>
                        <a:buSzPct val="60000"/>
                        <a:buFont typeface="Wingdings" panose="05000000000000000000" pitchFamily="2" charset="2"/>
                        <a:buNone/>
                        <a:tabLst/>
                      </a:pPr>
                      <a:r>
                        <a:rPr kumimoji="0" lang="en-US" altLang="zh-CN" sz="2800" b="1" i="1" u="none" strike="noStrike" cap="none" normalizeH="0" baseline="0">
                          <a:ln>
                            <a:noFill/>
                          </a:ln>
                          <a:solidFill>
                            <a:schemeClr val="tx1"/>
                          </a:solidFill>
                          <a:effectLst/>
                          <a:latin typeface="Times New Roman" panose="02020603050405020304" pitchFamily="18" charset="0"/>
                          <a:ea typeface="黑体" panose="02010609060101010101" pitchFamily="49" charset="-122"/>
                        </a:rPr>
                        <a:t>T</a:t>
                      </a:r>
                      <a:r>
                        <a:rPr kumimoji="0" lang="en-US" altLang="zh-CN" sz="2800" b="1" i="0" u="none" strike="noStrike" cap="none" normalizeH="0" baseline="0">
                          <a:ln>
                            <a:noFill/>
                          </a:ln>
                          <a:solidFill>
                            <a:schemeClr val="tx1"/>
                          </a:solidFill>
                          <a:effectLst/>
                          <a:latin typeface="Times New Roman" panose="02020603050405020304" pitchFamily="18" charset="0"/>
                          <a:ea typeface="黑体" panose="02010609060101010101" pitchFamily="49" charset="-122"/>
                          <a:sym typeface="Symbol" panose="05050102010706020507" pitchFamily="18" charset="2"/>
                        </a:rPr>
                        <a:t> </a:t>
                      </a:r>
                    </a:p>
                  </a:txBody>
                  <a:tcPr marT="45713" marB="45713" anchor="ctr"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ctr" defTabSz="914400" rtl="0" eaLnBrk="1" fontAlgn="base" latinLnBrk="0" hangingPunct="1">
                        <a:lnSpc>
                          <a:spcPct val="100000"/>
                        </a:lnSpc>
                        <a:spcBef>
                          <a:spcPct val="0"/>
                        </a:spcBef>
                        <a:spcAft>
                          <a:spcPct val="0"/>
                        </a:spcAft>
                        <a:buClr>
                          <a:schemeClr val="folHlink"/>
                        </a:buClr>
                        <a:buSzPct val="60000"/>
                        <a:buFont typeface="Wingdings" panose="05000000000000000000" pitchFamily="2" charset="2"/>
                        <a:buNone/>
                        <a:tabLst/>
                      </a:pPr>
                      <a:r>
                        <a:rPr kumimoji="0" lang="en-US" altLang="zh-CN" sz="2800" b="1" i="1" u="none" strike="noStrike" cap="none" normalizeH="0" baseline="0">
                          <a:ln>
                            <a:noFill/>
                          </a:ln>
                          <a:solidFill>
                            <a:schemeClr val="tx1"/>
                          </a:solidFill>
                          <a:effectLst/>
                          <a:latin typeface="Times New Roman" panose="02020603050405020304" pitchFamily="18" charset="0"/>
                          <a:ea typeface="黑体" panose="02010609060101010101" pitchFamily="49" charset="-122"/>
                        </a:rPr>
                        <a:t>T</a:t>
                      </a:r>
                      <a:r>
                        <a:rPr kumimoji="0" lang="en-US" altLang="zh-CN" sz="2800" b="1" i="0" u="none" strike="noStrike" cap="none" normalizeH="0" baseline="0">
                          <a:ln>
                            <a:noFill/>
                          </a:ln>
                          <a:solidFill>
                            <a:schemeClr val="tx1"/>
                          </a:solidFill>
                          <a:effectLst/>
                          <a:latin typeface="Times New Roman" panose="02020603050405020304" pitchFamily="18" charset="0"/>
                          <a:ea typeface="黑体" panose="02010609060101010101" pitchFamily="49" charset="-122"/>
                          <a:sym typeface="Symbol" panose="05050102010706020507" pitchFamily="18" charset="2"/>
                        </a:rPr>
                        <a:t></a:t>
                      </a:r>
                      <a:r>
                        <a:rPr kumimoji="0" lang="en-US" altLang="zh-CN" sz="2800" b="1" i="1" u="none" strike="noStrike" cap="none" normalizeH="0" baseline="0">
                          <a:ln>
                            <a:noFill/>
                          </a:ln>
                          <a:solidFill>
                            <a:schemeClr val="tx1"/>
                          </a:solidFill>
                          <a:effectLst/>
                          <a:latin typeface="Times New Roman" panose="02020603050405020304" pitchFamily="18" charset="0"/>
                          <a:ea typeface="黑体" panose="02010609060101010101" pitchFamily="49" charset="-122"/>
                          <a:sym typeface="Symbol" panose="05050102010706020507" pitchFamily="18" charset="2"/>
                        </a:rPr>
                        <a:t>FT</a:t>
                      </a:r>
                      <a:r>
                        <a:rPr kumimoji="0" lang="en-US" altLang="zh-CN" sz="2800" b="1" i="0" u="none" strike="noStrike" cap="none" normalizeH="0" baseline="0">
                          <a:ln>
                            <a:noFill/>
                          </a:ln>
                          <a:solidFill>
                            <a:schemeClr val="tx1"/>
                          </a:solidFill>
                          <a:effectLst/>
                          <a:latin typeface="Times New Roman" panose="02020603050405020304" pitchFamily="18" charset="0"/>
                          <a:ea typeface="黑体" panose="02010609060101010101" pitchFamily="49" charset="-122"/>
                          <a:sym typeface="Symbol" panose="05050102010706020507" pitchFamily="18" charset="2"/>
                        </a:rPr>
                        <a:t></a:t>
                      </a:r>
                    </a:p>
                  </a:txBody>
                  <a:tcPr marT="45713" marB="45713" anchor="ctr"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ctr" defTabSz="914400" rtl="0" eaLnBrk="1" fontAlgn="base" latinLnBrk="0" hangingPunct="1">
                        <a:lnSpc>
                          <a:spcPct val="120000"/>
                        </a:lnSpc>
                        <a:spcBef>
                          <a:spcPct val="20000"/>
                        </a:spcBef>
                        <a:spcAft>
                          <a:spcPct val="0"/>
                        </a:spcAft>
                        <a:buClr>
                          <a:schemeClr val="folHlink"/>
                        </a:buClr>
                        <a:buSzPct val="60000"/>
                        <a:buFont typeface="Wingdings" panose="05000000000000000000" pitchFamily="2" charset="2"/>
                        <a:buNone/>
                        <a:tabLst/>
                      </a:pPr>
                      <a:endParaRPr kumimoji="0" lang="zh-CN" altLang="zh-CN" sz="2800" b="0" i="0" u="none" strike="noStrike" cap="none" normalizeH="0" baseline="0">
                        <a:ln>
                          <a:noFill/>
                        </a:ln>
                        <a:solidFill>
                          <a:schemeClr val="tx1"/>
                        </a:solidFill>
                        <a:effectLst/>
                        <a:latin typeface="Times New Roman" panose="02020603050405020304" pitchFamily="18" charset="0"/>
                        <a:ea typeface="黑体" panose="02010609060101010101" pitchFamily="49" charset="-122"/>
                      </a:endParaRPr>
                    </a:p>
                  </a:txBody>
                  <a:tcPr marT="45713" marB="45713" anchor="ctr" horzOverflow="overflow">
                    <a:lnL w="12700" cap="flat" cmpd="sng" algn="ctr">
                      <a:solidFill>
                        <a:schemeClr val="tx1"/>
                      </a:solidFill>
                      <a:prstDash val="solid"/>
                      <a:round/>
                      <a:headEnd type="none" w="sm" len="sm"/>
                      <a:tailEnd type="none" w="sm" len="sm"/>
                    </a:lnL>
                    <a:lnR w="28575"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extLst>
                  <a:ext uri="{0D108BD9-81ED-4DB2-BD59-A6C34878D82A}">
                    <a16:rowId xmlns:a16="http://schemas.microsoft.com/office/drawing/2014/main" val="10005"/>
                  </a:ext>
                </a:extLst>
              </a:tr>
              <a:tr h="603477">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ctr" defTabSz="914400" rtl="0" eaLnBrk="1" fontAlgn="base" latinLnBrk="0" hangingPunct="1">
                        <a:lnSpc>
                          <a:spcPct val="100000"/>
                        </a:lnSpc>
                        <a:spcBef>
                          <a:spcPct val="0"/>
                        </a:spcBef>
                        <a:spcAft>
                          <a:spcPct val="0"/>
                        </a:spcAft>
                        <a:buClr>
                          <a:schemeClr val="folHlink"/>
                        </a:buClr>
                        <a:buSzPct val="60000"/>
                        <a:buFont typeface="Wingdings" panose="05000000000000000000" pitchFamily="2" charset="2"/>
                        <a:buNone/>
                        <a:tabLst/>
                      </a:pPr>
                      <a:r>
                        <a:rPr kumimoji="0" lang="en-US" altLang="zh-CN" sz="2800" b="1" i="0" u="none" strike="noStrike" cap="none" normalizeH="0" baseline="0">
                          <a:ln>
                            <a:noFill/>
                          </a:ln>
                          <a:solidFill>
                            <a:schemeClr val="tx1"/>
                          </a:solidFill>
                          <a:effectLst/>
                          <a:latin typeface="Times New Roman" panose="02020603050405020304" pitchFamily="18" charset="0"/>
                          <a:ea typeface="黑体" panose="02010609060101010101" pitchFamily="49" charset="-122"/>
                        </a:rPr>
                        <a:t>. . .</a:t>
                      </a:r>
                    </a:p>
                  </a:txBody>
                  <a:tcPr marT="45713" marB="45713" anchor="ctr" horzOverflow="overflow">
                    <a:lnL w="28575"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28575" cap="flat" cmpd="sng" algn="ctr">
                      <a:solidFill>
                        <a:schemeClr val="tx1"/>
                      </a:solidFill>
                      <a:prstDash val="solid"/>
                      <a:round/>
                      <a:headEnd type="none" w="sm" len="sm"/>
                      <a:tailEnd type="none" w="sm" len="sm"/>
                    </a:lnB>
                    <a:lnTlToBr>
                      <a:noFill/>
                    </a:lnTlToBr>
                    <a:lnBlToTr>
                      <a:noFill/>
                    </a:lnBlToTr>
                    <a:noFill/>
                  </a:tcPr>
                </a:tc>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ctr" defTabSz="914400" rtl="0" eaLnBrk="1" fontAlgn="base" latinLnBrk="0" hangingPunct="1">
                        <a:lnSpc>
                          <a:spcPct val="100000"/>
                        </a:lnSpc>
                        <a:spcBef>
                          <a:spcPct val="0"/>
                        </a:spcBef>
                        <a:spcAft>
                          <a:spcPct val="0"/>
                        </a:spcAft>
                        <a:buClr>
                          <a:schemeClr val="folHlink"/>
                        </a:buClr>
                        <a:buSzPct val="60000"/>
                        <a:buFont typeface="Wingdings" panose="05000000000000000000" pitchFamily="2" charset="2"/>
                        <a:buNone/>
                        <a:tabLst/>
                      </a:pPr>
                      <a:endParaRPr kumimoji="0" lang="zh-CN" altLang="zh-CN" sz="2800" b="0" i="0" u="none" strike="noStrike" cap="none" normalizeH="0" baseline="0">
                        <a:ln>
                          <a:noFill/>
                        </a:ln>
                        <a:solidFill>
                          <a:schemeClr val="tx1"/>
                        </a:solidFill>
                        <a:effectLst/>
                        <a:latin typeface="Times New Roman" panose="02020603050405020304" pitchFamily="18" charset="0"/>
                        <a:ea typeface="黑体" panose="02010609060101010101" pitchFamily="49" charset="-122"/>
                      </a:endParaRPr>
                    </a:p>
                  </a:txBody>
                  <a:tcPr marT="45713" marB="45713" anchor="ctr"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28575" cap="flat" cmpd="sng" algn="ctr">
                      <a:solidFill>
                        <a:schemeClr val="tx1"/>
                      </a:solidFill>
                      <a:prstDash val="solid"/>
                      <a:round/>
                      <a:headEnd type="none" w="sm" len="sm"/>
                      <a:tailEnd type="none" w="sm" len="sm"/>
                    </a:lnB>
                    <a:lnTlToBr>
                      <a:noFill/>
                    </a:lnTlToBr>
                    <a:lnBlToTr>
                      <a:noFill/>
                    </a:lnBlToTr>
                    <a:noFill/>
                  </a:tcPr>
                </a:tc>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ctr" defTabSz="914400" rtl="0" eaLnBrk="1" fontAlgn="base" latinLnBrk="0" hangingPunct="1">
                        <a:lnSpc>
                          <a:spcPct val="100000"/>
                        </a:lnSpc>
                        <a:spcBef>
                          <a:spcPct val="0"/>
                        </a:spcBef>
                        <a:spcAft>
                          <a:spcPct val="0"/>
                        </a:spcAft>
                        <a:buClr>
                          <a:schemeClr val="folHlink"/>
                        </a:buClr>
                        <a:buSzPct val="60000"/>
                        <a:buFont typeface="Wingdings" panose="05000000000000000000" pitchFamily="2" charset="2"/>
                        <a:buNone/>
                        <a:tabLst/>
                      </a:pPr>
                      <a:r>
                        <a:rPr kumimoji="0" lang="en-US" altLang="zh-CN" sz="2800" b="1" i="1" u="none" strike="noStrike" cap="none" normalizeH="0" baseline="0">
                          <a:ln>
                            <a:noFill/>
                          </a:ln>
                          <a:solidFill>
                            <a:schemeClr val="tx1"/>
                          </a:solidFill>
                          <a:effectLst/>
                          <a:latin typeface="Times New Roman" panose="02020603050405020304" pitchFamily="18" charset="0"/>
                          <a:ea typeface="黑体" panose="02010609060101010101" pitchFamily="49" charset="-122"/>
                        </a:rPr>
                        <a:t> </a:t>
                      </a:r>
                      <a:endParaRPr kumimoji="0" lang="en-US" altLang="zh-CN" sz="2800" b="1" i="0" u="none" strike="noStrike" cap="none" normalizeH="0" baseline="0">
                        <a:ln>
                          <a:noFill/>
                        </a:ln>
                        <a:solidFill>
                          <a:schemeClr val="tx1"/>
                        </a:solidFill>
                        <a:effectLst/>
                        <a:latin typeface="Times New Roman" panose="02020603050405020304" pitchFamily="18" charset="0"/>
                        <a:ea typeface="黑体" panose="02010609060101010101" pitchFamily="49" charset="-122"/>
                        <a:sym typeface="Symbol" panose="05050102010706020507" pitchFamily="18" charset="2"/>
                      </a:endParaRPr>
                    </a:p>
                  </a:txBody>
                  <a:tcPr marT="45713" marB="45713" anchor="ctr"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28575" cap="flat" cmpd="sng" algn="ctr">
                      <a:solidFill>
                        <a:schemeClr val="tx1"/>
                      </a:solidFill>
                      <a:prstDash val="solid"/>
                      <a:round/>
                      <a:headEnd type="none" w="sm" len="sm"/>
                      <a:tailEnd type="none" w="sm" len="sm"/>
                    </a:lnB>
                    <a:lnTlToBr>
                      <a:noFill/>
                    </a:lnTlToBr>
                    <a:lnBlToTr>
                      <a:noFill/>
                    </a:lnBlToTr>
                    <a:noFill/>
                  </a:tcPr>
                </a:tc>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ctr" defTabSz="914400" rtl="0" eaLnBrk="1" fontAlgn="base" latinLnBrk="0" hangingPunct="1">
                        <a:lnSpc>
                          <a:spcPct val="100000"/>
                        </a:lnSpc>
                        <a:spcBef>
                          <a:spcPct val="0"/>
                        </a:spcBef>
                        <a:spcAft>
                          <a:spcPct val="0"/>
                        </a:spcAft>
                        <a:buClr>
                          <a:schemeClr val="folHlink"/>
                        </a:buClr>
                        <a:buSzPct val="60000"/>
                        <a:buFont typeface="Wingdings" panose="05000000000000000000" pitchFamily="2" charset="2"/>
                        <a:buNone/>
                        <a:tabLst/>
                      </a:pPr>
                      <a:endParaRPr kumimoji="0" lang="zh-CN" altLang="zh-CN" sz="2800" b="1" i="0" u="none" strike="noStrike" cap="none" normalizeH="0" baseline="0">
                        <a:ln>
                          <a:noFill/>
                        </a:ln>
                        <a:solidFill>
                          <a:schemeClr val="tx1"/>
                        </a:solidFill>
                        <a:effectLst/>
                        <a:latin typeface="Times New Roman" panose="02020603050405020304" pitchFamily="18" charset="0"/>
                        <a:ea typeface="黑体" panose="02010609060101010101" pitchFamily="49" charset="-122"/>
                        <a:sym typeface="Symbol" panose="05050102010706020507" pitchFamily="18" charset="2"/>
                      </a:endParaRPr>
                    </a:p>
                  </a:txBody>
                  <a:tcPr marT="45713" marB="45713" anchor="ctr"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28575" cap="flat" cmpd="sng" algn="ctr">
                      <a:solidFill>
                        <a:schemeClr val="tx1"/>
                      </a:solidFill>
                      <a:prstDash val="solid"/>
                      <a:round/>
                      <a:headEnd type="none" w="sm" len="sm"/>
                      <a:tailEnd type="none" w="sm" len="sm"/>
                    </a:lnB>
                    <a:lnTlToBr>
                      <a:noFill/>
                    </a:lnTlToBr>
                    <a:lnBlToTr>
                      <a:noFill/>
                    </a:lnBlToTr>
                    <a:noFill/>
                  </a:tcPr>
                </a:tc>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ctr" defTabSz="914400" rtl="0" eaLnBrk="1" fontAlgn="base" latinLnBrk="0" hangingPunct="1">
                        <a:lnSpc>
                          <a:spcPct val="120000"/>
                        </a:lnSpc>
                        <a:spcBef>
                          <a:spcPct val="20000"/>
                        </a:spcBef>
                        <a:spcAft>
                          <a:spcPct val="0"/>
                        </a:spcAft>
                        <a:buClr>
                          <a:schemeClr val="folHlink"/>
                        </a:buClr>
                        <a:buSzPct val="60000"/>
                        <a:buFont typeface="Wingdings" panose="05000000000000000000" pitchFamily="2" charset="2"/>
                        <a:buNone/>
                        <a:tabLst/>
                      </a:pPr>
                      <a:endParaRPr kumimoji="0" lang="zh-CN" altLang="zh-CN" sz="2800" b="0" i="0" u="none" strike="noStrike" cap="none" normalizeH="0" baseline="0" dirty="0">
                        <a:ln>
                          <a:noFill/>
                        </a:ln>
                        <a:solidFill>
                          <a:schemeClr val="tx1"/>
                        </a:solidFill>
                        <a:effectLst/>
                        <a:latin typeface="Times New Roman" panose="02020603050405020304" pitchFamily="18" charset="0"/>
                        <a:ea typeface="黑体" panose="02010609060101010101" pitchFamily="49" charset="-122"/>
                      </a:endParaRPr>
                    </a:p>
                  </a:txBody>
                  <a:tcPr marT="45713" marB="45713" anchor="ctr" horzOverflow="overflow">
                    <a:lnL w="12700" cap="flat" cmpd="sng" algn="ctr">
                      <a:solidFill>
                        <a:schemeClr val="tx1"/>
                      </a:solidFill>
                      <a:prstDash val="solid"/>
                      <a:round/>
                      <a:headEnd type="none" w="sm" len="sm"/>
                      <a:tailEnd type="none" w="sm" len="sm"/>
                    </a:lnL>
                    <a:lnR w="28575"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28575" cap="flat" cmpd="sng" algn="ctr">
                      <a:solidFill>
                        <a:schemeClr val="tx1"/>
                      </a:solidFill>
                      <a:prstDash val="solid"/>
                      <a:round/>
                      <a:headEnd type="none" w="sm" len="sm"/>
                      <a:tailEnd type="none" w="sm" len="sm"/>
                    </a:lnB>
                    <a:lnTlToBr>
                      <a:noFill/>
                    </a:lnTlToBr>
                    <a:lnBlToTr>
                      <a:noFill/>
                    </a:lnBlToTr>
                    <a:noFill/>
                  </a:tcPr>
                </a:tc>
                <a:extLst>
                  <a:ext uri="{0D108BD9-81ED-4DB2-BD59-A6C34878D82A}">
                    <a16:rowId xmlns:a16="http://schemas.microsoft.com/office/drawing/2014/main" val="10006"/>
                  </a:ext>
                </a:extLst>
              </a:tr>
            </a:tbl>
          </a:graphicData>
        </a:graphic>
      </p:graphicFrame>
      <p:sp>
        <p:nvSpPr>
          <p:cNvPr id="86018" name="Rectangle 2">
            <a:extLst>
              <a:ext uri="{FF2B5EF4-FFF2-40B4-BE49-F238E27FC236}">
                <a16:creationId xmlns:a16="http://schemas.microsoft.com/office/drawing/2014/main" id="{FD2FEE1E-D16D-4DBA-AC9D-019072F16C7A}"/>
              </a:ext>
            </a:extLst>
          </p:cNvPr>
          <p:cNvSpPr>
            <a:spLocks noGrp="1" noChangeArrowheads="1"/>
          </p:cNvSpPr>
          <p:nvPr>
            <p:ph type="title"/>
          </p:nvPr>
        </p:nvSpPr>
        <p:spPr/>
        <p:txBody>
          <a:bodyPr/>
          <a:lstStyle/>
          <a:p>
            <a:pPr eaLnBrk="1" hangingPunct="1"/>
            <a:r>
              <a:rPr lang="en-US" altLang="zh-CN"/>
              <a:t>3.3.6 </a:t>
            </a:r>
            <a:r>
              <a:rPr lang="zh-CN" altLang="en-US"/>
              <a:t>预测分析的错误恢复</a:t>
            </a:r>
          </a:p>
        </p:txBody>
      </p:sp>
      <p:sp>
        <p:nvSpPr>
          <p:cNvPr id="86019" name="Rectangle 3">
            <a:extLst>
              <a:ext uri="{FF2B5EF4-FFF2-40B4-BE49-F238E27FC236}">
                <a16:creationId xmlns:a16="http://schemas.microsoft.com/office/drawing/2014/main" id="{EE777644-DFCD-41CD-95E1-CC9E9DAD0F60}"/>
              </a:ext>
            </a:extLst>
          </p:cNvPr>
          <p:cNvSpPr>
            <a:spLocks noGrp="1" noChangeArrowheads="1"/>
          </p:cNvSpPr>
          <p:nvPr>
            <p:ph idx="1"/>
          </p:nvPr>
        </p:nvSpPr>
        <p:spPr/>
        <p:txBody>
          <a:bodyPr/>
          <a:lstStyle/>
          <a:p>
            <a:pPr eaLnBrk="1" hangingPunct="1"/>
            <a:r>
              <a:rPr lang="en-US" altLang="zh-CN" sz="2800" b="1" i="1">
                <a:cs typeface="Times New Roman" panose="02020603050405020304" pitchFamily="18" charset="0"/>
              </a:rPr>
              <a:t>T </a:t>
            </a:r>
            <a:r>
              <a:rPr lang="en-US" altLang="zh-CN" sz="2800" b="1">
                <a:cs typeface="Times New Roman" panose="02020603050405020304" pitchFamily="18" charset="0"/>
                <a:sym typeface="Symbol" panose="05050102010706020507" pitchFamily="18" charset="2"/>
              </a:rPr>
              <a:t></a:t>
            </a:r>
            <a:r>
              <a:rPr lang="zh-CN" altLang="en-US" sz="2800">
                <a:cs typeface="Times New Roman" panose="02020603050405020304" pitchFamily="18" charset="0"/>
              </a:rPr>
              <a:t>可以产生空串，报错并用</a:t>
            </a:r>
            <a:r>
              <a:rPr lang="en-US" altLang="zh-CN" sz="2800" b="1" i="1">
                <a:cs typeface="Times New Roman" panose="02020603050405020304" pitchFamily="18" charset="0"/>
              </a:rPr>
              <a:t>T </a:t>
            </a:r>
            <a:r>
              <a:rPr lang="en-US" altLang="zh-CN" sz="2800" b="1">
                <a:cs typeface="Times New Roman" panose="02020603050405020304" pitchFamily="18" charset="0"/>
                <a:sym typeface="Symbol" panose="05050102010706020507" pitchFamily="18" charset="2"/>
              </a:rPr>
              <a:t></a:t>
            </a:r>
            <a:endParaRPr lang="en-US" altLang="en-US" sz="2800" b="1">
              <a:cs typeface="Times New Roman" panose="02020603050405020304" pitchFamily="18" charset="0"/>
              <a:sym typeface="Symbol" panose="05050102010706020507" pitchFamily="18" charset="2"/>
            </a:endParaRPr>
          </a:p>
        </p:txBody>
      </p:sp>
      <p:sp>
        <p:nvSpPr>
          <p:cNvPr id="497714" name="Rectangle 50">
            <a:extLst>
              <a:ext uri="{FF2B5EF4-FFF2-40B4-BE49-F238E27FC236}">
                <a16:creationId xmlns:a16="http://schemas.microsoft.com/office/drawing/2014/main" id="{00920332-3F7F-4FF8-A8C0-69C944CD08B5}"/>
              </a:ext>
            </a:extLst>
          </p:cNvPr>
          <p:cNvSpPr>
            <a:spLocks noChangeArrowheads="1"/>
          </p:cNvSpPr>
          <p:nvPr/>
        </p:nvSpPr>
        <p:spPr bwMode="auto">
          <a:xfrm>
            <a:off x="1627200" y="5916366"/>
            <a:ext cx="5889600" cy="796184"/>
          </a:xfrm>
          <a:prstGeom prst="rect">
            <a:avLst/>
          </a:prstGeom>
          <a:solidFill>
            <a:schemeClr val="accent4">
              <a:lumMod val="20000"/>
              <a:lumOff val="80000"/>
            </a:schemeClr>
          </a:solidFill>
          <a:ln>
            <a:headEnd/>
            <a:tailEnd/>
          </a:ln>
        </p:spPr>
        <p:style>
          <a:lnRef idx="2">
            <a:schemeClr val="accent2"/>
          </a:lnRef>
          <a:fillRef idx="1">
            <a:schemeClr val="lt1"/>
          </a:fillRef>
          <a:effectRef idx="0">
            <a:schemeClr val="accent2"/>
          </a:effectRef>
          <a:fontRef idx="minor">
            <a:schemeClr val="dk1"/>
          </a:fontRef>
        </p:style>
        <p:txBody>
          <a:bodyPr wrap="none" lIns="54000" tIns="28800" rIns="54000" bIns="28800" anchor="ctr"/>
          <a:lstStyle>
            <a:lvl1pPr>
              <a:spcBef>
                <a:spcPct val="20000"/>
              </a:spcBef>
              <a:buClr>
                <a:schemeClr val="folHlink"/>
              </a:buClr>
              <a:buSzPct val="60000"/>
              <a:buFont typeface="Wingdings" panose="05000000000000000000" pitchFamily="2" charset="2"/>
              <a:buChar char="n"/>
              <a:defRPr sz="3200">
                <a:solidFill>
                  <a:schemeClr val="tx1"/>
                </a:solidFill>
                <a:latin typeface="Times New Roman" panose="02020603050405020304" pitchFamily="18" charset="0"/>
                <a:ea typeface="黑体" panose="02010609060101010101" pitchFamily="49" charset="-122"/>
              </a:defRPr>
            </a:lvl1pPr>
            <a:lvl2pPr marL="742950" indent="-285750">
              <a:spcBef>
                <a:spcPct val="20000"/>
              </a:spcBef>
              <a:buClr>
                <a:schemeClr val="hlink"/>
              </a:buClr>
              <a:buSzPct val="55000"/>
              <a:buFont typeface="Wingdings" panose="05000000000000000000" pitchFamily="2" charset="2"/>
              <a:buChar char="n"/>
              <a:defRPr sz="2800">
                <a:solidFill>
                  <a:schemeClr val="tx1"/>
                </a:solidFill>
                <a:latin typeface="Times New Roman" panose="02020603050405020304" pitchFamily="18" charset="0"/>
                <a:ea typeface="黑体" panose="02010609060101010101" pitchFamily="49" charset="-122"/>
              </a:defRPr>
            </a:lvl2pPr>
            <a:lvl3pPr marL="1143000" indent="-228600">
              <a:spcBef>
                <a:spcPct val="20000"/>
              </a:spcBef>
              <a:buClr>
                <a:schemeClr val="folHlink"/>
              </a:buClr>
              <a:buSzPct val="50000"/>
              <a:buFont typeface="Wingdings" panose="05000000000000000000" pitchFamily="2" charset="2"/>
              <a:buChar char="n"/>
              <a:defRPr sz="2400">
                <a:solidFill>
                  <a:schemeClr val="tx1"/>
                </a:solidFill>
                <a:latin typeface="Times New Roman" panose="02020603050405020304" pitchFamily="18" charset="0"/>
                <a:ea typeface="黑体" panose="02010609060101010101" pitchFamily="49" charset="-122"/>
              </a:defRPr>
            </a:lvl3pPr>
            <a:lvl4pPr marL="1600200" indent="-228600">
              <a:spcBef>
                <a:spcPct val="20000"/>
              </a:spcBef>
              <a:buClr>
                <a:schemeClr val="accent2"/>
              </a:buClr>
              <a:buSzPct val="55000"/>
              <a:buFont typeface="Wingdings" panose="05000000000000000000" pitchFamily="2" charset="2"/>
              <a:buChar char="n"/>
              <a:defRPr sz="2000">
                <a:solidFill>
                  <a:schemeClr val="tx1"/>
                </a:solidFill>
                <a:latin typeface="Times New Roman" panose="02020603050405020304" pitchFamily="18" charset="0"/>
                <a:ea typeface="黑体" panose="02010609060101010101" pitchFamily="49" charset="-122"/>
              </a:defRPr>
            </a:lvl4pPr>
            <a:lvl5pPr marL="2057400" indent="-228600">
              <a:spcBef>
                <a:spcPct val="20000"/>
              </a:spcBef>
              <a:buClr>
                <a:schemeClr val="accent1"/>
              </a:buClr>
              <a:buSzPct val="50000"/>
              <a:buFont typeface="Wingdings" panose="05000000000000000000" pitchFamily="2" charset="2"/>
              <a:buChar char="n"/>
              <a:defRPr sz="2000">
                <a:solidFill>
                  <a:schemeClr val="tx1"/>
                </a:solidFill>
                <a:latin typeface="Times New Roman" panose="02020603050405020304" pitchFamily="18"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imes New Roman" panose="02020603050405020304" pitchFamily="18"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imes New Roman" panose="02020603050405020304" pitchFamily="18"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imes New Roman" panose="02020603050405020304" pitchFamily="18"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imes New Roman" panose="02020603050405020304" pitchFamily="18" charset="0"/>
                <a:ea typeface="黑体" panose="02010609060101010101" pitchFamily="49" charset="-122"/>
              </a:defRPr>
            </a:lvl9pPr>
          </a:lstStyle>
          <a:p>
            <a:pPr>
              <a:spcBef>
                <a:spcPct val="0"/>
              </a:spcBef>
              <a:buClrTx/>
              <a:buSzTx/>
              <a:buFontTx/>
              <a:buNone/>
            </a:pPr>
            <a:r>
              <a:rPr lang="zh-CN" altLang="en-US" sz="2400" b="0">
                <a:solidFill>
                  <a:srgbClr val="000000"/>
                </a:solidFill>
              </a:rPr>
              <a:t>该方式能延迟错误的发现，但不会遗漏。</a:t>
            </a:r>
            <a:endParaRPr lang="en-US" altLang="zh-CN" sz="2400" b="0">
              <a:solidFill>
                <a:srgbClr val="000000"/>
              </a:solidFill>
            </a:endParaRPr>
          </a:p>
          <a:p>
            <a:pPr>
              <a:spcBef>
                <a:spcPct val="0"/>
              </a:spcBef>
              <a:buClrTx/>
              <a:buSzTx/>
              <a:buFontTx/>
              <a:buNone/>
            </a:pPr>
            <a:r>
              <a:rPr lang="zh-CN" altLang="en-US" sz="2400" b="0">
                <a:solidFill>
                  <a:srgbClr val="000000"/>
                </a:solidFill>
              </a:rPr>
              <a:t>优点是减少错误恢复要考虑的非终结符数。</a:t>
            </a:r>
          </a:p>
        </p:txBody>
      </p:sp>
      <p:sp>
        <p:nvSpPr>
          <p:cNvPr id="2" name="日期占位符 1">
            <a:extLst>
              <a:ext uri="{FF2B5EF4-FFF2-40B4-BE49-F238E27FC236}">
                <a16:creationId xmlns:a16="http://schemas.microsoft.com/office/drawing/2014/main" id="{DE85EBCD-DA0B-2F2E-42DC-07373172FFE6}"/>
              </a:ext>
            </a:extLst>
          </p:cNvPr>
          <p:cNvSpPr>
            <a:spLocks noGrp="1"/>
          </p:cNvSpPr>
          <p:nvPr>
            <p:ph type="dt" sz="half" idx="10"/>
          </p:nvPr>
        </p:nvSpPr>
        <p:spPr/>
        <p:txBody>
          <a:bodyPr/>
          <a:lstStyle/>
          <a:p>
            <a:fld id="{673A6484-AB3E-4827-9755-6EF91D2B0B4B}" type="datetime2">
              <a:rPr lang="zh-CN" altLang="en-US" smtClean="0"/>
              <a:pPr/>
              <a:t>2025年11月26日</a:t>
            </a:fld>
            <a:endParaRPr lang="zh-CN" altLang="en-US"/>
          </a:p>
        </p:txBody>
      </p:sp>
      <p:sp>
        <p:nvSpPr>
          <p:cNvPr id="3" name="页脚占位符 2">
            <a:extLst>
              <a:ext uri="{FF2B5EF4-FFF2-40B4-BE49-F238E27FC236}">
                <a16:creationId xmlns:a16="http://schemas.microsoft.com/office/drawing/2014/main" id="{C51A02F1-4E05-FCA0-6C29-9997DC47CD9A}"/>
              </a:ext>
            </a:extLst>
          </p:cNvPr>
          <p:cNvSpPr>
            <a:spLocks noGrp="1"/>
          </p:cNvSpPr>
          <p:nvPr>
            <p:ph type="ftr" sz="quarter" idx="11"/>
          </p:nvPr>
        </p:nvSpPr>
        <p:spPr/>
        <p:txBody>
          <a:bodyPr/>
          <a:lstStyle/>
          <a:p>
            <a:r>
              <a:rPr lang="zh-CN" altLang="en-US"/>
              <a:t>编译原理</a:t>
            </a:r>
            <a:r>
              <a:rPr lang="en-US" altLang="zh-CN"/>
              <a:t>-</a:t>
            </a:r>
            <a:r>
              <a:rPr lang="zh-CN" altLang="en-US"/>
              <a:t>王欣捷</a:t>
            </a:r>
            <a:r>
              <a:rPr lang="en-US" altLang="zh-CN"/>
              <a:t>-</a:t>
            </a:r>
            <a:r>
              <a:rPr lang="zh-CN" altLang="en-US"/>
              <a:t>第三章 语法分析</a:t>
            </a:r>
            <a:r>
              <a:rPr lang="en-US" altLang="zh-CN"/>
              <a:t>(4)</a:t>
            </a:r>
            <a:endParaRPr lang="zh-CN" altLang="en-US"/>
          </a:p>
        </p:txBody>
      </p:sp>
      <p:sp>
        <p:nvSpPr>
          <p:cNvPr id="4" name="灯片编号占位符 3">
            <a:extLst>
              <a:ext uri="{FF2B5EF4-FFF2-40B4-BE49-F238E27FC236}">
                <a16:creationId xmlns:a16="http://schemas.microsoft.com/office/drawing/2014/main" id="{CD26F1C0-1CB8-1514-FC34-636E7BEE8637}"/>
              </a:ext>
            </a:extLst>
          </p:cNvPr>
          <p:cNvSpPr>
            <a:spLocks noGrp="1"/>
          </p:cNvSpPr>
          <p:nvPr>
            <p:ph type="sldNum" sz="quarter" idx="12"/>
          </p:nvPr>
        </p:nvSpPr>
        <p:spPr/>
        <p:txBody>
          <a:bodyPr/>
          <a:lstStyle/>
          <a:p>
            <a:fld id="{094DEB03-EFC6-4C20-8FC8-295189A5386F}" type="slidenum">
              <a:rPr lang="zh-CN" altLang="en-US" smtClean="0"/>
              <a:pPr/>
              <a:t>78</a:t>
            </a:fld>
            <a:endParaRPr lang="zh-CN" altLang="en-US"/>
          </a:p>
        </p:txBody>
      </p:sp>
    </p:spTree>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 presetClass="entr" presetSubtype="0" fill="hold" grpId="0" nodeType="clickEffect">
                                  <p:stCondLst>
                                    <p:cond delay="0"/>
                                  </p:stCondLst>
                                  <p:childTnLst>
                                    <p:set>
                                      <p:cBhvr>
                                        <p:cTn id="6" dur="1" fill="hold">
                                          <p:stCondLst>
                                            <p:cond delay="0"/>
                                          </p:stCondLst>
                                        </p:cTn>
                                        <p:tgtEl>
                                          <p:spTgt spid="497714"/>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97714" grpId="0" animBg="1"/>
    </p:bldLst>
  </p:timing>
</p:sld>
</file>

<file path=ppt/slides/slide7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7042" name="Rectangle 2">
            <a:extLst>
              <a:ext uri="{FF2B5EF4-FFF2-40B4-BE49-F238E27FC236}">
                <a16:creationId xmlns:a16="http://schemas.microsoft.com/office/drawing/2014/main" id="{815F1F62-8C39-4C6B-B043-0618209E6AED}"/>
              </a:ext>
            </a:extLst>
          </p:cNvPr>
          <p:cNvSpPr>
            <a:spLocks noGrp="1" noChangeArrowheads="1"/>
          </p:cNvSpPr>
          <p:nvPr>
            <p:ph type="title"/>
          </p:nvPr>
        </p:nvSpPr>
        <p:spPr/>
        <p:txBody>
          <a:bodyPr/>
          <a:lstStyle/>
          <a:p>
            <a:pPr eaLnBrk="1" hangingPunct="1"/>
            <a:r>
              <a:rPr lang="en-US" altLang="zh-CN"/>
              <a:t>3.3.6 </a:t>
            </a:r>
            <a:r>
              <a:rPr lang="zh-CN" altLang="en-US"/>
              <a:t>预测分析的错误恢复</a:t>
            </a:r>
          </a:p>
        </p:txBody>
      </p:sp>
      <p:sp>
        <p:nvSpPr>
          <p:cNvPr id="87043" name="Rectangle 3">
            <a:extLst>
              <a:ext uri="{FF2B5EF4-FFF2-40B4-BE49-F238E27FC236}">
                <a16:creationId xmlns:a16="http://schemas.microsoft.com/office/drawing/2014/main" id="{60962B58-EA86-44AA-B557-99155DFBC806}"/>
              </a:ext>
            </a:extLst>
          </p:cNvPr>
          <p:cNvSpPr>
            <a:spLocks noGrp="1" noChangeArrowheads="1"/>
          </p:cNvSpPr>
          <p:nvPr>
            <p:ph idx="1"/>
          </p:nvPr>
        </p:nvSpPr>
        <p:spPr/>
        <p:txBody>
          <a:bodyPr>
            <a:normAutofit fontScale="92500" lnSpcReduction="20000"/>
          </a:bodyPr>
          <a:lstStyle/>
          <a:p>
            <a:pPr eaLnBrk="1" hangingPunct="1">
              <a:lnSpc>
                <a:spcPct val="110000"/>
              </a:lnSpc>
              <a:spcBef>
                <a:spcPct val="0"/>
              </a:spcBef>
            </a:pPr>
            <a:r>
              <a:rPr lang="zh-CN" altLang="en-US" sz="3200">
                <a:cs typeface="Times New Roman" panose="02020603050405020304" pitchFamily="18" charset="0"/>
              </a:rPr>
              <a:t>同步记号集合的选择</a:t>
            </a:r>
          </a:p>
          <a:p>
            <a:pPr lvl="1" eaLnBrk="1" hangingPunct="1">
              <a:lnSpc>
                <a:spcPct val="110000"/>
              </a:lnSpc>
              <a:spcBef>
                <a:spcPct val="0"/>
              </a:spcBef>
            </a:pPr>
            <a:r>
              <a:rPr lang="en-US" altLang="zh-CN" sz="2800">
                <a:cs typeface="Times New Roman" panose="02020603050405020304" pitchFamily="18" charset="0"/>
              </a:rPr>
              <a:t>1</a:t>
            </a:r>
            <a:r>
              <a:rPr lang="zh-CN" altLang="en-US" sz="2800">
                <a:cs typeface="Times New Roman" panose="02020603050405020304" pitchFamily="18" charset="0"/>
              </a:rPr>
              <a:t>、把</a:t>
            </a:r>
            <a:r>
              <a:rPr lang="en-US" altLang="zh-CN" sz="2800" b="1">
                <a:cs typeface="Times New Roman" panose="02020603050405020304" pitchFamily="18" charset="0"/>
              </a:rPr>
              <a:t>FOLLOW(</a:t>
            </a:r>
            <a:r>
              <a:rPr lang="en-US" altLang="zh-CN" sz="2800" b="1" i="1">
                <a:cs typeface="Times New Roman" panose="02020603050405020304" pitchFamily="18" charset="0"/>
              </a:rPr>
              <a:t>A</a:t>
            </a:r>
            <a:r>
              <a:rPr lang="en-US" altLang="zh-CN" sz="2800" b="1">
                <a:cs typeface="Times New Roman" panose="02020603050405020304" pitchFamily="18" charset="0"/>
              </a:rPr>
              <a:t>)</a:t>
            </a:r>
            <a:r>
              <a:rPr lang="zh-CN" altLang="en-US" sz="2800">
                <a:cs typeface="Times New Roman" panose="02020603050405020304" pitchFamily="18" charset="0"/>
              </a:rPr>
              <a:t>的所有终结符放入非终结符</a:t>
            </a:r>
            <a:r>
              <a:rPr lang="en-US" altLang="zh-CN" sz="2800" b="1" i="1">
                <a:cs typeface="Times New Roman" panose="02020603050405020304" pitchFamily="18" charset="0"/>
              </a:rPr>
              <a:t>A</a:t>
            </a:r>
            <a:r>
              <a:rPr lang="zh-CN" altLang="en-US" sz="2800">
                <a:cs typeface="Times New Roman" panose="02020603050405020304" pitchFamily="18" charset="0"/>
              </a:rPr>
              <a:t>的同步记号集合</a:t>
            </a:r>
          </a:p>
          <a:p>
            <a:pPr lvl="1" eaLnBrk="1" hangingPunct="1">
              <a:lnSpc>
                <a:spcPct val="110000"/>
              </a:lnSpc>
              <a:spcBef>
                <a:spcPct val="0"/>
              </a:spcBef>
            </a:pPr>
            <a:r>
              <a:rPr lang="en-US" altLang="zh-CN" sz="2800">
                <a:cs typeface="Times New Roman" panose="02020603050405020304" pitchFamily="18" charset="0"/>
              </a:rPr>
              <a:t>2</a:t>
            </a:r>
            <a:r>
              <a:rPr lang="zh-CN" altLang="en-US" sz="2800">
                <a:cs typeface="Times New Roman" panose="02020603050405020304" pitchFamily="18" charset="0"/>
              </a:rPr>
              <a:t>、把高层结构的开始符号加到低层结构的同步记号集合中</a:t>
            </a:r>
          </a:p>
          <a:p>
            <a:pPr lvl="1" eaLnBrk="1" hangingPunct="1">
              <a:lnSpc>
                <a:spcPct val="110000"/>
              </a:lnSpc>
              <a:spcBef>
                <a:spcPct val="0"/>
              </a:spcBef>
            </a:pPr>
            <a:r>
              <a:rPr lang="en-US" altLang="zh-CN" sz="2800">
                <a:cs typeface="Times New Roman" panose="02020603050405020304" pitchFamily="18" charset="0"/>
              </a:rPr>
              <a:t>3</a:t>
            </a:r>
            <a:r>
              <a:rPr lang="zh-CN" altLang="en-US" sz="2800">
                <a:cs typeface="Times New Roman" panose="02020603050405020304" pitchFamily="18" charset="0"/>
              </a:rPr>
              <a:t>、把</a:t>
            </a:r>
            <a:r>
              <a:rPr lang="en-US" altLang="zh-CN" sz="2800" b="1">
                <a:ea typeface="华文彩云" panose="02010800040101010101" pitchFamily="2" charset="-122"/>
                <a:cs typeface="Times New Roman" panose="02020603050405020304" pitchFamily="18" charset="0"/>
              </a:rPr>
              <a:t>FIRST(</a:t>
            </a:r>
            <a:r>
              <a:rPr lang="en-US" altLang="zh-CN" sz="2800" b="1" i="1">
                <a:ea typeface="华文彩云" panose="02010800040101010101" pitchFamily="2" charset="-122"/>
                <a:cs typeface="Times New Roman" panose="02020603050405020304" pitchFamily="18" charset="0"/>
              </a:rPr>
              <a:t>A</a:t>
            </a:r>
            <a:r>
              <a:rPr lang="en-US" altLang="zh-CN" sz="2800" b="1">
                <a:ea typeface="华文彩云" panose="02010800040101010101" pitchFamily="2" charset="-122"/>
                <a:cs typeface="Times New Roman" panose="02020603050405020304" pitchFamily="18" charset="0"/>
              </a:rPr>
              <a:t>)</a:t>
            </a:r>
            <a:r>
              <a:rPr lang="zh-CN" altLang="en-US" sz="2800">
                <a:cs typeface="Times New Roman" panose="02020603050405020304" pitchFamily="18" charset="0"/>
              </a:rPr>
              <a:t>的终结符加入</a:t>
            </a:r>
            <a:r>
              <a:rPr lang="en-US" altLang="zh-CN" sz="2800" b="1" i="1">
                <a:cs typeface="Times New Roman" panose="02020603050405020304" pitchFamily="18" charset="0"/>
              </a:rPr>
              <a:t>A</a:t>
            </a:r>
            <a:r>
              <a:rPr lang="zh-CN" altLang="en-US" sz="2800">
                <a:cs typeface="Times New Roman" panose="02020603050405020304" pitchFamily="18" charset="0"/>
              </a:rPr>
              <a:t>的同步记号集</a:t>
            </a:r>
          </a:p>
          <a:p>
            <a:pPr lvl="1" eaLnBrk="1" hangingPunct="1">
              <a:lnSpc>
                <a:spcPct val="110000"/>
              </a:lnSpc>
              <a:spcBef>
                <a:spcPct val="0"/>
              </a:spcBef>
            </a:pPr>
            <a:r>
              <a:rPr lang="en-US" altLang="zh-CN" sz="2800">
                <a:cs typeface="Times New Roman" panose="02020603050405020304" pitchFamily="18" charset="0"/>
              </a:rPr>
              <a:t>4</a:t>
            </a:r>
            <a:r>
              <a:rPr lang="zh-CN" altLang="en-US" sz="2800">
                <a:cs typeface="Times New Roman" panose="02020603050405020304" pitchFamily="18" charset="0"/>
              </a:rPr>
              <a:t>、如果非终结符可以产生空串，若出错时栈顶是这样的非终结符，则可以使用产生空串的产生式</a:t>
            </a:r>
          </a:p>
          <a:p>
            <a:pPr lvl="1" eaLnBrk="1" hangingPunct="1">
              <a:lnSpc>
                <a:spcPct val="110000"/>
              </a:lnSpc>
              <a:spcBef>
                <a:spcPct val="0"/>
              </a:spcBef>
            </a:pPr>
            <a:r>
              <a:rPr lang="en-US" altLang="zh-CN" sz="2800">
                <a:solidFill>
                  <a:schemeClr val="accent2"/>
                </a:solidFill>
                <a:cs typeface="Times New Roman" panose="02020603050405020304" pitchFamily="18" charset="0"/>
              </a:rPr>
              <a:t>5</a:t>
            </a:r>
            <a:r>
              <a:rPr lang="zh-CN" altLang="en-US" sz="2800">
                <a:solidFill>
                  <a:schemeClr val="accent2"/>
                </a:solidFill>
                <a:cs typeface="Times New Roman" panose="02020603050405020304" pitchFamily="18" charset="0"/>
              </a:rPr>
              <a:t>、如果终结符在栈顶而不能匹配，弹出此终结符，并给出“插入了该终结符”的错误恢复信息。</a:t>
            </a:r>
            <a:r>
              <a:rPr lang="zh-CN" altLang="en-US" sz="2800">
                <a:solidFill>
                  <a:schemeClr val="hlink"/>
                </a:solidFill>
                <a:cs typeface="Times New Roman" panose="02020603050405020304" pitchFamily="18" charset="0"/>
              </a:rPr>
              <a:t>效果上等同于将所有其它记号作为该终结符的同步记号集合。</a:t>
            </a:r>
          </a:p>
        </p:txBody>
      </p:sp>
      <p:sp>
        <p:nvSpPr>
          <p:cNvPr id="2" name="日期占位符 1">
            <a:extLst>
              <a:ext uri="{FF2B5EF4-FFF2-40B4-BE49-F238E27FC236}">
                <a16:creationId xmlns:a16="http://schemas.microsoft.com/office/drawing/2014/main" id="{5FA06659-52B9-9555-E29F-7306FB78E67C}"/>
              </a:ext>
            </a:extLst>
          </p:cNvPr>
          <p:cNvSpPr>
            <a:spLocks noGrp="1"/>
          </p:cNvSpPr>
          <p:nvPr>
            <p:ph type="dt" sz="half" idx="10"/>
          </p:nvPr>
        </p:nvSpPr>
        <p:spPr/>
        <p:txBody>
          <a:bodyPr/>
          <a:lstStyle/>
          <a:p>
            <a:fld id="{A61E3558-C051-49B0-BB99-32AF997CC5E0}" type="datetime2">
              <a:rPr lang="zh-CN" altLang="en-US" smtClean="0"/>
              <a:pPr/>
              <a:t>2025年11月26日</a:t>
            </a:fld>
            <a:endParaRPr lang="zh-CN" altLang="en-US"/>
          </a:p>
        </p:txBody>
      </p:sp>
      <p:sp>
        <p:nvSpPr>
          <p:cNvPr id="3" name="页脚占位符 2">
            <a:extLst>
              <a:ext uri="{FF2B5EF4-FFF2-40B4-BE49-F238E27FC236}">
                <a16:creationId xmlns:a16="http://schemas.microsoft.com/office/drawing/2014/main" id="{695043A7-26CD-F889-4ABE-7E93CAB04D39}"/>
              </a:ext>
            </a:extLst>
          </p:cNvPr>
          <p:cNvSpPr>
            <a:spLocks noGrp="1"/>
          </p:cNvSpPr>
          <p:nvPr>
            <p:ph type="ftr" sz="quarter" idx="11"/>
          </p:nvPr>
        </p:nvSpPr>
        <p:spPr/>
        <p:txBody>
          <a:bodyPr/>
          <a:lstStyle/>
          <a:p>
            <a:r>
              <a:rPr lang="zh-CN" altLang="en-US"/>
              <a:t>编译原理</a:t>
            </a:r>
            <a:r>
              <a:rPr lang="en-US" altLang="zh-CN"/>
              <a:t>-</a:t>
            </a:r>
            <a:r>
              <a:rPr lang="zh-CN" altLang="en-US"/>
              <a:t>王欣捷</a:t>
            </a:r>
            <a:r>
              <a:rPr lang="en-US" altLang="zh-CN"/>
              <a:t>-</a:t>
            </a:r>
            <a:r>
              <a:rPr lang="zh-CN" altLang="en-US"/>
              <a:t>第三章 语法分析</a:t>
            </a:r>
            <a:r>
              <a:rPr lang="en-US" altLang="zh-CN"/>
              <a:t>(4)</a:t>
            </a:r>
            <a:endParaRPr lang="zh-CN" altLang="en-US"/>
          </a:p>
        </p:txBody>
      </p:sp>
      <p:sp>
        <p:nvSpPr>
          <p:cNvPr id="4" name="灯片编号占位符 3">
            <a:extLst>
              <a:ext uri="{FF2B5EF4-FFF2-40B4-BE49-F238E27FC236}">
                <a16:creationId xmlns:a16="http://schemas.microsoft.com/office/drawing/2014/main" id="{1B98001B-0156-5229-2B59-67E7A18BBCAB}"/>
              </a:ext>
            </a:extLst>
          </p:cNvPr>
          <p:cNvSpPr>
            <a:spLocks noGrp="1"/>
          </p:cNvSpPr>
          <p:nvPr>
            <p:ph type="sldNum" sz="quarter" idx="12"/>
          </p:nvPr>
        </p:nvSpPr>
        <p:spPr/>
        <p:txBody>
          <a:bodyPr/>
          <a:lstStyle/>
          <a:p>
            <a:fld id="{094DEB03-EFC6-4C20-8FC8-295189A5386F}" type="slidenum">
              <a:rPr lang="zh-CN" altLang="en-US" smtClean="0"/>
              <a:pPr/>
              <a:t>79</a:t>
            </a:fld>
            <a:endParaRPr lang="zh-CN" altLang="en-US"/>
          </a:p>
        </p:txBody>
      </p:sp>
    </p:spTree>
  </p:cSld>
  <p:clrMapOvr>
    <a:masterClrMapping/>
  </p:clrMapOvr>
</p:sld>
</file>

<file path=ppt/slides/slide8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8066" name="Rectangle 2">
            <a:extLst>
              <a:ext uri="{FF2B5EF4-FFF2-40B4-BE49-F238E27FC236}">
                <a16:creationId xmlns:a16="http://schemas.microsoft.com/office/drawing/2014/main" id="{6DB27849-9242-4997-A3F5-460B5F6AF10C}"/>
              </a:ext>
            </a:extLst>
          </p:cNvPr>
          <p:cNvSpPr>
            <a:spLocks noGrp="1" noChangeArrowheads="1"/>
          </p:cNvSpPr>
          <p:nvPr>
            <p:ph type="title"/>
          </p:nvPr>
        </p:nvSpPr>
        <p:spPr/>
        <p:txBody>
          <a:bodyPr/>
          <a:lstStyle/>
          <a:p>
            <a:pPr eaLnBrk="1" hangingPunct="1"/>
            <a:r>
              <a:rPr lang="en-US" altLang="zh-CN"/>
              <a:t>3.3.6 </a:t>
            </a:r>
            <a:r>
              <a:rPr lang="zh-CN" altLang="en-US"/>
              <a:t>预测分析的错误恢复</a:t>
            </a:r>
          </a:p>
        </p:txBody>
      </p:sp>
      <p:sp>
        <p:nvSpPr>
          <p:cNvPr id="88067" name="Rectangle 3">
            <a:extLst>
              <a:ext uri="{FF2B5EF4-FFF2-40B4-BE49-F238E27FC236}">
                <a16:creationId xmlns:a16="http://schemas.microsoft.com/office/drawing/2014/main" id="{C97D93DD-6160-49CF-9D8F-2AB03C6856DE}"/>
              </a:ext>
            </a:extLst>
          </p:cNvPr>
          <p:cNvSpPr>
            <a:spLocks noGrp="1" noChangeArrowheads="1"/>
          </p:cNvSpPr>
          <p:nvPr>
            <p:ph idx="1"/>
          </p:nvPr>
        </p:nvSpPr>
        <p:spPr/>
        <p:txBody>
          <a:bodyPr/>
          <a:lstStyle/>
          <a:p>
            <a:pPr eaLnBrk="1" hangingPunct="1"/>
            <a:r>
              <a:rPr lang="zh-CN" altLang="en-US">
                <a:cs typeface="Times New Roman" panose="02020603050405020304" pitchFamily="18" charset="0"/>
              </a:rPr>
              <a:t>栈顶的</a:t>
            </a:r>
            <a:r>
              <a:rPr lang="en-US" altLang="zh-CN" b="1">
                <a:cs typeface="Times New Roman" panose="02020603050405020304" pitchFamily="18" charset="0"/>
              </a:rPr>
              <a:t>c</a:t>
            </a:r>
            <a:r>
              <a:rPr lang="zh-CN" altLang="en-US">
                <a:cs typeface="Times New Roman" panose="02020603050405020304" pitchFamily="18" charset="0"/>
              </a:rPr>
              <a:t>和输入的</a:t>
            </a:r>
            <a:r>
              <a:rPr lang="en-US" altLang="zh-CN" b="1">
                <a:cs typeface="Times New Roman" panose="02020603050405020304" pitchFamily="18" charset="0"/>
              </a:rPr>
              <a:t>a</a:t>
            </a:r>
            <a:r>
              <a:rPr lang="zh-CN" altLang="en-US">
                <a:cs typeface="Times New Roman" panose="02020603050405020304" pitchFamily="18" charset="0"/>
              </a:rPr>
              <a:t>不匹配</a:t>
            </a:r>
          </a:p>
        </p:txBody>
      </p:sp>
      <p:sp>
        <p:nvSpPr>
          <p:cNvPr id="2" name="日期占位符 1">
            <a:extLst>
              <a:ext uri="{FF2B5EF4-FFF2-40B4-BE49-F238E27FC236}">
                <a16:creationId xmlns:a16="http://schemas.microsoft.com/office/drawing/2014/main" id="{9C2CB63B-FE61-C92E-7A04-2C6166DAE2EB}"/>
              </a:ext>
            </a:extLst>
          </p:cNvPr>
          <p:cNvSpPr>
            <a:spLocks noGrp="1"/>
          </p:cNvSpPr>
          <p:nvPr>
            <p:ph type="dt" sz="half" idx="10"/>
          </p:nvPr>
        </p:nvSpPr>
        <p:spPr/>
        <p:txBody>
          <a:bodyPr/>
          <a:lstStyle/>
          <a:p>
            <a:fld id="{74192D6E-E5D2-4B3A-B4AB-54013279781A}" type="datetime2">
              <a:rPr lang="zh-CN" altLang="en-US" smtClean="0"/>
              <a:pPr/>
              <a:t>2025年11月26日</a:t>
            </a:fld>
            <a:endParaRPr lang="zh-CN" altLang="en-US"/>
          </a:p>
        </p:txBody>
      </p:sp>
      <p:sp>
        <p:nvSpPr>
          <p:cNvPr id="3" name="页脚占位符 2">
            <a:extLst>
              <a:ext uri="{FF2B5EF4-FFF2-40B4-BE49-F238E27FC236}">
                <a16:creationId xmlns:a16="http://schemas.microsoft.com/office/drawing/2014/main" id="{D5879D77-5F86-074E-DA28-4375D301232F}"/>
              </a:ext>
            </a:extLst>
          </p:cNvPr>
          <p:cNvSpPr>
            <a:spLocks noGrp="1"/>
          </p:cNvSpPr>
          <p:nvPr>
            <p:ph type="ftr" sz="quarter" idx="11"/>
          </p:nvPr>
        </p:nvSpPr>
        <p:spPr/>
        <p:txBody>
          <a:bodyPr/>
          <a:lstStyle/>
          <a:p>
            <a:r>
              <a:rPr lang="zh-CN" altLang="en-US"/>
              <a:t>编译原理</a:t>
            </a:r>
            <a:r>
              <a:rPr lang="en-US" altLang="zh-CN"/>
              <a:t>-</a:t>
            </a:r>
            <a:r>
              <a:rPr lang="zh-CN" altLang="en-US"/>
              <a:t>王欣捷</a:t>
            </a:r>
            <a:r>
              <a:rPr lang="en-US" altLang="zh-CN"/>
              <a:t>-</a:t>
            </a:r>
            <a:r>
              <a:rPr lang="zh-CN" altLang="en-US"/>
              <a:t>第三章 语法分析</a:t>
            </a:r>
            <a:r>
              <a:rPr lang="en-US" altLang="zh-CN"/>
              <a:t>(4)</a:t>
            </a:r>
            <a:endParaRPr lang="zh-CN" altLang="en-US"/>
          </a:p>
        </p:txBody>
      </p:sp>
      <p:sp>
        <p:nvSpPr>
          <p:cNvPr id="4" name="灯片编号占位符 3">
            <a:extLst>
              <a:ext uri="{FF2B5EF4-FFF2-40B4-BE49-F238E27FC236}">
                <a16:creationId xmlns:a16="http://schemas.microsoft.com/office/drawing/2014/main" id="{F2CB9E5F-278A-9365-AD74-0DA18247F11D}"/>
              </a:ext>
            </a:extLst>
          </p:cNvPr>
          <p:cNvSpPr>
            <a:spLocks noGrp="1"/>
          </p:cNvSpPr>
          <p:nvPr>
            <p:ph type="sldNum" sz="quarter" idx="12"/>
          </p:nvPr>
        </p:nvSpPr>
        <p:spPr/>
        <p:txBody>
          <a:bodyPr/>
          <a:lstStyle/>
          <a:p>
            <a:fld id="{094DEB03-EFC6-4C20-8FC8-295189A5386F}" type="slidenum">
              <a:rPr lang="zh-CN" altLang="en-US" smtClean="0"/>
              <a:pPr/>
              <a:t>80</a:t>
            </a:fld>
            <a:endParaRPr lang="zh-CN" altLang="en-US"/>
          </a:p>
        </p:txBody>
      </p:sp>
      <p:sp>
        <p:nvSpPr>
          <p:cNvPr id="88068" name="Text Box 4">
            <a:extLst>
              <a:ext uri="{FF2B5EF4-FFF2-40B4-BE49-F238E27FC236}">
                <a16:creationId xmlns:a16="http://schemas.microsoft.com/office/drawing/2014/main" id="{801A02EE-28CF-48A5-95BB-7152C418692A}"/>
              </a:ext>
            </a:extLst>
          </p:cNvPr>
          <p:cNvSpPr txBox="1">
            <a:spLocks noChangeArrowheads="1"/>
          </p:cNvSpPr>
          <p:nvPr/>
        </p:nvSpPr>
        <p:spPr bwMode="auto">
          <a:xfrm>
            <a:off x="4991689" y="4142077"/>
            <a:ext cx="1186273" cy="489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5400" algn="ctr">
                <a:solidFill>
                  <a:srgbClr val="000000"/>
                </a:solidFill>
                <a:miter lim="800000"/>
                <a:headEnd/>
                <a:tailEnd/>
              </a14:hiddenLine>
            </a:ext>
          </a:extLst>
        </p:spPr>
        <p:txBody>
          <a:bodyPr wrap="none" lIns="54000" tIns="28800" rIns="54000" bIns="28800">
            <a:spAutoFit/>
          </a:bodyPr>
          <a:lstStyle>
            <a:lvl1pPr>
              <a:spcBef>
                <a:spcPct val="20000"/>
              </a:spcBef>
              <a:buClr>
                <a:schemeClr val="folHlink"/>
              </a:buClr>
              <a:buSzPct val="60000"/>
              <a:buFont typeface="Wingdings" panose="05000000000000000000" pitchFamily="2" charset="2"/>
              <a:buChar char="n"/>
              <a:defRPr sz="3200">
                <a:solidFill>
                  <a:schemeClr val="tx1"/>
                </a:solidFill>
                <a:latin typeface="Times New Roman" panose="02020603050405020304" pitchFamily="18" charset="0"/>
                <a:ea typeface="黑体" panose="02010609060101010101" pitchFamily="49" charset="-122"/>
              </a:defRPr>
            </a:lvl1pPr>
            <a:lvl2pPr marL="742950" indent="-285750">
              <a:spcBef>
                <a:spcPct val="20000"/>
              </a:spcBef>
              <a:buClr>
                <a:schemeClr val="hlink"/>
              </a:buClr>
              <a:buSzPct val="55000"/>
              <a:buFont typeface="Wingdings" panose="05000000000000000000" pitchFamily="2" charset="2"/>
              <a:buChar char="n"/>
              <a:defRPr sz="2800">
                <a:solidFill>
                  <a:schemeClr val="tx1"/>
                </a:solidFill>
                <a:latin typeface="Times New Roman" panose="02020603050405020304" pitchFamily="18" charset="0"/>
                <a:ea typeface="黑体" panose="02010609060101010101" pitchFamily="49" charset="-122"/>
              </a:defRPr>
            </a:lvl2pPr>
            <a:lvl3pPr marL="1143000" indent="-228600">
              <a:spcBef>
                <a:spcPct val="20000"/>
              </a:spcBef>
              <a:buClr>
                <a:schemeClr val="folHlink"/>
              </a:buClr>
              <a:buSzPct val="50000"/>
              <a:buFont typeface="Wingdings" panose="05000000000000000000" pitchFamily="2" charset="2"/>
              <a:buChar char="n"/>
              <a:defRPr sz="2400">
                <a:solidFill>
                  <a:schemeClr val="tx1"/>
                </a:solidFill>
                <a:latin typeface="Times New Roman" panose="02020603050405020304" pitchFamily="18" charset="0"/>
                <a:ea typeface="黑体" panose="02010609060101010101" pitchFamily="49" charset="-122"/>
              </a:defRPr>
            </a:lvl3pPr>
            <a:lvl4pPr marL="1600200" indent="-228600">
              <a:spcBef>
                <a:spcPct val="20000"/>
              </a:spcBef>
              <a:buClr>
                <a:schemeClr val="accent2"/>
              </a:buClr>
              <a:buSzPct val="55000"/>
              <a:buFont typeface="Wingdings" panose="05000000000000000000" pitchFamily="2" charset="2"/>
              <a:buChar char="n"/>
              <a:defRPr sz="2000">
                <a:solidFill>
                  <a:schemeClr val="tx1"/>
                </a:solidFill>
                <a:latin typeface="Times New Roman" panose="02020603050405020304" pitchFamily="18" charset="0"/>
                <a:ea typeface="黑体" panose="02010609060101010101" pitchFamily="49" charset="-122"/>
              </a:defRPr>
            </a:lvl4pPr>
            <a:lvl5pPr marL="2057400" indent="-228600">
              <a:spcBef>
                <a:spcPct val="20000"/>
              </a:spcBef>
              <a:buClr>
                <a:schemeClr val="accent1"/>
              </a:buClr>
              <a:buSzPct val="50000"/>
              <a:buFont typeface="Wingdings" panose="05000000000000000000" pitchFamily="2" charset="2"/>
              <a:buChar char="n"/>
              <a:defRPr sz="2000">
                <a:solidFill>
                  <a:schemeClr val="tx1"/>
                </a:solidFill>
                <a:latin typeface="Times New Roman" panose="02020603050405020304" pitchFamily="18"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imes New Roman" panose="02020603050405020304" pitchFamily="18"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imes New Roman" panose="02020603050405020304" pitchFamily="18"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imes New Roman" panose="02020603050405020304" pitchFamily="18"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imes New Roman" panose="02020603050405020304" pitchFamily="18" charset="0"/>
                <a:ea typeface="黑体" panose="02010609060101010101" pitchFamily="49" charset="-122"/>
              </a:defRPr>
            </a:lvl9pPr>
          </a:lstStyle>
          <a:p>
            <a:pPr algn="just">
              <a:spcBef>
                <a:spcPct val="0"/>
              </a:spcBef>
              <a:buClrTx/>
              <a:buSzTx/>
              <a:buFontTx/>
              <a:buNone/>
            </a:pPr>
            <a:r>
              <a:rPr lang="zh-CN" altLang="en-US" sz="2800" b="0">
                <a:solidFill>
                  <a:srgbClr val="FF0000"/>
                </a:solidFill>
              </a:rPr>
              <a:t>出错！</a:t>
            </a:r>
          </a:p>
        </p:txBody>
      </p:sp>
      <p:grpSp>
        <p:nvGrpSpPr>
          <p:cNvPr id="88069" name="Group 5">
            <a:extLst>
              <a:ext uri="{FF2B5EF4-FFF2-40B4-BE49-F238E27FC236}">
                <a16:creationId xmlns:a16="http://schemas.microsoft.com/office/drawing/2014/main" id="{1A8A2EA0-73C6-4C9C-96EA-DC7FE44DDA91}"/>
              </a:ext>
            </a:extLst>
          </p:cNvPr>
          <p:cNvGrpSpPr>
            <a:grpSpLocks/>
          </p:cNvGrpSpPr>
          <p:nvPr/>
        </p:nvGrpSpPr>
        <p:grpSpPr bwMode="auto">
          <a:xfrm>
            <a:off x="1828800" y="2784764"/>
            <a:ext cx="609600" cy="2971800"/>
            <a:chOff x="1152" y="2160"/>
            <a:chExt cx="384" cy="1872"/>
          </a:xfrm>
        </p:grpSpPr>
        <p:grpSp>
          <p:nvGrpSpPr>
            <p:cNvPr id="88083" name="Group 6">
              <a:extLst>
                <a:ext uri="{FF2B5EF4-FFF2-40B4-BE49-F238E27FC236}">
                  <a16:creationId xmlns:a16="http://schemas.microsoft.com/office/drawing/2014/main" id="{713C7882-67DE-4CBD-AF61-55E3A78533F4}"/>
                </a:ext>
              </a:extLst>
            </p:cNvPr>
            <p:cNvGrpSpPr>
              <a:grpSpLocks/>
            </p:cNvGrpSpPr>
            <p:nvPr/>
          </p:nvGrpSpPr>
          <p:grpSpPr bwMode="auto">
            <a:xfrm>
              <a:off x="1152" y="2640"/>
              <a:ext cx="384" cy="1392"/>
              <a:chOff x="1152" y="2208"/>
              <a:chExt cx="384" cy="1392"/>
            </a:xfrm>
          </p:grpSpPr>
          <p:sp>
            <p:nvSpPr>
              <p:cNvPr id="88085" name="Line 7">
                <a:extLst>
                  <a:ext uri="{FF2B5EF4-FFF2-40B4-BE49-F238E27FC236}">
                    <a16:creationId xmlns:a16="http://schemas.microsoft.com/office/drawing/2014/main" id="{A15D635C-2031-47A3-9651-A6CC3B378A91}"/>
                  </a:ext>
                </a:extLst>
              </p:cNvPr>
              <p:cNvSpPr>
                <a:spLocks noChangeShapeType="1"/>
              </p:cNvSpPr>
              <p:nvPr/>
            </p:nvSpPr>
            <p:spPr bwMode="auto">
              <a:xfrm>
                <a:off x="1152" y="2208"/>
                <a:ext cx="0" cy="1344"/>
              </a:xfrm>
              <a:prstGeom prst="line">
                <a:avLst/>
              </a:prstGeom>
              <a:noFill/>
              <a:ln w="25400">
                <a:solidFill>
                  <a:srgbClr val="008000"/>
                </a:solidFill>
                <a:round/>
                <a:headEnd/>
                <a:tailEnd/>
              </a:ln>
              <a:extLst>
                <a:ext uri="{909E8E84-426E-40DD-AFC4-6F175D3DCCD1}">
                  <a14:hiddenFill xmlns:a14="http://schemas.microsoft.com/office/drawing/2010/main">
                    <a:noFill/>
                  </a14:hiddenFill>
                </a:ext>
              </a:extLst>
            </p:spPr>
            <p:txBody>
              <a:bodyPr lIns="54000" tIns="28800" rIns="54000" bIns="28800"/>
              <a:lstStyle/>
              <a:p>
                <a:endParaRPr lang="zh-CN" altLang="en-US"/>
              </a:p>
            </p:txBody>
          </p:sp>
          <p:sp>
            <p:nvSpPr>
              <p:cNvPr id="88086" name="Line 8">
                <a:extLst>
                  <a:ext uri="{FF2B5EF4-FFF2-40B4-BE49-F238E27FC236}">
                    <a16:creationId xmlns:a16="http://schemas.microsoft.com/office/drawing/2014/main" id="{323C2A1E-38A9-4912-9FD0-1BB761549F25}"/>
                  </a:ext>
                </a:extLst>
              </p:cNvPr>
              <p:cNvSpPr>
                <a:spLocks noChangeShapeType="1"/>
              </p:cNvSpPr>
              <p:nvPr/>
            </p:nvSpPr>
            <p:spPr bwMode="auto">
              <a:xfrm>
                <a:off x="1536" y="2208"/>
                <a:ext cx="0" cy="1344"/>
              </a:xfrm>
              <a:prstGeom prst="line">
                <a:avLst/>
              </a:prstGeom>
              <a:noFill/>
              <a:ln w="25400">
                <a:solidFill>
                  <a:srgbClr val="008000"/>
                </a:solidFill>
                <a:round/>
                <a:headEnd/>
                <a:tailEnd/>
              </a:ln>
              <a:extLst>
                <a:ext uri="{909E8E84-426E-40DD-AFC4-6F175D3DCCD1}">
                  <a14:hiddenFill xmlns:a14="http://schemas.microsoft.com/office/drawing/2010/main">
                    <a:noFill/>
                  </a14:hiddenFill>
                </a:ext>
              </a:extLst>
            </p:spPr>
            <p:txBody>
              <a:bodyPr lIns="54000" tIns="28800" rIns="54000" bIns="28800"/>
              <a:lstStyle/>
              <a:p>
                <a:endParaRPr lang="zh-CN" altLang="en-US"/>
              </a:p>
            </p:txBody>
          </p:sp>
          <p:sp>
            <p:nvSpPr>
              <p:cNvPr id="88087" name="Rectangle 9">
                <a:extLst>
                  <a:ext uri="{FF2B5EF4-FFF2-40B4-BE49-F238E27FC236}">
                    <a16:creationId xmlns:a16="http://schemas.microsoft.com/office/drawing/2014/main" id="{5646147D-8A1E-4310-B391-0F9A4434A3B0}"/>
                  </a:ext>
                </a:extLst>
              </p:cNvPr>
              <p:cNvSpPr>
                <a:spLocks noChangeArrowheads="1"/>
              </p:cNvSpPr>
              <p:nvPr/>
            </p:nvSpPr>
            <p:spPr bwMode="auto">
              <a:xfrm>
                <a:off x="1152" y="2640"/>
                <a:ext cx="384" cy="336"/>
              </a:xfrm>
              <a:prstGeom prst="rect">
                <a:avLst/>
              </a:prstGeom>
              <a:noFill/>
              <a:ln w="25400" algn="ctr">
                <a:solidFill>
                  <a:srgbClr val="008000"/>
                </a:solidFill>
                <a:miter lim="800000"/>
                <a:headEnd/>
                <a:tailEnd/>
              </a:ln>
              <a:extLst>
                <a:ext uri="{909E8E84-426E-40DD-AFC4-6F175D3DCCD1}">
                  <a14:hiddenFill xmlns:a14="http://schemas.microsoft.com/office/drawing/2010/main">
                    <a:solidFill>
                      <a:srgbClr val="FFFFFF"/>
                    </a:solidFill>
                  </a14:hiddenFill>
                </a:ext>
              </a:extLst>
            </p:spPr>
            <p:txBody>
              <a:bodyPr wrap="none" lIns="54000" tIns="28800" rIns="54000" bIns="28800" anchor="ctr"/>
              <a:lstStyle>
                <a:lvl1pPr>
                  <a:spcBef>
                    <a:spcPct val="20000"/>
                  </a:spcBef>
                  <a:buClr>
                    <a:schemeClr val="folHlink"/>
                  </a:buClr>
                  <a:buSzPct val="60000"/>
                  <a:buFont typeface="Wingdings" panose="05000000000000000000" pitchFamily="2" charset="2"/>
                  <a:buChar char="n"/>
                  <a:defRPr sz="3200">
                    <a:solidFill>
                      <a:schemeClr val="tx1"/>
                    </a:solidFill>
                    <a:latin typeface="Times New Roman" panose="02020603050405020304" pitchFamily="18" charset="0"/>
                    <a:ea typeface="黑体" panose="02010609060101010101" pitchFamily="49" charset="-122"/>
                  </a:defRPr>
                </a:lvl1pPr>
                <a:lvl2pPr marL="742950" indent="-285750">
                  <a:spcBef>
                    <a:spcPct val="20000"/>
                  </a:spcBef>
                  <a:buClr>
                    <a:schemeClr val="hlink"/>
                  </a:buClr>
                  <a:buSzPct val="55000"/>
                  <a:buFont typeface="Wingdings" panose="05000000000000000000" pitchFamily="2" charset="2"/>
                  <a:buChar char="n"/>
                  <a:defRPr sz="2800">
                    <a:solidFill>
                      <a:schemeClr val="tx1"/>
                    </a:solidFill>
                    <a:latin typeface="Times New Roman" panose="02020603050405020304" pitchFamily="18" charset="0"/>
                    <a:ea typeface="黑体" panose="02010609060101010101" pitchFamily="49" charset="-122"/>
                  </a:defRPr>
                </a:lvl2pPr>
                <a:lvl3pPr marL="1143000" indent="-228600">
                  <a:spcBef>
                    <a:spcPct val="20000"/>
                  </a:spcBef>
                  <a:buClr>
                    <a:schemeClr val="folHlink"/>
                  </a:buClr>
                  <a:buSzPct val="50000"/>
                  <a:buFont typeface="Wingdings" panose="05000000000000000000" pitchFamily="2" charset="2"/>
                  <a:buChar char="n"/>
                  <a:defRPr sz="2400">
                    <a:solidFill>
                      <a:schemeClr val="tx1"/>
                    </a:solidFill>
                    <a:latin typeface="Times New Roman" panose="02020603050405020304" pitchFamily="18" charset="0"/>
                    <a:ea typeface="黑体" panose="02010609060101010101" pitchFamily="49" charset="-122"/>
                  </a:defRPr>
                </a:lvl3pPr>
                <a:lvl4pPr marL="1600200" indent="-228600">
                  <a:spcBef>
                    <a:spcPct val="20000"/>
                  </a:spcBef>
                  <a:buClr>
                    <a:schemeClr val="accent2"/>
                  </a:buClr>
                  <a:buSzPct val="55000"/>
                  <a:buFont typeface="Wingdings" panose="05000000000000000000" pitchFamily="2" charset="2"/>
                  <a:buChar char="n"/>
                  <a:defRPr sz="2000">
                    <a:solidFill>
                      <a:schemeClr val="tx1"/>
                    </a:solidFill>
                    <a:latin typeface="Times New Roman" panose="02020603050405020304" pitchFamily="18" charset="0"/>
                    <a:ea typeface="黑体" panose="02010609060101010101" pitchFamily="49" charset="-122"/>
                  </a:defRPr>
                </a:lvl4pPr>
                <a:lvl5pPr marL="2057400" indent="-228600">
                  <a:spcBef>
                    <a:spcPct val="20000"/>
                  </a:spcBef>
                  <a:buClr>
                    <a:schemeClr val="accent1"/>
                  </a:buClr>
                  <a:buSzPct val="50000"/>
                  <a:buFont typeface="Wingdings" panose="05000000000000000000" pitchFamily="2" charset="2"/>
                  <a:buChar char="n"/>
                  <a:defRPr sz="2000">
                    <a:solidFill>
                      <a:schemeClr val="tx1"/>
                    </a:solidFill>
                    <a:latin typeface="Times New Roman" panose="02020603050405020304" pitchFamily="18"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imes New Roman" panose="02020603050405020304" pitchFamily="18"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imes New Roman" panose="02020603050405020304" pitchFamily="18"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imes New Roman" panose="02020603050405020304" pitchFamily="18"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imes New Roman" panose="02020603050405020304" pitchFamily="18" charset="0"/>
                    <a:ea typeface="黑体" panose="02010609060101010101" pitchFamily="49" charset="-122"/>
                  </a:defRPr>
                </a:lvl9pPr>
              </a:lstStyle>
              <a:p>
                <a:pPr algn="ctr">
                  <a:spcBef>
                    <a:spcPct val="0"/>
                  </a:spcBef>
                  <a:buClrTx/>
                  <a:buSzTx/>
                  <a:buFontTx/>
                  <a:buNone/>
                </a:pPr>
                <a:r>
                  <a:rPr lang="en-US" altLang="zh-CN" sz="2400">
                    <a:solidFill>
                      <a:srgbClr val="000000"/>
                    </a:solidFill>
                    <a:ea typeface="宋体" panose="02010600030101010101" pitchFamily="2" charset="-122"/>
                  </a:rPr>
                  <a:t>B</a:t>
                </a:r>
              </a:p>
            </p:txBody>
          </p:sp>
          <p:sp>
            <p:nvSpPr>
              <p:cNvPr id="88088" name="Rectangle 10">
                <a:extLst>
                  <a:ext uri="{FF2B5EF4-FFF2-40B4-BE49-F238E27FC236}">
                    <a16:creationId xmlns:a16="http://schemas.microsoft.com/office/drawing/2014/main" id="{D078A573-5A44-419A-951D-64615F12F711}"/>
                  </a:ext>
                </a:extLst>
              </p:cNvPr>
              <p:cNvSpPr>
                <a:spLocks noChangeArrowheads="1"/>
              </p:cNvSpPr>
              <p:nvPr/>
            </p:nvSpPr>
            <p:spPr bwMode="auto">
              <a:xfrm>
                <a:off x="1152" y="2976"/>
                <a:ext cx="384" cy="624"/>
              </a:xfrm>
              <a:prstGeom prst="rect">
                <a:avLst/>
              </a:prstGeom>
              <a:noFill/>
              <a:ln w="25400" algn="ctr">
                <a:solidFill>
                  <a:srgbClr val="008000"/>
                </a:solidFill>
                <a:miter lim="800000"/>
                <a:headEnd/>
                <a:tailEnd/>
              </a:ln>
              <a:extLst>
                <a:ext uri="{909E8E84-426E-40DD-AFC4-6F175D3DCCD1}">
                  <a14:hiddenFill xmlns:a14="http://schemas.microsoft.com/office/drawing/2010/main">
                    <a:solidFill>
                      <a:srgbClr val="FFFFFF"/>
                    </a:solidFill>
                  </a14:hiddenFill>
                </a:ext>
              </a:extLst>
            </p:spPr>
            <p:txBody>
              <a:bodyPr wrap="none" lIns="54000" tIns="28800" rIns="54000" bIns="28800" anchor="ctr"/>
              <a:lstStyle>
                <a:lvl1pPr>
                  <a:spcBef>
                    <a:spcPct val="20000"/>
                  </a:spcBef>
                  <a:buClr>
                    <a:schemeClr val="folHlink"/>
                  </a:buClr>
                  <a:buSzPct val="60000"/>
                  <a:buFont typeface="Wingdings" panose="05000000000000000000" pitchFamily="2" charset="2"/>
                  <a:buChar char="n"/>
                  <a:defRPr sz="3200">
                    <a:solidFill>
                      <a:schemeClr val="tx1"/>
                    </a:solidFill>
                    <a:latin typeface="Times New Roman" panose="02020603050405020304" pitchFamily="18" charset="0"/>
                    <a:ea typeface="黑体" panose="02010609060101010101" pitchFamily="49" charset="-122"/>
                  </a:defRPr>
                </a:lvl1pPr>
                <a:lvl2pPr marL="742950" indent="-285750">
                  <a:spcBef>
                    <a:spcPct val="20000"/>
                  </a:spcBef>
                  <a:buClr>
                    <a:schemeClr val="hlink"/>
                  </a:buClr>
                  <a:buSzPct val="55000"/>
                  <a:buFont typeface="Wingdings" panose="05000000000000000000" pitchFamily="2" charset="2"/>
                  <a:buChar char="n"/>
                  <a:defRPr sz="2800">
                    <a:solidFill>
                      <a:schemeClr val="tx1"/>
                    </a:solidFill>
                    <a:latin typeface="Times New Roman" panose="02020603050405020304" pitchFamily="18" charset="0"/>
                    <a:ea typeface="黑体" panose="02010609060101010101" pitchFamily="49" charset="-122"/>
                  </a:defRPr>
                </a:lvl2pPr>
                <a:lvl3pPr marL="1143000" indent="-228600">
                  <a:spcBef>
                    <a:spcPct val="20000"/>
                  </a:spcBef>
                  <a:buClr>
                    <a:schemeClr val="folHlink"/>
                  </a:buClr>
                  <a:buSzPct val="50000"/>
                  <a:buFont typeface="Wingdings" panose="05000000000000000000" pitchFamily="2" charset="2"/>
                  <a:buChar char="n"/>
                  <a:defRPr sz="2400">
                    <a:solidFill>
                      <a:schemeClr val="tx1"/>
                    </a:solidFill>
                    <a:latin typeface="Times New Roman" panose="02020603050405020304" pitchFamily="18" charset="0"/>
                    <a:ea typeface="黑体" panose="02010609060101010101" pitchFamily="49" charset="-122"/>
                  </a:defRPr>
                </a:lvl3pPr>
                <a:lvl4pPr marL="1600200" indent="-228600">
                  <a:spcBef>
                    <a:spcPct val="20000"/>
                  </a:spcBef>
                  <a:buClr>
                    <a:schemeClr val="accent2"/>
                  </a:buClr>
                  <a:buSzPct val="55000"/>
                  <a:buFont typeface="Wingdings" panose="05000000000000000000" pitchFamily="2" charset="2"/>
                  <a:buChar char="n"/>
                  <a:defRPr sz="2000">
                    <a:solidFill>
                      <a:schemeClr val="tx1"/>
                    </a:solidFill>
                    <a:latin typeface="Times New Roman" panose="02020603050405020304" pitchFamily="18" charset="0"/>
                    <a:ea typeface="黑体" panose="02010609060101010101" pitchFamily="49" charset="-122"/>
                  </a:defRPr>
                </a:lvl4pPr>
                <a:lvl5pPr marL="2057400" indent="-228600">
                  <a:spcBef>
                    <a:spcPct val="20000"/>
                  </a:spcBef>
                  <a:buClr>
                    <a:schemeClr val="accent1"/>
                  </a:buClr>
                  <a:buSzPct val="50000"/>
                  <a:buFont typeface="Wingdings" panose="05000000000000000000" pitchFamily="2" charset="2"/>
                  <a:buChar char="n"/>
                  <a:defRPr sz="2000">
                    <a:solidFill>
                      <a:schemeClr val="tx1"/>
                    </a:solidFill>
                    <a:latin typeface="Times New Roman" panose="02020603050405020304" pitchFamily="18"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imes New Roman" panose="02020603050405020304" pitchFamily="18"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imes New Roman" panose="02020603050405020304" pitchFamily="18"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imes New Roman" panose="02020603050405020304" pitchFamily="18"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imes New Roman" panose="02020603050405020304" pitchFamily="18" charset="0"/>
                    <a:ea typeface="黑体" panose="02010609060101010101" pitchFamily="49" charset="-122"/>
                  </a:defRPr>
                </a:lvl9pPr>
              </a:lstStyle>
              <a:p>
                <a:pPr algn="just">
                  <a:spcBef>
                    <a:spcPct val="0"/>
                  </a:spcBef>
                  <a:buClrTx/>
                  <a:buSzTx/>
                  <a:buFontTx/>
                  <a:buNone/>
                </a:pPr>
                <a:endParaRPr lang="zh-CN" altLang="en-US" sz="2400">
                  <a:solidFill>
                    <a:srgbClr val="000000"/>
                  </a:solidFill>
                  <a:ea typeface="宋体" panose="02010600030101010101" pitchFamily="2" charset="-122"/>
                </a:endParaRPr>
              </a:p>
            </p:txBody>
          </p:sp>
          <p:sp>
            <p:nvSpPr>
              <p:cNvPr id="88089" name="Text Box 11">
                <a:extLst>
                  <a:ext uri="{FF2B5EF4-FFF2-40B4-BE49-F238E27FC236}">
                    <a16:creationId xmlns:a16="http://schemas.microsoft.com/office/drawing/2014/main" id="{336219AF-4978-4780-936A-D3F6EFD76974}"/>
                  </a:ext>
                </a:extLst>
              </p:cNvPr>
              <p:cNvSpPr txBox="1">
                <a:spLocks noChangeArrowheads="1"/>
              </p:cNvSpPr>
              <p:nvPr/>
            </p:nvSpPr>
            <p:spPr bwMode="auto">
              <a:xfrm>
                <a:off x="1235" y="3053"/>
                <a:ext cx="301" cy="2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5400" algn="ctr">
                    <a:solidFill>
                      <a:srgbClr val="000000"/>
                    </a:solidFill>
                    <a:miter lim="800000"/>
                    <a:headEnd/>
                    <a:tailEnd/>
                  </a14:hiddenLine>
                </a:ext>
              </a:extLst>
            </p:spPr>
            <p:txBody>
              <a:bodyPr vert="eaVert" wrap="none" lIns="54000" tIns="28800" rIns="54000" bIns="28800">
                <a:spAutoFit/>
              </a:bodyPr>
              <a:lstStyle>
                <a:lvl1pPr>
                  <a:spcBef>
                    <a:spcPct val="20000"/>
                  </a:spcBef>
                  <a:buClr>
                    <a:schemeClr val="folHlink"/>
                  </a:buClr>
                  <a:buSzPct val="60000"/>
                  <a:buFont typeface="Wingdings" panose="05000000000000000000" pitchFamily="2" charset="2"/>
                  <a:buChar char="n"/>
                  <a:defRPr sz="3200">
                    <a:solidFill>
                      <a:schemeClr val="tx1"/>
                    </a:solidFill>
                    <a:latin typeface="Times New Roman" panose="02020603050405020304" pitchFamily="18" charset="0"/>
                    <a:ea typeface="黑体" panose="02010609060101010101" pitchFamily="49" charset="-122"/>
                  </a:defRPr>
                </a:lvl1pPr>
                <a:lvl2pPr marL="742950" indent="-285750">
                  <a:spcBef>
                    <a:spcPct val="20000"/>
                  </a:spcBef>
                  <a:buClr>
                    <a:schemeClr val="hlink"/>
                  </a:buClr>
                  <a:buSzPct val="55000"/>
                  <a:buFont typeface="Wingdings" panose="05000000000000000000" pitchFamily="2" charset="2"/>
                  <a:buChar char="n"/>
                  <a:defRPr sz="2800">
                    <a:solidFill>
                      <a:schemeClr val="tx1"/>
                    </a:solidFill>
                    <a:latin typeface="Times New Roman" panose="02020603050405020304" pitchFamily="18" charset="0"/>
                    <a:ea typeface="黑体" panose="02010609060101010101" pitchFamily="49" charset="-122"/>
                  </a:defRPr>
                </a:lvl2pPr>
                <a:lvl3pPr marL="1143000" indent="-228600">
                  <a:spcBef>
                    <a:spcPct val="20000"/>
                  </a:spcBef>
                  <a:buClr>
                    <a:schemeClr val="folHlink"/>
                  </a:buClr>
                  <a:buSzPct val="50000"/>
                  <a:buFont typeface="Wingdings" panose="05000000000000000000" pitchFamily="2" charset="2"/>
                  <a:buChar char="n"/>
                  <a:defRPr sz="2400">
                    <a:solidFill>
                      <a:schemeClr val="tx1"/>
                    </a:solidFill>
                    <a:latin typeface="Times New Roman" panose="02020603050405020304" pitchFamily="18" charset="0"/>
                    <a:ea typeface="黑体" panose="02010609060101010101" pitchFamily="49" charset="-122"/>
                  </a:defRPr>
                </a:lvl3pPr>
                <a:lvl4pPr marL="1600200" indent="-228600">
                  <a:spcBef>
                    <a:spcPct val="20000"/>
                  </a:spcBef>
                  <a:buClr>
                    <a:schemeClr val="accent2"/>
                  </a:buClr>
                  <a:buSzPct val="55000"/>
                  <a:buFont typeface="Wingdings" panose="05000000000000000000" pitchFamily="2" charset="2"/>
                  <a:buChar char="n"/>
                  <a:defRPr sz="2000">
                    <a:solidFill>
                      <a:schemeClr val="tx1"/>
                    </a:solidFill>
                    <a:latin typeface="Times New Roman" panose="02020603050405020304" pitchFamily="18" charset="0"/>
                    <a:ea typeface="黑体" panose="02010609060101010101" pitchFamily="49" charset="-122"/>
                  </a:defRPr>
                </a:lvl4pPr>
                <a:lvl5pPr marL="2057400" indent="-228600">
                  <a:spcBef>
                    <a:spcPct val="20000"/>
                  </a:spcBef>
                  <a:buClr>
                    <a:schemeClr val="accent1"/>
                  </a:buClr>
                  <a:buSzPct val="50000"/>
                  <a:buFont typeface="Wingdings" panose="05000000000000000000" pitchFamily="2" charset="2"/>
                  <a:buChar char="n"/>
                  <a:defRPr sz="2000">
                    <a:solidFill>
                      <a:schemeClr val="tx1"/>
                    </a:solidFill>
                    <a:latin typeface="Times New Roman" panose="02020603050405020304" pitchFamily="18"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imes New Roman" panose="02020603050405020304" pitchFamily="18"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imes New Roman" panose="02020603050405020304" pitchFamily="18"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imes New Roman" panose="02020603050405020304" pitchFamily="18"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imes New Roman" panose="02020603050405020304" pitchFamily="18" charset="0"/>
                    <a:ea typeface="黑体" panose="02010609060101010101" pitchFamily="49" charset="-122"/>
                  </a:defRPr>
                </a:lvl9pPr>
              </a:lstStyle>
              <a:p>
                <a:pPr algn="just">
                  <a:spcBef>
                    <a:spcPct val="0"/>
                  </a:spcBef>
                  <a:buClrTx/>
                  <a:buSzTx/>
                  <a:buFontTx/>
                  <a:buNone/>
                </a:pPr>
                <a:r>
                  <a:rPr lang="en-US" altLang="zh-CN" sz="2400">
                    <a:solidFill>
                      <a:srgbClr val="000000"/>
                    </a:solidFill>
                    <a:ea typeface="宋体" panose="02010600030101010101" pitchFamily="2" charset="-122"/>
                  </a:rPr>
                  <a:t>…</a:t>
                </a:r>
              </a:p>
            </p:txBody>
          </p:sp>
          <p:sp>
            <p:nvSpPr>
              <p:cNvPr id="88090" name="Text Box 12">
                <a:extLst>
                  <a:ext uri="{FF2B5EF4-FFF2-40B4-BE49-F238E27FC236}">
                    <a16:creationId xmlns:a16="http://schemas.microsoft.com/office/drawing/2014/main" id="{C88448B8-1100-4F13-8380-8D30AF6B4F6C}"/>
                  </a:ext>
                </a:extLst>
              </p:cNvPr>
              <p:cNvSpPr txBox="1">
                <a:spLocks noChangeArrowheads="1"/>
              </p:cNvSpPr>
              <p:nvPr/>
            </p:nvSpPr>
            <p:spPr bwMode="auto">
              <a:xfrm>
                <a:off x="1232" y="2326"/>
                <a:ext cx="155" cy="26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5400" algn="ctr">
                    <a:solidFill>
                      <a:srgbClr val="000000"/>
                    </a:solidFill>
                    <a:miter lim="800000"/>
                    <a:headEnd/>
                    <a:tailEnd/>
                  </a14:hiddenLine>
                </a:ext>
              </a:extLst>
            </p:spPr>
            <p:txBody>
              <a:bodyPr wrap="none" lIns="54000" tIns="28800" rIns="54000" bIns="28800">
                <a:spAutoFit/>
              </a:bodyPr>
              <a:lstStyle>
                <a:lvl1pPr>
                  <a:spcBef>
                    <a:spcPct val="20000"/>
                  </a:spcBef>
                  <a:buClr>
                    <a:schemeClr val="folHlink"/>
                  </a:buClr>
                  <a:buSzPct val="60000"/>
                  <a:buFont typeface="Wingdings" panose="05000000000000000000" pitchFamily="2" charset="2"/>
                  <a:buChar char="n"/>
                  <a:defRPr sz="3200">
                    <a:solidFill>
                      <a:schemeClr val="tx1"/>
                    </a:solidFill>
                    <a:latin typeface="Times New Roman" panose="02020603050405020304" pitchFamily="18" charset="0"/>
                    <a:ea typeface="黑体" panose="02010609060101010101" pitchFamily="49" charset="-122"/>
                  </a:defRPr>
                </a:lvl1pPr>
                <a:lvl2pPr marL="742950" indent="-285750">
                  <a:spcBef>
                    <a:spcPct val="20000"/>
                  </a:spcBef>
                  <a:buClr>
                    <a:schemeClr val="hlink"/>
                  </a:buClr>
                  <a:buSzPct val="55000"/>
                  <a:buFont typeface="Wingdings" panose="05000000000000000000" pitchFamily="2" charset="2"/>
                  <a:buChar char="n"/>
                  <a:defRPr sz="2800">
                    <a:solidFill>
                      <a:schemeClr val="tx1"/>
                    </a:solidFill>
                    <a:latin typeface="Times New Roman" panose="02020603050405020304" pitchFamily="18" charset="0"/>
                    <a:ea typeface="黑体" panose="02010609060101010101" pitchFamily="49" charset="-122"/>
                  </a:defRPr>
                </a:lvl2pPr>
                <a:lvl3pPr marL="1143000" indent="-228600">
                  <a:spcBef>
                    <a:spcPct val="20000"/>
                  </a:spcBef>
                  <a:buClr>
                    <a:schemeClr val="folHlink"/>
                  </a:buClr>
                  <a:buSzPct val="50000"/>
                  <a:buFont typeface="Wingdings" panose="05000000000000000000" pitchFamily="2" charset="2"/>
                  <a:buChar char="n"/>
                  <a:defRPr sz="2400">
                    <a:solidFill>
                      <a:schemeClr val="tx1"/>
                    </a:solidFill>
                    <a:latin typeface="Times New Roman" panose="02020603050405020304" pitchFamily="18" charset="0"/>
                    <a:ea typeface="黑体" panose="02010609060101010101" pitchFamily="49" charset="-122"/>
                  </a:defRPr>
                </a:lvl3pPr>
                <a:lvl4pPr marL="1600200" indent="-228600">
                  <a:spcBef>
                    <a:spcPct val="20000"/>
                  </a:spcBef>
                  <a:buClr>
                    <a:schemeClr val="accent2"/>
                  </a:buClr>
                  <a:buSzPct val="55000"/>
                  <a:buFont typeface="Wingdings" panose="05000000000000000000" pitchFamily="2" charset="2"/>
                  <a:buChar char="n"/>
                  <a:defRPr sz="2000">
                    <a:solidFill>
                      <a:schemeClr val="tx1"/>
                    </a:solidFill>
                    <a:latin typeface="Times New Roman" panose="02020603050405020304" pitchFamily="18" charset="0"/>
                    <a:ea typeface="黑体" panose="02010609060101010101" pitchFamily="49" charset="-122"/>
                  </a:defRPr>
                </a:lvl4pPr>
                <a:lvl5pPr marL="2057400" indent="-228600">
                  <a:spcBef>
                    <a:spcPct val="20000"/>
                  </a:spcBef>
                  <a:buClr>
                    <a:schemeClr val="accent1"/>
                  </a:buClr>
                  <a:buSzPct val="50000"/>
                  <a:buFont typeface="Wingdings" panose="05000000000000000000" pitchFamily="2" charset="2"/>
                  <a:buChar char="n"/>
                  <a:defRPr sz="2000">
                    <a:solidFill>
                      <a:schemeClr val="tx1"/>
                    </a:solidFill>
                    <a:latin typeface="Times New Roman" panose="02020603050405020304" pitchFamily="18"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imes New Roman" panose="02020603050405020304" pitchFamily="18"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imes New Roman" panose="02020603050405020304" pitchFamily="18"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imes New Roman" panose="02020603050405020304" pitchFamily="18"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imes New Roman" panose="02020603050405020304" pitchFamily="18" charset="0"/>
                    <a:ea typeface="黑体" panose="02010609060101010101" pitchFamily="49" charset="-122"/>
                  </a:defRPr>
                </a:lvl9pPr>
              </a:lstStyle>
              <a:p>
                <a:pPr algn="just">
                  <a:spcBef>
                    <a:spcPct val="0"/>
                  </a:spcBef>
                  <a:buClrTx/>
                  <a:buSzTx/>
                  <a:buFontTx/>
                  <a:buNone/>
                </a:pPr>
                <a:r>
                  <a:rPr lang="en-US" altLang="zh-CN" sz="2400">
                    <a:solidFill>
                      <a:srgbClr val="000000"/>
                    </a:solidFill>
                    <a:ea typeface="宋体" panose="02010600030101010101" pitchFamily="2" charset="-122"/>
                  </a:rPr>
                  <a:t>c</a:t>
                </a:r>
              </a:p>
            </p:txBody>
          </p:sp>
          <p:sp>
            <p:nvSpPr>
              <p:cNvPr id="88091" name="Rectangle 13">
                <a:extLst>
                  <a:ext uri="{FF2B5EF4-FFF2-40B4-BE49-F238E27FC236}">
                    <a16:creationId xmlns:a16="http://schemas.microsoft.com/office/drawing/2014/main" id="{3A705019-94DF-4918-98DA-393AAE958D2E}"/>
                  </a:ext>
                </a:extLst>
              </p:cNvPr>
              <p:cNvSpPr>
                <a:spLocks noChangeArrowheads="1"/>
              </p:cNvSpPr>
              <p:nvPr/>
            </p:nvSpPr>
            <p:spPr bwMode="auto">
              <a:xfrm>
                <a:off x="1152" y="2304"/>
                <a:ext cx="384" cy="336"/>
              </a:xfrm>
              <a:prstGeom prst="rect">
                <a:avLst/>
              </a:prstGeom>
              <a:noFill/>
              <a:ln w="25400" algn="ctr">
                <a:solidFill>
                  <a:srgbClr val="008000"/>
                </a:solidFill>
                <a:miter lim="800000"/>
                <a:headEnd/>
                <a:tailEnd/>
              </a:ln>
              <a:extLst>
                <a:ext uri="{909E8E84-426E-40DD-AFC4-6F175D3DCCD1}">
                  <a14:hiddenFill xmlns:a14="http://schemas.microsoft.com/office/drawing/2010/main">
                    <a:solidFill>
                      <a:srgbClr val="FFFFFF"/>
                    </a:solidFill>
                  </a14:hiddenFill>
                </a:ext>
              </a:extLst>
            </p:spPr>
            <p:txBody>
              <a:bodyPr wrap="none" lIns="54000" tIns="28800" rIns="54000" bIns="28800" anchor="ctr"/>
              <a:lstStyle>
                <a:lvl1pPr>
                  <a:spcBef>
                    <a:spcPct val="20000"/>
                  </a:spcBef>
                  <a:buClr>
                    <a:schemeClr val="folHlink"/>
                  </a:buClr>
                  <a:buSzPct val="60000"/>
                  <a:buFont typeface="Wingdings" panose="05000000000000000000" pitchFamily="2" charset="2"/>
                  <a:buChar char="n"/>
                  <a:defRPr sz="3200">
                    <a:solidFill>
                      <a:schemeClr val="tx1"/>
                    </a:solidFill>
                    <a:latin typeface="Times New Roman" panose="02020603050405020304" pitchFamily="18" charset="0"/>
                    <a:ea typeface="黑体" panose="02010609060101010101" pitchFamily="49" charset="-122"/>
                  </a:defRPr>
                </a:lvl1pPr>
                <a:lvl2pPr marL="742950" indent="-285750">
                  <a:spcBef>
                    <a:spcPct val="20000"/>
                  </a:spcBef>
                  <a:buClr>
                    <a:schemeClr val="hlink"/>
                  </a:buClr>
                  <a:buSzPct val="55000"/>
                  <a:buFont typeface="Wingdings" panose="05000000000000000000" pitchFamily="2" charset="2"/>
                  <a:buChar char="n"/>
                  <a:defRPr sz="2800">
                    <a:solidFill>
                      <a:schemeClr val="tx1"/>
                    </a:solidFill>
                    <a:latin typeface="Times New Roman" panose="02020603050405020304" pitchFamily="18" charset="0"/>
                    <a:ea typeface="黑体" panose="02010609060101010101" pitchFamily="49" charset="-122"/>
                  </a:defRPr>
                </a:lvl2pPr>
                <a:lvl3pPr marL="1143000" indent="-228600">
                  <a:spcBef>
                    <a:spcPct val="20000"/>
                  </a:spcBef>
                  <a:buClr>
                    <a:schemeClr val="folHlink"/>
                  </a:buClr>
                  <a:buSzPct val="50000"/>
                  <a:buFont typeface="Wingdings" panose="05000000000000000000" pitchFamily="2" charset="2"/>
                  <a:buChar char="n"/>
                  <a:defRPr sz="2400">
                    <a:solidFill>
                      <a:schemeClr val="tx1"/>
                    </a:solidFill>
                    <a:latin typeface="Times New Roman" panose="02020603050405020304" pitchFamily="18" charset="0"/>
                    <a:ea typeface="黑体" panose="02010609060101010101" pitchFamily="49" charset="-122"/>
                  </a:defRPr>
                </a:lvl3pPr>
                <a:lvl4pPr marL="1600200" indent="-228600">
                  <a:spcBef>
                    <a:spcPct val="20000"/>
                  </a:spcBef>
                  <a:buClr>
                    <a:schemeClr val="accent2"/>
                  </a:buClr>
                  <a:buSzPct val="55000"/>
                  <a:buFont typeface="Wingdings" panose="05000000000000000000" pitchFamily="2" charset="2"/>
                  <a:buChar char="n"/>
                  <a:defRPr sz="2000">
                    <a:solidFill>
                      <a:schemeClr val="tx1"/>
                    </a:solidFill>
                    <a:latin typeface="Times New Roman" panose="02020603050405020304" pitchFamily="18" charset="0"/>
                    <a:ea typeface="黑体" panose="02010609060101010101" pitchFamily="49" charset="-122"/>
                  </a:defRPr>
                </a:lvl4pPr>
                <a:lvl5pPr marL="2057400" indent="-228600">
                  <a:spcBef>
                    <a:spcPct val="20000"/>
                  </a:spcBef>
                  <a:buClr>
                    <a:schemeClr val="accent1"/>
                  </a:buClr>
                  <a:buSzPct val="50000"/>
                  <a:buFont typeface="Wingdings" panose="05000000000000000000" pitchFamily="2" charset="2"/>
                  <a:buChar char="n"/>
                  <a:defRPr sz="2000">
                    <a:solidFill>
                      <a:schemeClr val="tx1"/>
                    </a:solidFill>
                    <a:latin typeface="Times New Roman" panose="02020603050405020304" pitchFamily="18"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imes New Roman" panose="02020603050405020304" pitchFamily="18"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imes New Roman" panose="02020603050405020304" pitchFamily="18"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imes New Roman" panose="02020603050405020304" pitchFamily="18"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imes New Roman" panose="02020603050405020304" pitchFamily="18" charset="0"/>
                    <a:ea typeface="黑体" panose="02010609060101010101" pitchFamily="49" charset="-122"/>
                  </a:defRPr>
                </a:lvl9pPr>
              </a:lstStyle>
              <a:p>
                <a:pPr algn="just">
                  <a:spcBef>
                    <a:spcPct val="0"/>
                  </a:spcBef>
                  <a:buClrTx/>
                  <a:buSzTx/>
                  <a:buFontTx/>
                  <a:buNone/>
                </a:pPr>
                <a:endParaRPr lang="zh-CN" altLang="en-US" sz="2400">
                  <a:solidFill>
                    <a:srgbClr val="000000"/>
                  </a:solidFill>
                  <a:ea typeface="宋体" panose="02010600030101010101" pitchFamily="2" charset="-122"/>
                </a:endParaRPr>
              </a:p>
            </p:txBody>
          </p:sp>
          <p:sp>
            <p:nvSpPr>
              <p:cNvPr id="88092" name="Rectangle 14">
                <a:extLst>
                  <a:ext uri="{FF2B5EF4-FFF2-40B4-BE49-F238E27FC236}">
                    <a16:creationId xmlns:a16="http://schemas.microsoft.com/office/drawing/2014/main" id="{79A98CE8-3CB1-4767-8080-19DC7A433158}"/>
                  </a:ext>
                </a:extLst>
              </p:cNvPr>
              <p:cNvSpPr>
                <a:spLocks noChangeArrowheads="1"/>
              </p:cNvSpPr>
              <p:nvPr/>
            </p:nvSpPr>
            <p:spPr bwMode="auto">
              <a:xfrm>
                <a:off x="1152" y="3312"/>
                <a:ext cx="384" cy="288"/>
              </a:xfrm>
              <a:prstGeom prst="rect">
                <a:avLst/>
              </a:prstGeom>
              <a:noFill/>
              <a:ln w="25400" algn="ctr">
                <a:solidFill>
                  <a:srgbClr val="008000"/>
                </a:solidFill>
                <a:miter lim="800000"/>
                <a:headEnd/>
                <a:tailEnd/>
              </a:ln>
              <a:extLst>
                <a:ext uri="{909E8E84-426E-40DD-AFC4-6F175D3DCCD1}">
                  <a14:hiddenFill xmlns:a14="http://schemas.microsoft.com/office/drawing/2010/main">
                    <a:solidFill>
                      <a:srgbClr val="FFFFFF"/>
                    </a:solidFill>
                  </a14:hiddenFill>
                </a:ext>
              </a:extLst>
            </p:spPr>
            <p:txBody>
              <a:bodyPr wrap="none" lIns="54000" tIns="28800" rIns="54000" bIns="28800" anchor="ctr"/>
              <a:lstStyle>
                <a:lvl1pPr>
                  <a:spcBef>
                    <a:spcPct val="20000"/>
                  </a:spcBef>
                  <a:buClr>
                    <a:schemeClr val="folHlink"/>
                  </a:buClr>
                  <a:buSzPct val="60000"/>
                  <a:buFont typeface="Wingdings" panose="05000000000000000000" pitchFamily="2" charset="2"/>
                  <a:buChar char="n"/>
                  <a:defRPr sz="3200">
                    <a:solidFill>
                      <a:schemeClr val="tx1"/>
                    </a:solidFill>
                    <a:latin typeface="Times New Roman" panose="02020603050405020304" pitchFamily="18" charset="0"/>
                    <a:ea typeface="黑体" panose="02010609060101010101" pitchFamily="49" charset="-122"/>
                  </a:defRPr>
                </a:lvl1pPr>
                <a:lvl2pPr marL="742950" indent="-285750">
                  <a:spcBef>
                    <a:spcPct val="20000"/>
                  </a:spcBef>
                  <a:buClr>
                    <a:schemeClr val="hlink"/>
                  </a:buClr>
                  <a:buSzPct val="55000"/>
                  <a:buFont typeface="Wingdings" panose="05000000000000000000" pitchFamily="2" charset="2"/>
                  <a:buChar char="n"/>
                  <a:defRPr sz="2800">
                    <a:solidFill>
                      <a:schemeClr val="tx1"/>
                    </a:solidFill>
                    <a:latin typeface="Times New Roman" panose="02020603050405020304" pitchFamily="18" charset="0"/>
                    <a:ea typeface="黑体" panose="02010609060101010101" pitchFamily="49" charset="-122"/>
                  </a:defRPr>
                </a:lvl2pPr>
                <a:lvl3pPr marL="1143000" indent="-228600">
                  <a:spcBef>
                    <a:spcPct val="20000"/>
                  </a:spcBef>
                  <a:buClr>
                    <a:schemeClr val="folHlink"/>
                  </a:buClr>
                  <a:buSzPct val="50000"/>
                  <a:buFont typeface="Wingdings" panose="05000000000000000000" pitchFamily="2" charset="2"/>
                  <a:buChar char="n"/>
                  <a:defRPr sz="2400">
                    <a:solidFill>
                      <a:schemeClr val="tx1"/>
                    </a:solidFill>
                    <a:latin typeface="Times New Roman" panose="02020603050405020304" pitchFamily="18" charset="0"/>
                    <a:ea typeface="黑体" panose="02010609060101010101" pitchFamily="49" charset="-122"/>
                  </a:defRPr>
                </a:lvl3pPr>
                <a:lvl4pPr marL="1600200" indent="-228600">
                  <a:spcBef>
                    <a:spcPct val="20000"/>
                  </a:spcBef>
                  <a:buClr>
                    <a:schemeClr val="accent2"/>
                  </a:buClr>
                  <a:buSzPct val="55000"/>
                  <a:buFont typeface="Wingdings" panose="05000000000000000000" pitchFamily="2" charset="2"/>
                  <a:buChar char="n"/>
                  <a:defRPr sz="2000">
                    <a:solidFill>
                      <a:schemeClr val="tx1"/>
                    </a:solidFill>
                    <a:latin typeface="Times New Roman" panose="02020603050405020304" pitchFamily="18" charset="0"/>
                    <a:ea typeface="黑体" panose="02010609060101010101" pitchFamily="49" charset="-122"/>
                  </a:defRPr>
                </a:lvl4pPr>
                <a:lvl5pPr marL="2057400" indent="-228600">
                  <a:spcBef>
                    <a:spcPct val="20000"/>
                  </a:spcBef>
                  <a:buClr>
                    <a:schemeClr val="accent1"/>
                  </a:buClr>
                  <a:buSzPct val="50000"/>
                  <a:buFont typeface="Wingdings" panose="05000000000000000000" pitchFamily="2" charset="2"/>
                  <a:buChar char="n"/>
                  <a:defRPr sz="2000">
                    <a:solidFill>
                      <a:schemeClr val="tx1"/>
                    </a:solidFill>
                    <a:latin typeface="Times New Roman" panose="02020603050405020304" pitchFamily="18"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imes New Roman" panose="02020603050405020304" pitchFamily="18"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imes New Roman" panose="02020603050405020304" pitchFamily="18"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imes New Roman" panose="02020603050405020304" pitchFamily="18"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imes New Roman" panose="02020603050405020304" pitchFamily="18" charset="0"/>
                    <a:ea typeface="黑体" panose="02010609060101010101" pitchFamily="49" charset="-122"/>
                  </a:defRPr>
                </a:lvl9pPr>
              </a:lstStyle>
              <a:p>
                <a:pPr algn="ctr">
                  <a:spcBef>
                    <a:spcPct val="0"/>
                  </a:spcBef>
                  <a:buClrTx/>
                  <a:buSzTx/>
                  <a:buFontTx/>
                  <a:buNone/>
                </a:pPr>
                <a:r>
                  <a:rPr lang="en-US" altLang="zh-CN" sz="2400">
                    <a:solidFill>
                      <a:srgbClr val="000000"/>
                    </a:solidFill>
                    <a:ea typeface="宋体" panose="02010600030101010101" pitchFamily="2" charset="-122"/>
                  </a:rPr>
                  <a:t>$</a:t>
                </a:r>
              </a:p>
            </p:txBody>
          </p:sp>
        </p:grpSp>
        <p:sp>
          <p:nvSpPr>
            <p:cNvPr id="88084" name="Text Box 15">
              <a:extLst>
                <a:ext uri="{FF2B5EF4-FFF2-40B4-BE49-F238E27FC236}">
                  <a16:creationId xmlns:a16="http://schemas.microsoft.com/office/drawing/2014/main" id="{E5B6810D-B55E-40DB-93F3-305161C19C05}"/>
                </a:ext>
              </a:extLst>
            </p:cNvPr>
            <p:cNvSpPr txBox="1">
              <a:spLocks noChangeArrowheads="1"/>
            </p:cNvSpPr>
            <p:nvPr/>
          </p:nvSpPr>
          <p:spPr bwMode="auto">
            <a:xfrm>
              <a:off x="1199" y="2160"/>
              <a:ext cx="295" cy="30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5400" algn="ctr">
                  <a:solidFill>
                    <a:srgbClr val="000000"/>
                  </a:solidFill>
                  <a:miter lim="800000"/>
                  <a:headEnd/>
                  <a:tailEnd/>
                </a14:hiddenLine>
              </a:ext>
            </a:extLst>
          </p:spPr>
          <p:txBody>
            <a:bodyPr wrap="none" lIns="54000" tIns="28800" rIns="54000" bIns="28800">
              <a:spAutoFit/>
            </a:bodyPr>
            <a:lstStyle>
              <a:lvl1pPr>
                <a:spcBef>
                  <a:spcPct val="20000"/>
                </a:spcBef>
                <a:buClr>
                  <a:schemeClr val="folHlink"/>
                </a:buClr>
                <a:buSzPct val="60000"/>
                <a:buFont typeface="Wingdings" panose="05000000000000000000" pitchFamily="2" charset="2"/>
                <a:buChar char="n"/>
                <a:defRPr sz="3200">
                  <a:solidFill>
                    <a:schemeClr val="tx1"/>
                  </a:solidFill>
                  <a:latin typeface="Times New Roman" panose="02020603050405020304" pitchFamily="18" charset="0"/>
                  <a:ea typeface="黑体" panose="02010609060101010101" pitchFamily="49" charset="-122"/>
                </a:defRPr>
              </a:lvl1pPr>
              <a:lvl2pPr marL="742950" indent="-285750">
                <a:spcBef>
                  <a:spcPct val="20000"/>
                </a:spcBef>
                <a:buClr>
                  <a:schemeClr val="hlink"/>
                </a:buClr>
                <a:buSzPct val="55000"/>
                <a:buFont typeface="Wingdings" panose="05000000000000000000" pitchFamily="2" charset="2"/>
                <a:buChar char="n"/>
                <a:defRPr sz="2800">
                  <a:solidFill>
                    <a:schemeClr val="tx1"/>
                  </a:solidFill>
                  <a:latin typeface="Times New Roman" panose="02020603050405020304" pitchFamily="18" charset="0"/>
                  <a:ea typeface="黑体" panose="02010609060101010101" pitchFamily="49" charset="-122"/>
                </a:defRPr>
              </a:lvl2pPr>
              <a:lvl3pPr marL="1143000" indent="-228600">
                <a:spcBef>
                  <a:spcPct val="20000"/>
                </a:spcBef>
                <a:buClr>
                  <a:schemeClr val="folHlink"/>
                </a:buClr>
                <a:buSzPct val="50000"/>
                <a:buFont typeface="Wingdings" panose="05000000000000000000" pitchFamily="2" charset="2"/>
                <a:buChar char="n"/>
                <a:defRPr sz="2400">
                  <a:solidFill>
                    <a:schemeClr val="tx1"/>
                  </a:solidFill>
                  <a:latin typeface="Times New Roman" panose="02020603050405020304" pitchFamily="18" charset="0"/>
                  <a:ea typeface="黑体" panose="02010609060101010101" pitchFamily="49" charset="-122"/>
                </a:defRPr>
              </a:lvl3pPr>
              <a:lvl4pPr marL="1600200" indent="-228600">
                <a:spcBef>
                  <a:spcPct val="20000"/>
                </a:spcBef>
                <a:buClr>
                  <a:schemeClr val="accent2"/>
                </a:buClr>
                <a:buSzPct val="55000"/>
                <a:buFont typeface="Wingdings" panose="05000000000000000000" pitchFamily="2" charset="2"/>
                <a:buChar char="n"/>
                <a:defRPr sz="2000">
                  <a:solidFill>
                    <a:schemeClr val="tx1"/>
                  </a:solidFill>
                  <a:latin typeface="Times New Roman" panose="02020603050405020304" pitchFamily="18" charset="0"/>
                  <a:ea typeface="黑体" panose="02010609060101010101" pitchFamily="49" charset="-122"/>
                </a:defRPr>
              </a:lvl4pPr>
              <a:lvl5pPr marL="2057400" indent="-228600">
                <a:spcBef>
                  <a:spcPct val="20000"/>
                </a:spcBef>
                <a:buClr>
                  <a:schemeClr val="accent1"/>
                </a:buClr>
                <a:buSzPct val="50000"/>
                <a:buFont typeface="Wingdings" panose="05000000000000000000" pitchFamily="2" charset="2"/>
                <a:buChar char="n"/>
                <a:defRPr sz="2000">
                  <a:solidFill>
                    <a:schemeClr val="tx1"/>
                  </a:solidFill>
                  <a:latin typeface="Times New Roman" panose="02020603050405020304" pitchFamily="18"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imes New Roman" panose="02020603050405020304" pitchFamily="18"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imes New Roman" panose="02020603050405020304" pitchFamily="18"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imes New Roman" panose="02020603050405020304" pitchFamily="18"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imes New Roman" panose="02020603050405020304" pitchFamily="18" charset="0"/>
                  <a:ea typeface="黑体" panose="02010609060101010101" pitchFamily="49" charset="-122"/>
                </a:defRPr>
              </a:lvl9pPr>
            </a:lstStyle>
            <a:p>
              <a:pPr algn="just">
                <a:spcBef>
                  <a:spcPct val="0"/>
                </a:spcBef>
                <a:buClrTx/>
                <a:buSzTx/>
                <a:buFontTx/>
                <a:buNone/>
              </a:pPr>
              <a:r>
                <a:rPr lang="zh-CN" altLang="en-US" sz="2800" b="0">
                  <a:solidFill>
                    <a:srgbClr val="000000"/>
                  </a:solidFill>
                </a:rPr>
                <a:t>栈</a:t>
              </a:r>
            </a:p>
          </p:txBody>
        </p:sp>
      </p:grpSp>
      <p:grpSp>
        <p:nvGrpSpPr>
          <p:cNvPr id="88070" name="Group 16">
            <a:extLst>
              <a:ext uri="{FF2B5EF4-FFF2-40B4-BE49-F238E27FC236}">
                <a16:creationId xmlns:a16="http://schemas.microsoft.com/office/drawing/2014/main" id="{9672D92B-A38D-4D71-AEB6-676AE14D0B94}"/>
              </a:ext>
            </a:extLst>
          </p:cNvPr>
          <p:cNvGrpSpPr>
            <a:grpSpLocks/>
          </p:cNvGrpSpPr>
          <p:nvPr/>
        </p:nvGrpSpPr>
        <p:grpSpPr bwMode="auto">
          <a:xfrm>
            <a:off x="3352800" y="2632364"/>
            <a:ext cx="4572000" cy="1143000"/>
            <a:chOff x="2112" y="2064"/>
            <a:chExt cx="2880" cy="720"/>
          </a:xfrm>
        </p:grpSpPr>
        <p:grpSp>
          <p:nvGrpSpPr>
            <p:cNvPr id="88072" name="Group 17">
              <a:extLst>
                <a:ext uri="{FF2B5EF4-FFF2-40B4-BE49-F238E27FC236}">
                  <a16:creationId xmlns:a16="http://schemas.microsoft.com/office/drawing/2014/main" id="{1454F816-9741-4681-A8CA-8F8E9D2D2CCB}"/>
                </a:ext>
              </a:extLst>
            </p:cNvPr>
            <p:cNvGrpSpPr>
              <a:grpSpLocks/>
            </p:cNvGrpSpPr>
            <p:nvPr/>
          </p:nvGrpSpPr>
          <p:grpSpPr bwMode="auto">
            <a:xfrm>
              <a:off x="2736" y="2064"/>
              <a:ext cx="2256" cy="720"/>
              <a:chOff x="2736" y="1728"/>
              <a:chExt cx="2256" cy="720"/>
            </a:xfrm>
          </p:grpSpPr>
          <p:grpSp>
            <p:nvGrpSpPr>
              <p:cNvPr id="88074" name="Group 18">
                <a:extLst>
                  <a:ext uri="{FF2B5EF4-FFF2-40B4-BE49-F238E27FC236}">
                    <a16:creationId xmlns:a16="http://schemas.microsoft.com/office/drawing/2014/main" id="{2A908238-D708-44AC-814A-B095E1ED05D1}"/>
                  </a:ext>
                </a:extLst>
              </p:cNvPr>
              <p:cNvGrpSpPr>
                <a:grpSpLocks/>
              </p:cNvGrpSpPr>
              <p:nvPr/>
            </p:nvGrpSpPr>
            <p:grpSpPr bwMode="auto">
              <a:xfrm>
                <a:off x="2736" y="1728"/>
                <a:ext cx="2256" cy="338"/>
                <a:chOff x="2736" y="1728"/>
                <a:chExt cx="2256" cy="338"/>
              </a:xfrm>
            </p:grpSpPr>
            <p:sp>
              <p:nvSpPr>
                <p:cNvPr id="88076" name="Line 19">
                  <a:extLst>
                    <a:ext uri="{FF2B5EF4-FFF2-40B4-BE49-F238E27FC236}">
                      <a16:creationId xmlns:a16="http://schemas.microsoft.com/office/drawing/2014/main" id="{579FEFCF-E46A-4CCF-91DC-A23AC8A30CC1}"/>
                    </a:ext>
                  </a:extLst>
                </p:cNvPr>
                <p:cNvSpPr>
                  <a:spLocks noChangeShapeType="1"/>
                </p:cNvSpPr>
                <p:nvPr/>
              </p:nvSpPr>
              <p:spPr bwMode="auto">
                <a:xfrm>
                  <a:off x="2736" y="1728"/>
                  <a:ext cx="2256" cy="0"/>
                </a:xfrm>
                <a:prstGeom prst="line">
                  <a:avLst/>
                </a:prstGeom>
                <a:noFill/>
                <a:ln w="25400">
                  <a:solidFill>
                    <a:srgbClr val="008000"/>
                  </a:solidFill>
                  <a:round/>
                  <a:headEnd/>
                  <a:tailEnd/>
                </a:ln>
                <a:extLst>
                  <a:ext uri="{909E8E84-426E-40DD-AFC4-6F175D3DCCD1}">
                    <a14:hiddenFill xmlns:a14="http://schemas.microsoft.com/office/drawing/2010/main">
                      <a:noFill/>
                    </a14:hiddenFill>
                  </a:ext>
                </a:extLst>
              </p:spPr>
              <p:txBody>
                <a:bodyPr lIns="54000" tIns="28800" rIns="54000" bIns="28800"/>
                <a:lstStyle/>
                <a:p>
                  <a:endParaRPr lang="zh-CN" altLang="en-US"/>
                </a:p>
              </p:txBody>
            </p:sp>
            <p:sp>
              <p:nvSpPr>
                <p:cNvPr id="88077" name="Line 20">
                  <a:extLst>
                    <a:ext uri="{FF2B5EF4-FFF2-40B4-BE49-F238E27FC236}">
                      <a16:creationId xmlns:a16="http://schemas.microsoft.com/office/drawing/2014/main" id="{DA5FCC7E-2D8B-41FB-9F51-979C45E96469}"/>
                    </a:ext>
                  </a:extLst>
                </p:cNvPr>
                <p:cNvSpPr>
                  <a:spLocks noChangeShapeType="1"/>
                </p:cNvSpPr>
                <p:nvPr/>
              </p:nvSpPr>
              <p:spPr bwMode="auto">
                <a:xfrm>
                  <a:off x="2736" y="2066"/>
                  <a:ext cx="2256" cy="0"/>
                </a:xfrm>
                <a:prstGeom prst="line">
                  <a:avLst/>
                </a:prstGeom>
                <a:noFill/>
                <a:ln w="25400">
                  <a:solidFill>
                    <a:srgbClr val="008000"/>
                  </a:solidFill>
                  <a:round/>
                  <a:headEnd/>
                  <a:tailEnd/>
                </a:ln>
                <a:extLst>
                  <a:ext uri="{909E8E84-426E-40DD-AFC4-6F175D3DCCD1}">
                    <a14:hiddenFill xmlns:a14="http://schemas.microsoft.com/office/drawing/2010/main">
                      <a:noFill/>
                    </a14:hiddenFill>
                  </a:ext>
                </a:extLst>
              </p:spPr>
              <p:txBody>
                <a:bodyPr lIns="54000" tIns="28800" rIns="54000" bIns="28800"/>
                <a:lstStyle/>
                <a:p>
                  <a:endParaRPr lang="zh-CN" altLang="en-US"/>
                </a:p>
              </p:txBody>
            </p:sp>
            <p:sp>
              <p:nvSpPr>
                <p:cNvPr id="88078" name="Rectangle 21">
                  <a:extLst>
                    <a:ext uri="{FF2B5EF4-FFF2-40B4-BE49-F238E27FC236}">
                      <a16:creationId xmlns:a16="http://schemas.microsoft.com/office/drawing/2014/main" id="{2CEF19B5-4D6D-4722-8A91-1CEEEE0BEF38}"/>
                    </a:ext>
                  </a:extLst>
                </p:cNvPr>
                <p:cNvSpPr>
                  <a:spLocks noChangeArrowheads="1"/>
                </p:cNvSpPr>
                <p:nvPr/>
              </p:nvSpPr>
              <p:spPr bwMode="auto">
                <a:xfrm>
                  <a:off x="2928" y="1728"/>
                  <a:ext cx="384" cy="336"/>
                </a:xfrm>
                <a:prstGeom prst="rect">
                  <a:avLst/>
                </a:prstGeom>
                <a:noFill/>
                <a:ln w="25400" algn="ctr">
                  <a:solidFill>
                    <a:srgbClr val="008000"/>
                  </a:solidFill>
                  <a:miter lim="800000"/>
                  <a:headEnd/>
                  <a:tailEnd/>
                </a:ln>
                <a:extLst>
                  <a:ext uri="{909E8E84-426E-40DD-AFC4-6F175D3DCCD1}">
                    <a14:hiddenFill xmlns:a14="http://schemas.microsoft.com/office/drawing/2010/main">
                      <a:solidFill>
                        <a:srgbClr val="FFFFFF"/>
                      </a:solidFill>
                    </a14:hiddenFill>
                  </a:ext>
                </a:extLst>
              </p:spPr>
              <p:txBody>
                <a:bodyPr wrap="none" lIns="54000" tIns="28800" rIns="54000" bIns="28800" anchor="ctr"/>
                <a:lstStyle>
                  <a:lvl1pPr>
                    <a:spcBef>
                      <a:spcPct val="20000"/>
                    </a:spcBef>
                    <a:buClr>
                      <a:schemeClr val="folHlink"/>
                    </a:buClr>
                    <a:buSzPct val="60000"/>
                    <a:buFont typeface="Wingdings" panose="05000000000000000000" pitchFamily="2" charset="2"/>
                    <a:buChar char="n"/>
                    <a:defRPr sz="3200">
                      <a:solidFill>
                        <a:schemeClr val="tx1"/>
                      </a:solidFill>
                      <a:latin typeface="Times New Roman" panose="02020603050405020304" pitchFamily="18" charset="0"/>
                      <a:ea typeface="黑体" panose="02010609060101010101" pitchFamily="49" charset="-122"/>
                    </a:defRPr>
                  </a:lvl1pPr>
                  <a:lvl2pPr marL="742950" indent="-285750">
                    <a:spcBef>
                      <a:spcPct val="20000"/>
                    </a:spcBef>
                    <a:buClr>
                      <a:schemeClr val="hlink"/>
                    </a:buClr>
                    <a:buSzPct val="55000"/>
                    <a:buFont typeface="Wingdings" panose="05000000000000000000" pitchFamily="2" charset="2"/>
                    <a:buChar char="n"/>
                    <a:defRPr sz="2800">
                      <a:solidFill>
                        <a:schemeClr val="tx1"/>
                      </a:solidFill>
                      <a:latin typeface="Times New Roman" panose="02020603050405020304" pitchFamily="18" charset="0"/>
                      <a:ea typeface="黑体" panose="02010609060101010101" pitchFamily="49" charset="-122"/>
                    </a:defRPr>
                  </a:lvl2pPr>
                  <a:lvl3pPr marL="1143000" indent="-228600">
                    <a:spcBef>
                      <a:spcPct val="20000"/>
                    </a:spcBef>
                    <a:buClr>
                      <a:schemeClr val="folHlink"/>
                    </a:buClr>
                    <a:buSzPct val="50000"/>
                    <a:buFont typeface="Wingdings" panose="05000000000000000000" pitchFamily="2" charset="2"/>
                    <a:buChar char="n"/>
                    <a:defRPr sz="2400">
                      <a:solidFill>
                        <a:schemeClr val="tx1"/>
                      </a:solidFill>
                      <a:latin typeface="Times New Roman" panose="02020603050405020304" pitchFamily="18" charset="0"/>
                      <a:ea typeface="黑体" panose="02010609060101010101" pitchFamily="49" charset="-122"/>
                    </a:defRPr>
                  </a:lvl3pPr>
                  <a:lvl4pPr marL="1600200" indent="-228600">
                    <a:spcBef>
                      <a:spcPct val="20000"/>
                    </a:spcBef>
                    <a:buClr>
                      <a:schemeClr val="accent2"/>
                    </a:buClr>
                    <a:buSzPct val="55000"/>
                    <a:buFont typeface="Wingdings" panose="05000000000000000000" pitchFamily="2" charset="2"/>
                    <a:buChar char="n"/>
                    <a:defRPr sz="2000">
                      <a:solidFill>
                        <a:schemeClr val="tx1"/>
                      </a:solidFill>
                      <a:latin typeface="Times New Roman" panose="02020603050405020304" pitchFamily="18" charset="0"/>
                      <a:ea typeface="黑体" panose="02010609060101010101" pitchFamily="49" charset="-122"/>
                    </a:defRPr>
                  </a:lvl4pPr>
                  <a:lvl5pPr marL="2057400" indent="-228600">
                    <a:spcBef>
                      <a:spcPct val="20000"/>
                    </a:spcBef>
                    <a:buClr>
                      <a:schemeClr val="accent1"/>
                    </a:buClr>
                    <a:buSzPct val="50000"/>
                    <a:buFont typeface="Wingdings" panose="05000000000000000000" pitchFamily="2" charset="2"/>
                    <a:buChar char="n"/>
                    <a:defRPr sz="2000">
                      <a:solidFill>
                        <a:schemeClr val="tx1"/>
                      </a:solidFill>
                      <a:latin typeface="Times New Roman" panose="02020603050405020304" pitchFamily="18"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imes New Roman" panose="02020603050405020304" pitchFamily="18"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imes New Roman" panose="02020603050405020304" pitchFamily="18"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imes New Roman" panose="02020603050405020304" pitchFamily="18"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imes New Roman" panose="02020603050405020304" pitchFamily="18" charset="0"/>
                      <a:ea typeface="黑体" panose="02010609060101010101" pitchFamily="49" charset="-122"/>
                    </a:defRPr>
                  </a:lvl9pPr>
                </a:lstStyle>
                <a:p>
                  <a:pPr algn="ctr">
                    <a:spcBef>
                      <a:spcPct val="0"/>
                    </a:spcBef>
                    <a:buClrTx/>
                    <a:buSzTx/>
                    <a:buFontTx/>
                    <a:buNone/>
                  </a:pPr>
                  <a:r>
                    <a:rPr lang="en-US" altLang="zh-CN" sz="2400">
                      <a:solidFill>
                        <a:srgbClr val="000000"/>
                      </a:solidFill>
                      <a:ea typeface="宋体" panose="02010600030101010101" pitchFamily="2" charset="-122"/>
                    </a:rPr>
                    <a:t>a</a:t>
                  </a:r>
                </a:p>
              </p:txBody>
            </p:sp>
            <p:sp>
              <p:nvSpPr>
                <p:cNvPr id="88079" name="Rectangle 22">
                  <a:extLst>
                    <a:ext uri="{FF2B5EF4-FFF2-40B4-BE49-F238E27FC236}">
                      <a16:creationId xmlns:a16="http://schemas.microsoft.com/office/drawing/2014/main" id="{F1A4DBEC-4D93-45FA-A5ED-2247C52E3853}"/>
                    </a:ext>
                  </a:extLst>
                </p:cNvPr>
                <p:cNvSpPr>
                  <a:spLocks noChangeArrowheads="1"/>
                </p:cNvSpPr>
                <p:nvPr/>
              </p:nvSpPr>
              <p:spPr bwMode="auto">
                <a:xfrm>
                  <a:off x="3312" y="1728"/>
                  <a:ext cx="384" cy="336"/>
                </a:xfrm>
                <a:prstGeom prst="rect">
                  <a:avLst/>
                </a:prstGeom>
                <a:noFill/>
                <a:ln w="25400" algn="ctr">
                  <a:solidFill>
                    <a:srgbClr val="008000"/>
                  </a:solidFill>
                  <a:miter lim="800000"/>
                  <a:headEnd/>
                  <a:tailEnd/>
                </a:ln>
                <a:extLst>
                  <a:ext uri="{909E8E84-426E-40DD-AFC4-6F175D3DCCD1}">
                    <a14:hiddenFill xmlns:a14="http://schemas.microsoft.com/office/drawing/2010/main">
                      <a:solidFill>
                        <a:srgbClr val="FFFFFF"/>
                      </a:solidFill>
                    </a14:hiddenFill>
                  </a:ext>
                </a:extLst>
              </p:spPr>
              <p:txBody>
                <a:bodyPr wrap="none" lIns="54000" tIns="28800" rIns="54000" bIns="28800" anchor="ctr"/>
                <a:lstStyle>
                  <a:lvl1pPr>
                    <a:spcBef>
                      <a:spcPct val="20000"/>
                    </a:spcBef>
                    <a:buClr>
                      <a:schemeClr val="folHlink"/>
                    </a:buClr>
                    <a:buSzPct val="60000"/>
                    <a:buFont typeface="Wingdings" panose="05000000000000000000" pitchFamily="2" charset="2"/>
                    <a:buChar char="n"/>
                    <a:defRPr sz="3200">
                      <a:solidFill>
                        <a:schemeClr val="tx1"/>
                      </a:solidFill>
                      <a:latin typeface="Times New Roman" panose="02020603050405020304" pitchFamily="18" charset="0"/>
                      <a:ea typeface="黑体" panose="02010609060101010101" pitchFamily="49" charset="-122"/>
                    </a:defRPr>
                  </a:lvl1pPr>
                  <a:lvl2pPr marL="742950" indent="-285750">
                    <a:spcBef>
                      <a:spcPct val="20000"/>
                    </a:spcBef>
                    <a:buClr>
                      <a:schemeClr val="hlink"/>
                    </a:buClr>
                    <a:buSzPct val="55000"/>
                    <a:buFont typeface="Wingdings" panose="05000000000000000000" pitchFamily="2" charset="2"/>
                    <a:buChar char="n"/>
                    <a:defRPr sz="2800">
                      <a:solidFill>
                        <a:schemeClr val="tx1"/>
                      </a:solidFill>
                      <a:latin typeface="Times New Roman" panose="02020603050405020304" pitchFamily="18" charset="0"/>
                      <a:ea typeface="黑体" panose="02010609060101010101" pitchFamily="49" charset="-122"/>
                    </a:defRPr>
                  </a:lvl2pPr>
                  <a:lvl3pPr marL="1143000" indent="-228600">
                    <a:spcBef>
                      <a:spcPct val="20000"/>
                    </a:spcBef>
                    <a:buClr>
                      <a:schemeClr val="folHlink"/>
                    </a:buClr>
                    <a:buSzPct val="50000"/>
                    <a:buFont typeface="Wingdings" panose="05000000000000000000" pitchFamily="2" charset="2"/>
                    <a:buChar char="n"/>
                    <a:defRPr sz="2400">
                      <a:solidFill>
                        <a:schemeClr val="tx1"/>
                      </a:solidFill>
                      <a:latin typeface="Times New Roman" panose="02020603050405020304" pitchFamily="18" charset="0"/>
                      <a:ea typeface="黑体" panose="02010609060101010101" pitchFamily="49" charset="-122"/>
                    </a:defRPr>
                  </a:lvl3pPr>
                  <a:lvl4pPr marL="1600200" indent="-228600">
                    <a:spcBef>
                      <a:spcPct val="20000"/>
                    </a:spcBef>
                    <a:buClr>
                      <a:schemeClr val="accent2"/>
                    </a:buClr>
                    <a:buSzPct val="55000"/>
                    <a:buFont typeface="Wingdings" panose="05000000000000000000" pitchFamily="2" charset="2"/>
                    <a:buChar char="n"/>
                    <a:defRPr sz="2000">
                      <a:solidFill>
                        <a:schemeClr val="tx1"/>
                      </a:solidFill>
                      <a:latin typeface="Times New Roman" panose="02020603050405020304" pitchFamily="18" charset="0"/>
                      <a:ea typeface="黑体" panose="02010609060101010101" pitchFamily="49" charset="-122"/>
                    </a:defRPr>
                  </a:lvl4pPr>
                  <a:lvl5pPr marL="2057400" indent="-228600">
                    <a:spcBef>
                      <a:spcPct val="20000"/>
                    </a:spcBef>
                    <a:buClr>
                      <a:schemeClr val="accent1"/>
                    </a:buClr>
                    <a:buSzPct val="50000"/>
                    <a:buFont typeface="Wingdings" panose="05000000000000000000" pitchFamily="2" charset="2"/>
                    <a:buChar char="n"/>
                    <a:defRPr sz="2000">
                      <a:solidFill>
                        <a:schemeClr val="tx1"/>
                      </a:solidFill>
                      <a:latin typeface="Times New Roman" panose="02020603050405020304" pitchFamily="18"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imes New Roman" panose="02020603050405020304" pitchFamily="18"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imes New Roman" panose="02020603050405020304" pitchFamily="18"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imes New Roman" panose="02020603050405020304" pitchFamily="18"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imes New Roman" panose="02020603050405020304" pitchFamily="18" charset="0"/>
                      <a:ea typeface="黑体" panose="02010609060101010101" pitchFamily="49" charset="-122"/>
                    </a:defRPr>
                  </a:lvl9pPr>
                </a:lstStyle>
                <a:p>
                  <a:pPr algn="ctr">
                    <a:spcBef>
                      <a:spcPct val="0"/>
                    </a:spcBef>
                    <a:buClrTx/>
                    <a:buSzTx/>
                    <a:buFontTx/>
                    <a:buNone/>
                  </a:pPr>
                  <a:r>
                    <a:rPr lang="en-US" altLang="zh-CN" sz="2400">
                      <a:solidFill>
                        <a:srgbClr val="000000"/>
                      </a:solidFill>
                      <a:ea typeface="宋体" panose="02010600030101010101" pitchFamily="2" charset="-122"/>
                    </a:rPr>
                    <a:t>b</a:t>
                  </a:r>
                </a:p>
              </p:txBody>
            </p:sp>
            <p:sp>
              <p:nvSpPr>
                <p:cNvPr id="88080" name="Rectangle 23">
                  <a:extLst>
                    <a:ext uri="{FF2B5EF4-FFF2-40B4-BE49-F238E27FC236}">
                      <a16:creationId xmlns:a16="http://schemas.microsoft.com/office/drawing/2014/main" id="{F6FDF0E1-FCF2-4D27-890A-C7C867940275}"/>
                    </a:ext>
                  </a:extLst>
                </p:cNvPr>
                <p:cNvSpPr>
                  <a:spLocks noChangeArrowheads="1"/>
                </p:cNvSpPr>
                <p:nvPr/>
              </p:nvSpPr>
              <p:spPr bwMode="auto">
                <a:xfrm>
                  <a:off x="3696" y="1728"/>
                  <a:ext cx="384" cy="336"/>
                </a:xfrm>
                <a:prstGeom prst="rect">
                  <a:avLst/>
                </a:prstGeom>
                <a:noFill/>
                <a:ln w="25400" algn="ctr">
                  <a:solidFill>
                    <a:srgbClr val="008000"/>
                  </a:solidFill>
                  <a:miter lim="800000"/>
                  <a:headEnd/>
                  <a:tailEnd/>
                </a:ln>
                <a:extLst>
                  <a:ext uri="{909E8E84-426E-40DD-AFC4-6F175D3DCCD1}">
                    <a14:hiddenFill xmlns:a14="http://schemas.microsoft.com/office/drawing/2010/main">
                      <a:solidFill>
                        <a:srgbClr val="FFFFFF"/>
                      </a:solidFill>
                    </a14:hiddenFill>
                  </a:ext>
                </a:extLst>
              </p:spPr>
              <p:txBody>
                <a:bodyPr wrap="none" lIns="54000" tIns="28800" rIns="54000" bIns="28800" anchor="ctr"/>
                <a:lstStyle>
                  <a:lvl1pPr>
                    <a:spcBef>
                      <a:spcPct val="20000"/>
                    </a:spcBef>
                    <a:buClr>
                      <a:schemeClr val="folHlink"/>
                    </a:buClr>
                    <a:buSzPct val="60000"/>
                    <a:buFont typeface="Wingdings" panose="05000000000000000000" pitchFamily="2" charset="2"/>
                    <a:buChar char="n"/>
                    <a:defRPr sz="3200">
                      <a:solidFill>
                        <a:schemeClr val="tx1"/>
                      </a:solidFill>
                      <a:latin typeface="Times New Roman" panose="02020603050405020304" pitchFamily="18" charset="0"/>
                      <a:ea typeface="黑体" panose="02010609060101010101" pitchFamily="49" charset="-122"/>
                    </a:defRPr>
                  </a:lvl1pPr>
                  <a:lvl2pPr marL="742950" indent="-285750">
                    <a:spcBef>
                      <a:spcPct val="20000"/>
                    </a:spcBef>
                    <a:buClr>
                      <a:schemeClr val="hlink"/>
                    </a:buClr>
                    <a:buSzPct val="55000"/>
                    <a:buFont typeface="Wingdings" panose="05000000000000000000" pitchFamily="2" charset="2"/>
                    <a:buChar char="n"/>
                    <a:defRPr sz="2800">
                      <a:solidFill>
                        <a:schemeClr val="tx1"/>
                      </a:solidFill>
                      <a:latin typeface="Times New Roman" panose="02020603050405020304" pitchFamily="18" charset="0"/>
                      <a:ea typeface="黑体" panose="02010609060101010101" pitchFamily="49" charset="-122"/>
                    </a:defRPr>
                  </a:lvl2pPr>
                  <a:lvl3pPr marL="1143000" indent="-228600">
                    <a:spcBef>
                      <a:spcPct val="20000"/>
                    </a:spcBef>
                    <a:buClr>
                      <a:schemeClr val="folHlink"/>
                    </a:buClr>
                    <a:buSzPct val="50000"/>
                    <a:buFont typeface="Wingdings" panose="05000000000000000000" pitchFamily="2" charset="2"/>
                    <a:buChar char="n"/>
                    <a:defRPr sz="2400">
                      <a:solidFill>
                        <a:schemeClr val="tx1"/>
                      </a:solidFill>
                      <a:latin typeface="Times New Roman" panose="02020603050405020304" pitchFamily="18" charset="0"/>
                      <a:ea typeface="黑体" panose="02010609060101010101" pitchFamily="49" charset="-122"/>
                    </a:defRPr>
                  </a:lvl3pPr>
                  <a:lvl4pPr marL="1600200" indent="-228600">
                    <a:spcBef>
                      <a:spcPct val="20000"/>
                    </a:spcBef>
                    <a:buClr>
                      <a:schemeClr val="accent2"/>
                    </a:buClr>
                    <a:buSzPct val="55000"/>
                    <a:buFont typeface="Wingdings" panose="05000000000000000000" pitchFamily="2" charset="2"/>
                    <a:buChar char="n"/>
                    <a:defRPr sz="2000">
                      <a:solidFill>
                        <a:schemeClr val="tx1"/>
                      </a:solidFill>
                      <a:latin typeface="Times New Roman" panose="02020603050405020304" pitchFamily="18" charset="0"/>
                      <a:ea typeface="黑体" panose="02010609060101010101" pitchFamily="49" charset="-122"/>
                    </a:defRPr>
                  </a:lvl4pPr>
                  <a:lvl5pPr marL="2057400" indent="-228600">
                    <a:spcBef>
                      <a:spcPct val="20000"/>
                    </a:spcBef>
                    <a:buClr>
                      <a:schemeClr val="accent1"/>
                    </a:buClr>
                    <a:buSzPct val="50000"/>
                    <a:buFont typeface="Wingdings" panose="05000000000000000000" pitchFamily="2" charset="2"/>
                    <a:buChar char="n"/>
                    <a:defRPr sz="2000">
                      <a:solidFill>
                        <a:schemeClr val="tx1"/>
                      </a:solidFill>
                      <a:latin typeface="Times New Roman" panose="02020603050405020304" pitchFamily="18"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imes New Roman" panose="02020603050405020304" pitchFamily="18"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imes New Roman" panose="02020603050405020304" pitchFamily="18"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imes New Roman" panose="02020603050405020304" pitchFamily="18"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imes New Roman" panose="02020603050405020304" pitchFamily="18" charset="0"/>
                      <a:ea typeface="黑体" panose="02010609060101010101" pitchFamily="49" charset="-122"/>
                    </a:defRPr>
                  </a:lvl9pPr>
                </a:lstStyle>
                <a:p>
                  <a:pPr algn="ctr">
                    <a:spcBef>
                      <a:spcPct val="0"/>
                    </a:spcBef>
                    <a:buClrTx/>
                    <a:buSzTx/>
                    <a:buFontTx/>
                    <a:buNone/>
                  </a:pPr>
                  <a:r>
                    <a:rPr lang="en-US" altLang="zh-CN" sz="2400">
                      <a:solidFill>
                        <a:srgbClr val="000000"/>
                      </a:solidFill>
                      <a:ea typeface="宋体" panose="02010600030101010101" pitchFamily="2" charset="-122"/>
                    </a:rPr>
                    <a:t>c</a:t>
                  </a:r>
                </a:p>
              </p:txBody>
            </p:sp>
            <p:sp>
              <p:nvSpPr>
                <p:cNvPr id="88081" name="Rectangle 24">
                  <a:extLst>
                    <a:ext uri="{FF2B5EF4-FFF2-40B4-BE49-F238E27FC236}">
                      <a16:creationId xmlns:a16="http://schemas.microsoft.com/office/drawing/2014/main" id="{8F333179-537B-4B24-950E-77EB7C781715}"/>
                    </a:ext>
                  </a:extLst>
                </p:cNvPr>
                <p:cNvSpPr>
                  <a:spLocks noChangeArrowheads="1"/>
                </p:cNvSpPr>
                <p:nvPr/>
              </p:nvSpPr>
              <p:spPr bwMode="auto">
                <a:xfrm>
                  <a:off x="4608" y="1728"/>
                  <a:ext cx="384" cy="336"/>
                </a:xfrm>
                <a:prstGeom prst="rect">
                  <a:avLst/>
                </a:prstGeom>
                <a:noFill/>
                <a:ln w="25400" algn="ctr">
                  <a:solidFill>
                    <a:srgbClr val="008000"/>
                  </a:solidFill>
                  <a:miter lim="800000"/>
                  <a:headEnd/>
                  <a:tailEnd/>
                </a:ln>
                <a:extLst>
                  <a:ext uri="{909E8E84-426E-40DD-AFC4-6F175D3DCCD1}">
                    <a14:hiddenFill xmlns:a14="http://schemas.microsoft.com/office/drawing/2010/main">
                      <a:solidFill>
                        <a:srgbClr val="FFFFFF"/>
                      </a:solidFill>
                    </a14:hiddenFill>
                  </a:ext>
                </a:extLst>
              </p:spPr>
              <p:txBody>
                <a:bodyPr wrap="none" lIns="54000" tIns="28800" rIns="54000" bIns="28800" anchor="ctr"/>
                <a:lstStyle>
                  <a:lvl1pPr>
                    <a:spcBef>
                      <a:spcPct val="20000"/>
                    </a:spcBef>
                    <a:buClr>
                      <a:schemeClr val="folHlink"/>
                    </a:buClr>
                    <a:buSzPct val="60000"/>
                    <a:buFont typeface="Wingdings" panose="05000000000000000000" pitchFamily="2" charset="2"/>
                    <a:buChar char="n"/>
                    <a:defRPr sz="3200">
                      <a:solidFill>
                        <a:schemeClr val="tx1"/>
                      </a:solidFill>
                      <a:latin typeface="Times New Roman" panose="02020603050405020304" pitchFamily="18" charset="0"/>
                      <a:ea typeface="黑体" panose="02010609060101010101" pitchFamily="49" charset="-122"/>
                    </a:defRPr>
                  </a:lvl1pPr>
                  <a:lvl2pPr marL="742950" indent="-285750">
                    <a:spcBef>
                      <a:spcPct val="20000"/>
                    </a:spcBef>
                    <a:buClr>
                      <a:schemeClr val="hlink"/>
                    </a:buClr>
                    <a:buSzPct val="55000"/>
                    <a:buFont typeface="Wingdings" panose="05000000000000000000" pitchFamily="2" charset="2"/>
                    <a:buChar char="n"/>
                    <a:defRPr sz="2800">
                      <a:solidFill>
                        <a:schemeClr val="tx1"/>
                      </a:solidFill>
                      <a:latin typeface="Times New Roman" panose="02020603050405020304" pitchFamily="18" charset="0"/>
                      <a:ea typeface="黑体" panose="02010609060101010101" pitchFamily="49" charset="-122"/>
                    </a:defRPr>
                  </a:lvl2pPr>
                  <a:lvl3pPr marL="1143000" indent="-228600">
                    <a:spcBef>
                      <a:spcPct val="20000"/>
                    </a:spcBef>
                    <a:buClr>
                      <a:schemeClr val="folHlink"/>
                    </a:buClr>
                    <a:buSzPct val="50000"/>
                    <a:buFont typeface="Wingdings" panose="05000000000000000000" pitchFamily="2" charset="2"/>
                    <a:buChar char="n"/>
                    <a:defRPr sz="2400">
                      <a:solidFill>
                        <a:schemeClr val="tx1"/>
                      </a:solidFill>
                      <a:latin typeface="Times New Roman" panose="02020603050405020304" pitchFamily="18" charset="0"/>
                      <a:ea typeface="黑体" panose="02010609060101010101" pitchFamily="49" charset="-122"/>
                    </a:defRPr>
                  </a:lvl3pPr>
                  <a:lvl4pPr marL="1600200" indent="-228600">
                    <a:spcBef>
                      <a:spcPct val="20000"/>
                    </a:spcBef>
                    <a:buClr>
                      <a:schemeClr val="accent2"/>
                    </a:buClr>
                    <a:buSzPct val="55000"/>
                    <a:buFont typeface="Wingdings" panose="05000000000000000000" pitchFamily="2" charset="2"/>
                    <a:buChar char="n"/>
                    <a:defRPr sz="2000">
                      <a:solidFill>
                        <a:schemeClr val="tx1"/>
                      </a:solidFill>
                      <a:latin typeface="Times New Roman" panose="02020603050405020304" pitchFamily="18" charset="0"/>
                      <a:ea typeface="黑体" panose="02010609060101010101" pitchFamily="49" charset="-122"/>
                    </a:defRPr>
                  </a:lvl4pPr>
                  <a:lvl5pPr marL="2057400" indent="-228600">
                    <a:spcBef>
                      <a:spcPct val="20000"/>
                    </a:spcBef>
                    <a:buClr>
                      <a:schemeClr val="accent1"/>
                    </a:buClr>
                    <a:buSzPct val="50000"/>
                    <a:buFont typeface="Wingdings" panose="05000000000000000000" pitchFamily="2" charset="2"/>
                    <a:buChar char="n"/>
                    <a:defRPr sz="2000">
                      <a:solidFill>
                        <a:schemeClr val="tx1"/>
                      </a:solidFill>
                      <a:latin typeface="Times New Roman" panose="02020603050405020304" pitchFamily="18"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imes New Roman" panose="02020603050405020304" pitchFamily="18"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imes New Roman" panose="02020603050405020304" pitchFamily="18"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imes New Roman" panose="02020603050405020304" pitchFamily="18"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imes New Roman" panose="02020603050405020304" pitchFamily="18" charset="0"/>
                      <a:ea typeface="黑体" panose="02010609060101010101" pitchFamily="49" charset="-122"/>
                    </a:defRPr>
                  </a:lvl9pPr>
                </a:lstStyle>
                <a:p>
                  <a:pPr algn="ctr">
                    <a:spcBef>
                      <a:spcPct val="0"/>
                    </a:spcBef>
                    <a:buClrTx/>
                    <a:buSzTx/>
                    <a:buFontTx/>
                    <a:buNone/>
                  </a:pPr>
                  <a:r>
                    <a:rPr lang="en-US" altLang="zh-CN" sz="2400">
                      <a:solidFill>
                        <a:srgbClr val="000000"/>
                      </a:solidFill>
                      <a:ea typeface="宋体" panose="02010600030101010101" pitchFamily="2" charset="-122"/>
                    </a:rPr>
                    <a:t>$</a:t>
                  </a:r>
                </a:p>
              </p:txBody>
            </p:sp>
            <p:sp>
              <p:nvSpPr>
                <p:cNvPr id="88082" name="Text Box 25">
                  <a:extLst>
                    <a:ext uri="{FF2B5EF4-FFF2-40B4-BE49-F238E27FC236}">
                      <a16:creationId xmlns:a16="http://schemas.microsoft.com/office/drawing/2014/main" id="{34AB633A-5B9D-4088-AAE3-07DE20C5BB93}"/>
                    </a:ext>
                  </a:extLst>
                </p:cNvPr>
                <p:cNvSpPr txBox="1">
                  <a:spLocks noChangeArrowheads="1"/>
                </p:cNvSpPr>
                <p:nvPr/>
              </p:nvSpPr>
              <p:spPr bwMode="auto">
                <a:xfrm>
                  <a:off x="4237" y="1765"/>
                  <a:ext cx="263" cy="26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5400" algn="ctr">
                      <a:solidFill>
                        <a:srgbClr val="000000"/>
                      </a:solidFill>
                      <a:miter lim="800000"/>
                      <a:headEnd/>
                      <a:tailEnd/>
                    </a14:hiddenLine>
                  </a:ext>
                </a:extLst>
              </p:spPr>
              <p:txBody>
                <a:bodyPr wrap="none" lIns="54000" tIns="28800" rIns="54000" bIns="28800">
                  <a:spAutoFit/>
                </a:bodyPr>
                <a:lstStyle>
                  <a:lvl1pPr>
                    <a:spcBef>
                      <a:spcPct val="20000"/>
                    </a:spcBef>
                    <a:buClr>
                      <a:schemeClr val="folHlink"/>
                    </a:buClr>
                    <a:buSzPct val="60000"/>
                    <a:buFont typeface="Wingdings" panose="05000000000000000000" pitchFamily="2" charset="2"/>
                    <a:buChar char="n"/>
                    <a:defRPr sz="3200">
                      <a:solidFill>
                        <a:schemeClr val="tx1"/>
                      </a:solidFill>
                      <a:latin typeface="Times New Roman" panose="02020603050405020304" pitchFamily="18" charset="0"/>
                      <a:ea typeface="黑体" panose="02010609060101010101" pitchFamily="49" charset="-122"/>
                    </a:defRPr>
                  </a:lvl1pPr>
                  <a:lvl2pPr marL="742950" indent="-285750">
                    <a:spcBef>
                      <a:spcPct val="20000"/>
                    </a:spcBef>
                    <a:buClr>
                      <a:schemeClr val="hlink"/>
                    </a:buClr>
                    <a:buSzPct val="55000"/>
                    <a:buFont typeface="Wingdings" panose="05000000000000000000" pitchFamily="2" charset="2"/>
                    <a:buChar char="n"/>
                    <a:defRPr sz="2800">
                      <a:solidFill>
                        <a:schemeClr val="tx1"/>
                      </a:solidFill>
                      <a:latin typeface="Times New Roman" panose="02020603050405020304" pitchFamily="18" charset="0"/>
                      <a:ea typeface="黑体" panose="02010609060101010101" pitchFamily="49" charset="-122"/>
                    </a:defRPr>
                  </a:lvl2pPr>
                  <a:lvl3pPr marL="1143000" indent="-228600">
                    <a:spcBef>
                      <a:spcPct val="20000"/>
                    </a:spcBef>
                    <a:buClr>
                      <a:schemeClr val="folHlink"/>
                    </a:buClr>
                    <a:buSzPct val="50000"/>
                    <a:buFont typeface="Wingdings" panose="05000000000000000000" pitchFamily="2" charset="2"/>
                    <a:buChar char="n"/>
                    <a:defRPr sz="2400">
                      <a:solidFill>
                        <a:schemeClr val="tx1"/>
                      </a:solidFill>
                      <a:latin typeface="Times New Roman" panose="02020603050405020304" pitchFamily="18" charset="0"/>
                      <a:ea typeface="黑体" panose="02010609060101010101" pitchFamily="49" charset="-122"/>
                    </a:defRPr>
                  </a:lvl3pPr>
                  <a:lvl4pPr marL="1600200" indent="-228600">
                    <a:spcBef>
                      <a:spcPct val="20000"/>
                    </a:spcBef>
                    <a:buClr>
                      <a:schemeClr val="accent2"/>
                    </a:buClr>
                    <a:buSzPct val="55000"/>
                    <a:buFont typeface="Wingdings" panose="05000000000000000000" pitchFamily="2" charset="2"/>
                    <a:buChar char="n"/>
                    <a:defRPr sz="2000">
                      <a:solidFill>
                        <a:schemeClr val="tx1"/>
                      </a:solidFill>
                      <a:latin typeface="Times New Roman" panose="02020603050405020304" pitchFamily="18" charset="0"/>
                      <a:ea typeface="黑体" panose="02010609060101010101" pitchFamily="49" charset="-122"/>
                    </a:defRPr>
                  </a:lvl4pPr>
                  <a:lvl5pPr marL="2057400" indent="-228600">
                    <a:spcBef>
                      <a:spcPct val="20000"/>
                    </a:spcBef>
                    <a:buClr>
                      <a:schemeClr val="accent1"/>
                    </a:buClr>
                    <a:buSzPct val="50000"/>
                    <a:buFont typeface="Wingdings" panose="05000000000000000000" pitchFamily="2" charset="2"/>
                    <a:buChar char="n"/>
                    <a:defRPr sz="2000">
                      <a:solidFill>
                        <a:schemeClr val="tx1"/>
                      </a:solidFill>
                      <a:latin typeface="Times New Roman" panose="02020603050405020304" pitchFamily="18"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imes New Roman" panose="02020603050405020304" pitchFamily="18"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imes New Roman" panose="02020603050405020304" pitchFamily="18"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imes New Roman" panose="02020603050405020304" pitchFamily="18"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imes New Roman" panose="02020603050405020304" pitchFamily="18" charset="0"/>
                      <a:ea typeface="黑体" panose="02010609060101010101" pitchFamily="49" charset="-122"/>
                    </a:defRPr>
                  </a:lvl9pPr>
                </a:lstStyle>
                <a:p>
                  <a:pPr algn="just">
                    <a:spcBef>
                      <a:spcPct val="0"/>
                    </a:spcBef>
                    <a:buClrTx/>
                    <a:buSzTx/>
                    <a:buFontTx/>
                    <a:buNone/>
                  </a:pPr>
                  <a:r>
                    <a:rPr lang="en-US" altLang="zh-CN" sz="2400">
                      <a:solidFill>
                        <a:srgbClr val="000000"/>
                      </a:solidFill>
                      <a:ea typeface="宋体" panose="02010600030101010101" pitchFamily="2" charset="-122"/>
                    </a:rPr>
                    <a:t>…</a:t>
                  </a:r>
                </a:p>
              </p:txBody>
            </p:sp>
          </p:grpSp>
          <p:sp>
            <p:nvSpPr>
              <p:cNvPr id="88075" name="Line 26">
                <a:extLst>
                  <a:ext uri="{FF2B5EF4-FFF2-40B4-BE49-F238E27FC236}">
                    <a16:creationId xmlns:a16="http://schemas.microsoft.com/office/drawing/2014/main" id="{E5266C9F-7D28-408B-980F-4D3B8F87A3E5}"/>
                  </a:ext>
                </a:extLst>
              </p:cNvPr>
              <p:cNvSpPr>
                <a:spLocks noChangeShapeType="1"/>
              </p:cNvSpPr>
              <p:nvPr/>
            </p:nvSpPr>
            <p:spPr bwMode="auto">
              <a:xfrm flipV="1">
                <a:off x="3120" y="2064"/>
                <a:ext cx="0" cy="384"/>
              </a:xfrm>
              <a:prstGeom prst="line">
                <a:avLst/>
              </a:prstGeom>
              <a:noFill/>
              <a:ln w="25400">
                <a:solidFill>
                  <a:srgbClr val="008000"/>
                </a:solidFill>
                <a:round/>
                <a:headEnd/>
                <a:tailEnd type="triangle" w="med" len="med"/>
              </a:ln>
              <a:extLst>
                <a:ext uri="{909E8E84-426E-40DD-AFC4-6F175D3DCCD1}">
                  <a14:hiddenFill xmlns:a14="http://schemas.microsoft.com/office/drawing/2010/main">
                    <a:noFill/>
                  </a14:hiddenFill>
                </a:ext>
              </a:extLst>
            </p:spPr>
            <p:txBody>
              <a:bodyPr lIns="54000" tIns="28800" rIns="54000" bIns="28800"/>
              <a:lstStyle/>
              <a:p>
                <a:endParaRPr lang="zh-CN" altLang="en-US"/>
              </a:p>
            </p:txBody>
          </p:sp>
        </p:grpSp>
        <p:sp>
          <p:nvSpPr>
            <p:cNvPr id="88073" name="Text Box 27">
              <a:extLst>
                <a:ext uri="{FF2B5EF4-FFF2-40B4-BE49-F238E27FC236}">
                  <a16:creationId xmlns:a16="http://schemas.microsoft.com/office/drawing/2014/main" id="{5D465E06-5FC6-4020-8C6A-1096BE07790E}"/>
                </a:ext>
              </a:extLst>
            </p:cNvPr>
            <p:cNvSpPr txBox="1">
              <a:spLocks noChangeArrowheads="1"/>
            </p:cNvSpPr>
            <p:nvPr/>
          </p:nvSpPr>
          <p:spPr bwMode="auto">
            <a:xfrm>
              <a:off x="2112" y="2064"/>
              <a:ext cx="624" cy="30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5400" algn="ctr">
                  <a:solidFill>
                    <a:srgbClr val="000000"/>
                  </a:solidFill>
                  <a:miter lim="800000"/>
                  <a:headEnd/>
                  <a:tailEnd/>
                </a14:hiddenLine>
              </a:ext>
            </a:extLst>
          </p:spPr>
          <p:txBody>
            <a:bodyPr lIns="54000" tIns="28800" rIns="54000" bIns="28800">
              <a:spAutoFit/>
            </a:bodyPr>
            <a:lstStyle>
              <a:lvl1pPr>
                <a:spcBef>
                  <a:spcPct val="20000"/>
                </a:spcBef>
                <a:buClr>
                  <a:schemeClr val="folHlink"/>
                </a:buClr>
                <a:buSzPct val="60000"/>
                <a:buFont typeface="Wingdings" panose="05000000000000000000" pitchFamily="2" charset="2"/>
                <a:buChar char="n"/>
                <a:defRPr sz="3200">
                  <a:solidFill>
                    <a:schemeClr val="tx1"/>
                  </a:solidFill>
                  <a:latin typeface="Times New Roman" panose="02020603050405020304" pitchFamily="18" charset="0"/>
                  <a:ea typeface="黑体" panose="02010609060101010101" pitchFamily="49" charset="-122"/>
                </a:defRPr>
              </a:lvl1pPr>
              <a:lvl2pPr marL="742950" indent="-285750">
                <a:spcBef>
                  <a:spcPct val="20000"/>
                </a:spcBef>
                <a:buClr>
                  <a:schemeClr val="hlink"/>
                </a:buClr>
                <a:buSzPct val="55000"/>
                <a:buFont typeface="Wingdings" panose="05000000000000000000" pitchFamily="2" charset="2"/>
                <a:buChar char="n"/>
                <a:defRPr sz="2800">
                  <a:solidFill>
                    <a:schemeClr val="tx1"/>
                  </a:solidFill>
                  <a:latin typeface="Times New Roman" panose="02020603050405020304" pitchFamily="18" charset="0"/>
                  <a:ea typeface="黑体" panose="02010609060101010101" pitchFamily="49" charset="-122"/>
                </a:defRPr>
              </a:lvl2pPr>
              <a:lvl3pPr marL="1143000" indent="-228600">
                <a:spcBef>
                  <a:spcPct val="20000"/>
                </a:spcBef>
                <a:buClr>
                  <a:schemeClr val="folHlink"/>
                </a:buClr>
                <a:buSzPct val="50000"/>
                <a:buFont typeface="Wingdings" panose="05000000000000000000" pitchFamily="2" charset="2"/>
                <a:buChar char="n"/>
                <a:defRPr sz="2400">
                  <a:solidFill>
                    <a:schemeClr val="tx1"/>
                  </a:solidFill>
                  <a:latin typeface="Times New Roman" panose="02020603050405020304" pitchFamily="18" charset="0"/>
                  <a:ea typeface="黑体" panose="02010609060101010101" pitchFamily="49" charset="-122"/>
                </a:defRPr>
              </a:lvl3pPr>
              <a:lvl4pPr marL="1600200" indent="-228600">
                <a:spcBef>
                  <a:spcPct val="20000"/>
                </a:spcBef>
                <a:buClr>
                  <a:schemeClr val="accent2"/>
                </a:buClr>
                <a:buSzPct val="55000"/>
                <a:buFont typeface="Wingdings" panose="05000000000000000000" pitchFamily="2" charset="2"/>
                <a:buChar char="n"/>
                <a:defRPr sz="2000">
                  <a:solidFill>
                    <a:schemeClr val="tx1"/>
                  </a:solidFill>
                  <a:latin typeface="Times New Roman" panose="02020603050405020304" pitchFamily="18" charset="0"/>
                  <a:ea typeface="黑体" panose="02010609060101010101" pitchFamily="49" charset="-122"/>
                </a:defRPr>
              </a:lvl4pPr>
              <a:lvl5pPr marL="2057400" indent="-228600">
                <a:spcBef>
                  <a:spcPct val="20000"/>
                </a:spcBef>
                <a:buClr>
                  <a:schemeClr val="accent1"/>
                </a:buClr>
                <a:buSzPct val="50000"/>
                <a:buFont typeface="Wingdings" panose="05000000000000000000" pitchFamily="2" charset="2"/>
                <a:buChar char="n"/>
                <a:defRPr sz="2000">
                  <a:solidFill>
                    <a:schemeClr val="tx1"/>
                  </a:solidFill>
                  <a:latin typeface="Times New Roman" panose="02020603050405020304" pitchFamily="18"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imes New Roman" panose="02020603050405020304" pitchFamily="18"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imes New Roman" panose="02020603050405020304" pitchFamily="18"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imes New Roman" panose="02020603050405020304" pitchFamily="18"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imes New Roman" panose="02020603050405020304" pitchFamily="18" charset="0"/>
                  <a:ea typeface="黑体" panose="02010609060101010101" pitchFamily="49" charset="-122"/>
                </a:defRPr>
              </a:lvl9pPr>
            </a:lstStyle>
            <a:p>
              <a:pPr algn="just">
                <a:spcBef>
                  <a:spcPct val="50000"/>
                </a:spcBef>
                <a:buClrTx/>
                <a:buSzTx/>
                <a:buFontTx/>
                <a:buNone/>
              </a:pPr>
              <a:r>
                <a:rPr lang="zh-CN" altLang="en-US" sz="2800" b="0">
                  <a:solidFill>
                    <a:srgbClr val="000000"/>
                  </a:solidFill>
                </a:rPr>
                <a:t>输入</a:t>
              </a:r>
            </a:p>
          </p:txBody>
        </p:sp>
      </p:grpSp>
      <p:sp>
        <p:nvSpPr>
          <p:cNvPr id="88071" name="Line 28">
            <a:extLst>
              <a:ext uri="{FF2B5EF4-FFF2-40B4-BE49-F238E27FC236}">
                <a16:creationId xmlns:a16="http://schemas.microsoft.com/office/drawing/2014/main" id="{4CB15B22-6A35-45B7-8E4E-4BCB88378A14}"/>
              </a:ext>
            </a:extLst>
          </p:cNvPr>
          <p:cNvSpPr>
            <a:spLocks noChangeShapeType="1"/>
          </p:cNvSpPr>
          <p:nvPr/>
        </p:nvSpPr>
        <p:spPr bwMode="auto">
          <a:xfrm>
            <a:off x="1295400" y="3927764"/>
            <a:ext cx="533400" cy="0"/>
          </a:xfrm>
          <a:prstGeom prst="line">
            <a:avLst/>
          </a:prstGeom>
          <a:noFill/>
          <a:ln w="25400">
            <a:solidFill>
              <a:srgbClr val="008000"/>
            </a:solidFill>
            <a:round/>
            <a:headEnd/>
            <a:tailEnd type="triangle" w="med" len="med"/>
          </a:ln>
          <a:extLst>
            <a:ext uri="{909E8E84-426E-40DD-AFC4-6F175D3DCCD1}">
              <a14:hiddenFill xmlns:a14="http://schemas.microsoft.com/office/drawing/2010/main">
                <a:noFill/>
              </a14:hiddenFill>
            </a:ext>
          </a:extLst>
        </p:spPr>
        <p:txBody>
          <a:bodyPr lIns="54000" tIns="28800" rIns="54000" bIns="28800"/>
          <a:lstStyle/>
          <a:p>
            <a:endParaRPr lang="zh-CN" altLang="en-US"/>
          </a:p>
        </p:txBody>
      </p:sp>
    </p:spTree>
  </p:cSld>
  <p:clrMapOvr>
    <a:masterClrMapping/>
  </p:clrMapOvr>
</p:sld>
</file>

<file path=ppt/slides/slide8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9090" name="Rectangle 2">
            <a:extLst>
              <a:ext uri="{FF2B5EF4-FFF2-40B4-BE49-F238E27FC236}">
                <a16:creationId xmlns:a16="http://schemas.microsoft.com/office/drawing/2014/main" id="{7EAE557A-1F02-4A28-BEB1-8872955746CD}"/>
              </a:ext>
            </a:extLst>
          </p:cNvPr>
          <p:cNvSpPr>
            <a:spLocks noGrp="1" noChangeArrowheads="1"/>
          </p:cNvSpPr>
          <p:nvPr>
            <p:ph type="title"/>
          </p:nvPr>
        </p:nvSpPr>
        <p:spPr/>
        <p:txBody>
          <a:bodyPr/>
          <a:lstStyle/>
          <a:p>
            <a:pPr eaLnBrk="1" hangingPunct="1"/>
            <a:r>
              <a:rPr lang="en-US" altLang="zh-CN"/>
              <a:t>3.3.6 </a:t>
            </a:r>
            <a:r>
              <a:rPr lang="zh-CN" altLang="en-US"/>
              <a:t>预测分析的错误恢复</a:t>
            </a:r>
          </a:p>
        </p:txBody>
      </p:sp>
      <p:sp>
        <p:nvSpPr>
          <p:cNvPr id="89091" name="Rectangle 3">
            <a:extLst>
              <a:ext uri="{FF2B5EF4-FFF2-40B4-BE49-F238E27FC236}">
                <a16:creationId xmlns:a16="http://schemas.microsoft.com/office/drawing/2014/main" id="{9D1D5770-2098-486B-B637-3E61F122A6AA}"/>
              </a:ext>
            </a:extLst>
          </p:cNvPr>
          <p:cNvSpPr>
            <a:spLocks noGrp="1" noChangeArrowheads="1"/>
          </p:cNvSpPr>
          <p:nvPr>
            <p:ph idx="1"/>
          </p:nvPr>
        </p:nvSpPr>
        <p:spPr/>
        <p:txBody>
          <a:bodyPr/>
          <a:lstStyle/>
          <a:p>
            <a:pPr eaLnBrk="1" hangingPunct="1"/>
            <a:r>
              <a:rPr lang="zh-CN" altLang="en-US">
                <a:cs typeface="Times New Roman" panose="02020603050405020304" pitchFamily="18" charset="0"/>
              </a:rPr>
              <a:t>栈顶的</a:t>
            </a:r>
            <a:r>
              <a:rPr lang="en-US" altLang="zh-CN" b="1">
                <a:cs typeface="Times New Roman" panose="02020603050405020304" pitchFamily="18" charset="0"/>
              </a:rPr>
              <a:t>c</a:t>
            </a:r>
            <a:r>
              <a:rPr lang="zh-CN" altLang="en-US">
                <a:cs typeface="Times New Roman" panose="02020603050405020304" pitchFamily="18" charset="0"/>
              </a:rPr>
              <a:t>和输入的</a:t>
            </a:r>
            <a:r>
              <a:rPr lang="en-US" altLang="zh-CN" b="1">
                <a:cs typeface="Times New Roman" panose="02020603050405020304" pitchFamily="18" charset="0"/>
              </a:rPr>
              <a:t>a</a:t>
            </a:r>
            <a:r>
              <a:rPr lang="zh-CN" altLang="en-US">
                <a:cs typeface="Times New Roman" panose="02020603050405020304" pitchFamily="18" charset="0"/>
              </a:rPr>
              <a:t>不匹配</a:t>
            </a:r>
          </a:p>
        </p:txBody>
      </p:sp>
      <p:sp>
        <p:nvSpPr>
          <p:cNvPr id="2" name="日期占位符 1">
            <a:extLst>
              <a:ext uri="{FF2B5EF4-FFF2-40B4-BE49-F238E27FC236}">
                <a16:creationId xmlns:a16="http://schemas.microsoft.com/office/drawing/2014/main" id="{C0001F90-D2ED-7099-FD11-145A6A66FCCE}"/>
              </a:ext>
            </a:extLst>
          </p:cNvPr>
          <p:cNvSpPr>
            <a:spLocks noGrp="1"/>
          </p:cNvSpPr>
          <p:nvPr>
            <p:ph type="dt" sz="half" idx="10"/>
          </p:nvPr>
        </p:nvSpPr>
        <p:spPr/>
        <p:txBody>
          <a:bodyPr/>
          <a:lstStyle/>
          <a:p>
            <a:fld id="{12E1FA96-B2AC-4EFC-9E8C-E60787B12280}" type="datetime2">
              <a:rPr lang="zh-CN" altLang="en-US" smtClean="0"/>
              <a:pPr/>
              <a:t>2025年11月26日</a:t>
            </a:fld>
            <a:endParaRPr lang="zh-CN" altLang="en-US"/>
          </a:p>
        </p:txBody>
      </p:sp>
      <p:sp>
        <p:nvSpPr>
          <p:cNvPr id="3" name="页脚占位符 2">
            <a:extLst>
              <a:ext uri="{FF2B5EF4-FFF2-40B4-BE49-F238E27FC236}">
                <a16:creationId xmlns:a16="http://schemas.microsoft.com/office/drawing/2014/main" id="{887DD725-0CFC-44DF-C953-7BE46273FBC1}"/>
              </a:ext>
            </a:extLst>
          </p:cNvPr>
          <p:cNvSpPr>
            <a:spLocks noGrp="1"/>
          </p:cNvSpPr>
          <p:nvPr>
            <p:ph type="ftr" sz="quarter" idx="11"/>
          </p:nvPr>
        </p:nvSpPr>
        <p:spPr/>
        <p:txBody>
          <a:bodyPr/>
          <a:lstStyle/>
          <a:p>
            <a:r>
              <a:rPr lang="zh-CN" altLang="en-US"/>
              <a:t>编译原理</a:t>
            </a:r>
            <a:r>
              <a:rPr lang="en-US" altLang="zh-CN"/>
              <a:t>-</a:t>
            </a:r>
            <a:r>
              <a:rPr lang="zh-CN" altLang="en-US"/>
              <a:t>王欣捷</a:t>
            </a:r>
            <a:r>
              <a:rPr lang="en-US" altLang="zh-CN"/>
              <a:t>-</a:t>
            </a:r>
            <a:r>
              <a:rPr lang="zh-CN" altLang="en-US"/>
              <a:t>第三章 语法分析</a:t>
            </a:r>
            <a:r>
              <a:rPr lang="en-US" altLang="zh-CN"/>
              <a:t>(4)</a:t>
            </a:r>
            <a:endParaRPr lang="zh-CN" altLang="en-US"/>
          </a:p>
        </p:txBody>
      </p:sp>
      <p:sp>
        <p:nvSpPr>
          <p:cNvPr id="4" name="灯片编号占位符 3">
            <a:extLst>
              <a:ext uri="{FF2B5EF4-FFF2-40B4-BE49-F238E27FC236}">
                <a16:creationId xmlns:a16="http://schemas.microsoft.com/office/drawing/2014/main" id="{F90236C3-2B47-0B72-EB01-E58ECB4B9DA9}"/>
              </a:ext>
            </a:extLst>
          </p:cNvPr>
          <p:cNvSpPr>
            <a:spLocks noGrp="1"/>
          </p:cNvSpPr>
          <p:nvPr>
            <p:ph type="sldNum" sz="quarter" idx="12"/>
          </p:nvPr>
        </p:nvSpPr>
        <p:spPr/>
        <p:txBody>
          <a:bodyPr/>
          <a:lstStyle/>
          <a:p>
            <a:fld id="{094DEB03-EFC6-4C20-8FC8-295189A5386F}" type="slidenum">
              <a:rPr lang="zh-CN" altLang="en-US" smtClean="0"/>
              <a:pPr/>
              <a:t>81</a:t>
            </a:fld>
            <a:endParaRPr lang="zh-CN" altLang="en-US"/>
          </a:p>
        </p:txBody>
      </p:sp>
      <p:sp>
        <p:nvSpPr>
          <p:cNvPr id="89092" name="Text Box 4">
            <a:extLst>
              <a:ext uri="{FF2B5EF4-FFF2-40B4-BE49-F238E27FC236}">
                <a16:creationId xmlns:a16="http://schemas.microsoft.com/office/drawing/2014/main" id="{DDBC2C3E-7D95-4EA7-96D2-CFA826029945}"/>
              </a:ext>
            </a:extLst>
          </p:cNvPr>
          <p:cNvSpPr txBox="1">
            <a:spLocks noChangeArrowheads="1"/>
          </p:cNvSpPr>
          <p:nvPr/>
        </p:nvSpPr>
        <p:spPr bwMode="auto">
          <a:xfrm>
            <a:off x="4977612" y="4164302"/>
            <a:ext cx="4097326" cy="135082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5400" algn="ctr">
                <a:solidFill>
                  <a:srgbClr val="000000"/>
                </a:solidFill>
                <a:miter lim="800000"/>
                <a:headEnd/>
                <a:tailEnd/>
              </a14:hiddenLine>
            </a:ext>
          </a:extLst>
        </p:spPr>
        <p:txBody>
          <a:bodyPr wrap="none" lIns="54000" tIns="28800" rIns="54000" bIns="28800">
            <a:spAutoFit/>
          </a:bodyPr>
          <a:lstStyle>
            <a:lvl1pPr>
              <a:spcBef>
                <a:spcPct val="20000"/>
              </a:spcBef>
              <a:buClr>
                <a:schemeClr val="folHlink"/>
              </a:buClr>
              <a:buSzPct val="60000"/>
              <a:buFont typeface="Wingdings" panose="05000000000000000000" pitchFamily="2" charset="2"/>
              <a:buChar char="n"/>
              <a:defRPr sz="3200">
                <a:solidFill>
                  <a:schemeClr val="tx1"/>
                </a:solidFill>
                <a:latin typeface="Times New Roman" panose="02020603050405020304" pitchFamily="18" charset="0"/>
                <a:ea typeface="黑体" panose="02010609060101010101" pitchFamily="49" charset="-122"/>
              </a:defRPr>
            </a:lvl1pPr>
            <a:lvl2pPr marL="742950" indent="-285750">
              <a:spcBef>
                <a:spcPct val="20000"/>
              </a:spcBef>
              <a:buClr>
                <a:schemeClr val="hlink"/>
              </a:buClr>
              <a:buSzPct val="55000"/>
              <a:buFont typeface="Wingdings" panose="05000000000000000000" pitchFamily="2" charset="2"/>
              <a:buChar char="n"/>
              <a:defRPr sz="2800">
                <a:solidFill>
                  <a:schemeClr val="tx1"/>
                </a:solidFill>
                <a:latin typeface="Times New Roman" panose="02020603050405020304" pitchFamily="18" charset="0"/>
                <a:ea typeface="黑体" panose="02010609060101010101" pitchFamily="49" charset="-122"/>
              </a:defRPr>
            </a:lvl2pPr>
            <a:lvl3pPr marL="1143000" indent="-228600">
              <a:spcBef>
                <a:spcPct val="20000"/>
              </a:spcBef>
              <a:buClr>
                <a:schemeClr val="folHlink"/>
              </a:buClr>
              <a:buSzPct val="50000"/>
              <a:buFont typeface="Wingdings" panose="05000000000000000000" pitchFamily="2" charset="2"/>
              <a:buChar char="n"/>
              <a:defRPr sz="2400">
                <a:solidFill>
                  <a:schemeClr val="tx1"/>
                </a:solidFill>
                <a:latin typeface="Times New Roman" panose="02020603050405020304" pitchFamily="18" charset="0"/>
                <a:ea typeface="黑体" panose="02010609060101010101" pitchFamily="49" charset="-122"/>
              </a:defRPr>
            </a:lvl3pPr>
            <a:lvl4pPr marL="1600200" indent="-228600">
              <a:spcBef>
                <a:spcPct val="20000"/>
              </a:spcBef>
              <a:buClr>
                <a:schemeClr val="accent2"/>
              </a:buClr>
              <a:buSzPct val="55000"/>
              <a:buFont typeface="Wingdings" panose="05000000000000000000" pitchFamily="2" charset="2"/>
              <a:buChar char="n"/>
              <a:defRPr sz="2000">
                <a:solidFill>
                  <a:schemeClr val="tx1"/>
                </a:solidFill>
                <a:latin typeface="Times New Roman" panose="02020603050405020304" pitchFamily="18" charset="0"/>
                <a:ea typeface="黑体" panose="02010609060101010101" pitchFamily="49" charset="-122"/>
              </a:defRPr>
            </a:lvl4pPr>
            <a:lvl5pPr marL="2057400" indent="-228600">
              <a:spcBef>
                <a:spcPct val="20000"/>
              </a:spcBef>
              <a:buClr>
                <a:schemeClr val="accent1"/>
              </a:buClr>
              <a:buSzPct val="50000"/>
              <a:buFont typeface="Wingdings" panose="05000000000000000000" pitchFamily="2" charset="2"/>
              <a:buChar char="n"/>
              <a:defRPr sz="2000">
                <a:solidFill>
                  <a:schemeClr val="tx1"/>
                </a:solidFill>
                <a:latin typeface="Times New Roman" panose="02020603050405020304" pitchFamily="18"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imes New Roman" panose="02020603050405020304" pitchFamily="18"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imes New Roman" panose="02020603050405020304" pitchFamily="18"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imes New Roman" panose="02020603050405020304" pitchFamily="18"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imes New Roman" panose="02020603050405020304" pitchFamily="18" charset="0"/>
                <a:ea typeface="黑体" panose="02010609060101010101" pitchFamily="49" charset="-122"/>
              </a:defRPr>
            </a:lvl9pPr>
          </a:lstStyle>
          <a:p>
            <a:pPr algn="just">
              <a:spcBef>
                <a:spcPct val="0"/>
              </a:spcBef>
              <a:buClrTx/>
              <a:buSzTx/>
              <a:buFontTx/>
              <a:buNone/>
            </a:pPr>
            <a:r>
              <a:rPr lang="zh-CN" altLang="en-US" sz="2800" b="0">
                <a:solidFill>
                  <a:srgbClr val="333399"/>
                </a:solidFill>
              </a:rPr>
              <a:t>从栈顶弹出</a:t>
            </a:r>
            <a:r>
              <a:rPr lang="en-US" altLang="zh-CN" sz="2800">
                <a:solidFill>
                  <a:srgbClr val="333399"/>
                </a:solidFill>
              </a:rPr>
              <a:t>c</a:t>
            </a:r>
            <a:r>
              <a:rPr lang="zh-CN" altLang="en-US" sz="2800" b="0">
                <a:solidFill>
                  <a:srgbClr val="333399"/>
                </a:solidFill>
              </a:rPr>
              <a:t>，恢复对</a:t>
            </a:r>
            <a:r>
              <a:rPr lang="en-US" altLang="zh-CN" sz="2800">
                <a:solidFill>
                  <a:srgbClr val="333399"/>
                </a:solidFill>
              </a:rPr>
              <a:t>B</a:t>
            </a:r>
            <a:r>
              <a:rPr lang="zh-CN" altLang="en-US" sz="2800" b="0">
                <a:solidFill>
                  <a:srgbClr val="333399"/>
                </a:solidFill>
              </a:rPr>
              <a:t>的</a:t>
            </a:r>
          </a:p>
          <a:p>
            <a:pPr algn="just">
              <a:spcBef>
                <a:spcPct val="0"/>
              </a:spcBef>
              <a:buClrTx/>
              <a:buSzTx/>
              <a:buFontTx/>
              <a:buNone/>
            </a:pPr>
            <a:r>
              <a:rPr lang="zh-CN" altLang="en-US" sz="2800" b="0">
                <a:solidFill>
                  <a:srgbClr val="333399"/>
                </a:solidFill>
              </a:rPr>
              <a:t>分析。</a:t>
            </a:r>
            <a:r>
              <a:rPr lang="zh-CN" altLang="en-US" sz="2800" b="0">
                <a:solidFill>
                  <a:srgbClr val="FF0000"/>
                </a:solidFill>
              </a:rPr>
              <a:t>效果上相当于在输</a:t>
            </a:r>
          </a:p>
          <a:p>
            <a:pPr algn="just">
              <a:spcBef>
                <a:spcPct val="0"/>
              </a:spcBef>
              <a:buClrTx/>
              <a:buSzTx/>
              <a:buFontTx/>
              <a:buNone/>
            </a:pPr>
            <a:r>
              <a:rPr lang="zh-CN" altLang="en-US" sz="2800" b="0">
                <a:solidFill>
                  <a:srgbClr val="FF0000"/>
                </a:solidFill>
              </a:rPr>
              <a:t>入中插入了一个</a:t>
            </a:r>
            <a:r>
              <a:rPr lang="en-US" altLang="zh-CN" sz="2800" b="0">
                <a:solidFill>
                  <a:srgbClr val="FF0000"/>
                </a:solidFill>
              </a:rPr>
              <a:t>c</a:t>
            </a:r>
          </a:p>
        </p:txBody>
      </p:sp>
      <p:grpSp>
        <p:nvGrpSpPr>
          <p:cNvPr id="89093" name="Group 5">
            <a:extLst>
              <a:ext uri="{FF2B5EF4-FFF2-40B4-BE49-F238E27FC236}">
                <a16:creationId xmlns:a16="http://schemas.microsoft.com/office/drawing/2014/main" id="{EBB54049-5DB5-43F4-801C-727E6C07B4B4}"/>
              </a:ext>
            </a:extLst>
          </p:cNvPr>
          <p:cNvGrpSpPr>
            <a:grpSpLocks/>
          </p:cNvGrpSpPr>
          <p:nvPr/>
        </p:nvGrpSpPr>
        <p:grpSpPr bwMode="auto">
          <a:xfrm>
            <a:off x="1828800" y="2784764"/>
            <a:ext cx="609600" cy="2971800"/>
            <a:chOff x="1152" y="2160"/>
            <a:chExt cx="384" cy="1872"/>
          </a:xfrm>
        </p:grpSpPr>
        <p:grpSp>
          <p:nvGrpSpPr>
            <p:cNvPr id="89107" name="Group 6">
              <a:extLst>
                <a:ext uri="{FF2B5EF4-FFF2-40B4-BE49-F238E27FC236}">
                  <a16:creationId xmlns:a16="http://schemas.microsoft.com/office/drawing/2014/main" id="{4340FA64-3F31-4DA0-AF1A-04C490AAD391}"/>
                </a:ext>
              </a:extLst>
            </p:cNvPr>
            <p:cNvGrpSpPr>
              <a:grpSpLocks/>
            </p:cNvGrpSpPr>
            <p:nvPr/>
          </p:nvGrpSpPr>
          <p:grpSpPr bwMode="auto">
            <a:xfrm>
              <a:off x="1152" y="2640"/>
              <a:ext cx="384" cy="1392"/>
              <a:chOff x="1152" y="2208"/>
              <a:chExt cx="384" cy="1392"/>
            </a:xfrm>
          </p:grpSpPr>
          <p:sp>
            <p:nvSpPr>
              <p:cNvPr id="89109" name="Line 7">
                <a:extLst>
                  <a:ext uri="{FF2B5EF4-FFF2-40B4-BE49-F238E27FC236}">
                    <a16:creationId xmlns:a16="http://schemas.microsoft.com/office/drawing/2014/main" id="{62F10480-EEB0-411D-8A66-4113F7FD448B}"/>
                  </a:ext>
                </a:extLst>
              </p:cNvPr>
              <p:cNvSpPr>
                <a:spLocks noChangeShapeType="1"/>
              </p:cNvSpPr>
              <p:nvPr/>
            </p:nvSpPr>
            <p:spPr bwMode="auto">
              <a:xfrm>
                <a:off x="1152" y="2208"/>
                <a:ext cx="0" cy="1344"/>
              </a:xfrm>
              <a:prstGeom prst="line">
                <a:avLst/>
              </a:prstGeom>
              <a:noFill/>
              <a:ln w="25400">
                <a:solidFill>
                  <a:srgbClr val="008000"/>
                </a:solidFill>
                <a:round/>
                <a:headEnd/>
                <a:tailEnd/>
              </a:ln>
              <a:extLst>
                <a:ext uri="{909E8E84-426E-40DD-AFC4-6F175D3DCCD1}">
                  <a14:hiddenFill xmlns:a14="http://schemas.microsoft.com/office/drawing/2010/main">
                    <a:noFill/>
                  </a14:hiddenFill>
                </a:ext>
              </a:extLst>
            </p:spPr>
            <p:txBody>
              <a:bodyPr lIns="54000" tIns="28800" rIns="54000" bIns="28800"/>
              <a:lstStyle/>
              <a:p>
                <a:endParaRPr lang="zh-CN" altLang="en-US"/>
              </a:p>
            </p:txBody>
          </p:sp>
          <p:sp>
            <p:nvSpPr>
              <p:cNvPr id="89110" name="Line 8">
                <a:extLst>
                  <a:ext uri="{FF2B5EF4-FFF2-40B4-BE49-F238E27FC236}">
                    <a16:creationId xmlns:a16="http://schemas.microsoft.com/office/drawing/2014/main" id="{245DA2AF-C600-445E-A113-47BBF6EBECCF}"/>
                  </a:ext>
                </a:extLst>
              </p:cNvPr>
              <p:cNvSpPr>
                <a:spLocks noChangeShapeType="1"/>
              </p:cNvSpPr>
              <p:nvPr/>
            </p:nvSpPr>
            <p:spPr bwMode="auto">
              <a:xfrm>
                <a:off x="1536" y="2208"/>
                <a:ext cx="0" cy="1344"/>
              </a:xfrm>
              <a:prstGeom prst="line">
                <a:avLst/>
              </a:prstGeom>
              <a:noFill/>
              <a:ln w="25400">
                <a:solidFill>
                  <a:srgbClr val="008000"/>
                </a:solidFill>
                <a:round/>
                <a:headEnd/>
                <a:tailEnd/>
              </a:ln>
              <a:extLst>
                <a:ext uri="{909E8E84-426E-40DD-AFC4-6F175D3DCCD1}">
                  <a14:hiddenFill xmlns:a14="http://schemas.microsoft.com/office/drawing/2010/main">
                    <a:noFill/>
                  </a14:hiddenFill>
                </a:ext>
              </a:extLst>
            </p:spPr>
            <p:txBody>
              <a:bodyPr lIns="54000" tIns="28800" rIns="54000" bIns="28800"/>
              <a:lstStyle/>
              <a:p>
                <a:endParaRPr lang="zh-CN" altLang="en-US"/>
              </a:p>
            </p:txBody>
          </p:sp>
          <p:sp>
            <p:nvSpPr>
              <p:cNvPr id="89111" name="Rectangle 9">
                <a:extLst>
                  <a:ext uri="{FF2B5EF4-FFF2-40B4-BE49-F238E27FC236}">
                    <a16:creationId xmlns:a16="http://schemas.microsoft.com/office/drawing/2014/main" id="{40BAE0A8-A9F9-4ADA-9744-EFD358C74B1A}"/>
                  </a:ext>
                </a:extLst>
              </p:cNvPr>
              <p:cNvSpPr>
                <a:spLocks noChangeArrowheads="1"/>
              </p:cNvSpPr>
              <p:nvPr/>
            </p:nvSpPr>
            <p:spPr bwMode="auto">
              <a:xfrm>
                <a:off x="1152" y="2640"/>
                <a:ext cx="384" cy="336"/>
              </a:xfrm>
              <a:prstGeom prst="rect">
                <a:avLst/>
              </a:prstGeom>
              <a:noFill/>
              <a:ln w="25400" algn="ctr">
                <a:solidFill>
                  <a:srgbClr val="008000"/>
                </a:solidFill>
                <a:miter lim="800000"/>
                <a:headEnd/>
                <a:tailEnd/>
              </a:ln>
              <a:extLst>
                <a:ext uri="{909E8E84-426E-40DD-AFC4-6F175D3DCCD1}">
                  <a14:hiddenFill xmlns:a14="http://schemas.microsoft.com/office/drawing/2010/main">
                    <a:solidFill>
                      <a:srgbClr val="FFFFFF"/>
                    </a:solidFill>
                  </a14:hiddenFill>
                </a:ext>
              </a:extLst>
            </p:spPr>
            <p:txBody>
              <a:bodyPr wrap="none" lIns="54000" tIns="28800" rIns="54000" bIns="28800" anchor="ctr"/>
              <a:lstStyle>
                <a:lvl1pPr>
                  <a:spcBef>
                    <a:spcPct val="20000"/>
                  </a:spcBef>
                  <a:buClr>
                    <a:schemeClr val="folHlink"/>
                  </a:buClr>
                  <a:buSzPct val="60000"/>
                  <a:buFont typeface="Wingdings" panose="05000000000000000000" pitchFamily="2" charset="2"/>
                  <a:buChar char="n"/>
                  <a:defRPr sz="3200">
                    <a:solidFill>
                      <a:schemeClr val="tx1"/>
                    </a:solidFill>
                    <a:latin typeface="Times New Roman" panose="02020603050405020304" pitchFamily="18" charset="0"/>
                    <a:ea typeface="黑体" panose="02010609060101010101" pitchFamily="49" charset="-122"/>
                  </a:defRPr>
                </a:lvl1pPr>
                <a:lvl2pPr marL="742950" indent="-285750">
                  <a:spcBef>
                    <a:spcPct val="20000"/>
                  </a:spcBef>
                  <a:buClr>
                    <a:schemeClr val="hlink"/>
                  </a:buClr>
                  <a:buSzPct val="55000"/>
                  <a:buFont typeface="Wingdings" panose="05000000000000000000" pitchFamily="2" charset="2"/>
                  <a:buChar char="n"/>
                  <a:defRPr sz="2800">
                    <a:solidFill>
                      <a:schemeClr val="tx1"/>
                    </a:solidFill>
                    <a:latin typeface="Times New Roman" panose="02020603050405020304" pitchFamily="18" charset="0"/>
                    <a:ea typeface="黑体" panose="02010609060101010101" pitchFamily="49" charset="-122"/>
                  </a:defRPr>
                </a:lvl2pPr>
                <a:lvl3pPr marL="1143000" indent="-228600">
                  <a:spcBef>
                    <a:spcPct val="20000"/>
                  </a:spcBef>
                  <a:buClr>
                    <a:schemeClr val="folHlink"/>
                  </a:buClr>
                  <a:buSzPct val="50000"/>
                  <a:buFont typeface="Wingdings" panose="05000000000000000000" pitchFamily="2" charset="2"/>
                  <a:buChar char="n"/>
                  <a:defRPr sz="2400">
                    <a:solidFill>
                      <a:schemeClr val="tx1"/>
                    </a:solidFill>
                    <a:latin typeface="Times New Roman" panose="02020603050405020304" pitchFamily="18" charset="0"/>
                    <a:ea typeface="黑体" panose="02010609060101010101" pitchFamily="49" charset="-122"/>
                  </a:defRPr>
                </a:lvl3pPr>
                <a:lvl4pPr marL="1600200" indent="-228600">
                  <a:spcBef>
                    <a:spcPct val="20000"/>
                  </a:spcBef>
                  <a:buClr>
                    <a:schemeClr val="accent2"/>
                  </a:buClr>
                  <a:buSzPct val="55000"/>
                  <a:buFont typeface="Wingdings" panose="05000000000000000000" pitchFamily="2" charset="2"/>
                  <a:buChar char="n"/>
                  <a:defRPr sz="2000">
                    <a:solidFill>
                      <a:schemeClr val="tx1"/>
                    </a:solidFill>
                    <a:latin typeface="Times New Roman" panose="02020603050405020304" pitchFamily="18" charset="0"/>
                    <a:ea typeface="黑体" panose="02010609060101010101" pitchFamily="49" charset="-122"/>
                  </a:defRPr>
                </a:lvl4pPr>
                <a:lvl5pPr marL="2057400" indent="-228600">
                  <a:spcBef>
                    <a:spcPct val="20000"/>
                  </a:spcBef>
                  <a:buClr>
                    <a:schemeClr val="accent1"/>
                  </a:buClr>
                  <a:buSzPct val="50000"/>
                  <a:buFont typeface="Wingdings" panose="05000000000000000000" pitchFamily="2" charset="2"/>
                  <a:buChar char="n"/>
                  <a:defRPr sz="2000">
                    <a:solidFill>
                      <a:schemeClr val="tx1"/>
                    </a:solidFill>
                    <a:latin typeface="Times New Roman" panose="02020603050405020304" pitchFamily="18"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imes New Roman" panose="02020603050405020304" pitchFamily="18"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imes New Roman" panose="02020603050405020304" pitchFamily="18"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imes New Roman" panose="02020603050405020304" pitchFamily="18"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imes New Roman" panose="02020603050405020304" pitchFamily="18" charset="0"/>
                    <a:ea typeface="黑体" panose="02010609060101010101" pitchFamily="49" charset="-122"/>
                  </a:defRPr>
                </a:lvl9pPr>
              </a:lstStyle>
              <a:p>
                <a:pPr algn="ctr">
                  <a:spcBef>
                    <a:spcPct val="0"/>
                  </a:spcBef>
                  <a:buClrTx/>
                  <a:buSzTx/>
                  <a:buFontTx/>
                  <a:buNone/>
                </a:pPr>
                <a:r>
                  <a:rPr lang="en-US" altLang="zh-CN" sz="2400">
                    <a:solidFill>
                      <a:srgbClr val="000000"/>
                    </a:solidFill>
                    <a:ea typeface="宋体" panose="02010600030101010101" pitchFamily="2" charset="-122"/>
                  </a:rPr>
                  <a:t>B</a:t>
                </a:r>
              </a:p>
            </p:txBody>
          </p:sp>
          <p:sp>
            <p:nvSpPr>
              <p:cNvPr id="89112" name="Rectangle 10">
                <a:extLst>
                  <a:ext uri="{FF2B5EF4-FFF2-40B4-BE49-F238E27FC236}">
                    <a16:creationId xmlns:a16="http://schemas.microsoft.com/office/drawing/2014/main" id="{32BC705C-DDE4-4BCB-819B-4D71FF05A16D}"/>
                  </a:ext>
                </a:extLst>
              </p:cNvPr>
              <p:cNvSpPr>
                <a:spLocks noChangeArrowheads="1"/>
              </p:cNvSpPr>
              <p:nvPr/>
            </p:nvSpPr>
            <p:spPr bwMode="auto">
              <a:xfrm>
                <a:off x="1152" y="2976"/>
                <a:ext cx="384" cy="624"/>
              </a:xfrm>
              <a:prstGeom prst="rect">
                <a:avLst/>
              </a:prstGeom>
              <a:noFill/>
              <a:ln w="25400" algn="ctr">
                <a:solidFill>
                  <a:srgbClr val="008000"/>
                </a:solidFill>
                <a:miter lim="800000"/>
                <a:headEnd/>
                <a:tailEnd/>
              </a:ln>
              <a:extLst>
                <a:ext uri="{909E8E84-426E-40DD-AFC4-6F175D3DCCD1}">
                  <a14:hiddenFill xmlns:a14="http://schemas.microsoft.com/office/drawing/2010/main">
                    <a:solidFill>
                      <a:srgbClr val="FFFFFF"/>
                    </a:solidFill>
                  </a14:hiddenFill>
                </a:ext>
              </a:extLst>
            </p:spPr>
            <p:txBody>
              <a:bodyPr wrap="none" lIns="54000" tIns="28800" rIns="54000" bIns="28800" anchor="ctr"/>
              <a:lstStyle>
                <a:lvl1pPr>
                  <a:spcBef>
                    <a:spcPct val="20000"/>
                  </a:spcBef>
                  <a:buClr>
                    <a:schemeClr val="folHlink"/>
                  </a:buClr>
                  <a:buSzPct val="60000"/>
                  <a:buFont typeface="Wingdings" panose="05000000000000000000" pitchFamily="2" charset="2"/>
                  <a:buChar char="n"/>
                  <a:defRPr sz="3200">
                    <a:solidFill>
                      <a:schemeClr val="tx1"/>
                    </a:solidFill>
                    <a:latin typeface="Times New Roman" panose="02020603050405020304" pitchFamily="18" charset="0"/>
                    <a:ea typeface="黑体" panose="02010609060101010101" pitchFamily="49" charset="-122"/>
                  </a:defRPr>
                </a:lvl1pPr>
                <a:lvl2pPr marL="742950" indent="-285750">
                  <a:spcBef>
                    <a:spcPct val="20000"/>
                  </a:spcBef>
                  <a:buClr>
                    <a:schemeClr val="hlink"/>
                  </a:buClr>
                  <a:buSzPct val="55000"/>
                  <a:buFont typeface="Wingdings" panose="05000000000000000000" pitchFamily="2" charset="2"/>
                  <a:buChar char="n"/>
                  <a:defRPr sz="2800">
                    <a:solidFill>
                      <a:schemeClr val="tx1"/>
                    </a:solidFill>
                    <a:latin typeface="Times New Roman" panose="02020603050405020304" pitchFamily="18" charset="0"/>
                    <a:ea typeface="黑体" panose="02010609060101010101" pitchFamily="49" charset="-122"/>
                  </a:defRPr>
                </a:lvl2pPr>
                <a:lvl3pPr marL="1143000" indent="-228600">
                  <a:spcBef>
                    <a:spcPct val="20000"/>
                  </a:spcBef>
                  <a:buClr>
                    <a:schemeClr val="folHlink"/>
                  </a:buClr>
                  <a:buSzPct val="50000"/>
                  <a:buFont typeface="Wingdings" panose="05000000000000000000" pitchFamily="2" charset="2"/>
                  <a:buChar char="n"/>
                  <a:defRPr sz="2400">
                    <a:solidFill>
                      <a:schemeClr val="tx1"/>
                    </a:solidFill>
                    <a:latin typeface="Times New Roman" panose="02020603050405020304" pitchFamily="18" charset="0"/>
                    <a:ea typeface="黑体" panose="02010609060101010101" pitchFamily="49" charset="-122"/>
                  </a:defRPr>
                </a:lvl3pPr>
                <a:lvl4pPr marL="1600200" indent="-228600">
                  <a:spcBef>
                    <a:spcPct val="20000"/>
                  </a:spcBef>
                  <a:buClr>
                    <a:schemeClr val="accent2"/>
                  </a:buClr>
                  <a:buSzPct val="55000"/>
                  <a:buFont typeface="Wingdings" panose="05000000000000000000" pitchFamily="2" charset="2"/>
                  <a:buChar char="n"/>
                  <a:defRPr sz="2000">
                    <a:solidFill>
                      <a:schemeClr val="tx1"/>
                    </a:solidFill>
                    <a:latin typeface="Times New Roman" panose="02020603050405020304" pitchFamily="18" charset="0"/>
                    <a:ea typeface="黑体" panose="02010609060101010101" pitchFamily="49" charset="-122"/>
                  </a:defRPr>
                </a:lvl4pPr>
                <a:lvl5pPr marL="2057400" indent="-228600">
                  <a:spcBef>
                    <a:spcPct val="20000"/>
                  </a:spcBef>
                  <a:buClr>
                    <a:schemeClr val="accent1"/>
                  </a:buClr>
                  <a:buSzPct val="50000"/>
                  <a:buFont typeface="Wingdings" panose="05000000000000000000" pitchFamily="2" charset="2"/>
                  <a:buChar char="n"/>
                  <a:defRPr sz="2000">
                    <a:solidFill>
                      <a:schemeClr val="tx1"/>
                    </a:solidFill>
                    <a:latin typeface="Times New Roman" panose="02020603050405020304" pitchFamily="18"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imes New Roman" panose="02020603050405020304" pitchFamily="18"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imes New Roman" panose="02020603050405020304" pitchFamily="18"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imes New Roman" panose="02020603050405020304" pitchFamily="18"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imes New Roman" panose="02020603050405020304" pitchFamily="18" charset="0"/>
                    <a:ea typeface="黑体" panose="02010609060101010101" pitchFamily="49" charset="-122"/>
                  </a:defRPr>
                </a:lvl9pPr>
              </a:lstStyle>
              <a:p>
                <a:pPr algn="just">
                  <a:spcBef>
                    <a:spcPct val="0"/>
                  </a:spcBef>
                  <a:buClrTx/>
                  <a:buSzTx/>
                  <a:buFontTx/>
                  <a:buNone/>
                </a:pPr>
                <a:endParaRPr lang="zh-CN" altLang="en-US" sz="2400">
                  <a:solidFill>
                    <a:srgbClr val="000000"/>
                  </a:solidFill>
                  <a:ea typeface="宋体" panose="02010600030101010101" pitchFamily="2" charset="-122"/>
                </a:endParaRPr>
              </a:p>
            </p:txBody>
          </p:sp>
          <p:sp>
            <p:nvSpPr>
              <p:cNvPr id="89113" name="Text Box 11">
                <a:extLst>
                  <a:ext uri="{FF2B5EF4-FFF2-40B4-BE49-F238E27FC236}">
                    <a16:creationId xmlns:a16="http://schemas.microsoft.com/office/drawing/2014/main" id="{66DD8634-6A4F-475F-8255-0FA8C772D8CF}"/>
                  </a:ext>
                </a:extLst>
              </p:cNvPr>
              <p:cNvSpPr txBox="1">
                <a:spLocks noChangeArrowheads="1"/>
              </p:cNvSpPr>
              <p:nvPr/>
            </p:nvSpPr>
            <p:spPr bwMode="auto">
              <a:xfrm>
                <a:off x="1235" y="3053"/>
                <a:ext cx="301" cy="2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5400" algn="ctr">
                    <a:solidFill>
                      <a:srgbClr val="000000"/>
                    </a:solidFill>
                    <a:miter lim="800000"/>
                    <a:headEnd/>
                    <a:tailEnd/>
                  </a14:hiddenLine>
                </a:ext>
              </a:extLst>
            </p:spPr>
            <p:txBody>
              <a:bodyPr vert="eaVert" wrap="none" lIns="54000" tIns="28800" rIns="54000" bIns="28800">
                <a:spAutoFit/>
              </a:bodyPr>
              <a:lstStyle>
                <a:lvl1pPr>
                  <a:spcBef>
                    <a:spcPct val="20000"/>
                  </a:spcBef>
                  <a:buClr>
                    <a:schemeClr val="folHlink"/>
                  </a:buClr>
                  <a:buSzPct val="60000"/>
                  <a:buFont typeface="Wingdings" panose="05000000000000000000" pitchFamily="2" charset="2"/>
                  <a:buChar char="n"/>
                  <a:defRPr sz="3200">
                    <a:solidFill>
                      <a:schemeClr val="tx1"/>
                    </a:solidFill>
                    <a:latin typeface="Times New Roman" panose="02020603050405020304" pitchFamily="18" charset="0"/>
                    <a:ea typeface="黑体" panose="02010609060101010101" pitchFamily="49" charset="-122"/>
                  </a:defRPr>
                </a:lvl1pPr>
                <a:lvl2pPr marL="742950" indent="-285750">
                  <a:spcBef>
                    <a:spcPct val="20000"/>
                  </a:spcBef>
                  <a:buClr>
                    <a:schemeClr val="hlink"/>
                  </a:buClr>
                  <a:buSzPct val="55000"/>
                  <a:buFont typeface="Wingdings" panose="05000000000000000000" pitchFamily="2" charset="2"/>
                  <a:buChar char="n"/>
                  <a:defRPr sz="2800">
                    <a:solidFill>
                      <a:schemeClr val="tx1"/>
                    </a:solidFill>
                    <a:latin typeface="Times New Roman" panose="02020603050405020304" pitchFamily="18" charset="0"/>
                    <a:ea typeface="黑体" panose="02010609060101010101" pitchFamily="49" charset="-122"/>
                  </a:defRPr>
                </a:lvl2pPr>
                <a:lvl3pPr marL="1143000" indent="-228600">
                  <a:spcBef>
                    <a:spcPct val="20000"/>
                  </a:spcBef>
                  <a:buClr>
                    <a:schemeClr val="folHlink"/>
                  </a:buClr>
                  <a:buSzPct val="50000"/>
                  <a:buFont typeface="Wingdings" panose="05000000000000000000" pitchFamily="2" charset="2"/>
                  <a:buChar char="n"/>
                  <a:defRPr sz="2400">
                    <a:solidFill>
                      <a:schemeClr val="tx1"/>
                    </a:solidFill>
                    <a:latin typeface="Times New Roman" panose="02020603050405020304" pitchFamily="18" charset="0"/>
                    <a:ea typeface="黑体" panose="02010609060101010101" pitchFamily="49" charset="-122"/>
                  </a:defRPr>
                </a:lvl3pPr>
                <a:lvl4pPr marL="1600200" indent="-228600">
                  <a:spcBef>
                    <a:spcPct val="20000"/>
                  </a:spcBef>
                  <a:buClr>
                    <a:schemeClr val="accent2"/>
                  </a:buClr>
                  <a:buSzPct val="55000"/>
                  <a:buFont typeface="Wingdings" panose="05000000000000000000" pitchFamily="2" charset="2"/>
                  <a:buChar char="n"/>
                  <a:defRPr sz="2000">
                    <a:solidFill>
                      <a:schemeClr val="tx1"/>
                    </a:solidFill>
                    <a:latin typeface="Times New Roman" panose="02020603050405020304" pitchFamily="18" charset="0"/>
                    <a:ea typeface="黑体" panose="02010609060101010101" pitchFamily="49" charset="-122"/>
                  </a:defRPr>
                </a:lvl4pPr>
                <a:lvl5pPr marL="2057400" indent="-228600">
                  <a:spcBef>
                    <a:spcPct val="20000"/>
                  </a:spcBef>
                  <a:buClr>
                    <a:schemeClr val="accent1"/>
                  </a:buClr>
                  <a:buSzPct val="50000"/>
                  <a:buFont typeface="Wingdings" panose="05000000000000000000" pitchFamily="2" charset="2"/>
                  <a:buChar char="n"/>
                  <a:defRPr sz="2000">
                    <a:solidFill>
                      <a:schemeClr val="tx1"/>
                    </a:solidFill>
                    <a:latin typeface="Times New Roman" panose="02020603050405020304" pitchFamily="18"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imes New Roman" panose="02020603050405020304" pitchFamily="18"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imes New Roman" panose="02020603050405020304" pitchFamily="18"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imes New Roman" panose="02020603050405020304" pitchFamily="18"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imes New Roman" panose="02020603050405020304" pitchFamily="18" charset="0"/>
                    <a:ea typeface="黑体" panose="02010609060101010101" pitchFamily="49" charset="-122"/>
                  </a:defRPr>
                </a:lvl9pPr>
              </a:lstStyle>
              <a:p>
                <a:pPr algn="just">
                  <a:spcBef>
                    <a:spcPct val="0"/>
                  </a:spcBef>
                  <a:buClrTx/>
                  <a:buSzTx/>
                  <a:buFontTx/>
                  <a:buNone/>
                </a:pPr>
                <a:r>
                  <a:rPr lang="en-US" altLang="zh-CN" sz="2400">
                    <a:solidFill>
                      <a:srgbClr val="000000"/>
                    </a:solidFill>
                    <a:ea typeface="宋体" panose="02010600030101010101" pitchFamily="2" charset="-122"/>
                  </a:rPr>
                  <a:t>…</a:t>
                </a:r>
              </a:p>
            </p:txBody>
          </p:sp>
          <p:sp>
            <p:nvSpPr>
              <p:cNvPr id="89114" name="Text Box 12">
                <a:extLst>
                  <a:ext uri="{FF2B5EF4-FFF2-40B4-BE49-F238E27FC236}">
                    <a16:creationId xmlns:a16="http://schemas.microsoft.com/office/drawing/2014/main" id="{7A9A6961-3CD9-4234-BF9C-31A0B97336A5}"/>
                  </a:ext>
                </a:extLst>
              </p:cNvPr>
              <p:cNvSpPr txBox="1">
                <a:spLocks noChangeArrowheads="1"/>
              </p:cNvSpPr>
              <p:nvPr/>
            </p:nvSpPr>
            <p:spPr bwMode="auto">
              <a:xfrm>
                <a:off x="1232" y="2326"/>
                <a:ext cx="155" cy="26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5400" algn="ctr">
                    <a:solidFill>
                      <a:srgbClr val="000000"/>
                    </a:solidFill>
                    <a:miter lim="800000"/>
                    <a:headEnd/>
                    <a:tailEnd/>
                  </a14:hiddenLine>
                </a:ext>
              </a:extLst>
            </p:spPr>
            <p:txBody>
              <a:bodyPr wrap="none" lIns="54000" tIns="28800" rIns="54000" bIns="28800">
                <a:spAutoFit/>
              </a:bodyPr>
              <a:lstStyle>
                <a:lvl1pPr>
                  <a:spcBef>
                    <a:spcPct val="20000"/>
                  </a:spcBef>
                  <a:buClr>
                    <a:schemeClr val="folHlink"/>
                  </a:buClr>
                  <a:buSzPct val="60000"/>
                  <a:buFont typeface="Wingdings" panose="05000000000000000000" pitchFamily="2" charset="2"/>
                  <a:buChar char="n"/>
                  <a:defRPr sz="3200">
                    <a:solidFill>
                      <a:schemeClr val="tx1"/>
                    </a:solidFill>
                    <a:latin typeface="Times New Roman" panose="02020603050405020304" pitchFamily="18" charset="0"/>
                    <a:ea typeface="黑体" panose="02010609060101010101" pitchFamily="49" charset="-122"/>
                  </a:defRPr>
                </a:lvl1pPr>
                <a:lvl2pPr marL="742950" indent="-285750">
                  <a:spcBef>
                    <a:spcPct val="20000"/>
                  </a:spcBef>
                  <a:buClr>
                    <a:schemeClr val="hlink"/>
                  </a:buClr>
                  <a:buSzPct val="55000"/>
                  <a:buFont typeface="Wingdings" panose="05000000000000000000" pitchFamily="2" charset="2"/>
                  <a:buChar char="n"/>
                  <a:defRPr sz="2800">
                    <a:solidFill>
                      <a:schemeClr val="tx1"/>
                    </a:solidFill>
                    <a:latin typeface="Times New Roman" panose="02020603050405020304" pitchFamily="18" charset="0"/>
                    <a:ea typeface="黑体" panose="02010609060101010101" pitchFamily="49" charset="-122"/>
                  </a:defRPr>
                </a:lvl2pPr>
                <a:lvl3pPr marL="1143000" indent="-228600">
                  <a:spcBef>
                    <a:spcPct val="20000"/>
                  </a:spcBef>
                  <a:buClr>
                    <a:schemeClr val="folHlink"/>
                  </a:buClr>
                  <a:buSzPct val="50000"/>
                  <a:buFont typeface="Wingdings" panose="05000000000000000000" pitchFamily="2" charset="2"/>
                  <a:buChar char="n"/>
                  <a:defRPr sz="2400">
                    <a:solidFill>
                      <a:schemeClr val="tx1"/>
                    </a:solidFill>
                    <a:latin typeface="Times New Roman" panose="02020603050405020304" pitchFamily="18" charset="0"/>
                    <a:ea typeface="黑体" panose="02010609060101010101" pitchFamily="49" charset="-122"/>
                  </a:defRPr>
                </a:lvl3pPr>
                <a:lvl4pPr marL="1600200" indent="-228600">
                  <a:spcBef>
                    <a:spcPct val="20000"/>
                  </a:spcBef>
                  <a:buClr>
                    <a:schemeClr val="accent2"/>
                  </a:buClr>
                  <a:buSzPct val="55000"/>
                  <a:buFont typeface="Wingdings" panose="05000000000000000000" pitchFamily="2" charset="2"/>
                  <a:buChar char="n"/>
                  <a:defRPr sz="2000">
                    <a:solidFill>
                      <a:schemeClr val="tx1"/>
                    </a:solidFill>
                    <a:latin typeface="Times New Roman" panose="02020603050405020304" pitchFamily="18" charset="0"/>
                    <a:ea typeface="黑体" panose="02010609060101010101" pitchFamily="49" charset="-122"/>
                  </a:defRPr>
                </a:lvl4pPr>
                <a:lvl5pPr marL="2057400" indent="-228600">
                  <a:spcBef>
                    <a:spcPct val="20000"/>
                  </a:spcBef>
                  <a:buClr>
                    <a:schemeClr val="accent1"/>
                  </a:buClr>
                  <a:buSzPct val="50000"/>
                  <a:buFont typeface="Wingdings" panose="05000000000000000000" pitchFamily="2" charset="2"/>
                  <a:buChar char="n"/>
                  <a:defRPr sz="2000">
                    <a:solidFill>
                      <a:schemeClr val="tx1"/>
                    </a:solidFill>
                    <a:latin typeface="Times New Roman" panose="02020603050405020304" pitchFamily="18"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imes New Roman" panose="02020603050405020304" pitchFamily="18"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imes New Roman" panose="02020603050405020304" pitchFamily="18"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imes New Roman" panose="02020603050405020304" pitchFamily="18"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imes New Roman" panose="02020603050405020304" pitchFamily="18" charset="0"/>
                    <a:ea typeface="黑体" panose="02010609060101010101" pitchFamily="49" charset="-122"/>
                  </a:defRPr>
                </a:lvl9pPr>
              </a:lstStyle>
              <a:p>
                <a:pPr algn="just">
                  <a:spcBef>
                    <a:spcPct val="0"/>
                  </a:spcBef>
                  <a:buClrTx/>
                  <a:buSzTx/>
                  <a:buFontTx/>
                  <a:buNone/>
                </a:pPr>
                <a:r>
                  <a:rPr lang="en-US" altLang="zh-CN" sz="2400">
                    <a:solidFill>
                      <a:schemeClr val="accent2"/>
                    </a:solidFill>
                    <a:ea typeface="宋体" panose="02010600030101010101" pitchFamily="2" charset="-122"/>
                  </a:rPr>
                  <a:t>c</a:t>
                </a:r>
              </a:p>
            </p:txBody>
          </p:sp>
          <p:sp>
            <p:nvSpPr>
              <p:cNvPr id="89115" name="Rectangle 13">
                <a:extLst>
                  <a:ext uri="{FF2B5EF4-FFF2-40B4-BE49-F238E27FC236}">
                    <a16:creationId xmlns:a16="http://schemas.microsoft.com/office/drawing/2014/main" id="{89213786-4D99-4D56-8DC6-B33D8DE113BB}"/>
                  </a:ext>
                </a:extLst>
              </p:cNvPr>
              <p:cNvSpPr>
                <a:spLocks noChangeArrowheads="1"/>
              </p:cNvSpPr>
              <p:nvPr/>
            </p:nvSpPr>
            <p:spPr bwMode="auto">
              <a:xfrm>
                <a:off x="1152" y="2304"/>
                <a:ext cx="384" cy="336"/>
              </a:xfrm>
              <a:prstGeom prst="rect">
                <a:avLst/>
              </a:prstGeom>
              <a:noFill/>
              <a:ln w="25400" algn="ctr">
                <a:solidFill>
                  <a:srgbClr val="008000"/>
                </a:solidFill>
                <a:miter lim="800000"/>
                <a:headEnd/>
                <a:tailEnd/>
              </a:ln>
              <a:extLst>
                <a:ext uri="{909E8E84-426E-40DD-AFC4-6F175D3DCCD1}">
                  <a14:hiddenFill xmlns:a14="http://schemas.microsoft.com/office/drawing/2010/main">
                    <a:solidFill>
                      <a:srgbClr val="FFFFFF"/>
                    </a:solidFill>
                  </a14:hiddenFill>
                </a:ext>
              </a:extLst>
            </p:spPr>
            <p:txBody>
              <a:bodyPr wrap="none" lIns="54000" tIns="28800" rIns="54000" bIns="28800" anchor="ctr"/>
              <a:lstStyle>
                <a:lvl1pPr>
                  <a:spcBef>
                    <a:spcPct val="20000"/>
                  </a:spcBef>
                  <a:buClr>
                    <a:schemeClr val="folHlink"/>
                  </a:buClr>
                  <a:buSzPct val="60000"/>
                  <a:buFont typeface="Wingdings" panose="05000000000000000000" pitchFamily="2" charset="2"/>
                  <a:buChar char="n"/>
                  <a:defRPr sz="3200">
                    <a:solidFill>
                      <a:schemeClr val="tx1"/>
                    </a:solidFill>
                    <a:latin typeface="Times New Roman" panose="02020603050405020304" pitchFamily="18" charset="0"/>
                    <a:ea typeface="黑体" panose="02010609060101010101" pitchFamily="49" charset="-122"/>
                  </a:defRPr>
                </a:lvl1pPr>
                <a:lvl2pPr marL="742950" indent="-285750">
                  <a:spcBef>
                    <a:spcPct val="20000"/>
                  </a:spcBef>
                  <a:buClr>
                    <a:schemeClr val="hlink"/>
                  </a:buClr>
                  <a:buSzPct val="55000"/>
                  <a:buFont typeface="Wingdings" panose="05000000000000000000" pitchFamily="2" charset="2"/>
                  <a:buChar char="n"/>
                  <a:defRPr sz="2800">
                    <a:solidFill>
                      <a:schemeClr val="tx1"/>
                    </a:solidFill>
                    <a:latin typeface="Times New Roman" panose="02020603050405020304" pitchFamily="18" charset="0"/>
                    <a:ea typeface="黑体" panose="02010609060101010101" pitchFamily="49" charset="-122"/>
                  </a:defRPr>
                </a:lvl2pPr>
                <a:lvl3pPr marL="1143000" indent="-228600">
                  <a:spcBef>
                    <a:spcPct val="20000"/>
                  </a:spcBef>
                  <a:buClr>
                    <a:schemeClr val="folHlink"/>
                  </a:buClr>
                  <a:buSzPct val="50000"/>
                  <a:buFont typeface="Wingdings" panose="05000000000000000000" pitchFamily="2" charset="2"/>
                  <a:buChar char="n"/>
                  <a:defRPr sz="2400">
                    <a:solidFill>
                      <a:schemeClr val="tx1"/>
                    </a:solidFill>
                    <a:latin typeface="Times New Roman" panose="02020603050405020304" pitchFamily="18" charset="0"/>
                    <a:ea typeface="黑体" panose="02010609060101010101" pitchFamily="49" charset="-122"/>
                  </a:defRPr>
                </a:lvl3pPr>
                <a:lvl4pPr marL="1600200" indent="-228600">
                  <a:spcBef>
                    <a:spcPct val="20000"/>
                  </a:spcBef>
                  <a:buClr>
                    <a:schemeClr val="accent2"/>
                  </a:buClr>
                  <a:buSzPct val="55000"/>
                  <a:buFont typeface="Wingdings" panose="05000000000000000000" pitchFamily="2" charset="2"/>
                  <a:buChar char="n"/>
                  <a:defRPr sz="2000">
                    <a:solidFill>
                      <a:schemeClr val="tx1"/>
                    </a:solidFill>
                    <a:latin typeface="Times New Roman" panose="02020603050405020304" pitchFamily="18" charset="0"/>
                    <a:ea typeface="黑体" panose="02010609060101010101" pitchFamily="49" charset="-122"/>
                  </a:defRPr>
                </a:lvl4pPr>
                <a:lvl5pPr marL="2057400" indent="-228600">
                  <a:spcBef>
                    <a:spcPct val="20000"/>
                  </a:spcBef>
                  <a:buClr>
                    <a:schemeClr val="accent1"/>
                  </a:buClr>
                  <a:buSzPct val="50000"/>
                  <a:buFont typeface="Wingdings" panose="05000000000000000000" pitchFamily="2" charset="2"/>
                  <a:buChar char="n"/>
                  <a:defRPr sz="2000">
                    <a:solidFill>
                      <a:schemeClr val="tx1"/>
                    </a:solidFill>
                    <a:latin typeface="Times New Roman" panose="02020603050405020304" pitchFamily="18"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imes New Roman" panose="02020603050405020304" pitchFamily="18"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imes New Roman" panose="02020603050405020304" pitchFamily="18"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imes New Roman" panose="02020603050405020304" pitchFamily="18"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imes New Roman" panose="02020603050405020304" pitchFamily="18" charset="0"/>
                    <a:ea typeface="黑体" panose="02010609060101010101" pitchFamily="49" charset="-122"/>
                  </a:defRPr>
                </a:lvl9pPr>
              </a:lstStyle>
              <a:p>
                <a:pPr algn="just">
                  <a:spcBef>
                    <a:spcPct val="0"/>
                  </a:spcBef>
                  <a:buClrTx/>
                  <a:buSzTx/>
                  <a:buFontTx/>
                  <a:buNone/>
                </a:pPr>
                <a:endParaRPr lang="zh-CN" altLang="en-US" sz="2400">
                  <a:solidFill>
                    <a:srgbClr val="000000"/>
                  </a:solidFill>
                  <a:ea typeface="宋体" panose="02010600030101010101" pitchFamily="2" charset="-122"/>
                </a:endParaRPr>
              </a:p>
            </p:txBody>
          </p:sp>
          <p:sp>
            <p:nvSpPr>
              <p:cNvPr id="89116" name="Rectangle 14">
                <a:extLst>
                  <a:ext uri="{FF2B5EF4-FFF2-40B4-BE49-F238E27FC236}">
                    <a16:creationId xmlns:a16="http://schemas.microsoft.com/office/drawing/2014/main" id="{45BDC3EC-E8F9-42AC-A272-8CA4636F701B}"/>
                  </a:ext>
                </a:extLst>
              </p:cNvPr>
              <p:cNvSpPr>
                <a:spLocks noChangeArrowheads="1"/>
              </p:cNvSpPr>
              <p:nvPr/>
            </p:nvSpPr>
            <p:spPr bwMode="auto">
              <a:xfrm>
                <a:off x="1152" y="3312"/>
                <a:ext cx="384" cy="288"/>
              </a:xfrm>
              <a:prstGeom prst="rect">
                <a:avLst/>
              </a:prstGeom>
              <a:noFill/>
              <a:ln w="25400" algn="ctr">
                <a:solidFill>
                  <a:srgbClr val="008000"/>
                </a:solidFill>
                <a:miter lim="800000"/>
                <a:headEnd/>
                <a:tailEnd/>
              </a:ln>
              <a:extLst>
                <a:ext uri="{909E8E84-426E-40DD-AFC4-6F175D3DCCD1}">
                  <a14:hiddenFill xmlns:a14="http://schemas.microsoft.com/office/drawing/2010/main">
                    <a:solidFill>
                      <a:srgbClr val="FFFFFF"/>
                    </a:solidFill>
                  </a14:hiddenFill>
                </a:ext>
              </a:extLst>
            </p:spPr>
            <p:txBody>
              <a:bodyPr wrap="none" lIns="54000" tIns="28800" rIns="54000" bIns="28800" anchor="ctr"/>
              <a:lstStyle>
                <a:lvl1pPr>
                  <a:spcBef>
                    <a:spcPct val="20000"/>
                  </a:spcBef>
                  <a:buClr>
                    <a:schemeClr val="folHlink"/>
                  </a:buClr>
                  <a:buSzPct val="60000"/>
                  <a:buFont typeface="Wingdings" panose="05000000000000000000" pitchFamily="2" charset="2"/>
                  <a:buChar char="n"/>
                  <a:defRPr sz="3200">
                    <a:solidFill>
                      <a:schemeClr val="tx1"/>
                    </a:solidFill>
                    <a:latin typeface="Times New Roman" panose="02020603050405020304" pitchFamily="18" charset="0"/>
                    <a:ea typeface="黑体" panose="02010609060101010101" pitchFamily="49" charset="-122"/>
                  </a:defRPr>
                </a:lvl1pPr>
                <a:lvl2pPr marL="742950" indent="-285750">
                  <a:spcBef>
                    <a:spcPct val="20000"/>
                  </a:spcBef>
                  <a:buClr>
                    <a:schemeClr val="hlink"/>
                  </a:buClr>
                  <a:buSzPct val="55000"/>
                  <a:buFont typeface="Wingdings" panose="05000000000000000000" pitchFamily="2" charset="2"/>
                  <a:buChar char="n"/>
                  <a:defRPr sz="2800">
                    <a:solidFill>
                      <a:schemeClr val="tx1"/>
                    </a:solidFill>
                    <a:latin typeface="Times New Roman" panose="02020603050405020304" pitchFamily="18" charset="0"/>
                    <a:ea typeface="黑体" panose="02010609060101010101" pitchFamily="49" charset="-122"/>
                  </a:defRPr>
                </a:lvl2pPr>
                <a:lvl3pPr marL="1143000" indent="-228600">
                  <a:spcBef>
                    <a:spcPct val="20000"/>
                  </a:spcBef>
                  <a:buClr>
                    <a:schemeClr val="folHlink"/>
                  </a:buClr>
                  <a:buSzPct val="50000"/>
                  <a:buFont typeface="Wingdings" panose="05000000000000000000" pitchFamily="2" charset="2"/>
                  <a:buChar char="n"/>
                  <a:defRPr sz="2400">
                    <a:solidFill>
                      <a:schemeClr val="tx1"/>
                    </a:solidFill>
                    <a:latin typeface="Times New Roman" panose="02020603050405020304" pitchFamily="18" charset="0"/>
                    <a:ea typeface="黑体" panose="02010609060101010101" pitchFamily="49" charset="-122"/>
                  </a:defRPr>
                </a:lvl3pPr>
                <a:lvl4pPr marL="1600200" indent="-228600">
                  <a:spcBef>
                    <a:spcPct val="20000"/>
                  </a:spcBef>
                  <a:buClr>
                    <a:schemeClr val="accent2"/>
                  </a:buClr>
                  <a:buSzPct val="55000"/>
                  <a:buFont typeface="Wingdings" panose="05000000000000000000" pitchFamily="2" charset="2"/>
                  <a:buChar char="n"/>
                  <a:defRPr sz="2000">
                    <a:solidFill>
                      <a:schemeClr val="tx1"/>
                    </a:solidFill>
                    <a:latin typeface="Times New Roman" panose="02020603050405020304" pitchFamily="18" charset="0"/>
                    <a:ea typeface="黑体" panose="02010609060101010101" pitchFamily="49" charset="-122"/>
                  </a:defRPr>
                </a:lvl4pPr>
                <a:lvl5pPr marL="2057400" indent="-228600">
                  <a:spcBef>
                    <a:spcPct val="20000"/>
                  </a:spcBef>
                  <a:buClr>
                    <a:schemeClr val="accent1"/>
                  </a:buClr>
                  <a:buSzPct val="50000"/>
                  <a:buFont typeface="Wingdings" panose="05000000000000000000" pitchFamily="2" charset="2"/>
                  <a:buChar char="n"/>
                  <a:defRPr sz="2000">
                    <a:solidFill>
                      <a:schemeClr val="tx1"/>
                    </a:solidFill>
                    <a:latin typeface="Times New Roman" panose="02020603050405020304" pitchFamily="18"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imes New Roman" panose="02020603050405020304" pitchFamily="18"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imes New Roman" panose="02020603050405020304" pitchFamily="18"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imes New Roman" panose="02020603050405020304" pitchFamily="18"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imes New Roman" panose="02020603050405020304" pitchFamily="18" charset="0"/>
                    <a:ea typeface="黑体" panose="02010609060101010101" pitchFamily="49" charset="-122"/>
                  </a:defRPr>
                </a:lvl9pPr>
              </a:lstStyle>
              <a:p>
                <a:pPr algn="ctr">
                  <a:spcBef>
                    <a:spcPct val="0"/>
                  </a:spcBef>
                  <a:buClrTx/>
                  <a:buSzTx/>
                  <a:buFontTx/>
                  <a:buNone/>
                </a:pPr>
                <a:r>
                  <a:rPr lang="en-US" altLang="zh-CN" sz="2400">
                    <a:solidFill>
                      <a:srgbClr val="000000"/>
                    </a:solidFill>
                    <a:ea typeface="宋体" panose="02010600030101010101" pitchFamily="2" charset="-122"/>
                  </a:rPr>
                  <a:t>$</a:t>
                </a:r>
              </a:p>
            </p:txBody>
          </p:sp>
        </p:grpSp>
        <p:sp>
          <p:nvSpPr>
            <p:cNvPr id="89108" name="Text Box 15">
              <a:extLst>
                <a:ext uri="{FF2B5EF4-FFF2-40B4-BE49-F238E27FC236}">
                  <a16:creationId xmlns:a16="http://schemas.microsoft.com/office/drawing/2014/main" id="{7979181E-A990-4375-9D5E-7068213EE6C2}"/>
                </a:ext>
              </a:extLst>
            </p:cNvPr>
            <p:cNvSpPr txBox="1">
              <a:spLocks noChangeArrowheads="1"/>
            </p:cNvSpPr>
            <p:nvPr/>
          </p:nvSpPr>
          <p:spPr bwMode="auto">
            <a:xfrm>
              <a:off x="1199" y="2160"/>
              <a:ext cx="295" cy="30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5400" algn="ctr">
                  <a:solidFill>
                    <a:srgbClr val="000000"/>
                  </a:solidFill>
                  <a:miter lim="800000"/>
                  <a:headEnd/>
                  <a:tailEnd/>
                </a14:hiddenLine>
              </a:ext>
            </a:extLst>
          </p:spPr>
          <p:txBody>
            <a:bodyPr wrap="none" lIns="54000" tIns="28800" rIns="54000" bIns="28800">
              <a:spAutoFit/>
            </a:bodyPr>
            <a:lstStyle>
              <a:lvl1pPr>
                <a:spcBef>
                  <a:spcPct val="20000"/>
                </a:spcBef>
                <a:buClr>
                  <a:schemeClr val="folHlink"/>
                </a:buClr>
                <a:buSzPct val="60000"/>
                <a:buFont typeface="Wingdings" panose="05000000000000000000" pitchFamily="2" charset="2"/>
                <a:buChar char="n"/>
                <a:defRPr sz="3200">
                  <a:solidFill>
                    <a:schemeClr val="tx1"/>
                  </a:solidFill>
                  <a:latin typeface="Times New Roman" panose="02020603050405020304" pitchFamily="18" charset="0"/>
                  <a:ea typeface="黑体" panose="02010609060101010101" pitchFamily="49" charset="-122"/>
                </a:defRPr>
              </a:lvl1pPr>
              <a:lvl2pPr marL="742950" indent="-285750">
                <a:spcBef>
                  <a:spcPct val="20000"/>
                </a:spcBef>
                <a:buClr>
                  <a:schemeClr val="hlink"/>
                </a:buClr>
                <a:buSzPct val="55000"/>
                <a:buFont typeface="Wingdings" panose="05000000000000000000" pitchFamily="2" charset="2"/>
                <a:buChar char="n"/>
                <a:defRPr sz="2800">
                  <a:solidFill>
                    <a:schemeClr val="tx1"/>
                  </a:solidFill>
                  <a:latin typeface="Times New Roman" panose="02020603050405020304" pitchFamily="18" charset="0"/>
                  <a:ea typeface="黑体" panose="02010609060101010101" pitchFamily="49" charset="-122"/>
                </a:defRPr>
              </a:lvl2pPr>
              <a:lvl3pPr marL="1143000" indent="-228600">
                <a:spcBef>
                  <a:spcPct val="20000"/>
                </a:spcBef>
                <a:buClr>
                  <a:schemeClr val="folHlink"/>
                </a:buClr>
                <a:buSzPct val="50000"/>
                <a:buFont typeface="Wingdings" panose="05000000000000000000" pitchFamily="2" charset="2"/>
                <a:buChar char="n"/>
                <a:defRPr sz="2400">
                  <a:solidFill>
                    <a:schemeClr val="tx1"/>
                  </a:solidFill>
                  <a:latin typeface="Times New Roman" panose="02020603050405020304" pitchFamily="18" charset="0"/>
                  <a:ea typeface="黑体" panose="02010609060101010101" pitchFamily="49" charset="-122"/>
                </a:defRPr>
              </a:lvl3pPr>
              <a:lvl4pPr marL="1600200" indent="-228600">
                <a:spcBef>
                  <a:spcPct val="20000"/>
                </a:spcBef>
                <a:buClr>
                  <a:schemeClr val="accent2"/>
                </a:buClr>
                <a:buSzPct val="55000"/>
                <a:buFont typeface="Wingdings" panose="05000000000000000000" pitchFamily="2" charset="2"/>
                <a:buChar char="n"/>
                <a:defRPr sz="2000">
                  <a:solidFill>
                    <a:schemeClr val="tx1"/>
                  </a:solidFill>
                  <a:latin typeface="Times New Roman" panose="02020603050405020304" pitchFamily="18" charset="0"/>
                  <a:ea typeface="黑体" panose="02010609060101010101" pitchFamily="49" charset="-122"/>
                </a:defRPr>
              </a:lvl4pPr>
              <a:lvl5pPr marL="2057400" indent="-228600">
                <a:spcBef>
                  <a:spcPct val="20000"/>
                </a:spcBef>
                <a:buClr>
                  <a:schemeClr val="accent1"/>
                </a:buClr>
                <a:buSzPct val="50000"/>
                <a:buFont typeface="Wingdings" panose="05000000000000000000" pitchFamily="2" charset="2"/>
                <a:buChar char="n"/>
                <a:defRPr sz="2000">
                  <a:solidFill>
                    <a:schemeClr val="tx1"/>
                  </a:solidFill>
                  <a:latin typeface="Times New Roman" panose="02020603050405020304" pitchFamily="18"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imes New Roman" panose="02020603050405020304" pitchFamily="18"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imes New Roman" panose="02020603050405020304" pitchFamily="18"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imes New Roman" panose="02020603050405020304" pitchFamily="18"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imes New Roman" panose="02020603050405020304" pitchFamily="18" charset="0"/>
                  <a:ea typeface="黑体" panose="02010609060101010101" pitchFamily="49" charset="-122"/>
                </a:defRPr>
              </a:lvl9pPr>
            </a:lstStyle>
            <a:p>
              <a:pPr algn="just">
                <a:spcBef>
                  <a:spcPct val="0"/>
                </a:spcBef>
                <a:buClrTx/>
                <a:buSzTx/>
                <a:buFontTx/>
                <a:buNone/>
              </a:pPr>
              <a:r>
                <a:rPr lang="zh-CN" altLang="en-US" sz="2800" b="0">
                  <a:solidFill>
                    <a:srgbClr val="000000"/>
                  </a:solidFill>
                </a:rPr>
                <a:t>栈</a:t>
              </a:r>
            </a:p>
          </p:txBody>
        </p:sp>
      </p:grpSp>
      <p:grpSp>
        <p:nvGrpSpPr>
          <p:cNvPr id="89094" name="Group 16">
            <a:extLst>
              <a:ext uri="{FF2B5EF4-FFF2-40B4-BE49-F238E27FC236}">
                <a16:creationId xmlns:a16="http://schemas.microsoft.com/office/drawing/2014/main" id="{9EE59F07-3AAE-4707-A294-98BBDAFA045A}"/>
              </a:ext>
            </a:extLst>
          </p:cNvPr>
          <p:cNvGrpSpPr>
            <a:grpSpLocks/>
          </p:cNvGrpSpPr>
          <p:nvPr/>
        </p:nvGrpSpPr>
        <p:grpSpPr bwMode="auto">
          <a:xfrm>
            <a:off x="3352800" y="2632364"/>
            <a:ext cx="4572000" cy="1143000"/>
            <a:chOff x="2112" y="2064"/>
            <a:chExt cx="2880" cy="720"/>
          </a:xfrm>
        </p:grpSpPr>
        <p:grpSp>
          <p:nvGrpSpPr>
            <p:cNvPr id="89096" name="Group 17">
              <a:extLst>
                <a:ext uri="{FF2B5EF4-FFF2-40B4-BE49-F238E27FC236}">
                  <a16:creationId xmlns:a16="http://schemas.microsoft.com/office/drawing/2014/main" id="{F1F72AF5-BDDE-4943-BC93-9DBB91AB42EA}"/>
                </a:ext>
              </a:extLst>
            </p:cNvPr>
            <p:cNvGrpSpPr>
              <a:grpSpLocks/>
            </p:cNvGrpSpPr>
            <p:nvPr/>
          </p:nvGrpSpPr>
          <p:grpSpPr bwMode="auto">
            <a:xfrm>
              <a:off x="2736" y="2064"/>
              <a:ext cx="2256" cy="720"/>
              <a:chOff x="2736" y="1728"/>
              <a:chExt cx="2256" cy="720"/>
            </a:xfrm>
          </p:grpSpPr>
          <p:grpSp>
            <p:nvGrpSpPr>
              <p:cNvPr id="89098" name="Group 18">
                <a:extLst>
                  <a:ext uri="{FF2B5EF4-FFF2-40B4-BE49-F238E27FC236}">
                    <a16:creationId xmlns:a16="http://schemas.microsoft.com/office/drawing/2014/main" id="{CAA80E02-8638-42E7-A339-01E20B911C19}"/>
                  </a:ext>
                </a:extLst>
              </p:cNvPr>
              <p:cNvGrpSpPr>
                <a:grpSpLocks/>
              </p:cNvGrpSpPr>
              <p:nvPr/>
            </p:nvGrpSpPr>
            <p:grpSpPr bwMode="auto">
              <a:xfrm>
                <a:off x="2736" y="1728"/>
                <a:ext cx="2256" cy="338"/>
                <a:chOff x="2736" y="1728"/>
                <a:chExt cx="2256" cy="338"/>
              </a:xfrm>
            </p:grpSpPr>
            <p:sp>
              <p:nvSpPr>
                <p:cNvPr id="89100" name="Line 19">
                  <a:extLst>
                    <a:ext uri="{FF2B5EF4-FFF2-40B4-BE49-F238E27FC236}">
                      <a16:creationId xmlns:a16="http://schemas.microsoft.com/office/drawing/2014/main" id="{4D684B4D-94A0-45B2-AC2A-D0C86EDDF049}"/>
                    </a:ext>
                  </a:extLst>
                </p:cNvPr>
                <p:cNvSpPr>
                  <a:spLocks noChangeShapeType="1"/>
                </p:cNvSpPr>
                <p:nvPr/>
              </p:nvSpPr>
              <p:spPr bwMode="auto">
                <a:xfrm>
                  <a:off x="2736" y="1728"/>
                  <a:ext cx="2256" cy="0"/>
                </a:xfrm>
                <a:prstGeom prst="line">
                  <a:avLst/>
                </a:prstGeom>
                <a:noFill/>
                <a:ln w="25400">
                  <a:solidFill>
                    <a:srgbClr val="008000"/>
                  </a:solidFill>
                  <a:round/>
                  <a:headEnd/>
                  <a:tailEnd/>
                </a:ln>
                <a:extLst>
                  <a:ext uri="{909E8E84-426E-40DD-AFC4-6F175D3DCCD1}">
                    <a14:hiddenFill xmlns:a14="http://schemas.microsoft.com/office/drawing/2010/main">
                      <a:noFill/>
                    </a14:hiddenFill>
                  </a:ext>
                </a:extLst>
              </p:spPr>
              <p:txBody>
                <a:bodyPr lIns="54000" tIns="28800" rIns="54000" bIns="28800"/>
                <a:lstStyle/>
                <a:p>
                  <a:endParaRPr lang="zh-CN" altLang="en-US"/>
                </a:p>
              </p:txBody>
            </p:sp>
            <p:sp>
              <p:nvSpPr>
                <p:cNvPr id="89101" name="Line 20">
                  <a:extLst>
                    <a:ext uri="{FF2B5EF4-FFF2-40B4-BE49-F238E27FC236}">
                      <a16:creationId xmlns:a16="http://schemas.microsoft.com/office/drawing/2014/main" id="{6EB0DFBB-A62B-4861-8572-52D1146AC327}"/>
                    </a:ext>
                  </a:extLst>
                </p:cNvPr>
                <p:cNvSpPr>
                  <a:spLocks noChangeShapeType="1"/>
                </p:cNvSpPr>
                <p:nvPr/>
              </p:nvSpPr>
              <p:spPr bwMode="auto">
                <a:xfrm>
                  <a:off x="2736" y="2066"/>
                  <a:ext cx="2256" cy="0"/>
                </a:xfrm>
                <a:prstGeom prst="line">
                  <a:avLst/>
                </a:prstGeom>
                <a:noFill/>
                <a:ln w="25400">
                  <a:solidFill>
                    <a:srgbClr val="008000"/>
                  </a:solidFill>
                  <a:round/>
                  <a:headEnd/>
                  <a:tailEnd/>
                </a:ln>
                <a:extLst>
                  <a:ext uri="{909E8E84-426E-40DD-AFC4-6F175D3DCCD1}">
                    <a14:hiddenFill xmlns:a14="http://schemas.microsoft.com/office/drawing/2010/main">
                      <a:noFill/>
                    </a14:hiddenFill>
                  </a:ext>
                </a:extLst>
              </p:spPr>
              <p:txBody>
                <a:bodyPr lIns="54000" tIns="28800" rIns="54000" bIns="28800"/>
                <a:lstStyle/>
                <a:p>
                  <a:endParaRPr lang="zh-CN" altLang="en-US"/>
                </a:p>
              </p:txBody>
            </p:sp>
            <p:sp>
              <p:nvSpPr>
                <p:cNvPr id="89102" name="Rectangle 21">
                  <a:extLst>
                    <a:ext uri="{FF2B5EF4-FFF2-40B4-BE49-F238E27FC236}">
                      <a16:creationId xmlns:a16="http://schemas.microsoft.com/office/drawing/2014/main" id="{8B00C6BC-4FD4-4068-8A46-84F8555512A1}"/>
                    </a:ext>
                  </a:extLst>
                </p:cNvPr>
                <p:cNvSpPr>
                  <a:spLocks noChangeArrowheads="1"/>
                </p:cNvSpPr>
                <p:nvPr/>
              </p:nvSpPr>
              <p:spPr bwMode="auto">
                <a:xfrm>
                  <a:off x="2928" y="1728"/>
                  <a:ext cx="384" cy="336"/>
                </a:xfrm>
                <a:prstGeom prst="rect">
                  <a:avLst/>
                </a:prstGeom>
                <a:noFill/>
                <a:ln w="25400" algn="ctr">
                  <a:solidFill>
                    <a:srgbClr val="008000"/>
                  </a:solidFill>
                  <a:miter lim="800000"/>
                  <a:headEnd/>
                  <a:tailEnd/>
                </a:ln>
                <a:extLst>
                  <a:ext uri="{909E8E84-426E-40DD-AFC4-6F175D3DCCD1}">
                    <a14:hiddenFill xmlns:a14="http://schemas.microsoft.com/office/drawing/2010/main">
                      <a:solidFill>
                        <a:srgbClr val="FFFFFF"/>
                      </a:solidFill>
                    </a14:hiddenFill>
                  </a:ext>
                </a:extLst>
              </p:spPr>
              <p:txBody>
                <a:bodyPr wrap="none" lIns="54000" tIns="28800" rIns="54000" bIns="28800" anchor="ctr"/>
                <a:lstStyle>
                  <a:lvl1pPr>
                    <a:spcBef>
                      <a:spcPct val="20000"/>
                    </a:spcBef>
                    <a:buClr>
                      <a:schemeClr val="folHlink"/>
                    </a:buClr>
                    <a:buSzPct val="60000"/>
                    <a:buFont typeface="Wingdings" panose="05000000000000000000" pitchFamily="2" charset="2"/>
                    <a:buChar char="n"/>
                    <a:defRPr sz="3200">
                      <a:solidFill>
                        <a:schemeClr val="tx1"/>
                      </a:solidFill>
                      <a:latin typeface="Times New Roman" panose="02020603050405020304" pitchFamily="18" charset="0"/>
                      <a:ea typeface="黑体" panose="02010609060101010101" pitchFamily="49" charset="-122"/>
                    </a:defRPr>
                  </a:lvl1pPr>
                  <a:lvl2pPr marL="742950" indent="-285750">
                    <a:spcBef>
                      <a:spcPct val="20000"/>
                    </a:spcBef>
                    <a:buClr>
                      <a:schemeClr val="hlink"/>
                    </a:buClr>
                    <a:buSzPct val="55000"/>
                    <a:buFont typeface="Wingdings" panose="05000000000000000000" pitchFamily="2" charset="2"/>
                    <a:buChar char="n"/>
                    <a:defRPr sz="2800">
                      <a:solidFill>
                        <a:schemeClr val="tx1"/>
                      </a:solidFill>
                      <a:latin typeface="Times New Roman" panose="02020603050405020304" pitchFamily="18" charset="0"/>
                      <a:ea typeface="黑体" panose="02010609060101010101" pitchFamily="49" charset="-122"/>
                    </a:defRPr>
                  </a:lvl2pPr>
                  <a:lvl3pPr marL="1143000" indent="-228600">
                    <a:spcBef>
                      <a:spcPct val="20000"/>
                    </a:spcBef>
                    <a:buClr>
                      <a:schemeClr val="folHlink"/>
                    </a:buClr>
                    <a:buSzPct val="50000"/>
                    <a:buFont typeface="Wingdings" panose="05000000000000000000" pitchFamily="2" charset="2"/>
                    <a:buChar char="n"/>
                    <a:defRPr sz="2400">
                      <a:solidFill>
                        <a:schemeClr val="tx1"/>
                      </a:solidFill>
                      <a:latin typeface="Times New Roman" panose="02020603050405020304" pitchFamily="18" charset="0"/>
                      <a:ea typeface="黑体" panose="02010609060101010101" pitchFamily="49" charset="-122"/>
                    </a:defRPr>
                  </a:lvl3pPr>
                  <a:lvl4pPr marL="1600200" indent="-228600">
                    <a:spcBef>
                      <a:spcPct val="20000"/>
                    </a:spcBef>
                    <a:buClr>
                      <a:schemeClr val="accent2"/>
                    </a:buClr>
                    <a:buSzPct val="55000"/>
                    <a:buFont typeface="Wingdings" panose="05000000000000000000" pitchFamily="2" charset="2"/>
                    <a:buChar char="n"/>
                    <a:defRPr sz="2000">
                      <a:solidFill>
                        <a:schemeClr val="tx1"/>
                      </a:solidFill>
                      <a:latin typeface="Times New Roman" panose="02020603050405020304" pitchFamily="18" charset="0"/>
                      <a:ea typeface="黑体" panose="02010609060101010101" pitchFamily="49" charset="-122"/>
                    </a:defRPr>
                  </a:lvl4pPr>
                  <a:lvl5pPr marL="2057400" indent="-228600">
                    <a:spcBef>
                      <a:spcPct val="20000"/>
                    </a:spcBef>
                    <a:buClr>
                      <a:schemeClr val="accent1"/>
                    </a:buClr>
                    <a:buSzPct val="50000"/>
                    <a:buFont typeface="Wingdings" panose="05000000000000000000" pitchFamily="2" charset="2"/>
                    <a:buChar char="n"/>
                    <a:defRPr sz="2000">
                      <a:solidFill>
                        <a:schemeClr val="tx1"/>
                      </a:solidFill>
                      <a:latin typeface="Times New Roman" panose="02020603050405020304" pitchFamily="18"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imes New Roman" panose="02020603050405020304" pitchFamily="18"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imes New Roman" panose="02020603050405020304" pitchFamily="18"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imes New Roman" panose="02020603050405020304" pitchFamily="18"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imes New Roman" panose="02020603050405020304" pitchFamily="18" charset="0"/>
                      <a:ea typeface="黑体" panose="02010609060101010101" pitchFamily="49" charset="-122"/>
                    </a:defRPr>
                  </a:lvl9pPr>
                </a:lstStyle>
                <a:p>
                  <a:pPr algn="ctr">
                    <a:spcBef>
                      <a:spcPct val="0"/>
                    </a:spcBef>
                    <a:buClrTx/>
                    <a:buSzTx/>
                    <a:buFontTx/>
                    <a:buNone/>
                  </a:pPr>
                  <a:r>
                    <a:rPr lang="en-US" altLang="zh-CN" sz="2400">
                      <a:solidFill>
                        <a:srgbClr val="000000"/>
                      </a:solidFill>
                      <a:ea typeface="宋体" panose="02010600030101010101" pitchFamily="2" charset="-122"/>
                    </a:rPr>
                    <a:t>a</a:t>
                  </a:r>
                </a:p>
              </p:txBody>
            </p:sp>
            <p:sp>
              <p:nvSpPr>
                <p:cNvPr id="89103" name="Rectangle 22">
                  <a:extLst>
                    <a:ext uri="{FF2B5EF4-FFF2-40B4-BE49-F238E27FC236}">
                      <a16:creationId xmlns:a16="http://schemas.microsoft.com/office/drawing/2014/main" id="{7FB8ECBC-AE27-49AC-B3B7-846DE71E31E3}"/>
                    </a:ext>
                  </a:extLst>
                </p:cNvPr>
                <p:cNvSpPr>
                  <a:spLocks noChangeArrowheads="1"/>
                </p:cNvSpPr>
                <p:nvPr/>
              </p:nvSpPr>
              <p:spPr bwMode="auto">
                <a:xfrm>
                  <a:off x="3312" y="1728"/>
                  <a:ext cx="384" cy="336"/>
                </a:xfrm>
                <a:prstGeom prst="rect">
                  <a:avLst/>
                </a:prstGeom>
                <a:noFill/>
                <a:ln w="25400" algn="ctr">
                  <a:solidFill>
                    <a:srgbClr val="008000"/>
                  </a:solidFill>
                  <a:miter lim="800000"/>
                  <a:headEnd/>
                  <a:tailEnd/>
                </a:ln>
                <a:extLst>
                  <a:ext uri="{909E8E84-426E-40DD-AFC4-6F175D3DCCD1}">
                    <a14:hiddenFill xmlns:a14="http://schemas.microsoft.com/office/drawing/2010/main">
                      <a:solidFill>
                        <a:srgbClr val="FFFFFF"/>
                      </a:solidFill>
                    </a14:hiddenFill>
                  </a:ext>
                </a:extLst>
              </p:spPr>
              <p:txBody>
                <a:bodyPr wrap="none" lIns="54000" tIns="28800" rIns="54000" bIns="28800" anchor="ctr"/>
                <a:lstStyle>
                  <a:lvl1pPr>
                    <a:spcBef>
                      <a:spcPct val="20000"/>
                    </a:spcBef>
                    <a:buClr>
                      <a:schemeClr val="folHlink"/>
                    </a:buClr>
                    <a:buSzPct val="60000"/>
                    <a:buFont typeface="Wingdings" panose="05000000000000000000" pitchFamily="2" charset="2"/>
                    <a:buChar char="n"/>
                    <a:defRPr sz="3200">
                      <a:solidFill>
                        <a:schemeClr val="tx1"/>
                      </a:solidFill>
                      <a:latin typeface="Times New Roman" panose="02020603050405020304" pitchFamily="18" charset="0"/>
                      <a:ea typeface="黑体" panose="02010609060101010101" pitchFamily="49" charset="-122"/>
                    </a:defRPr>
                  </a:lvl1pPr>
                  <a:lvl2pPr marL="742950" indent="-285750">
                    <a:spcBef>
                      <a:spcPct val="20000"/>
                    </a:spcBef>
                    <a:buClr>
                      <a:schemeClr val="hlink"/>
                    </a:buClr>
                    <a:buSzPct val="55000"/>
                    <a:buFont typeface="Wingdings" panose="05000000000000000000" pitchFamily="2" charset="2"/>
                    <a:buChar char="n"/>
                    <a:defRPr sz="2800">
                      <a:solidFill>
                        <a:schemeClr val="tx1"/>
                      </a:solidFill>
                      <a:latin typeface="Times New Roman" panose="02020603050405020304" pitchFamily="18" charset="0"/>
                      <a:ea typeface="黑体" panose="02010609060101010101" pitchFamily="49" charset="-122"/>
                    </a:defRPr>
                  </a:lvl2pPr>
                  <a:lvl3pPr marL="1143000" indent="-228600">
                    <a:spcBef>
                      <a:spcPct val="20000"/>
                    </a:spcBef>
                    <a:buClr>
                      <a:schemeClr val="folHlink"/>
                    </a:buClr>
                    <a:buSzPct val="50000"/>
                    <a:buFont typeface="Wingdings" panose="05000000000000000000" pitchFamily="2" charset="2"/>
                    <a:buChar char="n"/>
                    <a:defRPr sz="2400">
                      <a:solidFill>
                        <a:schemeClr val="tx1"/>
                      </a:solidFill>
                      <a:latin typeface="Times New Roman" panose="02020603050405020304" pitchFamily="18" charset="0"/>
                      <a:ea typeface="黑体" panose="02010609060101010101" pitchFamily="49" charset="-122"/>
                    </a:defRPr>
                  </a:lvl3pPr>
                  <a:lvl4pPr marL="1600200" indent="-228600">
                    <a:spcBef>
                      <a:spcPct val="20000"/>
                    </a:spcBef>
                    <a:buClr>
                      <a:schemeClr val="accent2"/>
                    </a:buClr>
                    <a:buSzPct val="55000"/>
                    <a:buFont typeface="Wingdings" panose="05000000000000000000" pitchFamily="2" charset="2"/>
                    <a:buChar char="n"/>
                    <a:defRPr sz="2000">
                      <a:solidFill>
                        <a:schemeClr val="tx1"/>
                      </a:solidFill>
                      <a:latin typeface="Times New Roman" panose="02020603050405020304" pitchFamily="18" charset="0"/>
                      <a:ea typeface="黑体" panose="02010609060101010101" pitchFamily="49" charset="-122"/>
                    </a:defRPr>
                  </a:lvl4pPr>
                  <a:lvl5pPr marL="2057400" indent="-228600">
                    <a:spcBef>
                      <a:spcPct val="20000"/>
                    </a:spcBef>
                    <a:buClr>
                      <a:schemeClr val="accent1"/>
                    </a:buClr>
                    <a:buSzPct val="50000"/>
                    <a:buFont typeface="Wingdings" panose="05000000000000000000" pitchFamily="2" charset="2"/>
                    <a:buChar char="n"/>
                    <a:defRPr sz="2000">
                      <a:solidFill>
                        <a:schemeClr val="tx1"/>
                      </a:solidFill>
                      <a:latin typeface="Times New Roman" panose="02020603050405020304" pitchFamily="18"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imes New Roman" panose="02020603050405020304" pitchFamily="18"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imes New Roman" panose="02020603050405020304" pitchFamily="18"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imes New Roman" panose="02020603050405020304" pitchFamily="18"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imes New Roman" panose="02020603050405020304" pitchFamily="18" charset="0"/>
                      <a:ea typeface="黑体" panose="02010609060101010101" pitchFamily="49" charset="-122"/>
                    </a:defRPr>
                  </a:lvl9pPr>
                </a:lstStyle>
                <a:p>
                  <a:pPr algn="ctr">
                    <a:spcBef>
                      <a:spcPct val="0"/>
                    </a:spcBef>
                    <a:buClrTx/>
                    <a:buSzTx/>
                    <a:buFontTx/>
                    <a:buNone/>
                  </a:pPr>
                  <a:r>
                    <a:rPr lang="en-US" altLang="zh-CN" sz="2400">
                      <a:solidFill>
                        <a:srgbClr val="000000"/>
                      </a:solidFill>
                      <a:ea typeface="宋体" panose="02010600030101010101" pitchFamily="2" charset="-122"/>
                    </a:rPr>
                    <a:t>b</a:t>
                  </a:r>
                </a:p>
              </p:txBody>
            </p:sp>
            <p:sp>
              <p:nvSpPr>
                <p:cNvPr id="89104" name="Rectangle 23">
                  <a:extLst>
                    <a:ext uri="{FF2B5EF4-FFF2-40B4-BE49-F238E27FC236}">
                      <a16:creationId xmlns:a16="http://schemas.microsoft.com/office/drawing/2014/main" id="{DC736935-786A-44D3-A62A-0A1A35B1EB8D}"/>
                    </a:ext>
                  </a:extLst>
                </p:cNvPr>
                <p:cNvSpPr>
                  <a:spLocks noChangeArrowheads="1"/>
                </p:cNvSpPr>
                <p:nvPr/>
              </p:nvSpPr>
              <p:spPr bwMode="auto">
                <a:xfrm>
                  <a:off x="3696" y="1728"/>
                  <a:ext cx="384" cy="336"/>
                </a:xfrm>
                <a:prstGeom prst="rect">
                  <a:avLst/>
                </a:prstGeom>
                <a:noFill/>
                <a:ln w="25400" algn="ctr">
                  <a:solidFill>
                    <a:srgbClr val="008000"/>
                  </a:solidFill>
                  <a:miter lim="800000"/>
                  <a:headEnd/>
                  <a:tailEnd/>
                </a:ln>
                <a:extLst>
                  <a:ext uri="{909E8E84-426E-40DD-AFC4-6F175D3DCCD1}">
                    <a14:hiddenFill xmlns:a14="http://schemas.microsoft.com/office/drawing/2010/main">
                      <a:solidFill>
                        <a:srgbClr val="FFFFFF"/>
                      </a:solidFill>
                    </a14:hiddenFill>
                  </a:ext>
                </a:extLst>
              </p:spPr>
              <p:txBody>
                <a:bodyPr wrap="none" lIns="54000" tIns="28800" rIns="54000" bIns="28800" anchor="ctr"/>
                <a:lstStyle>
                  <a:lvl1pPr>
                    <a:spcBef>
                      <a:spcPct val="20000"/>
                    </a:spcBef>
                    <a:buClr>
                      <a:schemeClr val="folHlink"/>
                    </a:buClr>
                    <a:buSzPct val="60000"/>
                    <a:buFont typeface="Wingdings" panose="05000000000000000000" pitchFamily="2" charset="2"/>
                    <a:buChar char="n"/>
                    <a:defRPr sz="3200">
                      <a:solidFill>
                        <a:schemeClr val="tx1"/>
                      </a:solidFill>
                      <a:latin typeface="Times New Roman" panose="02020603050405020304" pitchFamily="18" charset="0"/>
                      <a:ea typeface="黑体" panose="02010609060101010101" pitchFamily="49" charset="-122"/>
                    </a:defRPr>
                  </a:lvl1pPr>
                  <a:lvl2pPr marL="742950" indent="-285750">
                    <a:spcBef>
                      <a:spcPct val="20000"/>
                    </a:spcBef>
                    <a:buClr>
                      <a:schemeClr val="hlink"/>
                    </a:buClr>
                    <a:buSzPct val="55000"/>
                    <a:buFont typeface="Wingdings" panose="05000000000000000000" pitchFamily="2" charset="2"/>
                    <a:buChar char="n"/>
                    <a:defRPr sz="2800">
                      <a:solidFill>
                        <a:schemeClr val="tx1"/>
                      </a:solidFill>
                      <a:latin typeface="Times New Roman" panose="02020603050405020304" pitchFamily="18" charset="0"/>
                      <a:ea typeface="黑体" panose="02010609060101010101" pitchFamily="49" charset="-122"/>
                    </a:defRPr>
                  </a:lvl2pPr>
                  <a:lvl3pPr marL="1143000" indent="-228600">
                    <a:spcBef>
                      <a:spcPct val="20000"/>
                    </a:spcBef>
                    <a:buClr>
                      <a:schemeClr val="folHlink"/>
                    </a:buClr>
                    <a:buSzPct val="50000"/>
                    <a:buFont typeface="Wingdings" panose="05000000000000000000" pitchFamily="2" charset="2"/>
                    <a:buChar char="n"/>
                    <a:defRPr sz="2400">
                      <a:solidFill>
                        <a:schemeClr val="tx1"/>
                      </a:solidFill>
                      <a:latin typeface="Times New Roman" panose="02020603050405020304" pitchFamily="18" charset="0"/>
                      <a:ea typeface="黑体" panose="02010609060101010101" pitchFamily="49" charset="-122"/>
                    </a:defRPr>
                  </a:lvl3pPr>
                  <a:lvl4pPr marL="1600200" indent="-228600">
                    <a:spcBef>
                      <a:spcPct val="20000"/>
                    </a:spcBef>
                    <a:buClr>
                      <a:schemeClr val="accent2"/>
                    </a:buClr>
                    <a:buSzPct val="55000"/>
                    <a:buFont typeface="Wingdings" panose="05000000000000000000" pitchFamily="2" charset="2"/>
                    <a:buChar char="n"/>
                    <a:defRPr sz="2000">
                      <a:solidFill>
                        <a:schemeClr val="tx1"/>
                      </a:solidFill>
                      <a:latin typeface="Times New Roman" panose="02020603050405020304" pitchFamily="18" charset="0"/>
                      <a:ea typeface="黑体" panose="02010609060101010101" pitchFamily="49" charset="-122"/>
                    </a:defRPr>
                  </a:lvl4pPr>
                  <a:lvl5pPr marL="2057400" indent="-228600">
                    <a:spcBef>
                      <a:spcPct val="20000"/>
                    </a:spcBef>
                    <a:buClr>
                      <a:schemeClr val="accent1"/>
                    </a:buClr>
                    <a:buSzPct val="50000"/>
                    <a:buFont typeface="Wingdings" panose="05000000000000000000" pitchFamily="2" charset="2"/>
                    <a:buChar char="n"/>
                    <a:defRPr sz="2000">
                      <a:solidFill>
                        <a:schemeClr val="tx1"/>
                      </a:solidFill>
                      <a:latin typeface="Times New Roman" panose="02020603050405020304" pitchFamily="18"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imes New Roman" panose="02020603050405020304" pitchFamily="18"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imes New Roman" panose="02020603050405020304" pitchFamily="18"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imes New Roman" panose="02020603050405020304" pitchFamily="18"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imes New Roman" panose="02020603050405020304" pitchFamily="18" charset="0"/>
                      <a:ea typeface="黑体" panose="02010609060101010101" pitchFamily="49" charset="-122"/>
                    </a:defRPr>
                  </a:lvl9pPr>
                </a:lstStyle>
                <a:p>
                  <a:pPr algn="ctr">
                    <a:spcBef>
                      <a:spcPct val="0"/>
                    </a:spcBef>
                    <a:buClrTx/>
                    <a:buSzTx/>
                    <a:buFontTx/>
                    <a:buNone/>
                  </a:pPr>
                  <a:r>
                    <a:rPr lang="en-US" altLang="zh-CN" sz="2400">
                      <a:solidFill>
                        <a:srgbClr val="000000"/>
                      </a:solidFill>
                      <a:ea typeface="宋体" panose="02010600030101010101" pitchFamily="2" charset="-122"/>
                    </a:rPr>
                    <a:t>c</a:t>
                  </a:r>
                </a:p>
              </p:txBody>
            </p:sp>
            <p:sp>
              <p:nvSpPr>
                <p:cNvPr id="89105" name="Rectangle 24">
                  <a:extLst>
                    <a:ext uri="{FF2B5EF4-FFF2-40B4-BE49-F238E27FC236}">
                      <a16:creationId xmlns:a16="http://schemas.microsoft.com/office/drawing/2014/main" id="{95D2CFAA-CE60-4127-92AC-1D45831F0A84}"/>
                    </a:ext>
                  </a:extLst>
                </p:cNvPr>
                <p:cNvSpPr>
                  <a:spLocks noChangeArrowheads="1"/>
                </p:cNvSpPr>
                <p:nvPr/>
              </p:nvSpPr>
              <p:spPr bwMode="auto">
                <a:xfrm>
                  <a:off x="4608" y="1728"/>
                  <a:ext cx="384" cy="336"/>
                </a:xfrm>
                <a:prstGeom prst="rect">
                  <a:avLst/>
                </a:prstGeom>
                <a:noFill/>
                <a:ln w="25400" algn="ctr">
                  <a:solidFill>
                    <a:srgbClr val="008000"/>
                  </a:solidFill>
                  <a:miter lim="800000"/>
                  <a:headEnd/>
                  <a:tailEnd/>
                </a:ln>
                <a:extLst>
                  <a:ext uri="{909E8E84-426E-40DD-AFC4-6F175D3DCCD1}">
                    <a14:hiddenFill xmlns:a14="http://schemas.microsoft.com/office/drawing/2010/main">
                      <a:solidFill>
                        <a:srgbClr val="FFFFFF"/>
                      </a:solidFill>
                    </a14:hiddenFill>
                  </a:ext>
                </a:extLst>
              </p:spPr>
              <p:txBody>
                <a:bodyPr wrap="none" lIns="54000" tIns="28800" rIns="54000" bIns="28800" anchor="ctr"/>
                <a:lstStyle>
                  <a:lvl1pPr>
                    <a:spcBef>
                      <a:spcPct val="20000"/>
                    </a:spcBef>
                    <a:buClr>
                      <a:schemeClr val="folHlink"/>
                    </a:buClr>
                    <a:buSzPct val="60000"/>
                    <a:buFont typeface="Wingdings" panose="05000000000000000000" pitchFamily="2" charset="2"/>
                    <a:buChar char="n"/>
                    <a:defRPr sz="3200">
                      <a:solidFill>
                        <a:schemeClr val="tx1"/>
                      </a:solidFill>
                      <a:latin typeface="Times New Roman" panose="02020603050405020304" pitchFamily="18" charset="0"/>
                      <a:ea typeface="黑体" panose="02010609060101010101" pitchFamily="49" charset="-122"/>
                    </a:defRPr>
                  </a:lvl1pPr>
                  <a:lvl2pPr marL="742950" indent="-285750">
                    <a:spcBef>
                      <a:spcPct val="20000"/>
                    </a:spcBef>
                    <a:buClr>
                      <a:schemeClr val="hlink"/>
                    </a:buClr>
                    <a:buSzPct val="55000"/>
                    <a:buFont typeface="Wingdings" panose="05000000000000000000" pitchFamily="2" charset="2"/>
                    <a:buChar char="n"/>
                    <a:defRPr sz="2800">
                      <a:solidFill>
                        <a:schemeClr val="tx1"/>
                      </a:solidFill>
                      <a:latin typeface="Times New Roman" panose="02020603050405020304" pitchFamily="18" charset="0"/>
                      <a:ea typeface="黑体" panose="02010609060101010101" pitchFamily="49" charset="-122"/>
                    </a:defRPr>
                  </a:lvl2pPr>
                  <a:lvl3pPr marL="1143000" indent="-228600">
                    <a:spcBef>
                      <a:spcPct val="20000"/>
                    </a:spcBef>
                    <a:buClr>
                      <a:schemeClr val="folHlink"/>
                    </a:buClr>
                    <a:buSzPct val="50000"/>
                    <a:buFont typeface="Wingdings" panose="05000000000000000000" pitchFamily="2" charset="2"/>
                    <a:buChar char="n"/>
                    <a:defRPr sz="2400">
                      <a:solidFill>
                        <a:schemeClr val="tx1"/>
                      </a:solidFill>
                      <a:latin typeface="Times New Roman" panose="02020603050405020304" pitchFamily="18" charset="0"/>
                      <a:ea typeface="黑体" panose="02010609060101010101" pitchFamily="49" charset="-122"/>
                    </a:defRPr>
                  </a:lvl3pPr>
                  <a:lvl4pPr marL="1600200" indent="-228600">
                    <a:spcBef>
                      <a:spcPct val="20000"/>
                    </a:spcBef>
                    <a:buClr>
                      <a:schemeClr val="accent2"/>
                    </a:buClr>
                    <a:buSzPct val="55000"/>
                    <a:buFont typeface="Wingdings" panose="05000000000000000000" pitchFamily="2" charset="2"/>
                    <a:buChar char="n"/>
                    <a:defRPr sz="2000">
                      <a:solidFill>
                        <a:schemeClr val="tx1"/>
                      </a:solidFill>
                      <a:latin typeface="Times New Roman" panose="02020603050405020304" pitchFamily="18" charset="0"/>
                      <a:ea typeface="黑体" panose="02010609060101010101" pitchFamily="49" charset="-122"/>
                    </a:defRPr>
                  </a:lvl4pPr>
                  <a:lvl5pPr marL="2057400" indent="-228600">
                    <a:spcBef>
                      <a:spcPct val="20000"/>
                    </a:spcBef>
                    <a:buClr>
                      <a:schemeClr val="accent1"/>
                    </a:buClr>
                    <a:buSzPct val="50000"/>
                    <a:buFont typeface="Wingdings" panose="05000000000000000000" pitchFamily="2" charset="2"/>
                    <a:buChar char="n"/>
                    <a:defRPr sz="2000">
                      <a:solidFill>
                        <a:schemeClr val="tx1"/>
                      </a:solidFill>
                      <a:latin typeface="Times New Roman" panose="02020603050405020304" pitchFamily="18"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imes New Roman" panose="02020603050405020304" pitchFamily="18"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imes New Roman" panose="02020603050405020304" pitchFamily="18"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imes New Roman" panose="02020603050405020304" pitchFamily="18"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imes New Roman" panose="02020603050405020304" pitchFamily="18" charset="0"/>
                      <a:ea typeface="黑体" panose="02010609060101010101" pitchFamily="49" charset="-122"/>
                    </a:defRPr>
                  </a:lvl9pPr>
                </a:lstStyle>
                <a:p>
                  <a:pPr algn="ctr">
                    <a:spcBef>
                      <a:spcPct val="0"/>
                    </a:spcBef>
                    <a:buClrTx/>
                    <a:buSzTx/>
                    <a:buFontTx/>
                    <a:buNone/>
                  </a:pPr>
                  <a:r>
                    <a:rPr lang="en-US" altLang="zh-CN" sz="2400">
                      <a:solidFill>
                        <a:srgbClr val="000000"/>
                      </a:solidFill>
                      <a:ea typeface="宋体" panose="02010600030101010101" pitchFamily="2" charset="-122"/>
                    </a:rPr>
                    <a:t>$</a:t>
                  </a:r>
                </a:p>
              </p:txBody>
            </p:sp>
            <p:sp>
              <p:nvSpPr>
                <p:cNvPr id="89106" name="Text Box 25">
                  <a:extLst>
                    <a:ext uri="{FF2B5EF4-FFF2-40B4-BE49-F238E27FC236}">
                      <a16:creationId xmlns:a16="http://schemas.microsoft.com/office/drawing/2014/main" id="{33689EFC-C442-40F6-8CA1-39ECBC5112A1}"/>
                    </a:ext>
                  </a:extLst>
                </p:cNvPr>
                <p:cNvSpPr txBox="1">
                  <a:spLocks noChangeArrowheads="1"/>
                </p:cNvSpPr>
                <p:nvPr/>
              </p:nvSpPr>
              <p:spPr bwMode="auto">
                <a:xfrm>
                  <a:off x="4237" y="1765"/>
                  <a:ext cx="263" cy="26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5400" algn="ctr">
                      <a:solidFill>
                        <a:srgbClr val="000000"/>
                      </a:solidFill>
                      <a:miter lim="800000"/>
                      <a:headEnd/>
                      <a:tailEnd/>
                    </a14:hiddenLine>
                  </a:ext>
                </a:extLst>
              </p:spPr>
              <p:txBody>
                <a:bodyPr wrap="none" lIns="54000" tIns="28800" rIns="54000" bIns="28800">
                  <a:spAutoFit/>
                </a:bodyPr>
                <a:lstStyle>
                  <a:lvl1pPr>
                    <a:spcBef>
                      <a:spcPct val="20000"/>
                    </a:spcBef>
                    <a:buClr>
                      <a:schemeClr val="folHlink"/>
                    </a:buClr>
                    <a:buSzPct val="60000"/>
                    <a:buFont typeface="Wingdings" panose="05000000000000000000" pitchFamily="2" charset="2"/>
                    <a:buChar char="n"/>
                    <a:defRPr sz="3200">
                      <a:solidFill>
                        <a:schemeClr val="tx1"/>
                      </a:solidFill>
                      <a:latin typeface="Times New Roman" panose="02020603050405020304" pitchFamily="18" charset="0"/>
                      <a:ea typeface="黑体" panose="02010609060101010101" pitchFamily="49" charset="-122"/>
                    </a:defRPr>
                  </a:lvl1pPr>
                  <a:lvl2pPr marL="742950" indent="-285750">
                    <a:spcBef>
                      <a:spcPct val="20000"/>
                    </a:spcBef>
                    <a:buClr>
                      <a:schemeClr val="hlink"/>
                    </a:buClr>
                    <a:buSzPct val="55000"/>
                    <a:buFont typeface="Wingdings" panose="05000000000000000000" pitchFamily="2" charset="2"/>
                    <a:buChar char="n"/>
                    <a:defRPr sz="2800">
                      <a:solidFill>
                        <a:schemeClr val="tx1"/>
                      </a:solidFill>
                      <a:latin typeface="Times New Roman" panose="02020603050405020304" pitchFamily="18" charset="0"/>
                      <a:ea typeface="黑体" panose="02010609060101010101" pitchFamily="49" charset="-122"/>
                    </a:defRPr>
                  </a:lvl2pPr>
                  <a:lvl3pPr marL="1143000" indent="-228600">
                    <a:spcBef>
                      <a:spcPct val="20000"/>
                    </a:spcBef>
                    <a:buClr>
                      <a:schemeClr val="folHlink"/>
                    </a:buClr>
                    <a:buSzPct val="50000"/>
                    <a:buFont typeface="Wingdings" panose="05000000000000000000" pitchFamily="2" charset="2"/>
                    <a:buChar char="n"/>
                    <a:defRPr sz="2400">
                      <a:solidFill>
                        <a:schemeClr val="tx1"/>
                      </a:solidFill>
                      <a:latin typeface="Times New Roman" panose="02020603050405020304" pitchFamily="18" charset="0"/>
                      <a:ea typeface="黑体" panose="02010609060101010101" pitchFamily="49" charset="-122"/>
                    </a:defRPr>
                  </a:lvl3pPr>
                  <a:lvl4pPr marL="1600200" indent="-228600">
                    <a:spcBef>
                      <a:spcPct val="20000"/>
                    </a:spcBef>
                    <a:buClr>
                      <a:schemeClr val="accent2"/>
                    </a:buClr>
                    <a:buSzPct val="55000"/>
                    <a:buFont typeface="Wingdings" panose="05000000000000000000" pitchFamily="2" charset="2"/>
                    <a:buChar char="n"/>
                    <a:defRPr sz="2000">
                      <a:solidFill>
                        <a:schemeClr val="tx1"/>
                      </a:solidFill>
                      <a:latin typeface="Times New Roman" panose="02020603050405020304" pitchFamily="18" charset="0"/>
                      <a:ea typeface="黑体" panose="02010609060101010101" pitchFamily="49" charset="-122"/>
                    </a:defRPr>
                  </a:lvl4pPr>
                  <a:lvl5pPr marL="2057400" indent="-228600">
                    <a:spcBef>
                      <a:spcPct val="20000"/>
                    </a:spcBef>
                    <a:buClr>
                      <a:schemeClr val="accent1"/>
                    </a:buClr>
                    <a:buSzPct val="50000"/>
                    <a:buFont typeface="Wingdings" panose="05000000000000000000" pitchFamily="2" charset="2"/>
                    <a:buChar char="n"/>
                    <a:defRPr sz="2000">
                      <a:solidFill>
                        <a:schemeClr val="tx1"/>
                      </a:solidFill>
                      <a:latin typeface="Times New Roman" panose="02020603050405020304" pitchFamily="18"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imes New Roman" panose="02020603050405020304" pitchFamily="18"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imes New Roman" panose="02020603050405020304" pitchFamily="18"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imes New Roman" panose="02020603050405020304" pitchFamily="18"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imes New Roman" panose="02020603050405020304" pitchFamily="18" charset="0"/>
                      <a:ea typeface="黑体" panose="02010609060101010101" pitchFamily="49" charset="-122"/>
                    </a:defRPr>
                  </a:lvl9pPr>
                </a:lstStyle>
                <a:p>
                  <a:pPr algn="just">
                    <a:spcBef>
                      <a:spcPct val="0"/>
                    </a:spcBef>
                    <a:buClrTx/>
                    <a:buSzTx/>
                    <a:buFontTx/>
                    <a:buNone/>
                  </a:pPr>
                  <a:r>
                    <a:rPr lang="en-US" altLang="zh-CN" sz="2400">
                      <a:solidFill>
                        <a:srgbClr val="000000"/>
                      </a:solidFill>
                      <a:ea typeface="宋体" panose="02010600030101010101" pitchFamily="2" charset="-122"/>
                    </a:rPr>
                    <a:t>…</a:t>
                  </a:r>
                </a:p>
              </p:txBody>
            </p:sp>
          </p:grpSp>
          <p:sp>
            <p:nvSpPr>
              <p:cNvPr id="89099" name="Line 26">
                <a:extLst>
                  <a:ext uri="{FF2B5EF4-FFF2-40B4-BE49-F238E27FC236}">
                    <a16:creationId xmlns:a16="http://schemas.microsoft.com/office/drawing/2014/main" id="{F0DD6742-FFB1-49A7-A8E8-CA7512EBEA6C}"/>
                  </a:ext>
                </a:extLst>
              </p:cNvPr>
              <p:cNvSpPr>
                <a:spLocks noChangeShapeType="1"/>
              </p:cNvSpPr>
              <p:nvPr/>
            </p:nvSpPr>
            <p:spPr bwMode="auto">
              <a:xfrm flipV="1">
                <a:off x="3120" y="2064"/>
                <a:ext cx="0" cy="384"/>
              </a:xfrm>
              <a:prstGeom prst="line">
                <a:avLst/>
              </a:prstGeom>
              <a:noFill/>
              <a:ln w="25400">
                <a:solidFill>
                  <a:srgbClr val="008000"/>
                </a:solidFill>
                <a:round/>
                <a:headEnd/>
                <a:tailEnd type="triangle" w="med" len="med"/>
              </a:ln>
              <a:extLst>
                <a:ext uri="{909E8E84-426E-40DD-AFC4-6F175D3DCCD1}">
                  <a14:hiddenFill xmlns:a14="http://schemas.microsoft.com/office/drawing/2010/main">
                    <a:noFill/>
                  </a14:hiddenFill>
                </a:ext>
              </a:extLst>
            </p:spPr>
            <p:txBody>
              <a:bodyPr lIns="54000" tIns="28800" rIns="54000" bIns="28800"/>
              <a:lstStyle/>
              <a:p>
                <a:endParaRPr lang="zh-CN" altLang="en-US"/>
              </a:p>
            </p:txBody>
          </p:sp>
        </p:grpSp>
        <p:sp>
          <p:nvSpPr>
            <p:cNvPr id="89097" name="Text Box 27">
              <a:extLst>
                <a:ext uri="{FF2B5EF4-FFF2-40B4-BE49-F238E27FC236}">
                  <a16:creationId xmlns:a16="http://schemas.microsoft.com/office/drawing/2014/main" id="{75105953-6531-4EAB-BF3B-05C0096F5920}"/>
                </a:ext>
              </a:extLst>
            </p:cNvPr>
            <p:cNvSpPr txBox="1">
              <a:spLocks noChangeArrowheads="1"/>
            </p:cNvSpPr>
            <p:nvPr/>
          </p:nvSpPr>
          <p:spPr bwMode="auto">
            <a:xfrm>
              <a:off x="2112" y="2064"/>
              <a:ext cx="624" cy="30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5400" algn="ctr">
                  <a:solidFill>
                    <a:srgbClr val="000000"/>
                  </a:solidFill>
                  <a:miter lim="800000"/>
                  <a:headEnd/>
                  <a:tailEnd/>
                </a14:hiddenLine>
              </a:ext>
            </a:extLst>
          </p:spPr>
          <p:txBody>
            <a:bodyPr lIns="54000" tIns="28800" rIns="54000" bIns="28800">
              <a:spAutoFit/>
            </a:bodyPr>
            <a:lstStyle>
              <a:lvl1pPr>
                <a:spcBef>
                  <a:spcPct val="20000"/>
                </a:spcBef>
                <a:buClr>
                  <a:schemeClr val="folHlink"/>
                </a:buClr>
                <a:buSzPct val="60000"/>
                <a:buFont typeface="Wingdings" panose="05000000000000000000" pitchFamily="2" charset="2"/>
                <a:buChar char="n"/>
                <a:defRPr sz="3200">
                  <a:solidFill>
                    <a:schemeClr val="tx1"/>
                  </a:solidFill>
                  <a:latin typeface="Times New Roman" panose="02020603050405020304" pitchFamily="18" charset="0"/>
                  <a:ea typeface="黑体" panose="02010609060101010101" pitchFamily="49" charset="-122"/>
                </a:defRPr>
              </a:lvl1pPr>
              <a:lvl2pPr marL="742950" indent="-285750">
                <a:spcBef>
                  <a:spcPct val="20000"/>
                </a:spcBef>
                <a:buClr>
                  <a:schemeClr val="hlink"/>
                </a:buClr>
                <a:buSzPct val="55000"/>
                <a:buFont typeface="Wingdings" panose="05000000000000000000" pitchFamily="2" charset="2"/>
                <a:buChar char="n"/>
                <a:defRPr sz="2800">
                  <a:solidFill>
                    <a:schemeClr val="tx1"/>
                  </a:solidFill>
                  <a:latin typeface="Times New Roman" panose="02020603050405020304" pitchFamily="18" charset="0"/>
                  <a:ea typeface="黑体" panose="02010609060101010101" pitchFamily="49" charset="-122"/>
                </a:defRPr>
              </a:lvl2pPr>
              <a:lvl3pPr marL="1143000" indent="-228600">
                <a:spcBef>
                  <a:spcPct val="20000"/>
                </a:spcBef>
                <a:buClr>
                  <a:schemeClr val="folHlink"/>
                </a:buClr>
                <a:buSzPct val="50000"/>
                <a:buFont typeface="Wingdings" panose="05000000000000000000" pitchFamily="2" charset="2"/>
                <a:buChar char="n"/>
                <a:defRPr sz="2400">
                  <a:solidFill>
                    <a:schemeClr val="tx1"/>
                  </a:solidFill>
                  <a:latin typeface="Times New Roman" panose="02020603050405020304" pitchFamily="18" charset="0"/>
                  <a:ea typeface="黑体" panose="02010609060101010101" pitchFamily="49" charset="-122"/>
                </a:defRPr>
              </a:lvl3pPr>
              <a:lvl4pPr marL="1600200" indent="-228600">
                <a:spcBef>
                  <a:spcPct val="20000"/>
                </a:spcBef>
                <a:buClr>
                  <a:schemeClr val="accent2"/>
                </a:buClr>
                <a:buSzPct val="55000"/>
                <a:buFont typeface="Wingdings" panose="05000000000000000000" pitchFamily="2" charset="2"/>
                <a:buChar char="n"/>
                <a:defRPr sz="2000">
                  <a:solidFill>
                    <a:schemeClr val="tx1"/>
                  </a:solidFill>
                  <a:latin typeface="Times New Roman" panose="02020603050405020304" pitchFamily="18" charset="0"/>
                  <a:ea typeface="黑体" panose="02010609060101010101" pitchFamily="49" charset="-122"/>
                </a:defRPr>
              </a:lvl4pPr>
              <a:lvl5pPr marL="2057400" indent="-228600">
                <a:spcBef>
                  <a:spcPct val="20000"/>
                </a:spcBef>
                <a:buClr>
                  <a:schemeClr val="accent1"/>
                </a:buClr>
                <a:buSzPct val="50000"/>
                <a:buFont typeface="Wingdings" panose="05000000000000000000" pitchFamily="2" charset="2"/>
                <a:buChar char="n"/>
                <a:defRPr sz="2000">
                  <a:solidFill>
                    <a:schemeClr val="tx1"/>
                  </a:solidFill>
                  <a:latin typeface="Times New Roman" panose="02020603050405020304" pitchFamily="18"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imes New Roman" panose="02020603050405020304" pitchFamily="18"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imes New Roman" panose="02020603050405020304" pitchFamily="18"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imes New Roman" panose="02020603050405020304" pitchFamily="18"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imes New Roman" panose="02020603050405020304" pitchFamily="18" charset="0"/>
                  <a:ea typeface="黑体" panose="02010609060101010101" pitchFamily="49" charset="-122"/>
                </a:defRPr>
              </a:lvl9pPr>
            </a:lstStyle>
            <a:p>
              <a:pPr algn="just">
                <a:spcBef>
                  <a:spcPct val="50000"/>
                </a:spcBef>
                <a:buClrTx/>
                <a:buSzTx/>
                <a:buFontTx/>
                <a:buNone/>
              </a:pPr>
              <a:r>
                <a:rPr lang="zh-CN" altLang="en-US" sz="2800" b="0">
                  <a:solidFill>
                    <a:srgbClr val="000000"/>
                  </a:solidFill>
                </a:rPr>
                <a:t>输入</a:t>
              </a:r>
            </a:p>
          </p:txBody>
        </p:sp>
      </p:grpSp>
      <p:sp>
        <p:nvSpPr>
          <p:cNvPr id="89095" name="Line 28">
            <a:extLst>
              <a:ext uri="{FF2B5EF4-FFF2-40B4-BE49-F238E27FC236}">
                <a16:creationId xmlns:a16="http://schemas.microsoft.com/office/drawing/2014/main" id="{56279714-7DD3-4A27-B518-DB8FC5154D14}"/>
              </a:ext>
            </a:extLst>
          </p:cNvPr>
          <p:cNvSpPr>
            <a:spLocks noChangeShapeType="1"/>
          </p:cNvSpPr>
          <p:nvPr/>
        </p:nvSpPr>
        <p:spPr bwMode="auto">
          <a:xfrm>
            <a:off x="1295400" y="4461164"/>
            <a:ext cx="533400" cy="0"/>
          </a:xfrm>
          <a:prstGeom prst="line">
            <a:avLst/>
          </a:prstGeom>
          <a:noFill/>
          <a:ln w="25400">
            <a:solidFill>
              <a:srgbClr val="008000"/>
            </a:solidFill>
            <a:round/>
            <a:headEnd/>
            <a:tailEnd type="triangle" w="med" len="med"/>
          </a:ln>
          <a:extLst>
            <a:ext uri="{909E8E84-426E-40DD-AFC4-6F175D3DCCD1}">
              <a14:hiddenFill xmlns:a14="http://schemas.microsoft.com/office/drawing/2010/main">
                <a:noFill/>
              </a14:hiddenFill>
            </a:ext>
          </a:extLst>
        </p:spPr>
        <p:txBody>
          <a:bodyPr lIns="54000" tIns="28800" rIns="54000" bIns="28800"/>
          <a:lstStyle/>
          <a:p>
            <a:endParaRPr lang="zh-CN" altLang="en-US"/>
          </a:p>
        </p:txBody>
      </p:sp>
    </p:spTree>
  </p:cSld>
  <p:clrMapOvr>
    <a:masterClrMapping/>
  </p:clrMapOvr>
</p:sld>
</file>

<file path=ppt/slides/slide8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0114" name="Rectangle 2">
            <a:extLst>
              <a:ext uri="{FF2B5EF4-FFF2-40B4-BE49-F238E27FC236}">
                <a16:creationId xmlns:a16="http://schemas.microsoft.com/office/drawing/2014/main" id="{E7CF885F-E101-43ED-A650-21CE4278079F}"/>
              </a:ext>
            </a:extLst>
          </p:cNvPr>
          <p:cNvSpPr>
            <a:spLocks noGrp="1" noChangeArrowheads="1"/>
          </p:cNvSpPr>
          <p:nvPr>
            <p:ph type="title"/>
          </p:nvPr>
        </p:nvSpPr>
        <p:spPr/>
        <p:txBody>
          <a:bodyPr/>
          <a:lstStyle/>
          <a:p>
            <a:pPr eaLnBrk="1" hangingPunct="1"/>
            <a:r>
              <a:rPr lang="en-US" altLang="zh-CN"/>
              <a:t>3.3.6 </a:t>
            </a:r>
            <a:r>
              <a:rPr lang="zh-CN" altLang="en-US"/>
              <a:t>预测分析的错误恢复</a:t>
            </a:r>
          </a:p>
        </p:txBody>
      </p:sp>
      <p:sp>
        <p:nvSpPr>
          <p:cNvPr id="90115" name="Rectangle 3">
            <a:extLst>
              <a:ext uri="{FF2B5EF4-FFF2-40B4-BE49-F238E27FC236}">
                <a16:creationId xmlns:a16="http://schemas.microsoft.com/office/drawing/2014/main" id="{8005DEBC-7BB7-4946-B0C4-B64CDDDD7FDD}"/>
              </a:ext>
            </a:extLst>
          </p:cNvPr>
          <p:cNvSpPr>
            <a:spLocks noGrp="1" noChangeArrowheads="1"/>
          </p:cNvSpPr>
          <p:nvPr>
            <p:ph idx="1"/>
          </p:nvPr>
        </p:nvSpPr>
        <p:spPr/>
        <p:txBody>
          <a:bodyPr/>
          <a:lstStyle/>
          <a:p>
            <a:pPr eaLnBrk="1" hangingPunct="1"/>
            <a:r>
              <a:rPr lang="zh-CN" altLang="en-US"/>
              <a:t>下面给出一个例子，该例子构造带错误恢复的预测分析表。同步记号集合取</a:t>
            </a:r>
            <a:r>
              <a:rPr lang="en-US" altLang="zh-CN" b="1"/>
              <a:t>FOLLOW</a:t>
            </a:r>
            <a:r>
              <a:rPr lang="zh-CN" altLang="en-US"/>
              <a:t>集合和</a:t>
            </a:r>
            <a:r>
              <a:rPr lang="en-US" altLang="zh-CN" b="1"/>
              <a:t>FIRST</a:t>
            </a:r>
            <a:r>
              <a:rPr lang="zh-CN" altLang="en-US"/>
              <a:t>集合。</a:t>
            </a:r>
          </a:p>
          <a:p>
            <a:pPr lvl="1" eaLnBrk="1" hangingPunct="1"/>
            <a:endParaRPr lang="en-US" altLang="zh-CN"/>
          </a:p>
        </p:txBody>
      </p:sp>
      <p:sp>
        <p:nvSpPr>
          <p:cNvPr id="2" name="日期占位符 1">
            <a:extLst>
              <a:ext uri="{FF2B5EF4-FFF2-40B4-BE49-F238E27FC236}">
                <a16:creationId xmlns:a16="http://schemas.microsoft.com/office/drawing/2014/main" id="{F5C6EB5F-967F-FC81-4FDE-63520E62F34B}"/>
              </a:ext>
            </a:extLst>
          </p:cNvPr>
          <p:cNvSpPr>
            <a:spLocks noGrp="1"/>
          </p:cNvSpPr>
          <p:nvPr>
            <p:ph type="dt" sz="half" idx="10"/>
          </p:nvPr>
        </p:nvSpPr>
        <p:spPr/>
        <p:txBody>
          <a:bodyPr/>
          <a:lstStyle/>
          <a:p>
            <a:fld id="{941E6246-B44D-49AD-8D34-68B3BEC0C094}" type="datetime2">
              <a:rPr lang="zh-CN" altLang="en-US" smtClean="0"/>
              <a:pPr/>
              <a:t>2025年11月26日</a:t>
            </a:fld>
            <a:endParaRPr lang="zh-CN" altLang="en-US"/>
          </a:p>
        </p:txBody>
      </p:sp>
      <p:sp>
        <p:nvSpPr>
          <p:cNvPr id="3" name="页脚占位符 2">
            <a:extLst>
              <a:ext uri="{FF2B5EF4-FFF2-40B4-BE49-F238E27FC236}">
                <a16:creationId xmlns:a16="http://schemas.microsoft.com/office/drawing/2014/main" id="{9260F7DA-AEF6-435A-AEA2-E3E69EE5D5BD}"/>
              </a:ext>
            </a:extLst>
          </p:cNvPr>
          <p:cNvSpPr>
            <a:spLocks noGrp="1"/>
          </p:cNvSpPr>
          <p:nvPr>
            <p:ph type="ftr" sz="quarter" idx="11"/>
          </p:nvPr>
        </p:nvSpPr>
        <p:spPr/>
        <p:txBody>
          <a:bodyPr/>
          <a:lstStyle/>
          <a:p>
            <a:r>
              <a:rPr lang="zh-CN" altLang="en-US"/>
              <a:t>编译原理</a:t>
            </a:r>
            <a:r>
              <a:rPr lang="en-US" altLang="zh-CN"/>
              <a:t>-</a:t>
            </a:r>
            <a:r>
              <a:rPr lang="zh-CN" altLang="en-US"/>
              <a:t>王欣捷</a:t>
            </a:r>
            <a:r>
              <a:rPr lang="en-US" altLang="zh-CN"/>
              <a:t>-</a:t>
            </a:r>
            <a:r>
              <a:rPr lang="zh-CN" altLang="en-US"/>
              <a:t>第三章 语法分析</a:t>
            </a:r>
            <a:r>
              <a:rPr lang="en-US" altLang="zh-CN"/>
              <a:t>(4)</a:t>
            </a:r>
            <a:endParaRPr lang="zh-CN" altLang="en-US"/>
          </a:p>
        </p:txBody>
      </p:sp>
      <p:sp>
        <p:nvSpPr>
          <p:cNvPr id="4" name="灯片编号占位符 3">
            <a:extLst>
              <a:ext uri="{FF2B5EF4-FFF2-40B4-BE49-F238E27FC236}">
                <a16:creationId xmlns:a16="http://schemas.microsoft.com/office/drawing/2014/main" id="{A5DA19DC-CDED-AF87-3942-B70DE817413D}"/>
              </a:ext>
            </a:extLst>
          </p:cNvPr>
          <p:cNvSpPr>
            <a:spLocks noGrp="1"/>
          </p:cNvSpPr>
          <p:nvPr>
            <p:ph type="sldNum" sz="quarter" idx="12"/>
          </p:nvPr>
        </p:nvSpPr>
        <p:spPr/>
        <p:txBody>
          <a:bodyPr/>
          <a:lstStyle/>
          <a:p>
            <a:fld id="{094DEB03-EFC6-4C20-8FC8-295189A5386F}" type="slidenum">
              <a:rPr lang="zh-CN" altLang="en-US" smtClean="0"/>
              <a:pPr/>
              <a:t>82</a:t>
            </a:fld>
            <a:endParaRPr lang="zh-CN" altLang="en-US"/>
          </a:p>
        </p:txBody>
      </p:sp>
    </p:spTree>
  </p:cSld>
  <p:clrMapOvr>
    <a:masterClrMapping/>
  </p:clrMapOvr>
</p:sld>
</file>

<file path=ppt/slides/slide8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1138" name="Rectangle 2">
            <a:extLst>
              <a:ext uri="{FF2B5EF4-FFF2-40B4-BE49-F238E27FC236}">
                <a16:creationId xmlns:a16="http://schemas.microsoft.com/office/drawing/2014/main" id="{BBF078D3-66E7-4592-AE75-1906087E62AD}"/>
              </a:ext>
            </a:extLst>
          </p:cNvPr>
          <p:cNvSpPr>
            <a:spLocks noGrp="1" noChangeArrowheads="1"/>
          </p:cNvSpPr>
          <p:nvPr>
            <p:ph type="title"/>
          </p:nvPr>
        </p:nvSpPr>
        <p:spPr/>
        <p:txBody>
          <a:bodyPr/>
          <a:lstStyle/>
          <a:p>
            <a:pPr eaLnBrk="1" hangingPunct="1"/>
            <a:r>
              <a:rPr lang="en-US" altLang="zh-CN"/>
              <a:t>3.3.6 </a:t>
            </a:r>
            <a:r>
              <a:rPr lang="zh-CN" altLang="en-US"/>
              <a:t>预测分析的错误恢复</a:t>
            </a:r>
          </a:p>
        </p:txBody>
      </p:sp>
      <p:sp>
        <p:nvSpPr>
          <p:cNvPr id="91139" name="Rectangle 3">
            <a:extLst>
              <a:ext uri="{FF2B5EF4-FFF2-40B4-BE49-F238E27FC236}">
                <a16:creationId xmlns:a16="http://schemas.microsoft.com/office/drawing/2014/main" id="{98F5CDA5-555F-4FE7-98AC-4171AAA5B3E6}"/>
              </a:ext>
            </a:extLst>
          </p:cNvPr>
          <p:cNvSpPr>
            <a:spLocks noGrp="1" noChangeArrowheads="1"/>
          </p:cNvSpPr>
          <p:nvPr>
            <p:ph idx="1"/>
          </p:nvPr>
        </p:nvSpPr>
        <p:spPr/>
        <p:txBody>
          <a:bodyPr/>
          <a:lstStyle/>
          <a:p>
            <a:pPr eaLnBrk="1" hangingPunct="1"/>
            <a:r>
              <a:rPr lang="zh-CN" altLang="en-US" sz="2400"/>
              <a:t>例</a:t>
            </a:r>
            <a:r>
              <a:rPr lang="en-US" altLang="zh-CN" sz="2400" b="1"/>
              <a:t>3.16 	</a:t>
            </a:r>
            <a:r>
              <a:rPr lang="en-US" altLang="zh-CN" sz="2400" b="1" i="1"/>
              <a:t>E</a:t>
            </a:r>
            <a:r>
              <a:rPr lang="en-US" altLang="zh-CN" sz="2400" b="1"/>
              <a:t> </a:t>
            </a:r>
            <a:r>
              <a:rPr lang="en-US" altLang="zh-CN" sz="2400" b="1">
                <a:sym typeface="Symbol" panose="05050102010706020507" pitchFamily="18" charset="2"/>
              </a:rPr>
              <a:t></a:t>
            </a:r>
            <a:r>
              <a:rPr lang="en-US" altLang="zh-CN" sz="2400" b="1"/>
              <a:t> </a:t>
            </a:r>
            <a:r>
              <a:rPr lang="en-US" altLang="zh-CN" sz="2400" b="1" i="1"/>
              <a:t>TE </a:t>
            </a:r>
            <a:r>
              <a:rPr lang="en-US" altLang="zh-CN" sz="2400" b="1">
                <a:sym typeface="Symbol" panose="05050102010706020507" pitchFamily="18" charset="2"/>
              </a:rPr>
              <a:t></a:t>
            </a:r>
            <a:endParaRPr lang="en-US" altLang="zh-CN" sz="2400" b="1"/>
          </a:p>
          <a:p>
            <a:pPr algn="just" eaLnBrk="1" hangingPunct="1">
              <a:spcBef>
                <a:spcPct val="10000"/>
              </a:spcBef>
              <a:buFont typeface="Wingdings" panose="05000000000000000000" pitchFamily="2" charset="2"/>
              <a:buNone/>
            </a:pPr>
            <a:r>
              <a:rPr lang="en-US" altLang="zh-CN" sz="2400" b="1" i="1"/>
              <a:t>	  		E </a:t>
            </a:r>
            <a:r>
              <a:rPr lang="en-US" altLang="zh-CN" sz="2400" b="1">
                <a:sym typeface="Symbol" panose="05050102010706020507" pitchFamily="18" charset="2"/>
              </a:rPr>
              <a:t></a:t>
            </a:r>
            <a:r>
              <a:rPr lang="en-US" altLang="zh-CN" sz="2400" b="1"/>
              <a:t> </a:t>
            </a:r>
            <a:r>
              <a:rPr lang="en-US" altLang="zh-CN" sz="2400" b="1">
                <a:sym typeface="Symbol" panose="05050102010706020507" pitchFamily="18" charset="2"/>
              </a:rPr>
              <a:t></a:t>
            </a:r>
            <a:r>
              <a:rPr lang="en-US" altLang="zh-CN" sz="2400" b="1"/>
              <a:t> + </a:t>
            </a:r>
            <a:r>
              <a:rPr lang="en-US" altLang="zh-CN" sz="2400" b="1" i="1"/>
              <a:t>TE </a:t>
            </a:r>
            <a:r>
              <a:rPr lang="en-US" altLang="zh-CN" sz="2400" b="1">
                <a:sym typeface="Symbol" panose="05050102010706020507" pitchFamily="18" charset="2"/>
              </a:rPr>
              <a:t></a:t>
            </a:r>
            <a:r>
              <a:rPr lang="en-US" altLang="zh-CN" sz="2400" b="1" baseline="30000"/>
              <a:t> </a:t>
            </a:r>
            <a:r>
              <a:rPr lang="en-US" altLang="zh-CN" sz="2400" b="1"/>
              <a:t>| </a:t>
            </a:r>
            <a:r>
              <a:rPr lang="en-US" altLang="zh-CN" sz="2400" b="1">
                <a:sym typeface="Symbol" panose="05050102010706020507" pitchFamily="18" charset="2"/>
              </a:rPr>
              <a:t></a:t>
            </a:r>
            <a:endParaRPr lang="en-US" altLang="zh-CN" sz="2400" b="1"/>
          </a:p>
          <a:p>
            <a:pPr algn="just" eaLnBrk="1" hangingPunct="1">
              <a:spcBef>
                <a:spcPct val="10000"/>
              </a:spcBef>
              <a:buFont typeface="Wingdings" panose="05000000000000000000" pitchFamily="2" charset="2"/>
              <a:buNone/>
            </a:pPr>
            <a:r>
              <a:rPr lang="en-US" altLang="zh-CN" sz="2400" b="1" i="1"/>
              <a:t>     		T</a:t>
            </a:r>
            <a:r>
              <a:rPr lang="en-US" altLang="zh-CN" sz="2400" b="1"/>
              <a:t> </a:t>
            </a:r>
            <a:r>
              <a:rPr lang="en-US" altLang="zh-CN" sz="2400" b="1">
                <a:sym typeface="Symbol" panose="05050102010706020507" pitchFamily="18" charset="2"/>
              </a:rPr>
              <a:t></a:t>
            </a:r>
            <a:r>
              <a:rPr lang="en-US" altLang="zh-CN" sz="2400" b="1"/>
              <a:t> </a:t>
            </a:r>
            <a:r>
              <a:rPr lang="en-US" altLang="zh-CN" sz="2400" b="1" i="1"/>
              <a:t>FT </a:t>
            </a:r>
            <a:r>
              <a:rPr lang="en-US" altLang="zh-CN" sz="2400" b="1">
                <a:sym typeface="Symbol" panose="05050102010706020507" pitchFamily="18" charset="2"/>
              </a:rPr>
              <a:t></a:t>
            </a:r>
            <a:endParaRPr lang="en-US" altLang="zh-CN" sz="2400" b="1"/>
          </a:p>
          <a:p>
            <a:pPr algn="just" eaLnBrk="1" hangingPunct="1">
              <a:spcBef>
                <a:spcPct val="10000"/>
              </a:spcBef>
              <a:buFont typeface="Wingdings" panose="05000000000000000000" pitchFamily="2" charset="2"/>
              <a:buNone/>
            </a:pPr>
            <a:r>
              <a:rPr lang="en-US" altLang="zh-CN" sz="2400" b="1" i="1"/>
              <a:t>     		T </a:t>
            </a:r>
            <a:r>
              <a:rPr lang="en-US" altLang="zh-CN" sz="2400" b="1">
                <a:sym typeface="Symbol" panose="05050102010706020507" pitchFamily="18" charset="2"/>
              </a:rPr>
              <a:t></a:t>
            </a:r>
            <a:r>
              <a:rPr lang="en-US" altLang="zh-CN" sz="2400" b="1"/>
              <a:t> </a:t>
            </a:r>
            <a:r>
              <a:rPr lang="en-US" altLang="zh-CN" sz="2400" b="1">
                <a:sym typeface="Symbol" panose="05050102010706020507" pitchFamily="18" charset="2"/>
              </a:rPr>
              <a:t></a:t>
            </a:r>
            <a:r>
              <a:rPr lang="en-US" altLang="zh-CN" sz="2400" b="1"/>
              <a:t> </a:t>
            </a:r>
            <a:r>
              <a:rPr lang="en-US" altLang="zh-CN" sz="2400" b="1">
                <a:cs typeface="Times New Roman" panose="02020603050405020304" pitchFamily="18" charset="0"/>
                <a:sym typeface="Symbol" panose="05050102010706020507" pitchFamily="18" charset="2"/>
              </a:rPr>
              <a:t></a:t>
            </a:r>
            <a:r>
              <a:rPr lang="en-US" altLang="zh-CN" sz="2400" b="1"/>
              <a:t> </a:t>
            </a:r>
            <a:r>
              <a:rPr lang="en-US" altLang="zh-CN" sz="2400" b="1" i="1"/>
              <a:t>FT </a:t>
            </a:r>
            <a:r>
              <a:rPr lang="en-US" altLang="zh-CN" sz="2400" b="1">
                <a:sym typeface="Symbol" panose="05050102010706020507" pitchFamily="18" charset="2"/>
              </a:rPr>
              <a:t></a:t>
            </a:r>
            <a:r>
              <a:rPr lang="en-US" altLang="zh-CN" sz="2400" b="1" i="1"/>
              <a:t> </a:t>
            </a:r>
            <a:r>
              <a:rPr lang="en-US" altLang="zh-CN" sz="2400" b="1"/>
              <a:t>| </a:t>
            </a:r>
            <a:r>
              <a:rPr lang="en-US" altLang="zh-CN" sz="2400" b="1">
                <a:sym typeface="Symbol" panose="05050102010706020507" pitchFamily="18" charset="2"/>
              </a:rPr>
              <a:t></a:t>
            </a:r>
            <a:endParaRPr lang="en-US" altLang="zh-CN" sz="2400" b="1"/>
          </a:p>
          <a:p>
            <a:pPr algn="just" eaLnBrk="1" hangingPunct="1">
              <a:spcBef>
                <a:spcPct val="10000"/>
              </a:spcBef>
              <a:buFont typeface="Wingdings" panose="05000000000000000000" pitchFamily="2" charset="2"/>
              <a:buNone/>
            </a:pPr>
            <a:r>
              <a:rPr lang="en-US" altLang="zh-CN" sz="2400" b="1" i="1"/>
              <a:t>     		F</a:t>
            </a:r>
            <a:r>
              <a:rPr lang="en-US" altLang="zh-CN" sz="2400" b="1"/>
              <a:t> </a:t>
            </a:r>
            <a:r>
              <a:rPr lang="en-US" altLang="zh-CN" sz="2400" b="1">
                <a:sym typeface="Symbol" panose="05050102010706020507" pitchFamily="18" charset="2"/>
              </a:rPr>
              <a:t></a:t>
            </a:r>
            <a:r>
              <a:rPr lang="en-US" altLang="zh-CN" sz="2400" b="1"/>
              <a:t> (</a:t>
            </a:r>
            <a:r>
              <a:rPr lang="en-US" altLang="zh-CN" sz="2400" b="1" i="1"/>
              <a:t>E</a:t>
            </a:r>
            <a:r>
              <a:rPr lang="en-US" altLang="zh-CN" sz="2400" b="1"/>
              <a:t>) | id</a:t>
            </a:r>
          </a:p>
          <a:p>
            <a:pPr algn="just" eaLnBrk="1" hangingPunct="1">
              <a:spcBef>
                <a:spcPct val="10000"/>
              </a:spcBef>
              <a:buFont typeface="Wingdings" panose="05000000000000000000" pitchFamily="2" charset="2"/>
              <a:buNone/>
            </a:pPr>
            <a:endParaRPr lang="en-US" altLang="zh-CN" sz="2400" b="1"/>
          </a:p>
          <a:p>
            <a:pPr algn="just" eaLnBrk="1" hangingPunct="1">
              <a:spcBef>
                <a:spcPct val="10000"/>
              </a:spcBef>
              <a:buFont typeface="Wingdings" panose="05000000000000000000" pitchFamily="2" charset="2"/>
              <a:buNone/>
            </a:pPr>
            <a:r>
              <a:rPr lang="en-US" altLang="zh-CN" sz="2400" b="1"/>
              <a:t>FIRST(</a:t>
            </a:r>
            <a:r>
              <a:rPr lang="en-US" altLang="zh-CN" sz="2400" b="1" i="1"/>
              <a:t>E</a:t>
            </a:r>
            <a:r>
              <a:rPr lang="en-US" altLang="zh-CN" sz="2400" b="1"/>
              <a:t>) = FIRST(</a:t>
            </a:r>
            <a:r>
              <a:rPr lang="en-US" altLang="zh-CN" sz="2400" b="1" i="1"/>
              <a:t>T</a:t>
            </a:r>
            <a:r>
              <a:rPr lang="en-US" altLang="zh-CN" sz="2400" b="1"/>
              <a:t>) = FIRST(</a:t>
            </a:r>
            <a:r>
              <a:rPr lang="en-US" altLang="zh-CN" sz="2400" b="1" i="1"/>
              <a:t>F</a:t>
            </a:r>
            <a:r>
              <a:rPr lang="en-US" altLang="zh-CN" sz="2400" b="1"/>
              <a:t>) = { ( , id }</a:t>
            </a:r>
          </a:p>
          <a:p>
            <a:pPr algn="just" eaLnBrk="1" hangingPunct="1">
              <a:spcBef>
                <a:spcPct val="10000"/>
              </a:spcBef>
              <a:buFont typeface="Wingdings" panose="05000000000000000000" pitchFamily="2" charset="2"/>
              <a:buNone/>
            </a:pPr>
            <a:r>
              <a:rPr lang="en-US" altLang="zh-CN" sz="2400" b="1"/>
              <a:t>FIRST(</a:t>
            </a:r>
            <a:r>
              <a:rPr lang="en-US" altLang="zh-CN" sz="2400" b="1" i="1"/>
              <a:t>E </a:t>
            </a:r>
            <a:r>
              <a:rPr lang="en-US" altLang="zh-CN" sz="2400" b="1">
                <a:sym typeface="Symbol" panose="05050102010706020507" pitchFamily="18" charset="2"/>
              </a:rPr>
              <a:t></a:t>
            </a:r>
            <a:r>
              <a:rPr lang="en-US" altLang="zh-CN" sz="2400" b="1"/>
              <a:t>) = {+, </a:t>
            </a:r>
            <a:r>
              <a:rPr lang="en-US" altLang="zh-CN" sz="2400" b="1">
                <a:sym typeface="Symbol" panose="05050102010706020507" pitchFamily="18" charset="2"/>
              </a:rPr>
              <a:t></a:t>
            </a:r>
            <a:r>
              <a:rPr lang="en-US" altLang="zh-CN" sz="2400" b="1"/>
              <a:t>}</a:t>
            </a:r>
          </a:p>
          <a:p>
            <a:pPr algn="just" eaLnBrk="1" hangingPunct="1">
              <a:spcBef>
                <a:spcPct val="10000"/>
              </a:spcBef>
              <a:buFont typeface="Wingdings" panose="05000000000000000000" pitchFamily="2" charset="2"/>
              <a:buNone/>
            </a:pPr>
            <a:r>
              <a:rPr lang="en-US" altLang="zh-CN" sz="2400" b="1"/>
              <a:t>FIRST(</a:t>
            </a:r>
            <a:r>
              <a:rPr lang="en-US" altLang="zh-CN" sz="2400" b="1" i="1"/>
              <a:t>T </a:t>
            </a:r>
            <a:r>
              <a:rPr lang="en-US" altLang="zh-CN" sz="2400" b="1">
                <a:sym typeface="Symbol" panose="05050102010706020507" pitchFamily="18" charset="2"/>
              </a:rPr>
              <a:t></a:t>
            </a:r>
            <a:r>
              <a:rPr lang="en-US" altLang="zh-CN" sz="2400" b="1"/>
              <a:t>) = {</a:t>
            </a:r>
            <a:r>
              <a:rPr lang="en-US" altLang="zh-CN" sz="2400" b="1">
                <a:cs typeface="Times New Roman" panose="02020603050405020304" pitchFamily="18" charset="0"/>
                <a:sym typeface="Symbol" panose="05050102010706020507" pitchFamily="18" charset="2"/>
              </a:rPr>
              <a:t></a:t>
            </a:r>
            <a:r>
              <a:rPr lang="en-US" altLang="zh-CN" sz="2400" b="1"/>
              <a:t>, </a:t>
            </a:r>
            <a:r>
              <a:rPr lang="en-US" altLang="zh-CN" sz="2400" b="1">
                <a:sym typeface="Symbol" panose="05050102010706020507" pitchFamily="18" charset="2"/>
              </a:rPr>
              <a:t></a:t>
            </a:r>
            <a:r>
              <a:rPr lang="en-US" altLang="zh-CN" sz="2400" b="1"/>
              <a:t>}</a:t>
            </a:r>
          </a:p>
          <a:p>
            <a:pPr algn="just" eaLnBrk="1" hangingPunct="1">
              <a:spcBef>
                <a:spcPct val="10000"/>
              </a:spcBef>
              <a:buFont typeface="Wingdings" panose="05000000000000000000" pitchFamily="2" charset="2"/>
              <a:buNone/>
            </a:pPr>
            <a:r>
              <a:rPr lang="en-US" altLang="zh-CN" sz="2400" b="1"/>
              <a:t>FOLLOW(</a:t>
            </a:r>
            <a:r>
              <a:rPr lang="en-US" altLang="zh-CN" sz="2400" b="1" i="1"/>
              <a:t>E</a:t>
            </a:r>
            <a:r>
              <a:rPr lang="en-US" altLang="zh-CN" sz="2400" b="1"/>
              <a:t>) = FOLLOW(</a:t>
            </a:r>
            <a:r>
              <a:rPr lang="en-US" altLang="zh-CN" sz="2400" b="1" i="1"/>
              <a:t>E </a:t>
            </a:r>
            <a:r>
              <a:rPr lang="en-US" altLang="zh-CN" sz="2400" b="1">
                <a:sym typeface="Symbol" panose="05050102010706020507" pitchFamily="18" charset="2"/>
              </a:rPr>
              <a:t></a:t>
            </a:r>
            <a:r>
              <a:rPr lang="en-US" altLang="zh-CN" sz="2400" b="1"/>
              <a:t>) = { ), $}</a:t>
            </a:r>
          </a:p>
          <a:p>
            <a:pPr algn="just" eaLnBrk="1" hangingPunct="1">
              <a:spcBef>
                <a:spcPct val="10000"/>
              </a:spcBef>
              <a:buFont typeface="Wingdings" panose="05000000000000000000" pitchFamily="2" charset="2"/>
              <a:buNone/>
            </a:pPr>
            <a:r>
              <a:rPr lang="en-US" altLang="zh-CN" sz="2400" b="1"/>
              <a:t>FOLLOW(</a:t>
            </a:r>
            <a:r>
              <a:rPr lang="en-US" altLang="zh-CN" sz="2400" b="1" i="1"/>
              <a:t>T</a:t>
            </a:r>
            <a:r>
              <a:rPr lang="en-US" altLang="zh-CN" sz="2400" b="1"/>
              <a:t>) = FOLLOW (</a:t>
            </a:r>
            <a:r>
              <a:rPr lang="en-US" altLang="zh-CN" sz="2400" b="1" i="1"/>
              <a:t>T </a:t>
            </a:r>
            <a:r>
              <a:rPr lang="en-US" altLang="zh-CN" sz="2400" b="1">
                <a:sym typeface="Symbol" panose="05050102010706020507" pitchFamily="18" charset="2"/>
              </a:rPr>
              <a:t></a:t>
            </a:r>
            <a:r>
              <a:rPr lang="en-US" altLang="zh-CN" sz="2400" b="1"/>
              <a:t>) = { +, ), $}</a:t>
            </a:r>
          </a:p>
          <a:p>
            <a:pPr algn="just" eaLnBrk="1" hangingPunct="1">
              <a:spcBef>
                <a:spcPct val="10000"/>
              </a:spcBef>
              <a:buFont typeface="Wingdings" panose="05000000000000000000" pitchFamily="2" charset="2"/>
              <a:buNone/>
            </a:pPr>
            <a:r>
              <a:rPr lang="en-US" altLang="zh-CN" sz="2400" b="1"/>
              <a:t>FOLLOW(</a:t>
            </a:r>
            <a:r>
              <a:rPr lang="en-US" altLang="zh-CN" sz="2400" b="1" i="1"/>
              <a:t>F</a:t>
            </a:r>
            <a:r>
              <a:rPr lang="en-US" altLang="zh-CN" sz="2400" b="1"/>
              <a:t>) = {+, </a:t>
            </a:r>
            <a:r>
              <a:rPr lang="en-US" altLang="zh-CN" sz="2400" b="1">
                <a:cs typeface="Times New Roman" panose="02020603050405020304" pitchFamily="18" charset="0"/>
                <a:sym typeface="Symbol" panose="05050102010706020507" pitchFamily="18" charset="2"/>
              </a:rPr>
              <a:t></a:t>
            </a:r>
            <a:r>
              <a:rPr lang="en-US" altLang="zh-CN" sz="2400" b="1"/>
              <a:t>, ), $} </a:t>
            </a:r>
          </a:p>
          <a:p>
            <a:pPr eaLnBrk="1" hangingPunct="1"/>
            <a:endParaRPr lang="en-US" altLang="zh-CN" sz="2400"/>
          </a:p>
        </p:txBody>
      </p:sp>
      <p:sp>
        <p:nvSpPr>
          <p:cNvPr id="91140" name="Rectangle 4">
            <a:extLst>
              <a:ext uri="{FF2B5EF4-FFF2-40B4-BE49-F238E27FC236}">
                <a16:creationId xmlns:a16="http://schemas.microsoft.com/office/drawing/2014/main" id="{41A460E2-BCDC-48F0-9CB7-ADE2326C93B6}"/>
              </a:ext>
            </a:extLst>
          </p:cNvPr>
          <p:cNvSpPr>
            <a:spLocks noChangeArrowheads="1"/>
          </p:cNvSpPr>
          <p:nvPr/>
        </p:nvSpPr>
        <p:spPr bwMode="auto">
          <a:xfrm>
            <a:off x="5467350" y="1257300"/>
            <a:ext cx="3048000" cy="1752600"/>
          </a:xfrm>
          <a:prstGeom prst="rect">
            <a:avLst/>
          </a:prstGeom>
          <a:solidFill>
            <a:schemeClr val="accent4">
              <a:lumMod val="20000"/>
              <a:lumOff val="80000"/>
            </a:schemeClr>
          </a:solidFill>
          <a:ln>
            <a:headEnd/>
            <a:tailEnd/>
          </a:ln>
        </p:spPr>
        <p:style>
          <a:lnRef idx="2">
            <a:schemeClr val="accent2"/>
          </a:lnRef>
          <a:fillRef idx="1">
            <a:schemeClr val="lt1"/>
          </a:fillRef>
          <a:effectRef idx="0">
            <a:schemeClr val="accent2"/>
          </a:effectRef>
          <a:fontRef idx="minor">
            <a:schemeClr val="dk1"/>
          </a:fontRef>
        </p:style>
        <p:txBody>
          <a:bodyPr wrap="none" lIns="54000" tIns="28800" rIns="54000" bIns="28800" anchor="ctr"/>
          <a:lstStyle>
            <a:lvl1pPr>
              <a:spcBef>
                <a:spcPct val="20000"/>
              </a:spcBef>
              <a:buClr>
                <a:schemeClr val="folHlink"/>
              </a:buClr>
              <a:buSzPct val="60000"/>
              <a:buFont typeface="Wingdings" panose="05000000000000000000" pitchFamily="2" charset="2"/>
              <a:buChar char="n"/>
              <a:defRPr sz="3200">
                <a:solidFill>
                  <a:schemeClr val="tx1"/>
                </a:solidFill>
                <a:latin typeface="Times New Roman" panose="02020603050405020304" pitchFamily="18" charset="0"/>
                <a:ea typeface="黑体" panose="02010609060101010101" pitchFamily="49" charset="-122"/>
              </a:defRPr>
            </a:lvl1pPr>
            <a:lvl2pPr marL="742950" indent="-285750">
              <a:spcBef>
                <a:spcPct val="20000"/>
              </a:spcBef>
              <a:buClr>
                <a:schemeClr val="hlink"/>
              </a:buClr>
              <a:buSzPct val="55000"/>
              <a:buFont typeface="Wingdings" panose="05000000000000000000" pitchFamily="2" charset="2"/>
              <a:buChar char="n"/>
              <a:defRPr sz="2800">
                <a:solidFill>
                  <a:schemeClr val="tx1"/>
                </a:solidFill>
                <a:latin typeface="Times New Roman" panose="02020603050405020304" pitchFamily="18" charset="0"/>
                <a:ea typeface="黑体" panose="02010609060101010101" pitchFamily="49" charset="-122"/>
              </a:defRPr>
            </a:lvl2pPr>
            <a:lvl3pPr marL="1143000" indent="-228600">
              <a:spcBef>
                <a:spcPct val="20000"/>
              </a:spcBef>
              <a:buClr>
                <a:schemeClr val="folHlink"/>
              </a:buClr>
              <a:buSzPct val="50000"/>
              <a:buFont typeface="Wingdings" panose="05000000000000000000" pitchFamily="2" charset="2"/>
              <a:buChar char="n"/>
              <a:defRPr sz="2400">
                <a:solidFill>
                  <a:schemeClr val="tx1"/>
                </a:solidFill>
                <a:latin typeface="Times New Roman" panose="02020603050405020304" pitchFamily="18" charset="0"/>
                <a:ea typeface="黑体" panose="02010609060101010101" pitchFamily="49" charset="-122"/>
              </a:defRPr>
            </a:lvl3pPr>
            <a:lvl4pPr marL="1600200" indent="-228600">
              <a:spcBef>
                <a:spcPct val="20000"/>
              </a:spcBef>
              <a:buClr>
                <a:schemeClr val="accent2"/>
              </a:buClr>
              <a:buSzPct val="55000"/>
              <a:buFont typeface="Wingdings" panose="05000000000000000000" pitchFamily="2" charset="2"/>
              <a:buChar char="n"/>
              <a:defRPr sz="2000">
                <a:solidFill>
                  <a:schemeClr val="tx1"/>
                </a:solidFill>
                <a:latin typeface="Times New Roman" panose="02020603050405020304" pitchFamily="18" charset="0"/>
                <a:ea typeface="黑体" panose="02010609060101010101" pitchFamily="49" charset="-122"/>
              </a:defRPr>
            </a:lvl4pPr>
            <a:lvl5pPr marL="2057400" indent="-228600">
              <a:spcBef>
                <a:spcPct val="20000"/>
              </a:spcBef>
              <a:buClr>
                <a:schemeClr val="accent1"/>
              </a:buClr>
              <a:buSzPct val="50000"/>
              <a:buFont typeface="Wingdings" panose="05000000000000000000" pitchFamily="2" charset="2"/>
              <a:buChar char="n"/>
              <a:defRPr sz="2000">
                <a:solidFill>
                  <a:schemeClr val="tx1"/>
                </a:solidFill>
                <a:latin typeface="Times New Roman" panose="02020603050405020304" pitchFamily="18"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imes New Roman" panose="02020603050405020304" pitchFamily="18"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imes New Roman" panose="02020603050405020304" pitchFamily="18"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imes New Roman" panose="02020603050405020304" pitchFamily="18"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imes New Roman" panose="02020603050405020304" pitchFamily="18" charset="0"/>
                <a:ea typeface="黑体" panose="02010609060101010101" pitchFamily="49" charset="-122"/>
              </a:defRPr>
            </a:lvl9pPr>
          </a:lstStyle>
          <a:p>
            <a:pPr>
              <a:spcBef>
                <a:spcPct val="50000"/>
              </a:spcBef>
              <a:buClrTx/>
              <a:buSzTx/>
              <a:buFontTx/>
              <a:buNone/>
            </a:pPr>
            <a:r>
              <a:rPr lang="zh-CN" altLang="en-US" sz="2400" b="0">
                <a:solidFill>
                  <a:srgbClr val="000000"/>
                </a:solidFill>
                <a:ea typeface="+mn-ea"/>
                <a:cs typeface="Times New Roman" panose="02020603050405020304" pitchFamily="18" charset="0"/>
              </a:rPr>
              <a:t>如果</a:t>
            </a:r>
            <a:r>
              <a:rPr lang="en-US" altLang="zh-CN" sz="2400" b="1">
                <a:solidFill>
                  <a:srgbClr val="000000"/>
                </a:solidFill>
                <a:ea typeface="+mn-ea"/>
                <a:cs typeface="Times New Roman" panose="02020603050405020304" pitchFamily="18" charset="0"/>
              </a:rPr>
              <a:t>M[</a:t>
            </a:r>
            <a:r>
              <a:rPr lang="en-US" altLang="zh-CN" sz="2400" b="1" i="1" err="1">
                <a:solidFill>
                  <a:srgbClr val="000000"/>
                </a:solidFill>
                <a:ea typeface="+mn-ea"/>
                <a:cs typeface="Times New Roman" panose="02020603050405020304" pitchFamily="18" charset="0"/>
              </a:rPr>
              <a:t>A</a:t>
            </a:r>
            <a:r>
              <a:rPr lang="en-US" altLang="zh-CN" sz="2400" b="1" err="1">
                <a:solidFill>
                  <a:srgbClr val="000000"/>
                </a:solidFill>
                <a:ea typeface="+mn-ea"/>
                <a:cs typeface="Times New Roman" panose="02020603050405020304" pitchFamily="18" charset="0"/>
              </a:rPr>
              <a:t>,</a:t>
            </a:r>
            <a:r>
              <a:rPr lang="en-US" altLang="zh-CN" sz="2400" b="1" i="1" err="1">
                <a:solidFill>
                  <a:srgbClr val="000000"/>
                </a:solidFill>
                <a:ea typeface="+mn-ea"/>
                <a:cs typeface="Times New Roman" panose="02020603050405020304" pitchFamily="18" charset="0"/>
              </a:rPr>
              <a:t>a</a:t>
            </a:r>
            <a:r>
              <a:rPr lang="en-US" altLang="zh-CN" sz="2400" b="1">
                <a:solidFill>
                  <a:srgbClr val="000000"/>
                </a:solidFill>
                <a:ea typeface="+mn-ea"/>
                <a:cs typeface="Times New Roman" panose="02020603050405020304" pitchFamily="18" charset="0"/>
              </a:rPr>
              <a:t>]</a:t>
            </a:r>
            <a:r>
              <a:rPr lang="zh-CN" altLang="en-US" sz="2400" b="0">
                <a:solidFill>
                  <a:srgbClr val="000000"/>
                </a:solidFill>
                <a:ea typeface="+mn-ea"/>
                <a:cs typeface="Times New Roman" panose="02020603050405020304" pitchFamily="18" charset="0"/>
              </a:rPr>
              <a:t>为空</a:t>
            </a:r>
            <a:r>
              <a:rPr lang="zh-CN" altLang="en-US" sz="2400">
                <a:solidFill>
                  <a:srgbClr val="000000"/>
                </a:solidFill>
                <a:ea typeface="+mn-ea"/>
                <a:cs typeface="Times New Roman" panose="02020603050405020304" pitchFamily="18" charset="0"/>
              </a:rPr>
              <a:t>，</a:t>
            </a:r>
          </a:p>
          <a:p>
            <a:pPr>
              <a:spcBef>
                <a:spcPct val="0"/>
              </a:spcBef>
              <a:buClrTx/>
              <a:buSzTx/>
              <a:buFontTx/>
              <a:buNone/>
            </a:pPr>
            <a:r>
              <a:rPr lang="zh-CN" altLang="en-US" sz="2400" b="0">
                <a:solidFill>
                  <a:srgbClr val="000000"/>
                </a:solidFill>
                <a:ea typeface="+mn-ea"/>
                <a:cs typeface="Times New Roman" panose="02020603050405020304" pitchFamily="18" charset="0"/>
              </a:rPr>
              <a:t>且</a:t>
            </a:r>
            <a:r>
              <a:rPr lang="en-US" altLang="zh-CN" sz="2400" b="1" i="1" err="1">
                <a:solidFill>
                  <a:srgbClr val="000000"/>
                </a:solidFill>
                <a:ea typeface="+mn-ea"/>
                <a:cs typeface="Times New Roman" panose="02020603050405020304" pitchFamily="18" charset="0"/>
              </a:rPr>
              <a:t>a</a:t>
            </a:r>
            <a:r>
              <a:rPr lang="en-US" altLang="zh-CN" sz="2400" b="1" err="1">
                <a:solidFill>
                  <a:srgbClr val="000000"/>
                </a:solidFill>
                <a:ea typeface="+mn-ea"/>
                <a:cs typeface="Times New Roman" panose="02020603050405020304" pitchFamily="18" charset="0"/>
                <a:sym typeface="Symbol" panose="05050102010706020507" pitchFamily="18" charset="2"/>
              </a:rPr>
              <a:t></a:t>
            </a:r>
            <a:r>
              <a:rPr lang="en-US" altLang="zh-CN" sz="2400" b="1" err="1">
                <a:solidFill>
                  <a:srgbClr val="000000"/>
                </a:solidFill>
                <a:ea typeface="+mn-ea"/>
                <a:cs typeface="Times New Roman" panose="02020603050405020304" pitchFamily="18" charset="0"/>
              </a:rPr>
              <a:t>FOLLOW</a:t>
            </a:r>
            <a:r>
              <a:rPr lang="en-US" altLang="zh-CN" sz="2400" b="1">
                <a:solidFill>
                  <a:srgbClr val="000000"/>
                </a:solidFill>
                <a:ea typeface="+mn-ea"/>
                <a:cs typeface="Times New Roman" panose="02020603050405020304" pitchFamily="18" charset="0"/>
              </a:rPr>
              <a:t>(</a:t>
            </a:r>
            <a:r>
              <a:rPr lang="en-US" altLang="zh-CN" sz="2400" b="1" i="1">
                <a:solidFill>
                  <a:srgbClr val="000000"/>
                </a:solidFill>
                <a:ea typeface="+mn-ea"/>
                <a:cs typeface="Times New Roman" panose="02020603050405020304" pitchFamily="18" charset="0"/>
              </a:rPr>
              <a:t>A</a:t>
            </a:r>
            <a:r>
              <a:rPr lang="en-US" altLang="zh-CN" sz="2400" b="1">
                <a:solidFill>
                  <a:srgbClr val="000000"/>
                </a:solidFill>
                <a:ea typeface="+mn-ea"/>
                <a:cs typeface="Times New Roman" panose="02020603050405020304" pitchFamily="18" charset="0"/>
              </a:rPr>
              <a:t>),</a:t>
            </a:r>
          </a:p>
          <a:p>
            <a:pPr>
              <a:spcBef>
                <a:spcPct val="50000"/>
              </a:spcBef>
              <a:buClrTx/>
              <a:buSzTx/>
              <a:buFontTx/>
              <a:buNone/>
            </a:pPr>
            <a:r>
              <a:rPr lang="zh-CN" altLang="en-US" sz="2400" b="0">
                <a:solidFill>
                  <a:srgbClr val="000000"/>
                </a:solidFill>
                <a:ea typeface="+mn-ea"/>
                <a:cs typeface="Times New Roman" panose="02020603050405020304" pitchFamily="18" charset="0"/>
              </a:rPr>
              <a:t>则</a:t>
            </a:r>
            <a:r>
              <a:rPr lang="en-US" altLang="zh-CN" sz="2400" b="1">
                <a:solidFill>
                  <a:srgbClr val="000000"/>
                </a:solidFill>
                <a:ea typeface="+mn-ea"/>
                <a:cs typeface="Times New Roman" panose="02020603050405020304" pitchFamily="18" charset="0"/>
              </a:rPr>
              <a:t>M[</a:t>
            </a:r>
            <a:r>
              <a:rPr lang="en-US" altLang="zh-CN" sz="2400" b="1" i="1" err="1">
                <a:solidFill>
                  <a:srgbClr val="000000"/>
                </a:solidFill>
                <a:ea typeface="+mn-ea"/>
                <a:cs typeface="Times New Roman" panose="02020603050405020304" pitchFamily="18" charset="0"/>
              </a:rPr>
              <a:t>A</a:t>
            </a:r>
            <a:r>
              <a:rPr lang="en-US" altLang="zh-CN" sz="2400" b="1" err="1">
                <a:solidFill>
                  <a:srgbClr val="000000"/>
                </a:solidFill>
                <a:ea typeface="+mn-ea"/>
                <a:cs typeface="Times New Roman" panose="02020603050405020304" pitchFamily="18" charset="0"/>
              </a:rPr>
              <a:t>,</a:t>
            </a:r>
            <a:r>
              <a:rPr lang="en-US" altLang="zh-CN" sz="2400" b="1" i="1" err="1">
                <a:solidFill>
                  <a:srgbClr val="000000"/>
                </a:solidFill>
                <a:ea typeface="+mn-ea"/>
                <a:cs typeface="Times New Roman" panose="02020603050405020304" pitchFamily="18" charset="0"/>
              </a:rPr>
              <a:t>a</a:t>
            </a:r>
            <a:r>
              <a:rPr lang="en-US" altLang="zh-CN" sz="2400" b="1">
                <a:solidFill>
                  <a:srgbClr val="000000"/>
                </a:solidFill>
                <a:ea typeface="+mn-ea"/>
                <a:cs typeface="Times New Roman" panose="02020603050405020304" pitchFamily="18" charset="0"/>
              </a:rPr>
              <a:t>]</a:t>
            </a:r>
            <a:r>
              <a:rPr lang="zh-CN" altLang="en-US" sz="2400" b="0">
                <a:solidFill>
                  <a:srgbClr val="000000"/>
                </a:solidFill>
                <a:ea typeface="+mn-ea"/>
                <a:cs typeface="Times New Roman" panose="02020603050405020304" pitchFamily="18" charset="0"/>
              </a:rPr>
              <a:t>为</a:t>
            </a:r>
            <a:r>
              <a:rPr lang="en-US" altLang="zh-CN" sz="2400" b="1">
                <a:ea typeface="+mn-ea"/>
                <a:cs typeface="Times New Roman" panose="02020603050405020304" pitchFamily="18" charset="0"/>
              </a:rPr>
              <a:t>synch</a:t>
            </a:r>
          </a:p>
        </p:txBody>
      </p:sp>
      <p:sp>
        <p:nvSpPr>
          <p:cNvPr id="2" name="日期占位符 1">
            <a:extLst>
              <a:ext uri="{FF2B5EF4-FFF2-40B4-BE49-F238E27FC236}">
                <a16:creationId xmlns:a16="http://schemas.microsoft.com/office/drawing/2014/main" id="{6CA27935-404A-657D-387C-56F3B32B931A}"/>
              </a:ext>
            </a:extLst>
          </p:cNvPr>
          <p:cNvSpPr>
            <a:spLocks noGrp="1"/>
          </p:cNvSpPr>
          <p:nvPr>
            <p:ph type="dt" sz="half" idx="10"/>
          </p:nvPr>
        </p:nvSpPr>
        <p:spPr/>
        <p:txBody>
          <a:bodyPr/>
          <a:lstStyle/>
          <a:p>
            <a:fld id="{F2BE1E01-63A5-46F0-B4C7-3C89F3A81BF9}" type="datetime2">
              <a:rPr lang="zh-CN" altLang="en-US" smtClean="0"/>
              <a:pPr/>
              <a:t>2025年11月26日</a:t>
            </a:fld>
            <a:endParaRPr lang="zh-CN" altLang="en-US"/>
          </a:p>
        </p:txBody>
      </p:sp>
      <p:sp>
        <p:nvSpPr>
          <p:cNvPr id="3" name="页脚占位符 2">
            <a:extLst>
              <a:ext uri="{FF2B5EF4-FFF2-40B4-BE49-F238E27FC236}">
                <a16:creationId xmlns:a16="http://schemas.microsoft.com/office/drawing/2014/main" id="{D25FEEF4-B378-CE48-FDAE-71B251F56D78}"/>
              </a:ext>
            </a:extLst>
          </p:cNvPr>
          <p:cNvSpPr>
            <a:spLocks noGrp="1"/>
          </p:cNvSpPr>
          <p:nvPr>
            <p:ph type="ftr" sz="quarter" idx="11"/>
          </p:nvPr>
        </p:nvSpPr>
        <p:spPr/>
        <p:txBody>
          <a:bodyPr/>
          <a:lstStyle/>
          <a:p>
            <a:r>
              <a:rPr lang="zh-CN" altLang="en-US"/>
              <a:t>编译原理</a:t>
            </a:r>
            <a:r>
              <a:rPr lang="en-US" altLang="zh-CN"/>
              <a:t>-</a:t>
            </a:r>
            <a:r>
              <a:rPr lang="zh-CN" altLang="en-US"/>
              <a:t>王欣捷</a:t>
            </a:r>
            <a:r>
              <a:rPr lang="en-US" altLang="zh-CN"/>
              <a:t>-</a:t>
            </a:r>
            <a:r>
              <a:rPr lang="zh-CN" altLang="en-US"/>
              <a:t>第三章 语法分析</a:t>
            </a:r>
            <a:r>
              <a:rPr lang="en-US" altLang="zh-CN"/>
              <a:t>(4)</a:t>
            </a:r>
            <a:endParaRPr lang="zh-CN" altLang="en-US"/>
          </a:p>
        </p:txBody>
      </p:sp>
      <p:sp>
        <p:nvSpPr>
          <p:cNvPr id="4" name="灯片编号占位符 3">
            <a:extLst>
              <a:ext uri="{FF2B5EF4-FFF2-40B4-BE49-F238E27FC236}">
                <a16:creationId xmlns:a16="http://schemas.microsoft.com/office/drawing/2014/main" id="{BC86007C-1C66-7ABB-3214-9011848B2601}"/>
              </a:ext>
            </a:extLst>
          </p:cNvPr>
          <p:cNvSpPr>
            <a:spLocks noGrp="1"/>
          </p:cNvSpPr>
          <p:nvPr>
            <p:ph type="sldNum" sz="quarter" idx="12"/>
          </p:nvPr>
        </p:nvSpPr>
        <p:spPr/>
        <p:txBody>
          <a:bodyPr/>
          <a:lstStyle/>
          <a:p>
            <a:fld id="{094DEB03-EFC6-4C20-8FC8-295189A5386F}" type="slidenum">
              <a:rPr lang="zh-CN" altLang="en-US" smtClean="0"/>
              <a:pPr/>
              <a:t>83</a:t>
            </a:fld>
            <a:endParaRPr lang="zh-CN" altLang="en-US"/>
          </a:p>
        </p:txBody>
      </p:sp>
    </p:spTree>
  </p:cSld>
  <p:clrMapOvr>
    <a:masterClrMapping/>
  </p:clrMapOvr>
</p:sld>
</file>

<file path=ppt/slides/slide8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2162" name="Rectangle 2">
            <a:extLst>
              <a:ext uri="{FF2B5EF4-FFF2-40B4-BE49-F238E27FC236}">
                <a16:creationId xmlns:a16="http://schemas.microsoft.com/office/drawing/2014/main" id="{8590BF92-3E3E-48F0-8474-E367970D13C7}"/>
              </a:ext>
            </a:extLst>
          </p:cNvPr>
          <p:cNvSpPr>
            <a:spLocks noGrp="1" noChangeArrowheads="1"/>
          </p:cNvSpPr>
          <p:nvPr>
            <p:ph type="title"/>
          </p:nvPr>
        </p:nvSpPr>
        <p:spPr/>
        <p:txBody>
          <a:bodyPr/>
          <a:lstStyle/>
          <a:p>
            <a:pPr eaLnBrk="1" hangingPunct="1"/>
            <a:r>
              <a:rPr lang="en-US" altLang="zh-CN"/>
              <a:t>3.3.6 </a:t>
            </a:r>
            <a:r>
              <a:rPr lang="zh-CN" altLang="en-US"/>
              <a:t>预测分析的错误恢复</a:t>
            </a:r>
          </a:p>
        </p:txBody>
      </p:sp>
      <p:graphicFrame>
        <p:nvGraphicFramePr>
          <p:cNvPr id="6" name="Group 3">
            <a:extLst>
              <a:ext uri="{FF2B5EF4-FFF2-40B4-BE49-F238E27FC236}">
                <a16:creationId xmlns:a16="http://schemas.microsoft.com/office/drawing/2014/main" id="{26BD1E9D-8FC1-4293-9E1F-5DC520329DA0}"/>
              </a:ext>
            </a:extLst>
          </p:cNvPr>
          <p:cNvGraphicFramePr>
            <a:graphicFrameLocks/>
          </p:cNvGraphicFramePr>
          <p:nvPr>
            <p:extLst>
              <p:ext uri="{D42A27DB-BD31-4B8C-83A1-F6EECF244321}">
                <p14:modId xmlns:p14="http://schemas.microsoft.com/office/powerpoint/2010/main" val="2597665594"/>
              </p:ext>
            </p:extLst>
          </p:nvPr>
        </p:nvGraphicFramePr>
        <p:xfrm>
          <a:off x="208756" y="2160000"/>
          <a:ext cx="8726488" cy="4114803"/>
        </p:xfrm>
        <a:graphic>
          <a:graphicData uri="http://schemas.openxmlformats.org/drawingml/2006/table">
            <a:tbl>
              <a:tblPr/>
              <a:tblGrid>
                <a:gridCol w="1066800">
                  <a:extLst>
                    <a:ext uri="{9D8B030D-6E8A-4147-A177-3AD203B41FA5}">
                      <a16:colId xmlns:a16="http://schemas.microsoft.com/office/drawing/2014/main" val="20000"/>
                    </a:ext>
                  </a:extLst>
                </a:gridCol>
                <a:gridCol w="1295400">
                  <a:extLst>
                    <a:ext uri="{9D8B030D-6E8A-4147-A177-3AD203B41FA5}">
                      <a16:colId xmlns:a16="http://schemas.microsoft.com/office/drawing/2014/main" val="20001"/>
                    </a:ext>
                  </a:extLst>
                </a:gridCol>
                <a:gridCol w="1379538">
                  <a:extLst>
                    <a:ext uri="{9D8B030D-6E8A-4147-A177-3AD203B41FA5}">
                      <a16:colId xmlns:a16="http://schemas.microsoft.com/office/drawing/2014/main" val="20002"/>
                    </a:ext>
                  </a:extLst>
                </a:gridCol>
                <a:gridCol w="1516062">
                  <a:extLst>
                    <a:ext uri="{9D8B030D-6E8A-4147-A177-3AD203B41FA5}">
                      <a16:colId xmlns:a16="http://schemas.microsoft.com/office/drawing/2014/main" val="20003"/>
                    </a:ext>
                  </a:extLst>
                </a:gridCol>
                <a:gridCol w="1143000">
                  <a:extLst>
                    <a:ext uri="{9D8B030D-6E8A-4147-A177-3AD203B41FA5}">
                      <a16:colId xmlns:a16="http://schemas.microsoft.com/office/drawing/2014/main" val="20004"/>
                    </a:ext>
                  </a:extLst>
                </a:gridCol>
                <a:gridCol w="1219200">
                  <a:extLst>
                    <a:ext uri="{9D8B030D-6E8A-4147-A177-3AD203B41FA5}">
                      <a16:colId xmlns:a16="http://schemas.microsoft.com/office/drawing/2014/main" val="20005"/>
                    </a:ext>
                  </a:extLst>
                </a:gridCol>
                <a:gridCol w="1106488">
                  <a:extLst>
                    <a:ext uri="{9D8B030D-6E8A-4147-A177-3AD203B41FA5}">
                      <a16:colId xmlns:a16="http://schemas.microsoft.com/office/drawing/2014/main" val="20006"/>
                    </a:ext>
                  </a:extLst>
                </a:gridCol>
              </a:tblGrid>
              <a:tr h="588963">
                <a:tc rowSpan="2">
                  <a:txBody>
                    <a:bodyPr/>
                    <a:lstStyle>
                      <a:lvl1pPr algn="l">
                        <a:spcBef>
                          <a:spcPct val="20000"/>
                        </a:spcBef>
                        <a:buClr>
                          <a:schemeClr val="folHlink"/>
                        </a:buClr>
                        <a:buSzPct val="60000"/>
                        <a:buFont typeface="Wingdings" panose="05000000000000000000" pitchFamily="2" charset="2"/>
                        <a:defRPr sz="2800">
                          <a:solidFill>
                            <a:schemeClr val="tx1"/>
                          </a:solidFill>
                          <a:latin typeface="Times New Roman" panose="02020603050405020304" pitchFamily="18" charset="0"/>
                          <a:ea typeface="黑体" panose="02010609060101010101" pitchFamily="49" charset="-122"/>
                        </a:defRPr>
                      </a:lvl1pPr>
                      <a:lvl2pPr marL="742950" indent="-285750" algn="l">
                        <a:spcBef>
                          <a:spcPct val="20000"/>
                        </a:spcBef>
                        <a:buClr>
                          <a:schemeClr val="hlink"/>
                        </a:buClr>
                        <a:buSzPct val="55000"/>
                        <a:buFont typeface="Wingdings" panose="05000000000000000000" pitchFamily="2" charset="2"/>
                        <a:defRPr sz="2400">
                          <a:solidFill>
                            <a:schemeClr val="tx1"/>
                          </a:solidFill>
                          <a:latin typeface="Times New Roman" panose="02020603050405020304" pitchFamily="18" charset="0"/>
                          <a:ea typeface="黑体" panose="02010609060101010101" pitchFamily="49" charset="-122"/>
                        </a:defRPr>
                      </a:lvl2pPr>
                      <a:lvl3pPr marL="1143000" indent="-228600" algn="l">
                        <a:spcBef>
                          <a:spcPct val="20000"/>
                        </a:spcBef>
                        <a:buClr>
                          <a:schemeClr val="folHlink"/>
                        </a:buClr>
                        <a:buSzPct val="50000"/>
                        <a:buFont typeface="Wingdings" panose="05000000000000000000" pitchFamily="2" charset="2"/>
                        <a:defRPr sz="2000">
                          <a:solidFill>
                            <a:schemeClr val="tx1"/>
                          </a:solidFill>
                          <a:latin typeface="Times New Roman" panose="02020603050405020304" pitchFamily="18" charset="0"/>
                          <a:ea typeface="黑体" panose="02010609060101010101" pitchFamily="49" charset="-122"/>
                        </a:defRPr>
                      </a:lvl3pPr>
                      <a:lvl4pPr marL="1600200" indent="-228600" algn="l">
                        <a:spcBef>
                          <a:spcPct val="20000"/>
                        </a:spcBef>
                        <a:buClr>
                          <a:schemeClr val="accent2"/>
                        </a:buClr>
                        <a:buSzPct val="55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4pPr>
                      <a:lvl5pPr marL="2057400" indent="-228600" algn="l">
                        <a:spcBef>
                          <a:spcPct val="20000"/>
                        </a:spcBef>
                        <a:buClr>
                          <a:schemeClr val="accent1"/>
                        </a:buClr>
                        <a:buSzPct val="50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9p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r>
                        <a:rPr kumimoji="0" lang="zh-CN" altLang="en-US" sz="2400" b="0" i="0" u="none" strike="noStrike" cap="none" normalizeH="0" baseline="0">
                          <a:ln>
                            <a:noFill/>
                          </a:ln>
                          <a:solidFill>
                            <a:schemeClr val="tx1"/>
                          </a:solidFill>
                          <a:effectLst/>
                          <a:latin typeface="Times New Roman" panose="02020603050405020304" pitchFamily="18" charset="0"/>
                          <a:ea typeface="黑体" panose="02010609060101010101" pitchFamily="49" charset="-122"/>
                        </a:rPr>
                        <a:t>非 终结 符</a:t>
                      </a:r>
                    </a:p>
                  </a:txBody>
                  <a:tcPr marL="54000" marR="54000" marT="28800" marB="28800" anchor="ct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gridSpan="6">
                  <a:txBody>
                    <a:bodyPr/>
                    <a:lstStyle>
                      <a:lvl1pPr algn="l">
                        <a:spcBef>
                          <a:spcPct val="20000"/>
                        </a:spcBef>
                        <a:buClr>
                          <a:schemeClr val="folHlink"/>
                        </a:buClr>
                        <a:buSzPct val="60000"/>
                        <a:buFont typeface="Wingdings" panose="05000000000000000000" pitchFamily="2" charset="2"/>
                        <a:defRPr sz="2800">
                          <a:solidFill>
                            <a:schemeClr val="tx1"/>
                          </a:solidFill>
                          <a:latin typeface="Times New Roman" panose="02020603050405020304" pitchFamily="18" charset="0"/>
                          <a:ea typeface="黑体" panose="02010609060101010101" pitchFamily="49" charset="-122"/>
                        </a:defRPr>
                      </a:lvl1pPr>
                      <a:lvl2pPr marL="742950" indent="-285750" algn="l">
                        <a:spcBef>
                          <a:spcPct val="20000"/>
                        </a:spcBef>
                        <a:buClr>
                          <a:schemeClr val="hlink"/>
                        </a:buClr>
                        <a:buSzPct val="55000"/>
                        <a:buFont typeface="Wingdings" panose="05000000000000000000" pitchFamily="2" charset="2"/>
                        <a:defRPr sz="2400">
                          <a:solidFill>
                            <a:schemeClr val="tx1"/>
                          </a:solidFill>
                          <a:latin typeface="Times New Roman" panose="02020603050405020304" pitchFamily="18" charset="0"/>
                          <a:ea typeface="黑体" panose="02010609060101010101" pitchFamily="49" charset="-122"/>
                        </a:defRPr>
                      </a:lvl2pPr>
                      <a:lvl3pPr marL="1143000" indent="-228600" algn="l">
                        <a:spcBef>
                          <a:spcPct val="20000"/>
                        </a:spcBef>
                        <a:buClr>
                          <a:schemeClr val="folHlink"/>
                        </a:buClr>
                        <a:buSzPct val="50000"/>
                        <a:buFont typeface="Wingdings" panose="05000000000000000000" pitchFamily="2" charset="2"/>
                        <a:defRPr sz="2000">
                          <a:solidFill>
                            <a:schemeClr val="tx1"/>
                          </a:solidFill>
                          <a:latin typeface="Times New Roman" panose="02020603050405020304" pitchFamily="18" charset="0"/>
                          <a:ea typeface="黑体" panose="02010609060101010101" pitchFamily="49" charset="-122"/>
                        </a:defRPr>
                      </a:lvl3pPr>
                      <a:lvl4pPr marL="1600200" indent="-228600" algn="l">
                        <a:spcBef>
                          <a:spcPct val="20000"/>
                        </a:spcBef>
                        <a:buClr>
                          <a:schemeClr val="accent2"/>
                        </a:buClr>
                        <a:buSzPct val="55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4pPr>
                      <a:lvl5pPr marL="2057400" indent="-228600" algn="l">
                        <a:spcBef>
                          <a:spcPct val="20000"/>
                        </a:spcBef>
                        <a:buClr>
                          <a:schemeClr val="accent1"/>
                        </a:buClr>
                        <a:buSzPct val="50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9p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r>
                        <a:rPr kumimoji="0" lang="zh-CN" altLang="en-US" sz="2400" b="0" i="0" u="none" strike="noStrike" cap="none" normalizeH="0" baseline="0">
                          <a:ln>
                            <a:noFill/>
                          </a:ln>
                          <a:solidFill>
                            <a:schemeClr val="tx1"/>
                          </a:solidFill>
                          <a:effectLst/>
                          <a:latin typeface="Times New Roman" panose="02020603050405020304" pitchFamily="18" charset="0"/>
                          <a:ea typeface="黑体" panose="02010609060101010101" pitchFamily="49" charset="-122"/>
                        </a:rPr>
                        <a:t>输 入 符 号</a:t>
                      </a:r>
                    </a:p>
                  </a:txBody>
                  <a:tcPr marL="54000" marR="54000" marT="28800" marB="28800" anchor="ct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extLst>
                  <a:ext uri="{0D108BD9-81ED-4DB2-BD59-A6C34878D82A}">
                    <a16:rowId xmlns:a16="http://schemas.microsoft.com/office/drawing/2014/main" val="10000"/>
                  </a:ext>
                </a:extLst>
              </a:tr>
              <a:tr h="585788">
                <a:tc vMerge="1">
                  <a:txBody>
                    <a:bodyPr/>
                    <a:lstStyle/>
                    <a:p>
                      <a:endParaRPr lang="zh-CN" altLang="en-US"/>
                    </a:p>
                  </a:txBody>
                  <a:tcPr/>
                </a:tc>
                <a:tc>
                  <a:txBody>
                    <a:bodyPr/>
                    <a:lstStyle>
                      <a:lvl1pPr algn="l">
                        <a:spcBef>
                          <a:spcPct val="20000"/>
                        </a:spcBef>
                        <a:buClr>
                          <a:schemeClr val="folHlink"/>
                        </a:buClr>
                        <a:buSzPct val="60000"/>
                        <a:buFont typeface="Wingdings" panose="05000000000000000000" pitchFamily="2" charset="2"/>
                        <a:defRPr sz="2800">
                          <a:solidFill>
                            <a:schemeClr val="tx1"/>
                          </a:solidFill>
                          <a:latin typeface="Times New Roman" panose="02020603050405020304" pitchFamily="18" charset="0"/>
                          <a:ea typeface="黑体" panose="02010609060101010101" pitchFamily="49" charset="-122"/>
                        </a:defRPr>
                      </a:lvl1pPr>
                      <a:lvl2pPr marL="742950" indent="-285750" algn="l">
                        <a:spcBef>
                          <a:spcPct val="20000"/>
                        </a:spcBef>
                        <a:buClr>
                          <a:schemeClr val="hlink"/>
                        </a:buClr>
                        <a:buSzPct val="55000"/>
                        <a:buFont typeface="Wingdings" panose="05000000000000000000" pitchFamily="2" charset="2"/>
                        <a:defRPr sz="2400">
                          <a:solidFill>
                            <a:schemeClr val="tx1"/>
                          </a:solidFill>
                          <a:latin typeface="Times New Roman" panose="02020603050405020304" pitchFamily="18" charset="0"/>
                          <a:ea typeface="黑体" panose="02010609060101010101" pitchFamily="49" charset="-122"/>
                        </a:defRPr>
                      </a:lvl2pPr>
                      <a:lvl3pPr marL="1143000" indent="-228600" algn="l">
                        <a:spcBef>
                          <a:spcPct val="20000"/>
                        </a:spcBef>
                        <a:buClr>
                          <a:schemeClr val="folHlink"/>
                        </a:buClr>
                        <a:buSzPct val="50000"/>
                        <a:buFont typeface="Wingdings" panose="05000000000000000000" pitchFamily="2" charset="2"/>
                        <a:defRPr sz="2000">
                          <a:solidFill>
                            <a:schemeClr val="tx1"/>
                          </a:solidFill>
                          <a:latin typeface="Times New Roman" panose="02020603050405020304" pitchFamily="18" charset="0"/>
                          <a:ea typeface="黑体" panose="02010609060101010101" pitchFamily="49" charset="-122"/>
                        </a:defRPr>
                      </a:lvl3pPr>
                      <a:lvl4pPr marL="1600200" indent="-228600" algn="l">
                        <a:spcBef>
                          <a:spcPct val="20000"/>
                        </a:spcBef>
                        <a:buClr>
                          <a:schemeClr val="accent2"/>
                        </a:buClr>
                        <a:buSzPct val="55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4pPr>
                      <a:lvl5pPr marL="2057400" indent="-228600" algn="l">
                        <a:spcBef>
                          <a:spcPct val="20000"/>
                        </a:spcBef>
                        <a:buClr>
                          <a:schemeClr val="accent1"/>
                        </a:buClr>
                        <a:buSzPct val="50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9p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r>
                        <a:rPr kumimoji="0" lang="en-US" altLang="zh-CN" sz="2400" b="1" i="0" u="none" strike="noStrike" cap="none" normalizeH="0" baseline="0">
                          <a:ln>
                            <a:noFill/>
                          </a:ln>
                          <a:solidFill>
                            <a:schemeClr val="tx1"/>
                          </a:solidFill>
                          <a:effectLst/>
                          <a:latin typeface="Times New Roman" panose="02020603050405020304" pitchFamily="18" charset="0"/>
                          <a:ea typeface="黑体" panose="02010609060101010101" pitchFamily="49" charset="-122"/>
                        </a:rPr>
                        <a:t>id</a:t>
                      </a:r>
                    </a:p>
                  </a:txBody>
                  <a:tcPr marL="54000" marR="54000" marT="28800" marB="2880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lgn="l">
                        <a:spcBef>
                          <a:spcPct val="20000"/>
                        </a:spcBef>
                        <a:buClr>
                          <a:schemeClr val="folHlink"/>
                        </a:buClr>
                        <a:buSzPct val="60000"/>
                        <a:buFont typeface="Wingdings" panose="05000000000000000000" pitchFamily="2" charset="2"/>
                        <a:defRPr sz="2800">
                          <a:solidFill>
                            <a:schemeClr val="tx1"/>
                          </a:solidFill>
                          <a:latin typeface="Times New Roman" panose="02020603050405020304" pitchFamily="18" charset="0"/>
                          <a:ea typeface="黑体" panose="02010609060101010101" pitchFamily="49" charset="-122"/>
                        </a:defRPr>
                      </a:lvl1pPr>
                      <a:lvl2pPr marL="742950" indent="-285750" algn="l">
                        <a:spcBef>
                          <a:spcPct val="20000"/>
                        </a:spcBef>
                        <a:buClr>
                          <a:schemeClr val="hlink"/>
                        </a:buClr>
                        <a:buSzPct val="55000"/>
                        <a:buFont typeface="Wingdings" panose="05000000000000000000" pitchFamily="2" charset="2"/>
                        <a:defRPr sz="2400">
                          <a:solidFill>
                            <a:schemeClr val="tx1"/>
                          </a:solidFill>
                          <a:latin typeface="Times New Roman" panose="02020603050405020304" pitchFamily="18" charset="0"/>
                          <a:ea typeface="黑体" panose="02010609060101010101" pitchFamily="49" charset="-122"/>
                        </a:defRPr>
                      </a:lvl2pPr>
                      <a:lvl3pPr marL="1143000" indent="-228600" algn="l">
                        <a:spcBef>
                          <a:spcPct val="20000"/>
                        </a:spcBef>
                        <a:buClr>
                          <a:schemeClr val="folHlink"/>
                        </a:buClr>
                        <a:buSzPct val="50000"/>
                        <a:buFont typeface="Wingdings" panose="05000000000000000000" pitchFamily="2" charset="2"/>
                        <a:defRPr sz="2000">
                          <a:solidFill>
                            <a:schemeClr val="tx1"/>
                          </a:solidFill>
                          <a:latin typeface="Times New Roman" panose="02020603050405020304" pitchFamily="18" charset="0"/>
                          <a:ea typeface="黑体" panose="02010609060101010101" pitchFamily="49" charset="-122"/>
                        </a:defRPr>
                      </a:lvl3pPr>
                      <a:lvl4pPr marL="1600200" indent="-228600" algn="l">
                        <a:spcBef>
                          <a:spcPct val="20000"/>
                        </a:spcBef>
                        <a:buClr>
                          <a:schemeClr val="accent2"/>
                        </a:buClr>
                        <a:buSzPct val="55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4pPr>
                      <a:lvl5pPr marL="2057400" indent="-228600" algn="l">
                        <a:spcBef>
                          <a:spcPct val="20000"/>
                        </a:spcBef>
                        <a:buClr>
                          <a:schemeClr val="accent1"/>
                        </a:buClr>
                        <a:buSzPct val="50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9p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r>
                        <a:rPr kumimoji="0" lang="en-US" altLang="zh-CN" sz="2400" b="1" i="0" u="none" strike="noStrike" cap="none" normalizeH="0" baseline="0">
                          <a:ln>
                            <a:noFill/>
                          </a:ln>
                          <a:solidFill>
                            <a:schemeClr val="tx1"/>
                          </a:solidFill>
                          <a:effectLst/>
                          <a:latin typeface="Times New Roman" panose="02020603050405020304" pitchFamily="18" charset="0"/>
                          <a:ea typeface="黑体" panose="02010609060101010101" pitchFamily="49" charset="-122"/>
                        </a:rPr>
                        <a:t>+</a:t>
                      </a:r>
                    </a:p>
                  </a:txBody>
                  <a:tcPr marL="54000" marR="54000" marT="28800" marB="2880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lgn="l">
                        <a:spcBef>
                          <a:spcPct val="20000"/>
                        </a:spcBef>
                        <a:buClr>
                          <a:schemeClr val="folHlink"/>
                        </a:buClr>
                        <a:buSzPct val="60000"/>
                        <a:buFont typeface="Wingdings" panose="05000000000000000000" pitchFamily="2" charset="2"/>
                        <a:defRPr sz="2800">
                          <a:solidFill>
                            <a:schemeClr val="tx1"/>
                          </a:solidFill>
                          <a:latin typeface="Times New Roman" panose="02020603050405020304" pitchFamily="18" charset="0"/>
                          <a:ea typeface="黑体" panose="02010609060101010101" pitchFamily="49" charset="-122"/>
                        </a:defRPr>
                      </a:lvl1pPr>
                      <a:lvl2pPr marL="742950" indent="-285750" algn="l">
                        <a:spcBef>
                          <a:spcPct val="20000"/>
                        </a:spcBef>
                        <a:buClr>
                          <a:schemeClr val="hlink"/>
                        </a:buClr>
                        <a:buSzPct val="55000"/>
                        <a:buFont typeface="Wingdings" panose="05000000000000000000" pitchFamily="2" charset="2"/>
                        <a:defRPr sz="2400">
                          <a:solidFill>
                            <a:schemeClr val="tx1"/>
                          </a:solidFill>
                          <a:latin typeface="Times New Roman" panose="02020603050405020304" pitchFamily="18" charset="0"/>
                          <a:ea typeface="黑体" panose="02010609060101010101" pitchFamily="49" charset="-122"/>
                        </a:defRPr>
                      </a:lvl2pPr>
                      <a:lvl3pPr marL="1143000" indent="-228600" algn="l">
                        <a:spcBef>
                          <a:spcPct val="20000"/>
                        </a:spcBef>
                        <a:buClr>
                          <a:schemeClr val="folHlink"/>
                        </a:buClr>
                        <a:buSzPct val="50000"/>
                        <a:buFont typeface="Wingdings" panose="05000000000000000000" pitchFamily="2" charset="2"/>
                        <a:defRPr sz="2000">
                          <a:solidFill>
                            <a:schemeClr val="tx1"/>
                          </a:solidFill>
                          <a:latin typeface="Times New Roman" panose="02020603050405020304" pitchFamily="18" charset="0"/>
                          <a:ea typeface="黑体" panose="02010609060101010101" pitchFamily="49" charset="-122"/>
                        </a:defRPr>
                      </a:lvl3pPr>
                      <a:lvl4pPr marL="1600200" indent="-228600" algn="l">
                        <a:spcBef>
                          <a:spcPct val="20000"/>
                        </a:spcBef>
                        <a:buClr>
                          <a:schemeClr val="accent2"/>
                        </a:buClr>
                        <a:buSzPct val="55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4pPr>
                      <a:lvl5pPr marL="2057400" indent="-228600" algn="l">
                        <a:spcBef>
                          <a:spcPct val="20000"/>
                        </a:spcBef>
                        <a:buClr>
                          <a:schemeClr val="accent1"/>
                        </a:buClr>
                        <a:buSzPct val="50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9p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r>
                        <a:rPr kumimoji="0" lang="en-US" altLang="zh-CN" sz="2400" b="1" i="0" u="none" strike="noStrike" cap="none" normalizeH="0" baseline="0">
                          <a:ln>
                            <a:noFill/>
                          </a:ln>
                          <a:solidFill>
                            <a:schemeClr val="tx1"/>
                          </a:solidFill>
                          <a:effectLst/>
                          <a:latin typeface="Times New Roman" panose="02020603050405020304" pitchFamily="18" charset="0"/>
                          <a:ea typeface="黑体" panose="02010609060101010101" pitchFamily="49" charset="-122"/>
                        </a:rPr>
                        <a:t>*</a:t>
                      </a:r>
                    </a:p>
                  </a:txBody>
                  <a:tcPr marL="54000" marR="54000" marT="28800" marB="2880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lgn="l">
                        <a:spcBef>
                          <a:spcPct val="20000"/>
                        </a:spcBef>
                        <a:buClr>
                          <a:schemeClr val="folHlink"/>
                        </a:buClr>
                        <a:buSzPct val="60000"/>
                        <a:buFont typeface="Wingdings" panose="05000000000000000000" pitchFamily="2" charset="2"/>
                        <a:defRPr sz="2800">
                          <a:solidFill>
                            <a:schemeClr val="tx1"/>
                          </a:solidFill>
                          <a:latin typeface="Times New Roman" panose="02020603050405020304" pitchFamily="18" charset="0"/>
                          <a:ea typeface="黑体" panose="02010609060101010101" pitchFamily="49" charset="-122"/>
                        </a:defRPr>
                      </a:lvl1pPr>
                      <a:lvl2pPr marL="742950" indent="-285750" algn="l">
                        <a:spcBef>
                          <a:spcPct val="20000"/>
                        </a:spcBef>
                        <a:buClr>
                          <a:schemeClr val="hlink"/>
                        </a:buClr>
                        <a:buSzPct val="55000"/>
                        <a:buFont typeface="Wingdings" panose="05000000000000000000" pitchFamily="2" charset="2"/>
                        <a:defRPr sz="2400">
                          <a:solidFill>
                            <a:schemeClr val="tx1"/>
                          </a:solidFill>
                          <a:latin typeface="Times New Roman" panose="02020603050405020304" pitchFamily="18" charset="0"/>
                          <a:ea typeface="黑体" panose="02010609060101010101" pitchFamily="49" charset="-122"/>
                        </a:defRPr>
                      </a:lvl2pPr>
                      <a:lvl3pPr marL="1143000" indent="-228600" algn="l">
                        <a:spcBef>
                          <a:spcPct val="20000"/>
                        </a:spcBef>
                        <a:buClr>
                          <a:schemeClr val="folHlink"/>
                        </a:buClr>
                        <a:buSzPct val="50000"/>
                        <a:buFont typeface="Wingdings" panose="05000000000000000000" pitchFamily="2" charset="2"/>
                        <a:defRPr sz="2000">
                          <a:solidFill>
                            <a:schemeClr val="tx1"/>
                          </a:solidFill>
                          <a:latin typeface="Times New Roman" panose="02020603050405020304" pitchFamily="18" charset="0"/>
                          <a:ea typeface="黑体" panose="02010609060101010101" pitchFamily="49" charset="-122"/>
                        </a:defRPr>
                      </a:lvl3pPr>
                      <a:lvl4pPr marL="1600200" indent="-228600" algn="l">
                        <a:spcBef>
                          <a:spcPct val="20000"/>
                        </a:spcBef>
                        <a:buClr>
                          <a:schemeClr val="accent2"/>
                        </a:buClr>
                        <a:buSzPct val="55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4pPr>
                      <a:lvl5pPr marL="2057400" indent="-228600" algn="l">
                        <a:spcBef>
                          <a:spcPct val="20000"/>
                        </a:spcBef>
                        <a:buClr>
                          <a:schemeClr val="accent1"/>
                        </a:buClr>
                        <a:buSzPct val="50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9p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r>
                        <a:rPr kumimoji="0" lang="en-US" altLang="zh-CN" sz="2400" b="1" i="0" u="none" strike="noStrike" cap="none" normalizeH="0" baseline="0">
                          <a:ln>
                            <a:noFill/>
                          </a:ln>
                          <a:solidFill>
                            <a:schemeClr val="tx1"/>
                          </a:solidFill>
                          <a:effectLst/>
                          <a:latin typeface="Times New Roman" panose="02020603050405020304" pitchFamily="18" charset="0"/>
                          <a:ea typeface="黑体" panose="02010609060101010101" pitchFamily="49" charset="-122"/>
                        </a:rPr>
                        <a:t>(</a:t>
                      </a:r>
                    </a:p>
                  </a:txBody>
                  <a:tcPr marL="54000" marR="54000" marT="28800" marB="2880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lgn="l">
                        <a:spcBef>
                          <a:spcPct val="20000"/>
                        </a:spcBef>
                        <a:buClr>
                          <a:schemeClr val="folHlink"/>
                        </a:buClr>
                        <a:buSzPct val="60000"/>
                        <a:buFont typeface="Wingdings" panose="05000000000000000000" pitchFamily="2" charset="2"/>
                        <a:defRPr sz="2800">
                          <a:solidFill>
                            <a:schemeClr val="tx1"/>
                          </a:solidFill>
                          <a:latin typeface="Times New Roman" panose="02020603050405020304" pitchFamily="18" charset="0"/>
                          <a:ea typeface="黑体" panose="02010609060101010101" pitchFamily="49" charset="-122"/>
                        </a:defRPr>
                      </a:lvl1pPr>
                      <a:lvl2pPr marL="742950" indent="-285750" algn="l">
                        <a:spcBef>
                          <a:spcPct val="20000"/>
                        </a:spcBef>
                        <a:buClr>
                          <a:schemeClr val="hlink"/>
                        </a:buClr>
                        <a:buSzPct val="55000"/>
                        <a:buFont typeface="Wingdings" panose="05000000000000000000" pitchFamily="2" charset="2"/>
                        <a:defRPr sz="2400">
                          <a:solidFill>
                            <a:schemeClr val="tx1"/>
                          </a:solidFill>
                          <a:latin typeface="Times New Roman" panose="02020603050405020304" pitchFamily="18" charset="0"/>
                          <a:ea typeface="黑体" panose="02010609060101010101" pitchFamily="49" charset="-122"/>
                        </a:defRPr>
                      </a:lvl2pPr>
                      <a:lvl3pPr marL="1143000" indent="-228600" algn="l">
                        <a:spcBef>
                          <a:spcPct val="20000"/>
                        </a:spcBef>
                        <a:buClr>
                          <a:schemeClr val="folHlink"/>
                        </a:buClr>
                        <a:buSzPct val="50000"/>
                        <a:buFont typeface="Wingdings" panose="05000000000000000000" pitchFamily="2" charset="2"/>
                        <a:defRPr sz="2000">
                          <a:solidFill>
                            <a:schemeClr val="tx1"/>
                          </a:solidFill>
                          <a:latin typeface="Times New Roman" panose="02020603050405020304" pitchFamily="18" charset="0"/>
                          <a:ea typeface="黑体" panose="02010609060101010101" pitchFamily="49" charset="-122"/>
                        </a:defRPr>
                      </a:lvl3pPr>
                      <a:lvl4pPr marL="1600200" indent="-228600" algn="l">
                        <a:spcBef>
                          <a:spcPct val="20000"/>
                        </a:spcBef>
                        <a:buClr>
                          <a:schemeClr val="accent2"/>
                        </a:buClr>
                        <a:buSzPct val="55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4pPr>
                      <a:lvl5pPr marL="2057400" indent="-228600" algn="l">
                        <a:spcBef>
                          <a:spcPct val="20000"/>
                        </a:spcBef>
                        <a:buClr>
                          <a:schemeClr val="accent1"/>
                        </a:buClr>
                        <a:buSzPct val="50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9p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r>
                        <a:rPr kumimoji="0" lang="en-US" altLang="zh-CN" sz="2400" b="1" i="0" u="none" strike="noStrike" cap="none" normalizeH="0" baseline="0">
                          <a:ln>
                            <a:noFill/>
                          </a:ln>
                          <a:solidFill>
                            <a:schemeClr val="tx1"/>
                          </a:solidFill>
                          <a:effectLst/>
                          <a:latin typeface="Times New Roman" panose="02020603050405020304" pitchFamily="18" charset="0"/>
                          <a:ea typeface="黑体" panose="02010609060101010101" pitchFamily="49" charset="-122"/>
                        </a:rPr>
                        <a:t>)</a:t>
                      </a:r>
                    </a:p>
                  </a:txBody>
                  <a:tcPr marL="54000" marR="54000" marT="28800" marB="2880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lgn="l">
                        <a:spcBef>
                          <a:spcPct val="20000"/>
                        </a:spcBef>
                        <a:buClr>
                          <a:schemeClr val="folHlink"/>
                        </a:buClr>
                        <a:buSzPct val="60000"/>
                        <a:buFont typeface="Wingdings" panose="05000000000000000000" pitchFamily="2" charset="2"/>
                        <a:defRPr sz="2800">
                          <a:solidFill>
                            <a:schemeClr val="tx1"/>
                          </a:solidFill>
                          <a:latin typeface="Times New Roman" panose="02020603050405020304" pitchFamily="18" charset="0"/>
                          <a:ea typeface="黑体" panose="02010609060101010101" pitchFamily="49" charset="-122"/>
                        </a:defRPr>
                      </a:lvl1pPr>
                      <a:lvl2pPr marL="742950" indent="-285750" algn="l">
                        <a:spcBef>
                          <a:spcPct val="20000"/>
                        </a:spcBef>
                        <a:buClr>
                          <a:schemeClr val="hlink"/>
                        </a:buClr>
                        <a:buSzPct val="55000"/>
                        <a:buFont typeface="Wingdings" panose="05000000000000000000" pitchFamily="2" charset="2"/>
                        <a:defRPr sz="2400">
                          <a:solidFill>
                            <a:schemeClr val="tx1"/>
                          </a:solidFill>
                          <a:latin typeface="Times New Roman" panose="02020603050405020304" pitchFamily="18" charset="0"/>
                          <a:ea typeface="黑体" panose="02010609060101010101" pitchFamily="49" charset="-122"/>
                        </a:defRPr>
                      </a:lvl2pPr>
                      <a:lvl3pPr marL="1143000" indent="-228600" algn="l">
                        <a:spcBef>
                          <a:spcPct val="20000"/>
                        </a:spcBef>
                        <a:buClr>
                          <a:schemeClr val="folHlink"/>
                        </a:buClr>
                        <a:buSzPct val="50000"/>
                        <a:buFont typeface="Wingdings" panose="05000000000000000000" pitchFamily="2" charset="2"/>
                        <a:defRPr sz="2000">
                          <a:solidFill>
                            <a:schemeClr val="tx1"/>
                          </a:solidFill>
                          <a:latin typeface="Times New Roman" panose="02020603050405020304" pitchFamily="18" charset="0"/>
                          <a:ea typeface="黑体" panose="02010609060101010101" pitchFamily="49" charset="-122"/>
                        </a:defRPr>
                      </a:lvl3pPr>
                      <a:lvl4pPr marL="1600200" indent="-228600" algn="l">
                        <a:spcBef>
                          <a:spcPct val="20000"/>
                        </a:spcBef>
                        <a:buClr>
                          <a:schemeClr val="accent2"/>
                        </a:buClr>
                        <a:buSzPct val="55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4pPr>
                      <a:lvl5pPr marL="2057400" indent="-228600" algn="l">
                        <a:spcBef>
                          <a:spcPct val="20000"/>
                        </a:spcBef>
                        <a:buClr>
                          <a:schemeClr val="accent1"/>
                        </a:buClr>
                        <a:buSzPct val="50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9p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r>
                        <a:rPr kumimoji="0" lang="en-US" altLang="zh-CN" sz="2400" b="1" i="0" u="none" strike="noStrike" cap="none" normalizeH="0" baseline="0">
                          <a:ln>
                            <a:noFill/>
                          </a:ln>
                          <a:solidFill>
                            <a:schemeClr val="tx1"/>
                          </a:solidFill>
                          <a:effectLst/>
                          <a:latin typeface="Times New Roman" panose="02020603050405020304" pitchFamily="18" charset="0"/>
                          <a:ea typeface="黑体" panose="02010609060101010101" pitchFamily="49" charset="-122"/>
                        </a:rPr>
                        <a:t>$</a:t>
                      </a:r>
                    </a:p>
                  </a:txBody>
                  <a:tcPr marL="54000" marR="54000" marT="28800" marB="28800" anchor="ct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1"/>
                  </a:ext>
                </a:extLst>
              </a:tr>
              <a:tr h="588963">
                <a:tc>
                  <a:txBody>
                    <a:bodyPr/>
                    <a:lstStyle>
                      <a:lvl1pPr algn="l">
                        <a:spcBef>
                          <a:spcPct val="20000"/>
                        </a:spcBef>
                        <a:buClr>
                          <a:schemeClr val="folHlink"/>
                        </a:buClr>
                        <a:buSzPct val="60000"/>
                        <a:buFont typeface="Wingdings" panose="05000000000000000000" pitchFamily="2" charset="2"/>
                        <a:defRPr sz="2800">
                          <a:solidFill>
                            <a:schemeClr val="tx1"/>
                          </a:solidFill>
                          <a:latin typeface="Times New Roman" panose="02020603050405020304" pitchFamily="18" charset="0"/>
                          <a:ea typeface="黑体" panose="02010609060101010101" pitchFamily="49" charset="-122"/>
                        </a:defRPr>
                      </a:lvl1pPr>
                      <a:lvl2pPr marL="742950" indent="-285750" algn="l">
                        <a:spcBef>
                          <a:spcPct val="20000"/>
                        </a:spcBef>
                        <a:buClr>
                          <a:schemeClr val="hlink"/>
                        </a:buClr>
                        <a:buSzPct val="55000"/>
                        <a:buFont typeface="Wingdings" panose="05000000000000000000" pitchFamily="2" charset="2"/>
                        <a:defRPr sz="2400">
                          <a:solidFill>
                            <a:schemeClr val="tx1"/>
                          </a:solidFill>
                          <a:latin typeface="Times New Roman" panose="02020603050405020304" pitchFamily="18" charset="0"/>
                          <a:ea typeface="黑体" panose="02010609060101010101" pitchFamily="49" charset="-122"/>
                        </a:defRPr>
                      </a:lvl2pPr>
                      <a:lvl3pPr marL="1143000" indent="-228600" algn="l">
                        <a:spcBef>
                          <a:spcPct val="20000"/>
                        </a:spcBef>
                        <a:buClr>
                          <a:schemeClr val="folHlink"/>
                        </a:buClr>
                        <a:buSzPct val="50000"/>
                        <a:buFont typeface="Wingdings" panose="05000000000000000000" pitchFamily="2" charset="2"/>
                        <a:defRPr sz="2000">
                          <a:solidFill>
                            <a:schemeClr val="tx1"/>
                          </a:solidFill>
                          <a:latin typeface="Times New Roman" panose="02020603050405020304" pitchFamily="18" charset="0"/>
                          <a:ea typeface="黑体" panose="02010609060101010101" pitchFamily="49" charset="-122"/>
                        </a:defRPr>
                      </a:lvl3pPr>
                      <a:lvl4pPr marL="1600200" indent="-228600" algn="l">
                        <a:spcBef>
                          <a:spcPct val="20000"/>
                        </a:spcBef>
                        <a:buClr>
                          <a:schemeClr val="accent2"/>
                        </a:buClr>
                        <a:buSzPct val="55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4pPr>
                      <a:lvl5pPr marL="2057400" indent="-228600" algn="l">
                        <a:spcBef>
                          <a:spcPct val="20000"/>
                        </a:spcBef>
                        <a:buClr>
                          <a:schemeClr val="accent1"/>
                        </a:buClr>
                        <a:buSzPct val="50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9p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r>
                        <a:rPr kumimoji="0" lang="en-US" altLang="zh-CN" sz="2400" b="1" i="1" u="none" strike="noStrike" cap="none" normalizeH="0" baseline="0">
                          <a:ln>
                            <a:noFill/>
                          </a:ln>
                          <a:solidFill>
                            <a:schemeClr val="tx1"/>
                          </a:solidFill>
                          <a:effectLst/>
                          <a:latin typeface="Times New Roman" panose="02020603050405020304" pitchFamily="18" charset="0"/>
                          <a:ea typeface="黑体" panose="02010609060101010101" pitchFamily="49" charset="-122"/>
                        </a:rPr>
                        <a:t>E</a:t>
                      </a:r>
                    </a:p>
                  </a:txBody>
                  <a:tcPr marL="54000" marR="54000" marT="28800" marB="28800" anchor="ct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lgn="l">
                        <a:spcBef>
                          <a:spcPct val="20000"/>
                        </a:spcBef>
                        <a:buClr>
                          <a:schemeClr val="folHlink"/>
                        </a:buClr>
                        <a:buSzPct val="60000"/>
                        <a:buFont typeface="Wingdings" panose="05000000000000000000" pitchFamily="2" charset="2"/>
                        <a:defRPr sz="2800">
                          <a:solidFill>
                            <a:schemeClr val="tx1"/>
                          </a:solidFill>
                          <a:latin typeface="Times New Roman" panose="02020603050405020304" pitchFamily="18" charset="0"/>
                          <a:ea typeface="黑体" panose="02010609060101010101" pitchFamily="49" charset="-122"/>
                        </a:defRPr>
                      </a:lvl1pPr>
                      <a:lvl2pPr marL="742950" indent="-285750" algn="l">
                        <a:spcBef>
                          <a:spcPct val="20000"/>
                        </a:spcBef>
                        <a:buClr>
                          <a:schemeClr val="hlink"/>
                        </a:buClr>
                        <a:buSzPct val="55000"/>
                        <a:buFont typeface="Wingdings" panose="05000000000000000000" pitchFamily="2" charset="2"/>
                        <a:defRPr sz="2400">
                          <a:solidFill>
                            <a:schemeClr val="tx1"/>
                          </a:solidFill>
                          <a:latin typeface="Times New Roman" panose="02020603050405020304" pitchFamily="18" charset="0"/>
                          <a:ea typeface="黑体" panose="02010609060101010101" pitchFamily="49" charset="-122"/>
                        </a:defRPr>
                      </a:lvl2pPr>
                      <a:lvl3pPr marL="1143000" indent="-228600" algn="l">
                        <a:spcBef>
                          <a:spcPct val="20000"/>
                        </a:spcBef>
                        <a:buClr>
                          <a:schemeClr val="folHlink"/>
                        </a:buClr>
                        <a:buSzPct val="50000"/>
                        <a:buFont typeface="Wingdings" panose="05000000000000000000" pitchFamily="2" charset="2"/>
                        <a:defRPr sz="2000">
                          <a:solidFill>
                            <a:schemeClr val="tx1"/>
                          </a:solidFill>
                          <a:latin typeface="Times New Roman" panose="02020603050405020304" pitchFamily="18" charset="0"/>
                          <a:ea typeface="黑体" panose="02010609060101010101" pitchFamily="49" charset="-122"/>
                        </a:defRPr>
                      </a:lvl3pPr>
                      <a:lvl4pPr marL="1600200" indent="-228600" algn="l">
                        <a:spcBef>
                          <a:spcPct val="20000"/>
                        </a:spcBef>
                        <a:buClr>
                          <a:schemeClr val="accent2"/>
                        </a:buClr>
                        <a:buSzPct val="55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4pPr>
                      <a:lvl5pPr marL="2057400" indent="-228600" algn="l">
                        <a:spcBef>
                          <a:spcPct val="20000"/>
                        </a:spcBef>
                        <a:buClr>
                          <a:schemeClr val="accent1"/>
                        </a:buClr>
                        <a:buSzPct val="50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9p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r>
                        <a:rPr kumimoji="0" lang="en-US" altLang="zh-CN" sz="2400" b="1" i="1" u="none" strike="noStrike" cap="none" normalizeH="0" baseline="0">
                          <a:ln>
                            <a:noFill/>
                          </a:ln>
                          <a:solidFill>
                            <a:schemeClr val="tx1"/>
                          </a:solidFill>
                          <a:effectLst/>
                          <a:latin typeface="Times New Roman" panose="02020603050405020304" pitchFamily="18" charset="0"/>
                          <a:ea typeface="黑体" panose="02010609060101010101" pitchFamily="49" charset="-122"/>
                        </a:rPr>
                        <a:t>E</a:t>
                      </a:r>
                      <a:r>
                        <a:rPr kumimoji="0" lang="en-US" altLang="zh-CN" sz="2400" b="1" i="0" u="none" strike="noStrike" cap="none" normalizeH="0" baseline="0">
                          <a:ln>
                            <a:noFill/>
                          </a:ln>
                          <a:solidFill>
                            <a:schemeClr val="tx1"/>
                          </a:solidFill>
                          <a:effectLst/>
                          <a:latin typeface="Times New Roman" panose="02020603050405020304" pitchFamily="18" charset="0"/>
                          <a:ea typeface="黑体" panose="02010609060101010101" pitchFamily="49" charset="-122"/>
                          <a:sym typeface="Symbol" panose="05050102010706020507" pitchFamily="18" charset="2"/>
                        </a:rPr>
                        <a:t></a:t>
                      </a:r>
                      <a:r>
                        <a:rPr kumimoji="0" lang="en-US" altLang="zh-CN" sz="2400" b="1" i="1" u="none" strike="noStrike" cap="none" normalizeH="0" baseline="0">
                          <a:ln>
                            <a:noFill/>
                          </a:ln>
                          <a:solidFill>
                            <a:schemeClr val="tx1"/>
                          </a:solidFill>
                          <a:effectLst/>
                          <a:latin typeface="Times New Roman" panose="02020603050405020304" pitchFamily="18" charset="0"/>
                          <a:ea typeface="黑体" panose="02010609060101010101" pitchFamily="49" charset="-122"/>
                          <a:sym typeface="Symbol" panose="05050102010706020507" pitchFamily="18" charset="2"/>
                        </a:rPr>
                        <a:t>TE</a:t>
                      </a:r>
                      <a:r>
                        <a:rPr kumimoji="0" lang="en-US" altLang="zh-CN" sz="2400" b="1" i="0" u="none" strike="noStrike" cap="none" normalizeH="0" baseline="0">
                          <a:ln>
                            <a:noFill/>
                          </a:ln>
                          <a:solidFill>
                            <a:schemeClr val="tx1"/>
                          </a:solidFill>
                          <a:effectLst/>
                          <a:latin typeface="Times New Roman" panose="02020603050405020304" pitchFamily="18" charset="0"/>
                          <a:ea typeface="黑体" panose="02010609060101010101" pitchFamily="49" charset="-122"/>
                          <a:sym typeface="Symbol" panose="05050102010706020507" pitchFamily="18" charset="2"/>
                        </a:rPr>
                        <a:t></a:t>
                      </a:r>
                    </a:p>
                  </a:txBody>
                  <a:tcPr marL="54000" marR="54000" marT="28800" marB="2880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lgn="l">
                        <a:spcBef>
                          <a:spcPct val="20000"/>
                        </a:spcBef>
                        <a:buClr>
                          <a:schemeClr val="folHlink"/>
                        </a:buClr>
                        <a:buSzPct val="60000"/>
                        <a:buFont typeface="Wingdings" panose="05000000000000000000" pitchFamily="2" charset="2"/>
                        <a:defRPr sz="2800">
                          <a:solidFill>
                            <a:schemeClr val="tx1"/>
                          </a:solidFill>
                          <a:latin typeface="Times New Roman" panose="02020603050405020304" pitchFamily="18" charset="0"/>
                          <a:ea typeface="黑体" panose="02010609060101010101" pitchFamily="49" charset="-122"/>
                        </a:defRPr>
                      </a:lvl1pPr>
                      <a:lvl2pPr marL="742950" indent="-285750" algn="l">
                        <a:spcBef>
                          <a:spcPct val="20000"/>
                        </a:spcBef>
                        <a:buClr>
                          <a:schemeClr val="hlink"/>
                        </a:buClr>
                        <a:buSzPct val="55000"/>
                        <a:buFont typeface="Wingdings" panose="05000000000000000000" pitchFamily="2" charset="2"/>
                        <a:defRPr sz="2400">
                          <a:solidFill>
                            <a:schemeClr val="tx1"/>
                          </a:solidFill>
                          <a:latin typeface="Times New Roman" panose="02020603050405020304" pitchFamily="18" charset="0"/>
                          <a:ea typeface="黑体" panose="02010609060101010101" pitchFamily="49" charset="-122"/>
                        </a:defRPr>
                      </a:lvl2pPr>
                      <a:lvl3pPr marL="1143000" indent="-228600" algn="l">
                        <a:spcBef>
                          <a:spcPct val="20000"/>
                        </a:spcBef>
                        <a:buClr>
                          <a:schemeClr val="folHlink"/>
                        </a:buClr>
                        <a:buSzPct val="50000"/>
                        <a:buFont typeface="Wingdings" panose="05000000000000000000" pitchFamily="2" charset="2"/>
                        <a:defRPr sz="2000">
                          <a:solidFill>
                            <a:schemeClr val="tx1"/>
                          </a:solidFill>
                          <a:latin typeface="Times New Roman" panose="02020603050405020304" pitchFamily="18" charset="0"/>
                          <a:ea typeface="黑体" panose="02010609060101010101" pitchFamily="49" charset="-122"/>
                        </a:defRPr>
                      </a:lvl3pPr>
                      <a:lvl4pPr marL="1600200" indent="-228600" algn="l">
                        <a:spcBef>
                          <a:spcPct val="20000"/>
                        </a:spcBef>
                        <a:buClr>
                          <a:schemeClr val="accent2"/>
                        </a:buClr>
                        <a:buSzPct val="55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4pPr>
                      <a:lvl5pPr marL="2057400" indent="-228600" algn="l">
                        <a:spcBef>
                          <a:spcPct val="20000"/>
                        </a:spcBef>
                        <a:buClr>
                          <a:schemeClr val="accent1"/>
                        </a:buClr>
                        <a:buSzPct val="50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9p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endParaRPr kumimoji="0" lang="zh-CN" altLang="zh-CN" sz="2400" b="0" i="0" u="none" strike="noStrike" cap="none" normalizeH="0" baseline="0">
                        <a:ln>
                          <a:noFill/>
                        </a:ln>
                        <a:solidFill>
                          <a:schemeClr val="tx1"/>
                        </a:solidFill>
                        <a:effectLst/>
                        <a:latin typeface="Times New Roman" panose="02020603050405020304" pitchFamily="18" charset="0"/>
                        <a:ea typeface="黑体" panose="02010609060101010101" pitchFamily="49" charset="-122"/>
                      </a:endParaRPr>
                    </a:p>
                  </a:txBody>
                  <a:tcPr marL="54000" marR="54000" marT="28800" marB="2880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lgn="l">
                        <a:spcBef>
                          <a:spcPct val="20000"/>
                        </a:spcBef>
                        <a:buClr>
                          <a:schemeClr val="folHlink"/>
                        </a:buClr>
                        <a:buSzPct val="60000"/>
                        <a:buFont typeface="Wingdings" panose="05000000000000000000" pitchFamily="2" charset="2"/>
                        <a:defRPr sz="2800">
                          <a:solidFill>
                            <a:schemeClr val="tx1"/>
                          </a:solidFill>
                          <a:latin typeface="Times New Roman" panose="02020603050405020304" pitchFamily="18" charset="0"/>
                          <a:ea typeface="黑体" panose="02010609060101010101" pitchFamily="49" charset="-122"/>
                        </a:defRPr>
                      </a:lvl1pPr>
                      <a:lvl2pPr marL="742950" indent="-285750" algn="l">
                        <a:spcBef>
                          <a:spcPct val="20000"/>
                        </a:spcBef>
                        <a:buClr>
                          <a:schemeClr val="hlink"/>
                        </a:buClr>
                        <a:buSzPct val="55000"/>
                        <a:buFont typeface="Wingdings" panose="05000000000000000000" pitchFamily="2" charset="2"/>
                        <a:defRPr sz="2400">
                          <a:solidFill>
                            <a:schemeClr val="tx1"/>
                          </a:solidFill>
                          <a:latin typeface="Times New Roman" panose="02020603050405020304" pitchFamily="18" charset="0"/>
                          <a:ea typeface="黑体" panose="02010609060101010101" pitchFamily="49" charset="-122"/>
                        </a:defRPr>
                      </a:lvl2pPr>
                      <a:lvl3pPr marL="1143000" indent="-228600" algn="l">
                        <a:spcBef>
                          <a:spcPct val="20000"/>
                        </a:spcBef>
                        <a:buClr>
                          <a:schemeClr val="folHlink"/>
                        </a:buClr>
                        <a:buSzPct val="50000"/>
                        <a:buFont typeface="Wingdings" panose="05000000000000000000" pitchFamily="2" charset="2"/>
                        <a:defRPr sz="2000">
                          <a:solidFill>
                            <a:schemeClr val="tx1"/>
                          </a:solidFill>
                          <a:latin typeface="Times New Roman" panose="02020603050405020304" pitchFamily="18" charset="0"/>
                          <a:ea typeface="黑体" panose="02010609060101010101" pitchFamily="49" charset="-122"/>
                        </a:defRPr>
                      </a:lvl3pPr>
                      <a:lvl4pPr marL="1600200" indent="-228600" algn="l">
                        <a:spcBef>
                          <a:spcPct val="20000"/>
                        </a:spcBef>
                        <a:buClr>
                          <a:schemeClr val="accent2"/>
                        </a:buClr>
                        <a:buSzPct val="55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4pPr>
                      <a:lvl5pPr marL="2057400" indent="-228600" algn="l">
                        <a:spcBef>
                          <a:spcPct val="20000"/>
                        </a:spcBef>
                        <a:buClr>
                          <a:schemeClr val="accent1"/>
                        </a:buClr>
                        <a:buSzPct val="50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9p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endParaRPr kumimoji="0" lang="zh-CN" altLang="zh-CN" sz="2400" b="0" i="0" u="none" strike="noStrike" cap="none" normalizeH="0" baseline="0">
                        <a:ln>
                          <a:noFill/>
                        </a:ln>
                        <a:solidFill>
                          <a:schemeClr val="tx1"/>
                        </a:solidFill>
                        <a:effectLst/>
                        <a:latin typeface="Times New Roman" panose="02020603050405020304" pitchFamily="18" charset="0"/>
                        <a:ea typeface="黑体" panose="02010609060101010101" pitchFamily="49" charset="-122"/>
                      </a:endParaRPr>
                    </a:p>
                  </a:txBody>
                  <a:tcPr marL="54000" marR="54000" marT="28800" marB="2880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lgn="l">
                        <a:spcBef>
                          <a:spcPct val="20000"/>
                        </a:spcBef>
                        <a:buClr>
                          <a:schemeClr val="folHlink"/>
                        </a:buClr>
                        <a:buSzPct val="60000"/>
                        <a:buFont typeface="Wingdings" panose="05000000000000000000" pitchFamily="2" charset="2"/>
                        <a:defRPr sz="2800">
                          <a:solidFill>
                            <a:schemeClr val="tx1"/>
                          </a:solidFill>
                          <a:latin typeface="Times New Roman" panose="02020603050405020304" pitchFamily="18" charset="0"/>
                          <a:ea typeface="黑体" panose="02010609060101010101" pitchFamily="49" charset="-122"/>
                        </a:defRPr>
                      </a:lvl1pPr>
                      <a:lvl2pPr marL="742950" indent="-285750" algn="l">
                        <a:spcBef>
                          <a:spcPct val="20000"/>
                        </a:spcBef>
                        <a:buClr>
                          <a:schemeClr val="hlink"/>
                        </a:buClr>
                        <a:buSzPct val="55000"/>
                        <a:buFont typeface="Wingdings" panose="05000000000000000000" pitchFamily="2" charset="2"/>
                        <a:defRPr sz="2400">
                          <a:solidFill>
                            <a:schemeClr val="tx1"/>
                          </a:solidFill>
                          <a:latin typeface="Times New Roman" panose="02020603050405020304" pitchFamily="18" charset="0"/>
                          <a:ea typeface="黑体" panose="02010609060101010101" pitchFamily="49" charset="-122"/>
                        </a:defRPr>
                      </a:lvl2pPr>
                      <a:lvl3pPr marL="1143000" indent="-228600" algn="l">
                        <a:spcBef>
                          <a:spcPct val="20000"/>
                        </a:spcBef>
                        <a:buClr>
                          <a:schemeClr val="folHlink"/>
                        </a:buClr>
                        <a:buSzPct val="50000"/>
                        <a:buFont typeface="Wingdings" panose="05000000000000000000" pitchFamily="2" charset="2"/>
                        <a:defRPr sz="2000">
                          <a:solidFill>
                            <a:schemeClr val="tx1"/>
                          </a:solidFill>
                          <a:latin typeface="Times New Roman" panose="02020603050405020304" pitchFamily="18" charset="0"/>
                          <a:ea typeface="黑体" panose="02010609060101010101" pitchFamily="49" charset="-122"/>
                        </a:defRPr>
                      </a:lvl3pPr>
                      <a:lvl4pPr marL="1600200" indent="-228600" algn="l">
                        <a:spcBef>
                          <a:spcPct val="20000"/>
                        </a:spcBef>
                        <a:buClr>
                          <a:schemeClr val="accent2"/>
                        </a:buClr>
                        <a:buSzPct val="55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4pPr>
                      <a:lvl5pPr marL="2057400" indent="-228600" algn="l">
                        <a:spcBef>
                          <a:spcPct val="20000"/>
                        </a:spcBef>
                        <a:buClr>
                          <a:schemeClr val="accent1"/>
                        </a:buClr>
                        <a:buSzPct val="50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9p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r>
                        <a:rPr kumimoji="0" lang="en-US" altLang="zh-CN" sz="2400" b="1" i="1" u="none" strike="noStrike" cap="none" normalizeH="0" baseline="0">
                          <a:ln>
                            <a:noFill/>
                          </a:ln>
                          <a:solidFill>
                            <a:schemeClr val="tx1"/>
                          </a:solidFill>
                          <a:effectLst/>
                          <a:latin typeface="Times New Roman" panose="02020603050405020304" pitchFamily="18" charset="0"/>
                          <a:ea typeface="黑体" panose="02010609060101010101" pitchFamily="49" charset="-122"/>
                        </a:rPr>
                        <a:t>E</a:t>
                      </a:r>
                      <a:r>
                        <a:rPr kumimoji="0" lang="en-US" altLang="zh-CN" sz="2400" b="1" i="1" u="none" strike="noStrike" cap="none" normalizeH="0" baseline="0">
                          <a:ln>
                            <a:noFill/>
                          </a:ln>
                          <a:solidFill>
                            <a:schemeClr val="tx1"/>
                          </a:solidFill>
                          <a:effectLst/>
                          <a:latin typeface="Times New Roman" panose="02020603050405020304" pitchFamily="18" charset="0"/>
                          <a:ea typeface="黑体" panose="02010609060101010101" pitchFamily="49" charset="-122"/>
                          <a:sym typeface="Symbol" panose="05050102010706020507" pitchFamily="18" charset="2"/>
                        </a:rPr>
                        <a:t>TE</a:t>
                      </a:r>
                      <a:r>
                        <a:rPr kumimoji="0" lang="en-US" altLang="zh-CN" sz="2400" b="1" i="0" u="none" strike="noStrike" cap="none" normalizeH="0" baseline="0">
                          <a:ln>
                            <a:noFill/>
                          </a:ln>
                          <a:solidFill>
                            <a:schemeClr val="tx1"/>
                          </a:solidFill>
                          <a:effectLst/>
                          <a:latin typeface="Times New Roman" panose="02020603050405020304" pitchFamily="18" charset="0"/>
                          <a:ea typeface="黑体" panose="02010609060101010101" pitchFamily="49" charset="-122"/>
                          <a:sym typeface="Symbol" panose="05050102010706020507" pitchFamily="18" charset="2"/>
                        </a:rPr>
                        <a:t></a:t>
                      </a:r>
                    </a:p>
                  </a:txBody>
                  <a:tcPr marL="54000" marR="54000" marT="28800" marB="2880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lgn="l">
                        <a:spcBef>
                          <a:spcPct val="20000"/>
                        </a:spcBef>
                        <a:buClr>
                          <a:schemeClr val="folHlink"/>
                        </a:buClr>
                        <a:buSzPct val="60000"/>
                        <a:buFont typeface="Wingdings" panose="05000000000000000000" pitchFamily="2" charset="2"/>
                        <a:defRPr sz="2800">
                          <a:solidFill>
                            <a:schemeClr val="tx1"/>
                          </a:solidFill>
                          <a:latin typeface="Times New Roman" panose="02020603050405020304" pitchFamily="18" charset="0"/>
                          <a:ea typeface="黑体" panose="02010609060101010101" pitchFamily="49" charset="-122"/>
                        </a:defRPr>
                      </a:lvl1pPr>
                      <a:lvl2pPr marL="742950" indent="-285750" algn="l">
                        <a:spcBef>
                          <a:spcPct val="20000"/>
                        </a:spcBef>
                        <a:buClr>
                          <a:schemeClr val="hlink"/>
                        </a:buClr>
                        <a:buSzPct val="55000"/>
                        <a:buFont typeface="Wingdings" panose="05000000000000000000" pitchFamily="2" charset="2"/>
                        <a:defRPr sz="2400">
                          <a:solidFill>
                            <a:schemeClr val="tx1"/>
                          </a:solidFill>
                          <a:latin typeface="Times New Roman" panose="02020603050405020304" pitchFamily="18" charset="0"/>
                          <a:ea typeface="黑体" panose="02010609060101010101" pitchFamily="49" charset="-122"/>
                        </a:defRPr>
                      </a:lvl2pPr>
                      <a:lvl3pPr marL="1143000" indent="-228600" algn="l">
                        <a:spcBef>
                          <a:spcPct val="20000"/>
                        </a:spcBef>
                        <a:buClr>
                          <a:schemeClr val="folHlink"/>
                        </a:buClr>
                        <a:buSzPct val="50000"/>
                        <a:buFont typeface="Wingdings" panose="05000000000000000000" pitchFamily="2" charset="2"/>
                        <a:defRPr sz="2000">
                          <a:solidFill>
                            <a:schemeClr val="tx1"/>
                          </a:solidFill>
                          <a:latin typeface="Times New Roman" panose="02020603050405020304" pitchFamily="18" charset="0"/>
                          <a:ea typeface="黑体" panose="02010609060101010101" pitchFamily="49" charset="-122"/>
                        </a:defRPr>
                      </a:lvl3pPr>
                      <a:lvl4pPr marL="1600200" indent="-228600" algn="l">
                        <a:spcBef>
                          <a:spcPct val="20000"/>
                        </a:spcBef>
                        <a:buClr>
                          <a:schemeClr val="accent2"/>
                        </a:buClr>
                        <a:buSzPct val="55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4pPr>
                      <a:lvl5pPr marL="2057400" indent="-228600" algn="l">
                        <a:spcBef>
                          <a:spcPct val="20000"/>
                        </a:spcBef>
                        <a:buClr>
                          <a:schemeClr val="accent1"/>
                        </a:buClr>
                        <a:buSzPct val="50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9p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endParaRPr kumimoji="0" lang="zh-CN" altLang="zh-CN" sz="2400" b="0" i="0" u="none" strike="noStrike" cap="none" normalizeH="0" baseline="0">
                        <a:ln>
                          <a:noFill/>
                        </a:ln>
                        <a:solidFill>
                          <a:schemeClr val="tx1"/>
                        </a:solidFill>
                        <a:effectLst/>
                        <a:latin typeface="Times New Roman" panose="02020603050405020304" pitchFamily="18" charset="0"/>
                        <a:ea typeface="黑体" panose="02010609060101010101" pitchFamily="49" charset="-122"/>
                      </a:endParaRPr>
                    </a:p>
                  </a:txBody>
                  <a:tcPr marL="54000" marR="54000" marT="28800" marB="2880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lgn="l">
                        <a:spcBef>
                          <a:spcPct val="20000"/>
                        </a:spcBef>
                        <a:buClr>
                          <a:schemeClr val="folHlink"/>
                        </a:buClr>
                        <a:buSzPct val="60000"/>
                        <a:buFont typeface="Wingdings" panose="05000000000000000000" pitchFamily="2" charset="2"/>
                        <a:defRPr sz="2800">
                          <a:solidFill>
                            <a:schemeClr val="tx1"/>
                          </a:solidFill>
                          <a:latin typeface="Times New Roman" panose="02020603050405020304" pitchFamily="18" charset="0"/>
                          <a:ea typeface="黑体" panose="02010609060101010101" pitchFamily="49" charset="-122"/>
                        </a:defRPr>
                      </a:lvl1pPr>
                      <a:lvl2pPr marL="742950" indent="-285750" algn="l">
                        <a:spcBef>
                          <a:spcPct val="20000"/>
                        </a:spcBef>
                        <a:buClr>
                          <a:schemeClr val="hlink"/>
                        </a:buClr>
                        <a:buSzPct val="55000"/>
                        <a:buFont typeface="Wingdings" panose="05000000000000000000" pitchFamily="2" charset="2"/>
                        <a:defRPr sz="2400">
                          <a:solidFill>
                            <a:schemeClr val="tx1"/>
                          </a:solidFill>
                          <a:latin typeface="Times New Roman" panose="02020603050405020304" pitchFamily="18" charset="0"/>
                          <a:ea typeface="黑体" panose="02010609060101010101" pitchFamily="49" charset="-122"/>
                        </a:defRPr>
                      </a:lvl2pPr>
                      <a:lvl3pPr marL="1143000" indent="-228600" algn="l">
                        <a:spcBef>
                          <a:spcPct val="20000"/>
                        </a:spcBef>
                        <a:buClr>
                          <a:schemeClr val="folHlink"/>
                        </a:buClr>
                        <a:buSzPct val="50000"/>
                        <a:buFont typeface="Wingdings" panose="05000000000000000000" pitchFamily="2" charset="2"/>
                        <a:defRPr sz="2000">
                          <a:solidFill>
                            <a:schemeClr val="tx1"/>
                          </a:solidFill>
                          <a:latin typeface="Times New Roman" panose="02020603050405020304" pitchFamily="18" charset="0"/>
                          <a:ea typeface="黑体" panose="02010609060101010101" pitchFamily="49" charset="-122"/>
                        </a:defRPr>
                      </a:lvl3pPr>
                      <a:lvl4pPr marL="1600200" indent="-228600" algn="l">
                        <a:spcBef>
                          <a:spcPct val="20000"/>
                        </a:spcBef>
                        <a:buClr>
                          <a:schemeClr val="accent2"/>
                        </a:buClr>
                        <a:buSzPct val="55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4pPr>
                      <a:lvl5pPr marL="2057400" indent="-228600" algn="l">
                        <a:spcBef>
                          <a:spcPct val="20000"/>
                        </a:spcBef>
                        <a:buClr>
                          <a:schemeClr val="accent1"/>
                        </a:buClr>
                        <a:buSzPct val="50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9p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endParaRPr kumimoji="0" lang="zh-CN" altLang="zh-CN" sz="2400" b="0" i="0" u="none" strike="noStrike" cap="none" normalizeH="0" baseline="0">
                        <a:ln>
                          <a:noFill/>
                        </a:ln>
                        <a:solidFill>
                          <a:schemeClr val="tx1"/>
                        </a:solidFill>
                        <a:effectLst/>
                        <a:latin typeface="Times New Roman" panose="02020603050405020304" pitchFamily="18" charset="0"/>
                        <a:ea typeface="黑体" panose="02010609060101010101" pitchFamily="49" charset="-122"/>
                      </a:endParaRPr>
                    </a:p>
                  </a:txBody>
                  <a:tcPr marL="54000" marR="54000" marT="28800" marB="28800" anchor="ct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2"/>
                  </a:ext>
                </a:extLst>
              </a:tr>
              <a:tr h="587375">
                <a:tc>
                  <a:txBody>
                    <a:bodyPr/>
                    <a:lstStyle>
                      <a:lvl1pPr algn="l">
                        <a:spcBef>
                          <a:spcPct val="20000"/>
                        </a:spcBef>
                        <a:buClr>
                          <a:schemeClr val="folHlink"/>
                        </a:buClr>
                        <a:buSzPct val="60000"/>
                        <a:buFont typeface="Wingdings" panose="05000000000000000000" pitchFamily="2" charset="2"/>
                        <a:defRPr sz="2800">
                          <a:solidFill>
                            <a:schemeClr val="tx1"/>
                          </a:solidFill>
                          <a:latin typeface="Times New Roman" panose="02020603050405020304" pitchFamily="18" charset="0"/>
                          <a:ea typeface="黑体" panose="02010609060101010101" pitchFamily="49" charset="-122"/>
                        </a:defRPr>
                      </a:lvl1pPr>
                      <a:lvl2pPr marL="742950" indent="-285750" algn="l">
                        <a:spcBef>
                          <a:spcPct val="20000"/>
                        </a:spcBef>
                        <a:buClr>
                          <a:schemeClr val="hlink"/>
                        </a:buClr>
                        <a:buSzPct val="55000"/>
                        <a:buFont typeface="Wingdings" panose="05000000000000000000" pitchFamily="2" charset="2"/>
                        <a:defRPr sz="2400">
                          <a:solidFill>
                            <a:schemeClr val="tx1"/>
                          </a:solidFill>
                          <a:latin typeface="Times New Roman" panose="02020603050405020304" pitchFamily="18" charset="0"/>
                          <a:ea typeface="黑体" panose="02010609060101010101" pitchFamily="49" charset="-122"/>
                        </a:defRPr>
                      </a:lvl2pPr>
                      <a:lvl3pPr marL="1143000" indent="-228600" algn="l">
                        <a:spcBef>
                          <a:spcPct val="20000"/>
                        </a:spcBef>
                        <a:buClr>
                          <a:schemeClr val="folHlink"/>
                        </a:buClr>
                        <a:buSzPct val="50000"/>
                        <a:buFont typeface="Wingdings" panose="05000000000000000000" pitchFamily="2" charset="2"/>
                        <a:defRPr sz="2000">
                          <a:solidFill>
                            <a:schemeClr val="tx1"/>
                          </a:solidFill>
                          <a:latin typeface="Times New Roman" panose="02020603050405020304" pitchFamily="18" charset="0"/>
                          <a:ea typeface="黑体" panose="02010609060101010101" pitchFamily="49" charset="-122"/>
                        </a:defRPr>
                      </a:lvl3pPr>
                      <a:lvl4pPr marL="1600200" indent="-228600" algn="l">
                        <a:spcBef>
                          <a:spcPct val="20000"/>
                        </a:spcBef>
                        <a:buClr>
                          <a:schemeClr val="accent2"/>
                        </a:buClr>
                        <a:buSzPct val="55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4pPr>
                      <a:lvl5pPr marL="2057400" indent="-228600" algn="l">
                        <a:spcBef>
                          <a:spcPct val="20000"/>
                        </a:spcBef>
                        <a:buClr>
                          <a:schemeClr val="accent1"/>
                        </a:buClr>
                        <a:buSzPct val="50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9p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r>
                        <a:rPr kumimoji="0" lang="en-US" altLang="zh-CN" sz="2400" b="1" i="1" u="none" strike="noStrike" cap="none" normalizeH="0" baseline="0">
                          <a:ln>
                            <a:noFill/>
                          </a:ln>
                          <a:solidFill>
                            <a:schemeClr val="tx1"/>
                          </a:solidFill>
                          <a:effectLst/>
                          <a:latin typeface="Times New Roman" panose="02020603050405020304" pitchFamily="18" charset="0"/>
                          <a:ea typeface="黑体" panose="02010609060101010101" pitchFamily="49" charset="-122"/>
                        </a:rPr>
                        <a:t>E </a:t>
                      </a:r>
                      <a:r>
                        <a:rPr kumimoji="0" lang="en-US" altLang="zh-CN" sz="2400" b="1" i="0" u="none" strike="noStrike" cap="none" normalizeH="0" baseline="0">
                          <a:ln>
                            <a:noFill/>
                          </a:ln>
                          <a:solidFill>
                            <a:schemeClr val="tx1"/>
                          </a:solidFill>
                          <a:effectLst/>
                          <a:latin typeface="Times New Roman" panose="02020603050405020304" pitchFamily="18" charset="0"/>
                          <a:ea typeface="黑体" panose="02010609060101010101" pitchFamily="49" charset="-122"/>
                          <a:sym typeface="Symbol" panose="05050102010706020507" pitchFamily="18" charset="2"/>
                        </a:rPr>
                        <a:t></a:t>
                      </a:r>
                    </a:p>
                  </a:txBody>
                  <a:tcPr marL="54000" marR="54000" marT="28800" marB="28800" anchor="ct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lgn="l">
                        <a:spcBef>
                          <a:spcPct val="20000"/>
                        </a:spcBef>
                        <a:buClr>
                          <a:schemeClr val="folHlink"/>
                        </a:buClr>
                        <a:buSzPct val="60000"/>
                        <a:buFont typeface="Wingdings" panose="05000000000000000000" pitchFamily="2" charset="2"/>
                        <a:defRPr sz="2800">
                          <a:solidFill>
                            <a:schemeClr val="tx1"/>
                          </a:solidFill>
                          <a:latin typeface="Times New Roman" panose="02020603050405020304" pitchFamily="18" charset="0"/>
                          <a:ea typeface="黑体" panose="02010609060101010101" pitchFamily="49" charset="-122"/>
                        </a:defRPr>
                      </a:lvl1pPr>
                      <a:lvl2pPr marL="742950" indent="-285750" algn="l">
                        <a:spcBef>
                          <a:spcPct val="20000"/>
                        </a:spcBef>
                        <a:buClr>
                          <a:schemeClr val="hlink"/>
                        </a:buClr>
                        <a:buSzPct val="55000"/>
                        <a:buFont typeface="Wingdings" panose="05000000000000000000" pitchFamily="2" charset="2"/>
                        <a:defRPr sz="2400">
                          <a:solidFill>
                            <a:schemeClr val="tx1"/>
                          </a:solidFill>
                          <a:latin typeface="Times New Roman" panose="02020603050405020304" pitchFamily="18" charset="0"/>
                          <a:ea typeface="黑体" panose="02010609060101010101" pitchFamily="49" charset="-122"/>
                        </a:defRPr>
                      </a:lvl2pPr>
                      <a:lvl3pPr marL="1143000" indent="-228600" algn="l">
                        <a:spcBef>
                          <a:spcPct val="20000"/>
                        </a:spcBef>
                        <a:buClr>
                          <a:schemeClr val="folHlink"/>
                        </a:buClr>
                        <a:buSzPct val="50000"/>
                        <a:buFont typeface="Wingdings" panose="05000000000000000000" pitchFamily="2" charset="2"/>
                        <a:defRPr sz="2000">
                          <a:solidFill>
                            <a:schemeClr val="tx1"/>
                          </a:solidFill>
                          <a:latin typeface="Times New Roman" panose="02020603050405020304" pitchFamily="18" charset="0"/>
                          <a:ea typeface="黑体" panose="02010609060101010101" pitchFamily="49" charset="-122"/>
                        </a:defRPr>
                      </a:lvl3pPr>
                      <a:lvl4pPr marL="1600200" indent="-228600" algn="l">
                        <a:spcBef>
                          <a:spcPct val="20000"/>
                        </a:spcBef>
                        <a:buClr>
                          <a:schemeClr val="accent2"/>
                        </a:buClr>
                        <a:buSzPct val="55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4pPr>
                      <a:lvl5pPr marL="2057400" indent="-228600" algn="l">
                        <a:spcBef>
                          <a:spcPct val="20000"/>
                        </a:spcBef>
                        <a:buClr>
                          <a:schemeClr val="accent1"/>
                        </a:buClr>
                        <a:buSzPct val="50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9p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endParaRPr kumimoji="0" lang="zh-CN" altLang="zh-CN" sz="2400" b="0" i="0" u="none" strike="noStrike" cap="none" normalizeH="0" baseline="0">
                        <a:ln>
                          <a:noFill/>
                        </a:ln>
                        <a:solidFill>
                          <a:schemeClr val="tx1"/>
                        </a:solidFill>
                        <a:effectLst/>
                        <a:latin typeface="Times New Roman" panose="02020603050405020304" pitchFamily="18" charset="0"/>
                        <a:ea typeface="黑体" panose="02010609060101010101" pitchFamily="49" charset="-122"/>
                      </a:endParaRPr>
                    </a:p>
                  </a:txBody>
                  <a:tcPr marL="54000" marR="54000" marT="28800" marB="2880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lgn="l">
                        <a:spcBef>
                          <a:spcPct val="20000"/>
                        </a:spcBef>
                        <a:buClr>
                          <a:schemeClr val="folHlink"/>
                        </a:buClr>
                        <a:buSzPct val="60000"/>
                        <a:buFont typeface="Wingdings" panose="05000000000000000000" pitchFamily="2" charset="2"/>
                        <a:defRPr sz="2800">
                          <a:solidFill>
                            <a:schemeClr val="tx1"/>
                          </a:solidFill>
                          <a:latin typeface="Times New Roman" panose="02020603050405020304" pitchFamily="18" charset="0"/>
                          <a:ea typeface="黑体" panose="02010609060101010101" pitchFamily="49" charset="-122"/>
                        </a:defRPr>
                      </a:lvl1pPr>
                      <a:lvl2pPr marL="742950" indent="-285750" algn="l">
                        <a:spcBef>
                          <a:spcPct val="20000"/>
                        </a:spcBef>
                        <a:buClr>
                          <a:schemeClr val="hlink"/>
                        </a:buClr>
                        <a:buSzPct val="55000"/>
                        <a:buFont typeface="Wingdings" panose="05000000000000000000" pitchFamily="2" charset="2"/>
                        <a:defRPr sz="2400">
                          <a:solidFill>
                            <a:schemeClr val="tx1"/>
                          </a:solidFill>
                          <a:latin typeface="Times New Roman" panose="02020603050405020304" pitchFamily="18" charset="0"/>
                          <a:ea typeface="黑体" panose="02010609060101010101" pitchFamily="49" charset="-122"/>
                        </a:defRPr>
                      </a:lvl2pPr>
                      <a:lvl3pPr marL="1143000" indent="-228600" algn="l">
                        <a:spcBef>
                          <a:spcPct val="20000"/>
                        </a:spcBef>
                        <a:buClr>
                          <a:schemeClr val="folHlink"/>
                        </a:buClr>
                        <a:buSzPct val="50000"/>
                        <a:buFont typeface="Wingdings" panose="05000000000000000000" pitchFamily="2" charset="2"/>
                        <a:defRPr sz="2000">
                          <a:solidFill>
                            <a:schemeClr val="tx1"/>
                          </a:solidFill>
                          <a:latin typeface="Times New Roman" panose="02020603050405020304" pitchFamily="18" charset="0"/>
                          <a:ea typeface="黑体" panose="02010609060101010101" pitchFamily="49" charset="-122"/>
                        </a:defRPr>
                      </a:lvl3pPr>
                      <a:lvl4pPr marL="1600200" indent="-228600" algn="l">
                        <a:spcBef>
                          <a:spcPct val="20000"/>
                        </a:spcBef>
                        <a:buClr>
                          <a:schemeClr val="accent2"/>
                        </a:buClr>
                        <a:buSzPct val="55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4pPr>
                      <a:lvl5pPr marL="2057400" indent="-228600" algn="l">
                        <a:spcBef>
                          <a:spcPct val="20000"/>
                        </a:spcBef>
                        <a:buClr>
                          <a:schemeClr val="accent1"/>
                        </a:buClr>
                        <a:buSzPct val="50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9p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r>
                        <a:rPr kumimoji="0" lang="en-US" altLang="zh-CN" sz="2400" b="1" i="1" u="none" strike="noStrike" cap="none" normalizeH="0" baseline="0">
                          <a:ln>
                            <a:noFill/>
                          </a:ln>
                          <a:solidFill>
                            <a:schemeClr val="tx1"/>
                          </a:solidFill>
                          <a:effectLst/>
                          <a:latin typeface="Times New Roman" panose="02020603050405020304" pitchFamily="18" charset="0"/>
                          <a:ea typeface="黑体" panose="02010609060101010101" pitchFamily="49" charset="-122"/>
                        </a:rPr>
                        <a:t>E</a:t>
                      </a:r>
                      <a:r>
                        <a:rPr kumimoji="0" lang="en-US" altLang="zh-CN" sz="2400" b="1" i="0" u="none" strike="noStrike" cap="none" normalizeH="0" baseline="0">
                          <a:ln>
                            <a:noFill/>
                          </a:ln>
                          <a:solidFill>
                            <a:schemeClr val="tx1"/>
                          </a:solidFill>
                          <a:effectLst/>
                          <a:latin typeface="Times New Roman" panose="02020603050405020304" pitchFamily="18" charset="0"/>
                          <a:ea typeface="黑体" panose="02010609060101010101" pitchFamily="49" charset="-122"/>
                          <a:sym typeface="Symbol" panose="05050102010706020507" pitchFamily="18" charset="2"/>
                        </a:rPr>
                        <a:t>+</a:t>
                      </a:r>
                      <a:r>
                        <a:rPr kumimoji="0" lang="en-US" altLang="zh-CN" sz="2400" b="1" i="1" u="none" strike="noStrike" cap="none" normalizeH="0" baseline="0">
                          <a:ln>
                            <a:noFill/>
                          </a:ln>
                          <a:solidFill>
                            <a:schemeClr val="tx1"/>
                          </a:solidFill>
                          <a:effectLst/>
                          <a:latin typeface="Times New Roman" panose="02020603050405020304" pitchFamily="18" charset="0"/>
                          <a:ea typeface="黑体" panose="02010609060101010101" pitchFamily="49" charset="-122"/>
                          <a:sym typeface="Symbol" panose="05050102010706020507" pitchFamily="18" charset="2"/>
                        </a:rPr>
                        <a:t>TE</a:t>
                      </a:r>
                      <a:r>
                        <a:rPr kumimoji="0" lang="en-US" altLang="zh-CN" sz="2400" b="1" i="0" u="none" strike="noStrike" cap="none" normalizeH="0" baseline="0">
                          <a:ln>
                            <a:noFill/>
                          </a:ln>
                          <a:solidFill>
                            <a:schemeClr val="tx1"/>
                          </a:solidFill>
                          <a:effectLst/>
                          <a:latin typeface="Times New Roman" panose="02020603050405020304" pitchFamily="18" charset="0"/>
                          <a:ea typeface="黑体" panose="02010609060101010101" pitchFamily="49" charset="-122"/>
                          <a:sym typeface="Symbol" panose="05050102010706020507" pitchFamily="18" charset="2"/>
                        </a:rPr>
                        <a:t></a:t>
                      </a:r>
                    </a:p>
                  </a:txBody>
                  <a:tcPr marL="54000" marR="54000" marT="28800" marB="2880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lgn="l">
                        <a:spcBef>
                          <a:spcPct val="20000"/>
                        </a:spcBef>
                        <a:buClr>
                          <a:schemeClr val="folHlink"/>
                        </a:buClr>
                        <a:buSzPct val="60000"/>
                        <a:buFont typeface="Wingdings" panose="05000000000000000000" pitchFamily="2" charset="2"/>
                        <a:defRPr sz="2800">
                          <a:solidFill>
                            <a:schemeClr val="tx1"/>
                          </a:solidFill>
                          <a:latin typeface="Times New Roman" panose="02020603050405020304" pitchFamily="18" charset="0"/>
                          <a:ea typeface="黑体" panose="02010609060101010101" pitchFamily="49" charset="-122"/>
                        </a:defRPr>
                      </a:lvl1pPr>
                      <a:lvl2pPr marL="742950" indent="-285750" algn="l">
                        <a:spcBef>
                          <a:spcPct val="20000"/>
                        </a:spcBef>
                        <a:buClr>
                          <a:schemeClr val="hlink"/>
                        </a:buClr>
                        <a:buSzPct val="55000"/>
                        <a:buFont typeface="Wingdings" panose="05000000000000000000" pitchFamily="2" charset="2"/>
                        <a:defRPr sz="2400">
                          <a:solidFill>
                            <a:schemeClr val="tx1"/>
                          </a:solidFill>
                          <a:latin typeface="Times New Roman" panose="02020603050405020304" pitchFamily="18" charset="0"/>
                          <a:ea typeface="黑体" panose="02010609060101010101" pitchFamily="49" charset="-122"/>
                        </a:defRPr>
                      </a:lvl2pPr>
                      <a:lvl3pPr marL="1143000" indent="-228600" algn="l">
                        <a:spcBef>
                          <a:spcPct val="20000"/>
                        </a:spcBef>
                        <a:buClr>
                          <a:schemeClr val="folHlink"/>
                        </a:buClr>
                        <a:buSzPct val="50000"/>
                        <a:buFont typeface="Wingdings" panose="05000000000000000000" pitchFamily="2" charset="2"/>
                        <a:defRPr sz="2000">
                          <a:solidFill>
                            <a:schemeClr val="tx1"/>
                          </a:solidFill>
                          <a:latin typeface="Times New Roman" panose="02020603050405020304" pitchFamily="18" charset="0"/>
                          <a:ea typeface="黑体" panose="02010609060101010101" pitchFamily="49" charset="-122"/>
                        </a:defRPr>
                      </a:lvl3pPr>
                      <a:lvl4pPr marL="1600200" indent="-228600" algn="l">
                        <a:spcBef>
                          <a:spcPct val="20000"/>
                        </a:spcBef>
                        <a:buClr>
                          <a:schemeClr val="accent2"/>
                        </a:buClr>
                        <a:buSzPct val="55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4pPr>
                      <a:lvl5pPr marL="2057400" indent="-228600" algn="l">
                        <a:spcBef>
                          <a:spcPct val="20000"/>
                        </a:spcBef>
                        <a:buClr>
                          <a:schemeClr val="accent1"/>
                        </a:buClr>
                        <a:buSzPct val="50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9p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endParaRPr kumimoji="0" lang="zh-CN" altLang="zh-CN" sz="2400" b="0" i="0" u="none" strike="noStrike" cap="none" normalizeH="0" baseline="0">
                        <a:ln>
                          <a:noFill/>
                        </a:ln>
                        <a:solidFill>
                          <a:schemeClr val="tx1"/>
                        </a:solidFill>
                        <a:effectLst/>
                        <a:latin typeface="Times New Roman" panose="02020603050405020304" pitchFamily="18" charset="0"/>
                        <a:ea typeface="黑体" panose="02010609060101010101" pitchFamily="49" charset="-122"/>
                      </a:endParaRPr>
                    </a:p>
                  </a:txBody>
                  <a:tcPr marL="54000" marR="54000" marT="28800" marB="2880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lgn="l">
                        <a:spcBef>
                          <a:spcPct val="20000"/>
                        </a:spcBef>
                        <a:buClr>
                          <a:schemeClr val="folHlink"/>
                        </a:buClr>
                        <a:buSzPct val="60000"/>
                        <a:buFont typeface="Wingdings" panose="05000000000000000000" pitchFamily="2" charset="2"/>
                        <a:defRPr sz="2800">
                          <a:solidFill>
                            <a:schemeClr val="tx1"/>
                          </a:solidFill>
                          <a:latin typeface="Times New Roman" panose="02020603050405020304" pitchFamily="18" charset="0"/>
                          <a:ea typeface="黑体" panose="02010609060101010101" pitchFamily="49" charset="-122"/>
                        </a:defRPr>
                      </a:lvl1pPr>
                      <a:lvl2pPr marL="742950" indent="-285750" algn="l">
                        <a:spcBef>
                          <a:spcPct val="20000"/>
                        </a:spcBef>
                        <a:buClr>
                          <a:schemeClr val="hlink"/>
                        </a:buClr>
                        <a:buSzPct val="55000"/>
                        <a:buFont typeface="Wingdings" panose="05000000000000000000" pitchFamily="2" charset="2"/>
                        <a:defRPr sz="2400">
                          <a:solidFill>
                            <a:schemeClr val="tx1"/>
                          </a:solidFill>
                          <a:latin typeface="Times New Roman" panose="02020603050405020304" pitchFamily="18" charset="0"/>
                          <a:ea typeface="黑体" panose="02010609060101010101" pitchFamily="49" charset="-122"/>
                        </a:defRPr>
                      </a:lvl2pPr>
                      <a:lvl3pPr marL="1143000" indent="-228600" algn="l">
                        <a:spcBef>
                          <a:spcPct val="20000"/>
                        </a:spcBef>
                        <a:buClr>
                          <a:schemeClr val="folHlink"/>
                        </a:buClr>
                        <a:buSzPct val="50000"/>
                        <a:buFont typeface="Wingdings" panose="05000000000000000000" pitchFamily="2" charset="2"/>
                        <a:defRPr sz="2000">
                          <a:solidFill>
                            <a:schemeClr val="tx1"/>
                          </a:solidFill>
                          <a:latin typeface="Times New Roman" panose="02020603050405020304" pitchFamily="18" charset="0"/>
                          <a:ea typeface="黑体" panose="02010609060101010101" pitchFamily="49" charset="-122"/>
                        </a:defRPr>
                      </a:lvl3pPr>
                      <a:lvl4pPr marL="1600200" indent="-228600" algn="l">
                        <a:spcBef>
                          <a:spcPct val="20000"/>
                        </a:spcBef>
                        <a:buClr>
                          <a:schemeClr val="accent2"/>
                        </a:buClr>
                        <a:buSzPct val="55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4pPr>
                      <a:lvl5pPr marL="2057400" indent="-228600" algn="l">
                        <a:spcBef>
                          <a:spcPct val="20000"/>
                        </a:spcBef>
                        <a:buClr>
                          <a:schemeClr val="accent1"/>
                        </a:buClr>
                        <a:buSzPct val="50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9p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endParaRPr kumimoji="0" lang="zh-CN" altLang="zh-CN" sz="2400" b="0" i="0" u="none" strike="noStrike" cap="none" normalizeH="0" baseline="0">
                        <a:ln>
                          <a:noFill/>
                        </a:ln>
                        <a:solidFill>
                          <a:schemeClr val="tx1"/>
                        </a:solidFill>
                        <a:effectLst/>
                        <a:latin typeface="Times New Roman" panose="02020603050405020304" pitchFamily="18" charset="0"/>
                        <a:ea typeface="黑体" panose="02010609060101010101" pitchFamily="49" charset="-122"/>
                      </a:endParaRPr>
                    </a:p>
                  </a:txBody>
                  <a:tcPr marL="54000" marR="54000" marT="28800" marB="2880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lgn="l">
                        <a:spcBef>
                          <a:spcPct val="20000"/>
                        </a:spcBef>
                        <a:buClr>
                          <a:schemeClr val="folHlink"/>
                        </a:buClr>
                        <a:buSzPct val="60000"/>
                        <a:buFont typeface="Wingdings" panose="05000000000000000000" pitchFamily="2" charset="2"/>
                        <a:defRPr sz="2800">
                          <a:solidFill>
                            <a:schemeClr val="tx1"/>
                          </a:solidFill>
                          <a:latin typeface="Times New Roman" panose="02020603050405020304" pitchFamily="18" charset="0"/>
                          <a:ea typeface="黑体" panose="02010609060101010101" pitchFamily="49" charset="-122"/>
                        </a:defRPr>
                      </a:lvl1pPr>
                      <a:lvl2pPr marL="742950" indent="-285750" algn="l">
                        <a:spcBef>
                          <a:spcPct val="20000"/>
                        </a:spcBef>
                        <a:buClr>
                          <a:schemeClr val="hlink"/>
                        </a:buClr>
                        <a:buSzPct val="55000"/>
                        <a:buFont typeface="Wingdings" panose="05000000000000000000" pitchFamily="2" charset="2"/>
                        <a:defRPr sz="2400">
                          <a:solidFill>
                            <a:schemeClr val="tx1"/>
                          </a:solidFill>
                          <a:latin typeface="Times New Roman" panose="02020603050405020304" pitchFamily="18" charset="0"/>
                          <a:ea typeface="黑体" panose="02010609060101010101" pitchFamily="49" charset="-122"/>
                        </a:defRPr>
                      </a:lvl2pPr>
                      <a:lvl3pPr marL="1143000" indent="-228600" algn="l">
                        <a:spcBef>
                          <a:spcPct val="20000"/>
                        </a:spcBef>
                        <a:buClr>
                          <a:schemeClr val="folHlink"/>
                        </a:buClr>
                        <a:buSzPct val="50000"/>
                        <a:buFont typeface="Wingdings" panose="05000000000000000000" pitchFamily="2" charset="2"/>
                        <a:defRPr sz="2000">
                          <a:solidFill>
                            <a:schemeClr val="tx1"/>
                          </a:solidFill>
                          <a:latin typeface="Times New Roman" panose="02020603050405020304" pitchFamily="18" charset="0"/>
                          <a:ea typeface="黑体" panose="02010609060101010101" pitchFamily="49" charset="-122"/>
                        </a:defRPr>
                      </a:lvl3pPr>
                      <a:lvl4pPr marL="1600200" indent="-228600" algn="l">
                        <a:spcBef>
                          <a:spcPct val="20000"/>
                        </a:spcBef>
                        <a:buClr>
                          <a:schemeClr val="accent2"/>
                        </a:buClr>
                        <a:buSzPct val="55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4pPr>
                      <a:lvl5pPr marL="2057400" indent="-228600" algn="l">
                        <a:spcBef>
                          <a:spcPct val="20000"/>
                        </a:spcBef>
                        <a:buClr>
                          <a:schemeClr val="accent1"/>
                        </a:buClr>
                        <a:buSzPct val="50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9p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r>
                        <a:rPr kumimoji="0" lang="en-US" altLang="zh-CN" sz="2400" b="1" i="1" u="none" strike="noStrike" cap="none" normalizeH="0" baseline="0">
                          <a:ln>
                            <a:noFill/>
                          </a:ln>
                          <a:solidFill>
                            <a:schemeClr val="tx1"/>
                          </a:solidFill>
                          <a:effectLst/>
                          <a:latin typeface="Times New Roman" panose="02020603050405020304" pitchFamily="18" charset="0"/>
                          <a:ea typeface="黑体" panose="02010609060101010101" pitchFamily="49" charset="-122"/>
                        </a:rPr>
                        <a:t>E</a:t>
                      </a:r>
                      <a:r>
                        <a:rPr kumimoji="0" lang="en-US" altLang="zh-CN" sz="2400" b="1" i="0" u="none" strike="noStrike" cap="none" normalizeH="0" baseline="0">
                          <a:ln>
                            <a:noFill/>
                          </a:ln>
                          <a:solidFill>
                            <a:schemeClr val="tx1"/>
                          </a:solidFill>
                          <a:effectLst/>
                          <a:latin typeface="Times New Roman" panose="02020603050405020304" pitchFamily="18" charset="0"/>
                          <a:ea typeface="黑体" panose="02010609060101010101" pitchFamily="49" charset="-122"/>
                          <a:sym typeface="Symbol" panose="05050102010706020507" pitchFamily="18" charset="2"/>
                        </a:rPr>
                        <a:t></a:t>
                      </a:r>
                    </a:p>
                  </a:txBody>
                  <a:tcPr marL="54000" marR="54000" marT="28800" marB="2880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lgn="l">
                        <a:spcBef>
                          <a:spcPct val="20000"/>
                        </a:spcBef>
                        <a:buClr>
                          <a:schemeClr val="folHlink"/>
                        </a:buClr>
                        <a:buSzPct val="60000"/>
                        <a:buFont typeface="Wingdings" panose="05000000000000000000" pitchFamily="2" charset="2"/>
                        <a:defRPr sz="2800">
                          <a:solidFill>
                            <a:schemeClr val="tx1"/>
                          </a:solidFill>
                          <a:latin typeface="Times New Roman" panose="02020603050405020304" pitchFamily="18" charset="0"/>
                          <a:ea typeface="黑体" panose="02010609060101010101" pitchFamily="49" charset="-122"/>
                        </a:defRPr>
                      </a:lvl1pPr>
                      <a:lvl2pPr marL="742950" indent="-285750" algn="l">
                        <a:spcBef>
                          <a:spcPct val="20000"/>
                        </a:spcBef>
                        <a:buClr>
                          <a:schemeClr val="hlink"/>
                        </a:buClr>
                        <a:buSzPct val="55000"/>
                        <a:buFont typeface="Wingdings" panose="05000000000000000000" pitchFamily="2" charset="2"/>
                        <a:defRPr sz="2400">
                          <a:solidFill>
                            <a:schemeClr val="tx1"/>
                          </a:solidFill>
                          <a:latin typeface="Times New Roman" panose="02020603050405020304" pitchFamily="18" charset="0"/>
                          <a:ea typeface="黑体" panose="02010609060101010101" pitchFamily="49" charset="-122"/>
                        </a:defRPr>
                      </a:lvl2pPr>
                      <a:lvl3pPr marL="1143000" indent="-228600" algn="l">
                        <a:spcBef>
                          <a:spcPct val="20000"/>
                        </a:spcBef>
                        <a:buClr>
                          <a:schemeClr val="folHlink"/>
                        </a:buClr>
                        <a:buSzPct val="50000"/>
                        <a:buFont typeface="Wingdings" panose="05000000000000000000" pitchFamily="2" charset="2"/>
                        <a:defRPr sz="2000">
                          <a:solidFill>
                            <a:schemeClr val="tx1"/>
                          </a:solidFill>
                          <a:latin typeface="Times New Roman" panose="02020603050405020304" pitchFamily="18" charset="0"/>
                          <a:ea typeface="黑体" panose="02010609060101010101" pitchFamily="49" charset="-122"/>
                        </a:defRPr>
                      </a:lvl3pPr>
                      <a:lvl4pPr marL="1600200" indent="-228600" algn="l">
                        <a:spcBef>
                          <a:spcPct val="20000"/>
                        </a:spcBef>
                        <a:buClr>
                          <a:schemeClr val="accent2"/>
                        </a:buClr>
                        <a:buSzPct val="55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4pPr>
                      <a:lvl5pPr marL="2057400" indent="-228600" algn="l">
                        <a:spcBef>
                          <a:spcPct val="20000"/>
                        </a:spcBef>
                        <a:buClr>
                          <a:schemeClr val="accent1"/>
                        </a:buClr>
                        <a:buSzPct val="50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9p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r>
                        <a:rPr kumimoji="0" lang="en-US" altLang="zh-CN" sz="2400" b="1" i="1" u="none" strike="noStrike" cap="none" normalizeH="0" baseline="0">
                          <a:ln>
                            <a:noFill/>
                          </a:ln>
                          <a:solidFill>
                            <a:schemeClr val="tx1"/>
                          </a:solidFill>
                          <a:effectLst/>
                          <a:latin typeface="Times New Roman" panose="02020603050405020304" pitchFamily="18" charset="0"/>
                          <a:ea typeface="黑体" panose="02010609060101010101" pitchFamily="49" charset="-122"/>
                        </a:rPr>
                        <a:t>E</a:t>
                      </a:r>
                      <a:r>
                        <a:rPr kumimoji="0" lang="en-US" altLang="zh-CN" sz="2400" b="1" i="0" u="none" strike="noStrike" cap="none" normalizeH="0" baseline="0">
                          <a:ln>
                            <a:noFill/>
                          </a:ln>
                          <a:solidFill>
                            <a:schemeClr val="tx1"/>
                          </a:solidFill>
                          <a:effectLst/>
                          <a:latin typeface="Times New Roman" panose="02020603050405020304" pitchFamily="18" charset="0"/>
                          <a:ea typeface="黑体" panose="02010609060101010101" pitchFamily="49" charset="-122"/>
                          <a:sym typeface="Symbol" panose="05050102010706020507" pitchFamily="18" charset="2"/>
                        </a:rPr>
                        <a:t></a:t>
                      </a:r>
                    </a:p>
                  </a:txBody>
                  <a:tcPr marL="54000" marR="54000" marT="28800" marB="28800" anchor="ct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3"/>
                  </a:ext>
                </a:extLst>
              </a:tr>
              <a:tr h="588963">
                <a:tc>
                  <a:txBody>
                    <a:bodyPr/>
                    <a:lstStyle>
                      <a:lvl1pPr algn="l">
                        <a:spcBef>
                          <a:spcPct val="20000"/>
                        </a:spcBef>
                        <a:buClr>
                          <a:schemeClr val="folHlink"/>
                        </a:buClr>
                        <a:buSzPct val="60000"/>
                        <a:buFont typeface="Wingdings" panose="05000000000000000000" pitchFamily="2" charset="2"/>
                        <a:defRPr sz="2800">
                          <a:solidFill>
                            <a:schemeClr val="tx1"/>
                          </a:solidFill>
                          <a:latin typeface="Times New Roman" panose="02020603050405020304" pitchFamily="18" charset="0"/>
                          <a:ea typeface="黑体" panose="02010609060101010101" pitchFamily="49" charset="-122"/>
                        </a:defRPr>
                      </a:lvl1pPr>
                      <a:lvl2pPr marL="742950" indent="-285750" algn="l">
                        <a:spcBef>
                          <a:spcPct val="20000"/>
                        </a:spcBef>
                        <a:buClr>
                          <a:schemeClr val="hlink"/>
                        </a:buClr>
                        <a:buSzPct val="55000"/>
                        <a:buFont typeface="Wingdings" panose="05000000000000000000" pitchFamily="2" charset="2"/>
                        <a:defRPr sz="2400">
                          <a:solidFill>
                            <a:schemeClr val="tx1"/>
                          </a:solidFill>
                          <a:latin typeface="Times New Roman" panose="02020603050405020304" pitchFamily="18" charset="0"/>
                          <a:ea typeface="黑体" panose="02010609060101010101" pitchFamily="49" charset="-122"/>
                        </a:defRPr>
                      </a:lvl2pPr>
                      <a:lvl3pPr marL="1143000" indent="-228600" algn="l">
                        <a:spcBef>
                          <a:spcPct val="20000"/>
                        </a:spcBef>
                        <a:buClr>
                          <a:schemeClr val="folHlink"/>
                        </a:buClr>
                        <a:buSzPct val="50000"/>
                        <a:buFont typeface="Wingdings" panose="05000000000000000000" pitchFamily="2" charset="2"/>
                        <a:defRPr sz="2000">
                          <a:solidFill>
                            <a:schemeClr val="tx1"/>
                          </a:solidFill>
                          <a:latin typeface="Times New Roman" panose="02020603050405020304" pitchFamily="18" charset="0"/>
                          <a:ea typeface="黑体" panose="02010609060101010101" pitchFamily="49" charset="-122"/>
                        </a:defRPr>
                      </a:lvl3pPr>
                      <a:lvl4pPr marL="1600200" indent="-228600" algn="l">
                        <a:spcBef>
                          <a:spcPct val="20000"/>
                        </a:spcBef>
                        <a:buClr>
                          <a:schemeClr val="accent2"/>
                        </a:buClr>
                        <a:buSzPct val="55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4pPr>
                      <a:lvl5pPr marL="2057400" indent="-228600" algn="l">
                        <a:spcBef>
                          <a:spcPct val="20000"/>
                        </a:spcBef>
                        <a:buClr>
                          <a:schemeClr val="accent1"/>
                        </a:buClr>
                        <a:buSzPct val="50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9p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r>
                        <a:rPr kumimoji="0" lang="en-US" altLang="zh-CN" sz="2400" b="1" i="1" u="none" strike="noStrike" cap="none" normalizeH="0" baseline="0">
                          <a:ln>
                            <a:noFill/>
                          </a:ln>
                          <a:solidFill>
                            <a:schemeClr val="tx1"/>
                          </a:solidFill>
                          <a:effectLst/>
                          <a:latin typeface="Times New Roman" panose="02020603050405020304" pitchFamily="18" charset="0"/>
                          <a:ea typeface="黑体" panose="02010609060101010101" pitchFamily="49" charset="-122"/>
                        </a:rPr>
                        <a:t>T</a:t>
                      </a:r>
                    </a:p>
                  </a:txBody>
                  <a:tcPr marL="54000" marR="54000" marT="28800" marB="28800" anchor="ct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lgn="l">
                        <a:spcBef>
                          <a:spcPct val="20000"/>
                        </a:spcBef>
                        <a:buClr>
                          <a:schemeClr val="folHlink"/>
                        </a:buClr>
                        <a:buSzPct val="60000"/>
                        <a:buFont typeface="Wingdings" panose="05000000000000000000" pitchFamily="2" charset="2"/>
                        <a:defRPr sz="2800">
                          <a:solidFill>
                            <a:schemeClr val="tx1"/>
                          </a:solidFill>
                          <a:latin typeface="Times New Roman" panose="02020603050405020304" pitchFamily="18" charset="0"/>
                          <a:ea typeface="黑体" panose="02010609060101010101" pitchFamily="49" charset="-122"/>
                        </a:defRPr>
                      </a:lvl1pPr>
                      <a:lvl2pPr marL="742950" indent="-285750" algn="l">
                        <a:spcBef>
                          <a:spcPct val="20000"/>
                        </a:spcBef>
                        <a:buClr>
                          <a:schemeClr val="hlink"/>
                        </a:buClr>
                        <a:buSzPct val="55000"/>
                        <a:buFont typeface="Wingdings" panose="05000000000000000000" pitchFamily="2" charset="2"/>
                        <a:defRPr sz="2400">
                          <a:solidFill>
                            <a:schemeClr val="tx1"/>
                          </a:solidFill>
                          <a:latin typeface="Times New Roman" panose="02020603050405020304" pitchFamily="18" charset="0"/>
                          <a:ea typeface="黑体" panose="02010609060101010101" pitchFamily="49" charset="-122"/>
                        </a:defRPr>
                      </a:lvl2pPr>
                      <a:lvl3pPr marL="1143000" indent="-228600" algn="l">
                        <a:spcBef>
                          <a:spcPct val="20000"/>
                        </a:spcBef>
                        <a:buClr>
                          <a:schemeClr val="folHlink"/>
                        </a:buClr>
                        <a:buSzPct val="50000"/>
                        <a:buFont typeface="Wingdings" panose="05000000000000000000" pitchFamily="2" charset="2"/>
                        <a:defRPr sz="2000">
                          <a:solidFill>
                            <a:schemeClr val="tx1"/>
                          </a:solidFill>
                          <a:latin typeface="Times New Roman" panose="02020603050405020304" pitchFamily="18" charset="0"/>
                          <a:ea typeface="黑体" panose="02010609060101010101" pitchFamily="49" charset="-122"/>
                        </a:defRPr>
                      </a:lvl3pPr>
                      <a:lvl4pPr marL="1600200" indent="-228600" algn="l">
                        <a:spcBef>
                          <a:spcPct val="20000"/>
                        </a:spcBef>
                        <a:buClr>
                          <a:schemeClr val="accent2"/>
                        </a:buClr>
                        <a:buSzPct val="55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4pPr>
                      <a:lvl5pPr marL="2057400" indent="-228600" algn="l">
                        <a:spcBef>
                          <a:spcPct val="20000"/>
                        </a:spcBef>
                        <a:buClr>
                          <a:schemeClr val="accent1"/>
                        </a:buClr>
                        <a:buSzPct val="50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9p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r>
                        <a:rPr kumimoji="0" lang="en-US" altLang="zh-CN" sz="2400" b="1" i="1" u="none" strike="noStrike" cap="none" normalizeH="0" baseline="0">
                          <a:ln>
                            <a:noFill/>
                          </a:ln>
                          <a:solidFill>
                            <a:schemeClr val="tx1"/>
                          </a:solidFill>
                          <a:effectLst/>
                          <a:latin typeface="Times New Roman" panose="02020603050405020304" pitchFamily="18" charset="0"/>
                          <a:ea typeface="黑体" panose="02010609060101010101" pitchFamily="49" charset="-122"/>
                        </a:rPr>
                        <a:t>T</a:t>
                      </a:r>
                      <a:r>
                        <a:rPr kumimoji="0" lang="en-US" altLang="zh-CN" sz="2400" b="1" i="0" u="none" strike="noStrike" cap="none" normalizeH="0" baseline="0">
                          <a:ln>
                            <a:noFill/>
                          </a:ln>
                          <a:solidFill>
                            <a:schemeClr val="tx1"/>
                          </a:solidFill>
                          <a:effectLst/>
                          <a:latin typeface="Times New Roman" panose="02020603050405020304" pitchFamily="18" charset="0"/>
                          <a:ea typeface="黑体" panose="02010609060101010101" pitchFamily="49" charset="-122"/>
                          <a:sym typeface="Symbol" panose="05050102010706020507" pitchFamily="18" charset="2"/>
                        </a:rPr>
                        <a:t></a:t>
                      </a:r>
                      <a:r>
                        <a:rPr kumimoji="0" lang="en-US" altLang="zh-CN" sz="2400" b="1" i="1" u="none" strike="noStrike" cap="none" normalizeH="0" baseline="0">
                          <a:ln>
                            <a:noFill/>
                          </a:ln>
                          <a:solidFill>
                            <a:schemeClr val="tx1"/>
                          </a:solidFill>
                          <a:effectLst/>
                          <a:latin typeface="Times New Roman" panose="02020603050405020304" pitchFamily="18" charset="0"/>
                          <a:ea typeface="黑体" panose="02010609060101010101" pitchFamily="49" charset="-122"/>
                          <a:sym typeface="Symbol" panose="05050102010706020507" pitchFamily="18" charset="2"/>
                        </a:rPr>
                        <a:t>FT</a:t>
                      </a:r>
                      <a:r>
                        <a:rPr kumimoji="0" lang="en-US" altLang="zh-CN" sz="2400" b="1" i="0" u="none" strike="noStrike" cap="none" normalizeH="0" baseline="0">
                          <a:ln>
                            <a:noFill/>
                          </a:ln>
                          <a:solidFill>
                            <a:schemeClr val="tx1"/>
                          </a:solidFill>
                          <a:effectLst/>
                          <a:latin typeface="Times New Roman" panose="02020603050405020304" pitchFamily="18" charset="0"/>
                          <a:ea typeface="黑体" panose="02010609060101010101" pitchFamily="49" charset="-122"/>
                          <a:sym typeface="Symbol" panose="05050102010706020507" pitchFamily="18" charset="2"/>
                        </a:rPr>
                        <a:t></a:t>
                      </a:r>
                    </a:p>
                  </a:txBody>
                  <a:tcPr marL="54000" marR="54000" marT="28800" marB="2880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lgn="l">
                        <a:spcBef>
                          <a:spcPct val="20000"/>
                        </a:spcBef>
                        <a:buClr>
                          <a:schemeClr val="folHlink"/>
                        </a:buClr>
                        <a:buSzPct val="60000"/>
                        <a:buFont typeface="Wingdings" panose="05000000000000000000" pitchFamily="2" charset="2"/>
                        <a:defRPr sz="2800">
                          <a:solidFill>
                            <a:schemeClr val="tx1"/>
                          </a:solidFill>
                          <a:latin typeface="Times New Roman" panose="02020603050405020304" pitchFamily="18" charset="0"/>
                          <a:ea typeface="黑体" panose="02010609060101010101" pitchFamily="49" charset="-122"/>
                        </a:defRPr>
                      </a:lvl1pPr>
                      <a:lvl2pPr marL="742950" indent="-285750" algn="l">
                        <a:spcBef>
                          <a:spcPct val="20000"/>
                        </a:spcBef>
                        <a:buClr>
                          <a:schemeClr val="hlink"/>
                        </a:buClr>
                        <a:buSzPct val="55000"/>
                        <a:buFont typeface="Wingdings" panose="05000000000000000000" pitchFamily="2" charset="2"/>
                        <a:defRPr sz="2400">
                          <a:solidFill>
                            <a:schemeClr val="tx1"/>
                          </a:solidFill>
                          <a:latin typeface="Times New Roman" panose="02020603050405020304" pitchFamily="18" charset="0"/>
                          <a:ea typeface="黑体" panose="02010609060101010101" pitchFamily="49" charset="-122"/>
                        </a:defRPr>
                      </a:lvl2pPr>
                      <a:lvl3pPr marL="1143000" indent="-228600" algn="l">
                        <a:spcBef>
                          <a:spcPct val="20000"/>
                        </a:spcBef>
                        <a:buClr>
                          <a:schemeClr val="folHlink"/>
                        </a:buClr>
                        <a:buSzPct val="50000"/>
                        <a:buFont typeface="Wingdings" panose="05000000000000000000" pitchFamily="2" charset="2"/>
                        <a:defRPr sz="2000">
                          <a:solidFill>
                            <a:schemeClr val="tx1"/>
                          </a:solidFill>
                          <a:latin typeface="Times New Roman" panose="02020603050405020304" pitchFamily="18" charset="0"/>
                          <a:ea typeface="黑体" panose="02010609060101010101" pitchFamily="49" charset="-122"/>
                        </a:defRPr>
                      </a:lvl3pPr>
                      <a:lvl4pPr marL="1600200" indent="-228600" algn="l">
                        <a:spcBef>
                          <a:spcPct val="20000"/>
                        </a:spcBef>
                        <a:buClr>
                          <a:schemeClr val="accent2"/>
                        </a:buClr>
                        <a:buSzPct val="55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4pPr>
                      <a:lvl5pPr marL="2057400" indent="-228600" algn="l">
                        <a:spcBef>
                          <a:spcPct val="20000"/>
                        </a:spcBef>
                        <a:buClr>
                          <a:schemeClr val="accent1"/>
                        </a:buClr>
                        <a:buSzPct val="50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9p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endParaRPr kumimoji="0" lang="zh-CN" altLang="zh-CN" sz="2400" b="0" i="0" u="none" strike="noStrike" cap="none" normalizeH="0" baseline="0">
                        <a:ln>
                          <a:noFill/>
                        </a:ln>
                        <a:solidFill>
                          <a:schemeClr val="tx1"/>
                        </a:solidFill>
                        <a:effectLst/>
                        <a:latin typeface="Times New Roman" panose="02020603050405020304" pitchFamily="18" charset="0"/>
                        <a:ea typeface="黑体" panose="02010609060101010101" pitchFamily="49" charset="-122"/>
                      </a:endParaRPr>
                    </a:p>
                  </a:txBody>
                  <a:tcPr marL="54000" marR="54000" marT="28800" marB="2880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lgn="l">
                        <a:spcBef>
                          <a:spcPct val="20000"/>
                        </a:spcBef>
                        <a:buClr>
                          <a:schemeClr val="folHlink"/>
                        </a:buClr>
                        <a:buSzPct val="60000"/>
                        <a:buFont typeface="Wingdings" panose="05000000000000000000" pitchFamily="2" charset="2"/>
                        <a:defRPr sz="2800">
                          <a:solidFill>
                            <a:schemeClr val="tx1"/>
                          </a:solidFill>
                          <a:latin typeface="Times New Roman" panose="02020603050405020304" pitchFamily="18" charset="0"/>
                          <a:ea typeface="黑体" panose="02010609060101010101" pitchFamily="49" charset="-122"/>
                        </a:defRPr>
                      </a:lvl1pPr>
                      <a:lvl2pPr marL="742950" indent="-285750" algn="l">
                        <a:spcBef>
                          <a:spcPct val="20000"/>
                        </a:spcBef>
                        <a:buClr>
                          <a:schemeClr val="hlink"/>
                        </a:buClr>
                        <a:buSzPct val="55000"/>
                        <a:buFont typeface="Wingdings" panose="05000000000000000000" pitchFamily="2" charset="2"/>
                        <a:defRPr sz="2400">
                          <a:solidFill>
                            <a:schemeClr val="tx1"/>
                          </a:solidFill>
                          <a:latin typeface="Times New Roman" panose="02020603050405020304" pitchFamily="18" charset="0"/>
                          <a:ea typeface="黑体" panose="02010609060101010101" pitchFamily="49" charset="-122"/>
                        </a:defRPr>
                      </a:lvl2pPr>
                      <a:lvl3pPr marL="1143000" indent="-228600" algn="l">
                        <a:spcBef>
                          <a:spcPct val="20000"/>
                        </a:spcBef>
                        <a:buClr>
                          <a:schemeClr val="folHlink"/>
                        </a:buClr>
                        <a:buSzPct val="50000"/>
                        <a:buFont typeface="Wingdings" panose="05000000000000000000" pitchFamily="2" charset="2"/>
                        <a:defRPr sz="2000">
                          <a:solidFill>
                            <a:schemeClr val="tx1"/>
                          </a:solidFill>
                          <a:latin typeface="Times New Roman" panose="02020603050405020304" pitchFamily="18" charset="0"/>
                          <a:ea typeface="黑体" panose="02010609060101010101" pitchFamily="49" charset="-122"/>
                        </a:defRPr>
                      </a:lvl3pPr>
                      <a:lvl4pPr marL="1600200" indent="-228600" algn="l">
                        <a:spcBef>
                          <a:spcPct val="20000"/>
                        </a:spcBef>
                        <a:buClr>
                          <a:schemeClr val="accent2"/>
                        </a:buClr>
                        <a:buSzPct val="55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4pPr>
                      <a:lvl5pPr marL="2057400" indent="-228600" algn="l">
                        <a:spcBef>
                          <a:spcPct val="20000"/>
                        </a:spcBef>
                        <a:buClr>
                          <a:schemeClr val="accent1"/>
                        </a:buClr>
                        <a:buSzPct val="50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9p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endParaRPr kumimoji="0" lang="zh-CN" altLang="zh-CN" sz="2400" b="0" i="0" u="none" strike="noStrike" cap="none" normalizeH="0" baseline="0">
                        <a:ln>
                          <a:noFill/>
                        </a:ln>
                        <a:solidFill>
                          <a:schemeClr val="tx1"/>
                        </a:solidFill>
                        <a:effectLst/>
                        <a:latin typeface="Times New Roman" panose="02020603050405020304" pitchFamily="18" charset="0"/>
                        <a:ea typeface="黑体" panose="02010609060101010101" pitchFamily="49" charset="-122"/>
                      </a:endParaRPr>
                    </a:p>
                  </a:txBody>
                  <a:tcPr marL="54000" marR="54000" marT="28800" marB="2880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lgn="l">
                        <a:spcBef>
                          <a:spcPct val="20000"/>
                        </a:spcBef>
                        <a:buClr>
                          <a:schemeClr val="folHlink"/>
                        </a:buClr>
                        <a:buSzPct val="60000"/>
                        <a:buFont typeface="Wingdings" panose="05000000000000000000" pitchFamily="2" charset="2"/>
                        <a:defRPr sz="2800">
                          <a:solidFill>
                            <a:schemeClr val="tx1"/>
                          </a:solidFill>
                          <a:latin typeface="Times New Roman" panose="02020603050405020304" pitchFamily="18" charset="0"/>
                          <a:ea typeface="黑体" panose="02010609060101010101" pitchFamily="49" charset="-122"/>
                        </a:defRPr>
                      </a:lvl1pPr>
                      <a:lvl2pPr marL="742950" indent="-285750" algn="l">
                        <a:spcBef>
                          <a:spcPct val="20000"/>
                        </a:spcBef>
                        <a:buClr>
                          <a:schemeClr val="hlink"/>
                        </a:buClr>
                        <a:buSzPct val="55000"/>
                        <a:buFont typeface="Wingdings" panose="05000000000000000000" pitchFamily="2" charset="2"/>
                        <a:defRPr sz="2400">
                          <a:solidFill>
                            <a:schemeClr val="tx1"/>
                          </a:solidFill>
                          <a:latin typeface="Times New Roman" panose="02020603050405020304" pitchFamily="18" charset="0"/>
                          <a:ea typeface="黑体" panose="02010609060101010101" pitchFamily="49" charset="-122"/>
                        </a:defRPr>
                      </a:lvl2pPr>
                      <a:lvl3pPr marL="1143000" indent="-228600" algn="l">
                        <a:spcBef>
                          <a:spcPct val="20000"/>
                        </a:spcBef>
                        <a:buClr>
                          <a:schemeClr val="folHlink"/>
                        </a:buClr>
                        <a:buSzPct val="50000"/>
                        <a:buFont typeface="Wingdings" panose="05000000000000000000" pitchFamily="2" charset="2"/>
                        <a:defRPr sz="2000">
                          <a:solidFill>
                            <a:schemeClr val="tx1"/>
                          </a:solidFill>
                          <a:latin typeface="Times New Roman" panose="02020603050405020304" pitchFamily="18" charset="0"/>
                          <a:ea typeface="黑体" panose="02010609060101010101" pitchFamily="49" charset="-122"/>
                        </a:defRPr>
                      </a:lvl3pPr>
                      <a:lvl4pPr marL="1600200" indent="-228600" algn="l">
                        <a:spcBef>
                          <a:spcPct val="20000"/>
                        </a:spcBef>
                        <a:buClr>
                          <a:schemeClr val="accent2"/>
                        </a:buClr>
                        <a:buSzPct val="55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4pPr>
                      <a:lvl5pPr marL="2057400" indent="-228600" algn="l">
                        <a:spcBef>
                          <a:spcPct val="20000"/>
                        </a:spcBef>
                        <a:buClr>
                          <a:schemeClr val="accent1"/>
                        </a:buClr>
                        <a:buSzPct val="50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9p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r>
                        <a:rPr kumimoji="0" lang="en-US" altLang="zh-CN" sz="2400" b="1" i="1" u="none" strike="noStrike" cap="none" normalizeH="0" baseline="0">
                          <a:ln>
                            <a:noFill/>
                          </a:ln>
                          <a:solidFill>
                            <a:schemeClr val="tx1"/>
                          </a:solidFill>
                          <a:effectLst/>
                          <a:latin typeface="Times New Roman" panose="02020603050405020304" pitchFamily="18" charset="0"/>
                          <a:ea typeface="黑体" panose="02010609060101010101" pitchFamily="49" charset="-122"/>
                        </a:rPr>
                        <a:t>T</a:t>
                      </a:r>
                      <a:r>
                        <a:rPr kumimoji="0" lang="en-US" altLang="zh-CN" sz="2400" b="1" i="0" u="none" strike="noStrike" cap="none" normalizeH="0" baseline="0">
                          <a:ln>
                            <a:noFill/>
                          </a:ln>
                          <a:solidFill>
                            <a:schemeClr val="tx1"/>
                          </a:solidFill>
                          <a:effectLst/>
                          <a:latin typeface="Times New Roman" panose="02020603050405020304" pitchFamily="18" charset="0"/>
                          <a:ea typeface="黑体" panose="02010609060101010101" pitchFamily="49" charset="-122"/>
                          <a:sym typeface="Symbol" panose="05050102010706020507" pitchFamily="18" charset="2"/>
                        </a:rPr>
                        <a:t></a:t>
                      </a:r>
                      <a:r>
                        <a:rPr kumimoji="0" lang="en-US" altLang="zh-CN" sz="2400" b="1" i="1" u="none" strike="noStrike" cap="none" normalizeH="0" baseline="0">
                          <a:ln>
                            <a:noFill/>
                          </a:ln>
                          <a:solidFill>
                            <a:schemeClr val="tx1"/>
                          </a:solidFill>
                          <a:effectLst/>
                          <a:latin typeface="Times New Roman" panose="02020603050405020304" pitchFamily="18" charset="0"/>
                          <a:ea typeface="黑体" panose="02010609060101010101" pitchFamily="49" charset="-122"/>
                          <a:sym typeface="Symbol" panose="05050102010706020507" pitchFamily="18" charset="2"/>
                        </a:rPr>
                        <a:t>FT</a:t>
                      </a:r>
                      <a:r>
                        <a:rPr kumimoji="0" lang="en-US" altLang="zh-CN" sz="2400" b="1" i="0" u="none" strike="noStrike" cap="none" normalizeH="0" baseline="0">
                          <a:ln>
                            <a:noFill/>
                          </a:ln>
                          <a:solidFill>
                            <a:schemeClr val="tx1"/>
                          </a:solidFill>
                          <a:effectLst/>
                          <a:latin typeface="Times New Roman" panose="02020603050405020304" pitchFamily="18" charset="0"/>
                          <a:ea typeface="黑体" panose="02010609060101010101" pitchFamily="49" charset="-122"/>
                          <a:sym typeface="Symbol" panose="05050102010706020507" pitchFamily="18" charset="2"/>
                        </a:rPr>
                        <a:t></a:t>
                      </a:r>
                    </a:p>
                  </a:txBody>
                  <a:tcPr marL="54000" marR="54000" marT="28800" marB="2880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lgn="l">
                        <a:spcBef>
                          <a:spcPct val="20000"/>
                        </a:spcBef>
                        <a:buClr>
                          <a:schemeClr val="folHlink"/>
                        </a:buClr>
                        <a:buSzPct val="60000"/>
                        <a:buFont typeface="Wingdings" panose="05000000000000000000" pitchFamily="2" charset="2"/>
                        <a:defRPr sz="2800">
                          <a:solidFill>
                            <a:schemeClr val="tx1"/>
                          </a:solidFill>
                          <a:latin typeface="Times New Roman" panose="02020603050405020304" pitchFamily="18" charset="0"/>
                          <a:ea typeface="黑体" panose="02010609060101010101" pitchFamily="49" charset="-122"/>
                        </a:defRPr>
                      </a:lvl1pPr>
                      <a:lvl2pPr marL="742950" indent="-285750" algn="l">
                        <a:spcBef>
                          <a:spcPct val="20000"/>
                        </a:spcBef>
                        <a:buClr>
                          <a:schemeClr val="hlink"/>
                        </a:buClr>
                        <a:buSzPct val="55000"/>
                        <a:buFont typeface="Wingdings" panose="05000000000000000000" pitchFamily="2" charset="2"/>
                        <a:defRPr sz="2400">
                          <a:solidFill>
                            <a:schemeClr val="tx1"/>
                          </a:solidFill>
                          <a:latin typeface="Times New Roman" panose="02020603050405020304" pitchFamily="18" charset="0"/>
                          <a:ea typeface="黑体" panose="02010609060101010101" pitchFamily="49" charset="-122"/>
                        </a:defRPr>
                      </a:lvl2pPr>
                      <a:lvl3pPr marL="1143000" indent="-228600" algn="l">
                        <a:spcBef>
                          <a:spcPct val="20000"/>
                        </a:spcBef>
                        <a:buClr>
                          <a:schemeClr val="folHlink"/>
                        </a:buClr>
                        <a:buSzPct val="50000"/>
                        <a:buFont typeface="Wingdings" panose="05000000000000000000" pitchFamily="2" charset="2"/>
                        <a:defRPr sz="2000">
                          <a:solidFill>
                            <a:schemeClr val="tx1"/>
                          </a:solidFill>
                          <a:latin typeface="Times New Roman" panose="02020603050405020304" pitchFamily="18" charset="0"/>
                          <a:ea typeface="黑体" panose="02010609060101010101" pitchFamily="49" charset="-122"/>
                        </a:defRPr>
                      </a:lvl3pPr>
                      <a:lvl4pPr marL="1600200" indent="-228600" algn="l">
                        <a:spcBef>
                          <a:spcPct val="20000"/>
                        </a:spcBef>
                        <a:buClr>
                          <a:schemeClr val="accent2"/>
                        </a:buClr>
                        <a:buSzPct val="55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4pPr>
                      <a:lvl5pPr marL="2057400" indent="-228600" algn="l">
                        <a:spcBef>
                          <a:spcPct val="20000"/>
                        </a:spcBef>
                        <a:buClr>
                          <a:schemeClr val="accent1"/>
                        </a:buClr>
                        <a:buSzPct val="50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9p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endParaRPr kumimoji="0" lang="zh-CN" altLang="zh-CN" sz="2400" b="0" i="0" u="none" strike="noStrike" cap="none" normalizeH="0" baseline="0">
                        <a:ln>
                          <a:noFill/>
                        </a:ln>
                        <a:solidFill>
                          <a:schemeClr val="tx1"/>
                        </a:solidFill>
                        <a:effectLst/>
                        <a:latin typeface="Times New Roman" panose="02020603050405020304" pitchFamily="18" charset="0"/>
                        <a:ea typeface="黑体" panose="02010609060101010101" pitchFamily="49" charset="-122"/>
                      </a:endParaRPr>
                    </a:p>
                  </a:txBody>
                  <a:tcPr marL="54000" marR="54000" marT="28800" marB="2880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lgn="l">
                        <a:spcBef>
                          <a:spcPct val="20000"/>
                        </a:spcBef>
                        <a:buClr>
                          <a:schemeClr val="folHlink"/>
                        </a:buClr>
                        <a:buSzPct val="60000"/>
                        <a:buFont typeface="Wingdings" panose="05000000000000000000" pitchFamily="2" charset="2"/>
                        <a:defRPr sz="2800">
                          <a:solidFill>
                            <a:schemeClr val="tx1"/>
                          </a:solidFill>
                          <a:latin typeface="Times New Roman" panose="02020603050405020304" pitchFamily="18" charset="0"/>
                          <a:ea typeface="黑体" panose="02010609060101010101" pitchFamily="49" charset="-122"/>
                        </a:defRPr>
                      </a:lvl1pPr>
                      <a:lvl2pPr marL="742950" indent="-285750" algn="l">
                        <a:spcBef>
                          <a:spcPct val="20000"/>
                        </a:spcBef>
                        <a:buClr>
                          <a:schemeClr val="hlink"/>
                        </a:buClr>
                        <a:buSzPct val="55000"/>
                        <a:buFont typeface="Wingdings" panose="05000000000000000000" pitchFamily="2" charset="2"/>
                        <a:defRPr sz="2400">
                          <a:solidFill>
                            <a:schemeClr val="tx1"/>
                          </a:solidFill>
                          <a:latin typeface="Times New Roman" panose="02020603050405020304" pitchFamily="18" charset="0"/>
                          <a:ea typeface="黑体" panose="02010609060101010101" pitchFamily="49" charset="-122"/>
                        </a:defRPr>
                      </a:lvl2pPr>
                      <a:lvl3pPr marL="1143000" indent="-228600" algn="l">
                        <a:spcBef>
                          <a:spcPct val="20000"/>
                        </a:spcBef>
                        <a:buClr>
                          <a:schemeClr val="folHlink"/>
                        </a:buClr>
                        <a:buSzPct val="50000"/>
                        <a:buFont typeface="Wingdings" panose="05000000000000000000" pitchFamily="2" charset="2"/>
                        <a:defRPr sz="2000">
                          <a:solidFill>
                            <a:schemeClr val="tx1"/>
                          </a:solidFill>
                          <a:latin typeface="Times New Roman" panose="02020603050405020304" pitchFamily="18" charset="0"/>
                          <a:ea typeface="黑体" panose="02010609060101010101" pitchFamily="49" charset="-122"/>
                        </a:defRPr>
                      </a:lvl3pPr>
                      <a:lvl4pPr marL="1600200" indent="-228600" algn="l">
                        <a:spcBef>
                          <a:spcPct val="20000"/>
                        </a:spcBef>
                        <a:buClr>
                          <a:schemeClr val="accent2"/>
                        </a:buClr>
                        <a:buSzPct val="55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4pPr>
                      <a:lvl5pPr marL="2057400" indent="-228600" algn="l">
                        <a:spcBef>
                          <a:spcPct val="20000"/>
                        </a:spcBef>
                        <a:buClr>
                          <a:schemeClr val="accent1"/>
                        </a:buClr>
                        <a:buSzPct val="50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9p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endParaRPr kumimoji="0" lang="zh-CN" altLang="zh-CN" sz="2400" b="0" i="0" u="none" strike="noStrike" cap="none" normalizeH="0" baseline="0">
                        <a:ln>
                          <a:noFill/>
                        </a:ln>
                        <a:solidFill>
                          <a:schemeClr val="tx1"/>
                        </a:solidFill>
                        <a:effectLst/>
                        <a:latin typeface="Times New Roman" panose="02020603050405020304" pitchFamily="18" charset="0"/>
                        <a:ea typeface="黑体" panose="02010609060101010101" pitchFamily="49" charset="-122"/>
                      </a:endParaRPr>
                    </a:p>
                  </a:txBody>
                  <a:tcPr marL="54000" marR="54000" marT="28800" marB="28800" anchor="ct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4"/>
                  </a:ext>
                </a:extLst>
              </a:tr>
              <a:tr h="585788">
                <a:tc>
                  <a:txBody>
                    <a:bodyPr/>
                    <a:lstStyle>
                      <a:lvl1pPr algn="l">
                        <a:spcBef>
                          <a:spcPct val="20000"/>
                        </a:spcBef>
                        <a:buClr>
                          <a:schemeClr val="folHlink"/>
                        </a:buClr>
                        <a:buSzPct val="60000"/>
                        <a:buFont typeface="Wingdings" panose="05000000000000000000" pitchFamily="2" charset="2"/>
                        <a:defRPr sz="2800">
                          <a:solidFill>
                            <a:schemeClr val="tx1"/>
                          </a:solidFill>
                          <a:latin typeface="Times New Roman" panose="02020603050405020304" pitchFamily="18" charset="0"/>
                          <a:ea typeface="黑体" panose="02010609060101010101" pitchFamily="49" charset="-122"/>
                        </a:defRPr>
                      </a:lvl1pPr>
                      <a:lvl2pPr marL="742950" indent="-285750" algn="l">
                        <a:spcBef>
                          <a:spcPct val="20000"/>
                        </a:spcBef>
                        <a:buClr>
                          <a:schemeClr val="hlink"/>
                        </a:buClr>
                        <a:buSzPct val="55000"/>
                        <a:buFont typeface="Wingdings" panose="05000000000000000000" pitchFamily="2" charset="2"/>
                        <a:defRPr sz="2400">
                          <a:solidFill>
                            <a:schemeClr val="tx1"/>
                          </a:solidFill>
                          <a:latin typeface="Times New Roman" panose="02020603050405020304" pitchFamily="18" charset="0"/>
                          <a:ea typeface="黑体" panose="02010609060101010101" pitchFamily="49" charset="-122"/>
                        </a:defRPr>
                      </a:lvl2pPr>
                      <a:lvl3pPr marL="1143000" indent="-228600" algn="l">
                        <a:spcBef>
                          <a:spcPct val="20000"/>
                        </a:spcBef>
                        <a:buClr>
                          <a:schemeClr val="folHlink"/>
                        </a:buClr>
                        <a:buSzPct val="50000"/>
                        <a:buFont typeface="Wingdings" panose="05000000000000000000" pitchFamily="2" charset="2"/>
                        <a:defRPr sz="2000">
                          <a:solidFill>
                            <a:schemeClr val="tx1"/>
                          </a:solidFill>
                          <a:latin typeface="Times New Roman" panose="02020603050405020304" pitchFamily="18" charset="0"/>
                          <a:ea typeface="黑体" panose="02010609060101010101" pitchFamily="49" charset="-122"/>
                        </a:defRPr>
                      </a:lvl3pPr>
                      <a:lvl4pPr marL="1600200" indent="-228600" algn="l">
                        <a:spcBef>
                          <a:spcPct val="20000"/>
                        </a:spcBef>
                        <a:buClr>
                          <a:schemeClr val="accent2"/>
                        </a:buClr>
                        <a:buSzPct val="55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4pPr>
                      <a:lvl5pPr marL="2057400" indent="-228600" algn="l">
                        <a:spcBef>
                          <a:spcPct val="20000"/>
                        </a:spcBef>
                        <a:buClr>
                          <a:schemeClr val="accent1"/>
                        </a:buClr>
                        <a:buSzPct val="50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9p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r>
                        <a:rPr kumimoji="0" lang="en-US" altLang="zh-CN" sz="2400" b="1" i="1" u="none" strike="noStrike" cap="none" normalizeH="0" baseline="0">
                          <a:ln>
                            <a:noFill/>
                          </a:ln>
                          <a:solidFill>
                            <a:schemeClr val="tx1"/>
                          </a:solidFill>
                          <a:effectLst/>
                          <a:latin typeface="Times New Roman" panose="02020603050405020304" pitchFamily="18" charset="0"/>
                          <a:ea typeface="黑体" panose="02010609060101010101" pitchFamily="49" charset="-122"/>
                        </a:rPr>
                        <a:t>T </a:t>
                      </a:r>
                      <a:r>
                        <a:rPr kumimoji="0" lang="en-US" altLang="zh-CN" sz="2400" b="1" i="0" u="none" strike="noStrike" cap="none" normalizeH="0" baseline="0">
                          <a:ln>
                            <a:noFill/>
                          </a:ln>
                          <a:solidFill>
                            <a:schemeClr val="tx1"/>
                          </a:solidFill>
                          <a:effectLst/>
                          <a:latin typeface="Times New Roman" panose="02020603050405020304" pitchFamily="18" charset="0"/>
                          <a:ea typeface="黑体" panose="02010609060101010101" pitchFamily="49" charset="-122"/>
                          <a:sym typeface="Symbol" panose="05050102010706020507" pitchFamily="18" charset="2"/>
                        </a:rPr>
                        <a:t></a:t>
                      </a:r>
                    </a:p>
                  </a:txBody>
                  <a:tcPr marL="54000" marR="54000" marT="28800" marB="28800" anchor="ct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lgn="l">
                        <a:spcBef>
                          <a:spcPct val="20000"/>
                        </a:spcBef>
                        <a:buClr>
                          <a:schemeClr val="folHlink"/>
                        </a:buClr>
                        <a:buSzPct val="60000"/>
                        <a:buFont typeface="Wingdings" panose="05000000000000000000" pitchFamily="2" charset="2"/>
                        <a:defRPr sz="2800">
                          <a:solidFill>
                            <a:schemeClr val="tx1"/>
                          </a:solidFill>
                          <a:latin typeface="Times New Roman" panose="02020603050405020304" pitchFamily="18" charset="0"/>
                          <a:ea typeface="黑体" panose="02010609060101010101" pitchFamily="49" charset="-122"/>
                        </a:defRPr>
                      </a:lvl1pPr>
                      <a:lvl2pPr marL="742950" indent="-285750" algn="l">
                        <a:spcBef>
                          <a:spcPct val="20000"/>
                        </a:spcBef>
                        <a:buClr>
                          <a:schemeClr val="hlink"/>
                        </a:buClr>
                        <a:buSzPct val="55000"/>
                        <a:buFont typeface="Wingdings" panose="05000000000000000000" pitchFamily="2" charset="2"/>
                        <a:defRPr sz="2400">
                          <a:solidFill>
                            <a:schemeClr val="tx1"/>
                          </a:solidFill>
                          <a:latin typeface="Times New Roman" panose="02020603050405020304" pitchFamily="18" charset="0"/>
                          <a:ea typeface="黑体" panose="02010609060101010101" pitchFamily="49" charset="-122"/>
                        </a:defRPr>
                      </a:lvl2pPr>
                      <a:lvl3pPr marL="1143000" indent="-228600" algn="l">
                        <a:spcBef>
                          <a:spcPct val="20000"/>
                        </a:spcBef>
                        <a:buClr>
                          <a:schemeClr val="folHlink"/>
                        </a:buClr>
                        <a:buSzPct val="50000"/>
                        <a:buFont typeface="Wingdings" panose="05000000000000000000" pitchFamily="2" charset="2"/>
                        <a:defRPr sz="2000">
                          <a:solidFill>
                            <a:schemeClr val="tx1"/>
                          </a:solidFill>
                          <a:latin typeface="Times New Roman" panose="02020603050405020304" pitchFamily="18" charset="0"/>
                          <a:ea typeface="黑体" panose="02010609060101010101" pitchFamily="49" charset="-122"/>
                        </a:defRPr>
                      </a:lvl3pPr>
                      <a:lvl4pPr marL="1600200" indent="-228600" algn="l">
                        <a:spcBef>
                          <a:spcPct val="20000"/>
                        </a:spcBef>
                        <a:buClr>
                          <a:schemeClr val="accent2"/>
                        </a:buClr>
                        <a:buSzPct val="55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4pPr>
                      <a:lvl5pPr marL="2057400" indent="-228600" algn="l">
                        <a:spcBef>
                          <a:spcPct val="20000"/>
                        </a:spcBef>
                        <a:buClr>
                          <a:schemeClr val="accent1"/>
                        </a:buClr>
                        <a:buSzPct val="50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9p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endParaRPr kumimoji="0" lang="zh-CN" altLang="zh-CN" sz="2400" b="0" i="0" u="none" strike="noStrike" cap="none" normalizeH="0" baseline="0">
                        <a:ln>
                          <a:noFill/>
                        </a:ln>
                        <a:solidFill>
                          <a:schemeClr val="tx1"/>
                        </a:solidFill>
                        <a:effectLst/>
                        <a:latin typeface="Times New Roman" panose="02020603050405020304" pitchFamily="18" charset="0"/>
                        <a:ea typeface="黑体" panose="02010609060101010101" pitchFamily="49" charset="-122"/>
                      </a:endParaRPr>
                    </a:p>
                  </a:txBody>
                  <a:tcPr marL="54000" marR="54000" marT="28800" marB="2880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lgn="l">
                        <a:spcBef>
                          <a:spcPct val="20000"/>
                        </a:spcBef>
                        <a:buClr>
                          <a:schemeClr val="folHlink"/>
                        </a:buClr>
                        <a:buSzPct val="60000"/>
                        <a:buFont typeface="Wingdings" panose="05000000000000000000" pitchFamily="2" charset="2"/>
                        <a:defRPr sz="2800">
                          <a:solidFill>
                            <a:schemeClr val="tx1"/>
                          </a:solidFill>
                          <a:latin typeface="Times New Roman" panose="02020603050405020304" pitchFamily="18" charset="0"/>
                          <a:ea typeface="黑体" panose="02010609060101010101" pitchFamily="49" charset="-122"/>
                        </a:defRPr>
                      </a:lvl1pPr>
                      <a:lvl2pPr marL="742950" indent="-285750" algn="l">
                        <a:spcBef>
                          <a:spcPct val="20000"/>
                        </a:spcBef>
                        <a:buClr>
                          <a:schemeClr val="hlink"/>
                        </a:buClr>
                        <a:buSzPct val="55000"/>
                        <a:buFont typeface="Wingdings" panose="05000000000000000000" pitchFamily="2" charset="2"/>
                        <a:defRPr sz="2400">
                          <a:solidFill>
                            <a:schemeClr val="tx1"/>
                          </a:solidFill>
                          <a:latin typeface="Times New Roman" panose="02020603050405020304" pitchFamily="18" charset="0"/>
                          <a:ea typeface="黑体" panose="02010609060101010101" pitchFamily="49" charset="-122"/>
                        </a:defRPr>
                      </a:lvl2pPr>
                      <a:lvl3pPr marL="1143000" indent="-228600" algn="l">
                        <a:spcBef>
                          <a:spcPct val="20000"/>
                        </a:spcBef>
                        <a:buClr>
                          <a:schemeClr val="folHlink"/>
                        </a:buClr>
                        <a:buSzPct val="50000"/>
                        <a:buFont typeface="Wingdings" panose="05000000000000000000" pitchFamily="2" charset="2"/>
                        <a:defRPr sz="2000">
                          <a:solidFill>
                            <a:schemeClr val="tx1"/>
                          </a:solidFill>
                          <a:latin typeface="Times New Roman" panose="02020603050405020304" pitchFamily="18" charset="0"/>
                          <a:ea typeface="黑体" panose="02010609060101010101" pitchFamily="49" charset="-122"/>
                        </a:defRPr>
                      </a:lvl3pPr>
                      <a:lvl4pPr marL="1600200" indent="-228600" algn="l">
                        <a:spcBef>
                          <a:spcPct val="20000"/>
                        </a:spcBef>
                        <a:buClr>
                          <a:schemeClr val="accent2"/>
                        </a:buClr>
                        <a:buSzPct val="55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4pPr>
                      <a:lvl5pPr marL="2057400" indent="-228600" algn="l">
                        <a:spcBef>
                          <a:spcPct val="20000"/>
                        </a:spcBef>
                        <a:buClr>
                          <a:schemeClr val="accent1"/>
                        </a:buClr>
                        <a:buSzPct val="50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9p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r>
                        <a:rPr kumimoji="0" lang="en-US" altLang="zh-CN" sz="2400" b="1" i="1" u="none" strike="noStrike" cap="none" normalizeH="0" baseline="0">
                          <a:ln>
                            <a:noFill/>
                          </a:ln>
                          <a:solidFill>
                            <a:schemeClr val="tx1"/>
                          </a:solidFill>
                          <a:effectLst/>
                          <a:latin typeface="Times New Roman" panose="02020603050405020304" pitchFamily="18" charset="0"/>
                          <a:ea typeface="黑体" panose="02010609060101010101" pitchFamily="49" charset="-122"/>
                        </a:rPr>
                        <a:t>T</a:t>
                      </a:r>
                      <a:r>
                        <a:rPr kumimoji="0" lang="en-US" altLang="zh-CN" sz="2400" b="1" i="0" u="none" strike="noStrike" cap="none" normalizeH="0" baseline="0">
                          <a:ln>
                            <a:noFill/>
                          </a:ln>
                          <a:solidFill>
                            <a:schemeClr val="tx1"/>
                          </a:solidFill>
                          <a:effectLst/>
                          <a:latin typeface="Times New Roman" panose="02020603050405020304" pitchFamily="18" charset="0"/>
                          <a:ea typeface="黑体" panose="02010609060101010101" pitchFamily="49" charset="-122"/>
                          <a:sym typeface="Symbol" panose="05050102010706020507" pitchFamily="18" charset="2"/>
                        </a:rPr>
                        <a:t></a:t>
                      </a:r>
                    </a:p>
                  </a:txBody>
                  <a:tcPr marL="54000" marR="54000" marT="28800" marB="2880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lgn="l">
                        <a:spcBef>
                          <a:spcPct val="20000"/>
                        </a:spcBef>
                        <a:buClr>
                          <a:schemeClr val="folHlink"/>
                        </a:buClr>
                        <a:buSzPct val="60000"/>
                        <a:buFont typeface="Wingdings" panose="05000000000000000000" pitchFamily="2" charset="2"/>
                        <a:defRPr sz="2800">
                          <a:solidFill>
                            <a:schemeClr val="tx1"/>
                          </a:solidFill>
                          <a:latin typeface="Times New Roman" panose="02020603050405020304" pitchFamily="18" charset="0"/>
                          <a:ea typeface="黑体" panose="02010609060101010101" pitchFamily="49" charset="-122"/>
                        </a:defRPr>
                      </a:lvl1pPr>
                      <a:lvl2pPr marL="742950" indent="-285750" algn="l">
                        <a:spcBef>
                          <a:spcPct val="20000"/>
                        </a:spcBef>
                        <a:buClr>
                          <a:schemeClr val="hlink"/>
                        </a:buClr>
                        <a:buSzPct val="55000"/>
                        <a:buFont typeface="Wingdings" panose="05000000000000000000" pitchFamily="2" charset="2"/>
                        <a:defRPr sz="2400">
                          <a:solidFill>
                            <a:schemeClr val="tx1"/>
                          </a:solidFill>
                          <a:latin typeface="Times New Roman" panose="02020603050405020304" pitchFamily="18" charset="0"/>
                          <a:ea typeface="黑体" panose="02010609060101010101" pitchFamily="49" charset="-122"/>
                        </a:defRPr>
                      </a:lvl2pPr>
                      <a:lvl3pPr marL="1143000" indent="-228600" algn="l">
                        <a:spcBef>
                          <a:spcPct val="20000"/>
                        </a:spcBef>
                        <a:buClr>
                          <a:schemeClr val="folHlink"/>
                        </a:buClr>
                        <a:buSzPct val="50000"/>
                        <a:buFont typeface="Wingdings" panose="05000000000000000000" pitchFamily="2" charset="2"/>
                        <a:defRPr sz="2000">
                          <a:solidFill>
                            <a:schemeClr val="tx1"/>
                          </a:solidFill>
                          <a:latin typeface="Times New Roman" panose="02020603050405020304" pitchFamily="18" charset="0"/>
                          <a:ea typeface="黑体" panose="02010609060101010101" pitchFamily="49" charset="-122"/>
                        </a:defRPr>
                      </a:lvl3pPr>
                      <a:lvl4pPr marL="1600200" indent="-228600" algn="l">
                        <a:spcBef>
                          <a:spcPct val="20000"/>
                        </a:spcBef>
                        <a:buClr>
                          <a:schemeClr val="accent2"/>
                        </a:buClr>
                        <a:buSzPct val="55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4pPr>
                      <a:lvl5pPr marL="2057400" indent="-228600" algn="l">
                        <a:spcBef>
                          <a:spcPct val="20000"/>
                        </a:spcBef>
                        <a:buClr>
                          <a:schemeClr val="accent1"/>
                        </a:buClr>
                        <a:buSzPct val="50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9p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r>
                        <a:rPr kumimoji="0" lang="en-US" altLang="zh-CN" sz="2400" b="1" i="1" u="none" strike="noStrike" cap="none" normalizeH="0" baseline="0">
                          <a:ln>
                            <a:noFill/>
                          </a:ln>
                          <a:solidFill>
                            <a:schemeClr val="tx1"/>
                          </a:solidFill>
                          <a:effectLst/>
                          <a:latin typeface="Times New Roman" panose="02020603050405020304" pitchFamily="18" charset="0"/>
                          <a:ea typeface="黑体" panose="02010609060101010101" pitchFamily="49" charset="-122"/>
                        </a:rPr>
                        <a:t>T</a:t>
                      </a:r>
                      <a:r>
                        <a:rPr kumimoji="0" lang="en-US" altLang="zh-CN" sz="2400" b="1" i="0" u="none" strike="noStrike" cap="none" normalizeH="0" baseline="0">
                          <a:ln>
                            <a:noFill/>
                          </a:ln>
                          <a:solidFill>
                            <a:schemeClr val="tx1"/>
                          </a:solidFill>
                          <a:effectLst/>
                          <a:latin typeface="Times New Roman" panose="02020603050405020304" pitchFamily="18" charset="0"/>
                          <a:ea typeface="黑体" panose="02010609060101010101" pitchFamily="49" charset="-122"/>
                          <a:sym typeface="Symbol" panose="05050102010706020507" pitchFamily="18" charset="2"/>
                        </a:rPr>
                        <a:t>*</a:t>
                      </a:r>
                      <a:r>
                        <a:rPr kumimoji="0" lang="en-US" altLang="zh-CN" sz="2400" b="1" i="1" u="none" strike="noStrike" cap="none" normalizeH="0" baseline="0">
                          <a:ln>
                            <a:noFill/>
                          </a:ln>
                          <a:solidFill>
                            <a:schemeClr val="tx1"/>
                          </a:solidFill>
                          <a:effectLst/>
                          <a:latin typeface="Times New Roman" panose="02020603050405020304" pitchFamily="18" charset="0"/>
                          <a:ea typeface="黑体" panose="02010609060101010101" pitchFamily="49" charset="-122"/>
                          <a:sym typeface="Symbol" panose="05050102010706020507" pitchFamily="18" charset="2"/>
                        </a:rPr>
                        <a:t>FT</a:t>
                      </a:r>
                      <a:r>
                        <a:rPr kumimoji="0" lang="en-US" altLang="zh-CN" sz="2400" b="1" i="0" u="none" strike="noStrike" cap="none" normalizeH="0" baseline="0">
                          <a:ln>
                            <a:noFill/>
                          </a:ln>
                          <a:solidFill>
                            <a:schemeClr val="tx1"/>
                          </a:solidFill>
                          <a:effectLst/>
                          <a:latin typeface="Times New Roman" panose="02020603050405020304" pitchFamily="18" charset="0"/>
                          <a:ea typeface="黑体" panose="02010609060101010101" pitchFamily="49" charset="-122"/>
                          <a:sym typeface="Symbol" panose="05050102010706020507" pitchFamily="18" charset="2"/>
                        </a:rPr>
                        <a:t></a:t>
                      </a:r>
                    </a:p>
                  </a:txBody>
                  <a:tcPr marL="54000" marR="54000" marT="28800" marB="2880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lgn="l">
                        <a:spcBef>
                          <a:spcPct val="20000"/>
                        </a:spcBef>
                        <a:buClr>
                          <a:schemeClr val="folHlink"/>
                        </a:buClr>
                        <a:buSzPct val="60000"/>
                        <a:buFont typeface="Wingdings" panose="05000000000000000000" pitchFamily="2" charset="2"/>
                        <a:defRPr sz="2800">
                          <a:solidFill>
                            <a:schemeClr val="tx1"/>
                          </a:solidFill>
                          <a:latin typeface="Times New Roman" panose="02020603050405020304" pitchFamily="18" charset="0"/>
                          <a:ea typeface="黑体" panose="02010609060101010101" pitchFamily="49" charset="-122"/>
                        </a:defRPr>
                      </a:lvl1pPr>
                      <a:lvl2pPr marL="742950" indent="-285750" algn="l">
                        <a:spcBef>
                          <a:spcPct val="20000"/>
                        </a:spcBef>
                        <a:buClr>
                          <a:schemeClr val="hlink"/>
                        </a:buClr>
                        <a:buSzPct val="55000"/>
                        <a:buFont typeface="Wingdings" panose="05000000000000000000" pitchFamily="2" charset="2"/>
                        <a:defRPr sz="2400">
                          <a:solidFill>
                            <a:schemeClr val="tx1"/>
                          </a:solidFill>
                          <a:latin typeface="Times New Roman" panose="02020603050405020304" pitchFamily="18" charset="0"/>
                          <a:ea typeface="黑体" panose="02010609060101010101" pitchFamily="49" charset="-122"/>
                        </a:defRPr>
                      </a:lvl2pPr>
                      <a:lvl3pPr marL="1143000" indent="-228600" algn="l">
                        <a:spcBef>
                          <a:spcPct val="20000"/>
                        </a:spcBef>
                        <a:buClr>
                          <a:schemeClr val="folHlink"/>
                        </a:buClr>
                        <a:buSzPct val="50000"/>
                        <a:buFont typeface="Wingdings" panose="05000000000000000000" pitchFamily="2" charset="2"/>
                        <a:defRPr sz="2000">
                          <a:solidFill>
                            <a:schemeClr val="tx1"/>
                          </a:solidFill>
                          <a:latin typeface="Times New Roman" panose="02020603050405020304" pitchFamily="18" charset="0"/>
                          <a:ea typeface="黑体" panose="02010609060101010101" pitchFamily="49" charset="-122"/>
                        </a:defRPr>
                      </a:lvl3pPr>
                      <a:lvl4pPr marL="1600200" indent="-228600" algn="l">
                        <a:spcBef>
                          <a:spcPct val="20000"/>
                        </a:spcBef>
                        <a:buClr>
                          <a:schemeClr val="accent2"/>
                        </a:buClr>
                        <a:buSzPct val="55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4pPr>
                      <a:lvl5pPr marL="2057400" indent="-228600" algn="l">
                        <a:spcBef>
                          <a:spcPct val="20000"/>
                        </a:spcBef>
                        <a:buClr>
                          <a:schemeClr val="accent1"/>
                        </a:buClr>
                        <a:buSzPct val="50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9p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endParaRPr kumimoji="0" lang="zh-CN" altLang="zh-CN" sz="2400" b="0" i="0" u="none" strike="noStrike" cap="none" normalizeH="0" baseline="0">
                        <a:ln>
                          <a:noFill/>
                        </a:ln>
                        <a:solidFill>
                          <a:schemeClr val="tx1"/>
                        </a:solidFill>
                        <a:effectLst/>
                        <a:latin typeface="Times New Roman" panose="02020603050405020304" pitchFamily="18" charset="0"/>
                        <a:ea typeface="黑体" panose="02010609060101010101" pitchFamily="49" charset="-122"/>
                      </a:endParaRPr>
                    </a:p>
                  </a:txBody>
                  <a:tcPr marL="54000" marR="54000" marT="28800" marB="2880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lgn="l">
                        <a:spcBef>
                          <a:spcPct val="20000"/>
                        </a:spcBef>
                        <a:buClr>
                          <a:schemeClr val="folHlink"/>
                        </a:buClr>
                        <a:buSzPct val="60000"/>
                        <a:buFont typeface="Wingdings" panose="05000000000000000000" pitchFamily="2" charset="2"/>
                        <a:defRPr sz="2800">
                          <a:solidFill>
                            <a:schemeClr val="tx1"/>
                          </a:solidFill>
                          <a:latin typeface="Times New Roman" panose="02020603050405020304" pitchFamily="18" charset="0"/>
                          <a:ea typeface="黑体" panose="02010609060101010101" pitchFamily="49" charset="-122"/>
                        </a:defRPr>
                      </a:lvl1pPr>
                      <a:lvl2pPr marL="742950" indent="-285750" algn="l">
                        <a:spcBef>
                          <a:spcPct val="20000"/>
                        </a:spcBef>
                        <a:buClr>
                          <a:schemeClr val="hlink"/>
                        </a:buClr>
                        <a:buSzPct val="55000"/>
                        <a:buFont typeface="Wingdings" panose="05000000000000000000" pitchFamily="2" charset="2"/>
                        <a:defRPr sz="2400">
                          <a:solidFill>
                            <a:schemeClr val="tx1"/>
                          </a:solidFill>
                          <a:latin typeface="Times New Roman" panose="02020603050405020304" pitchFamily="18" charset="0"/>
                          <a:ea typeface="黑体" panose="02010609060101010101" pitchFamily="49" charset="-122"/>
                        </a:defRPr>
                      </a:lvl2pPr>
                      <a:lvl3pPr marL="1143000" indent="-228600" algn="l">
                        <a:spcBef>
                          <a:spcPct val="20000"/>
                        </a:spcBef>
                        <a:buClr>
                          <a:schemeClr val="folHlink"/>
                        </a:buClr>
                        <a:buSzPct val="50000"/>
                        <a:buFont typeface="Wingdings" panose="05000000000000000000" pitchFamily="2" charset="2"/>
                        <a:defRPr sz="2000">
                          <a:solidFill>
                            <a:schemeClr val="tx1"/>
                          </a:solidFill>
                          <a:latin typeface="Times New Roman" panose="02020603050405020304" pitchFamily="18" charset="0"/>
                          <a:ea typeface="黑体" panose="02010609060101010101" pitchFamily="49" charset="-122"/>
                        </a:defRPr>
                      </a:lvl3pPr>
                      <a:lvl4pPr marL="1600200" indent="-228600" algn="l">
                        <a:spcBef>
                          <a:spcPct val="20000"/>
                        </a:spcBef>
                        <a:buClr>
                          <a:schemeClr val="accent2"/>
                        </a:buClr>
                        <a:buSzPct val="55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4pPr>
                      <a:lvl5pPr marL="2057400" indent="-228600" algn="l">
                        <a:spcBef>
                          <a:spcPct val="20000"/>
                        </a:spcBef>
                        <a:buClr>
                          <a:schemeClr val="accent1"/>
                        </a:buClr>
                        <a:buSzPct val="50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9p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r>
                        <a:rPr kumimoji="0" lang="en-US" altLang="zh-CN" sz="2400" b="1" i="1" u="none" strike="noStrike" cap="none" normalizeH="0" baseline="0">
                          <a:ln>
                            <a:noFill/>
                          </a:ln>
                          <a:solidFill>
                            <a:schemeClr val="tx1"/>
                          </a:solidFill>
                          <a:effectLst/>
                          <a:latin typeface="Times New Roman" panose="02020603050405020304" pitchFamily="18" charset="0"/>
                          <a:ea typeface="黑体" panose="02010609060101010101" pitchFamily="49" charset="-122"/>
                        </a:rPr>
                        <a:t>T</a:t>
                      </a:r>
                      <a:r>
                        <a:rPr kumimoji="0" lang="en-US" altLang="zh-CN" sz="2400" b="1" i="0" u="none" strike="noStrike" cap="none" normalizeH="0" baseline="0">
                          <a:ln>
                            <a:noFill/>
                          </a:ln>
                          <a:solidFill>
                            <a:schemeClr val="tx1"/>
                          </a:solidFill>
                          <a:effectLst/>
                          <a:latin typeface="Times New Roman" panose="02020603050405020304" pitchFamily="18" charset="0"/>
                          <a:ea typeface="黑体" panose="02010609060101010101" pitchFamily="49" charset="-122"/>
                          <a:sym typeface="Symbol" panose="05050102010706020507" pitchFamily="18" charset="2"/>
                        </a:rPr>
                        <a:t></a:t>
                      </a:r>
                    </a:p>
                  </a:txBody>
                  <a:tcPr marL="54000" marR="54000" marT="28800" marB="2880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lgn="l">
                        <a:spcBef>
                          <a:spcPct val="20000"/>
                        </a:spcBef>
                        <a:buClr>
                          <a:schemeClr val="folHlink"/>
                        </a:buClr>
                        <a:buSzPct val="60000"/>
                        <a:buFont typeface="Wingdings" panose="05000000000000000000" pitchFamily="2" charset="2"/>
                        <a:defRPr sz="2800">
                          <a:solidFill>
                            <a:schemeClr val="tx1"/>
                          </a:solidFill>
                          <a:latin typeface="Times New Roman" panose="02020603050405020304" pitchFamily="18" charset="0"/>
                          <a:ea typeface="黑体" panose="02010609060101010101" pitchFamily="49" charset="-122"/>
                        </a:defRPr>
                      </a:lvl1pPr>
                      <a:lvl2pPr marL="742950" indent="-285750" algn="l">
                        <a:spcBef>
                          <a:spcPct val="20000"/>
                        </a:spcBef>
                        <a:buClr>
                          <a:schemeClr val="hlink"/>
                        </a:buClr>
                        <a:buSzPct val="55000"/>
                        <a:buFont typeface="Wingdings" panose="05000000000000000000" pitchFamily="2" charset="2"/>
                        <a:defRPr sz="2400">
                          <a:solidFill>
                            <a:schemeClr val="tx1"/>
                          </a:solidFill>
                          <a:latin typeface="Times New Roman" panose="02020603050405020304" pitchFamily="18" charset="0"/>
                          <a:ea typeface="黑体" panose="02010609060101010101" pitchFamily="49" charset="-122"/>
                        </a:defRPr>
                      </a:lvl2pPr>
                      <a:lvl3pPr marL="1143000" indent="-228600" algn="l">
                        <a:spcBef>
                          <a:spcPct val="20000"/>
                        </a:spcBef>
                        <a:buClr>
                          <a:schemeClr val="folHlink"/>
                        </a:buClr>
                        <a:buSzPct val="50000"/>
                        <a:buFont typeface="Wingdings" panose="05000000000000000000" pitchFamily="2" charset="2"/>
                        <a:defRPr sz="2000">
                          <a:solidFill>
                            <a:schemeClr val="tx1"/>
                          </a:solidFill>
                          <a:latin typeface="Times New Roman" panose="02020603050405020304" pitchFamily="18" charset="0"/>
                          <a:ea typeface="黑体" panose="02010609060101010101" pitchFamily="49" charset="-122"/>
                        </a:defRPr>
                      </a:lvl3pPr>
                      <a:lvl4pPr marL="1600200" indent="-228600" algn="l">
                        <a:spcBef>
                          <a:spcPct val="20000"/>
                        </a:spcBef>
                        <a:buClr>
                          <a:schemeClr val="accent2"/>
                        </a:buClr>
                        <a:buSzPct val="55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4pPr>
                      <a:lvl5pPr marL="2057400" indent="-228600" algn="l">
                        <a:spcBef>
                          <a:spcPct val="20000"/>
                        </a:spcBef>
                        <a:buClr>
                          <a:schemeClr val="accent1"/>
                        </a:buClr>
                        <a:buSzPct val="50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9p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r>
                        <a:rPr kumimoji="0" lang="en-US" altLang="zh-CN" sz="2400" b="1" i="1" u="none" strike="noStrike" cap="none" normalizeH="0" baseline="0">
                          <a:ln>
                            <a:noFill/>
                          </a:ln>
                          <a:solidFill>
                            <a:schemeClr val="tx1"/>
                          </a:solidFill>
                          <a:effectLst/>
                          <a:latin typeface="Times New Roman" panose="02020603050405020304" pitchFamily="18" charset="0"/>
                          <a:ea typeface="黑体" panose="02010609060101010101" pitchFamily="49" charset="-122"/>
                        </a:rPr>
                        <a:t>T</a:t>
                      </a:r>
                      <a:r>
                        <a:rPr kumimoji="0" lang="en-US" altLang="zh-CN" sz="2400" b="1" i="0" u="none" strike="noStrike" cap="none" normalizeH="0" baseline="0">
                          <a:ln>
                            <a:noFill/>
                          </a:ln>
                          <a:solidFill>
                            <a:schemeClr val="tx1"/>
                          </a:solidFill>
                          <a:effectLst/>
                          <a:latin typeface="Times New Roman" panose="02020603050405020304" pitchFamily="18" charset="0"/>
                          <a:ea typeface="黑体" panose="02010609060101010101" pitchFamily="49" charset="-122"/>
                          <a:sym typeface="Symbol" panose="05050102010706020507" pitchFamily="18" charset="2"/>
                        </a:rPr>
                        <a:t></a:t>
                      </a:r>
                    </a:p>
                  </a:txBody>
                  <a:tcPr marL="54000" marR="54000" marT="28800" marB="28800" anchor="ct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5"/>
                  </a:ext>
                </a:extLst>
              </a:tr>
              <a:tr h="588963">
                <a:tc>
                  <a:txBody>
                    <a:bodyPr/>
                    <a:lstStyle>
                      <a:lvl1pPr algn="l">
                        <a:spcBef>
                          <a:spcPct val="20000"/>
                        </a:spcBef>
                        <a:buClr>
                          <a:schemeClr val="folHlink"/>
                        </a:buClr>
                        <a:buSzPct val="60000"/>
                        <a:buFont typeface="Wingdings" panose="05000000000000000000" pitchFamily="2" charset="2"/>
                        <a:defRPr sz="2800">
                          <a:solidFill>
                            <a:schemeClr val="tx1"/>
                          </a:solidFill>
                          <a:latin typeface="Times New Roman" panose="02020603050405020304" pitchFamily="18" charset="0"/>
                          <a:ea typeface="黑体" panose="02010609060101010101" pitchFamily="49" charset="-122"/>
                        </a:defRPr>
                      </a:lvl1pPr>
                      <a:lvl2pPr marL="742950" indent="-285750" algn="l">
                        <a:spcBef>
                          <a:spcPct val="20000"/>
                        </a:spcBef>
                        <a:buClr>
                          <a:schemeClr val="hlink"/>
                        </a:buClr>
                        <a:buSzPct val="55000"/>
                        <a:buFont typeface="Wingdings" panose="05000000000000000000" pitchFamily="2" charset="2"/>
                        <a:defRPr sz="2400">
                          <a:solidFill>
                            <a:schemeClr val="tx1"/>
                          </a:solidFill>
                          <a:latin typeface="Times New Roman" panose="02020603050405020304" pitchFamily="18" charset="0"/>
                          <a:ea typeface="黑体" panose="02010609060101010101" pitchFamily="49" charset="-122"/>
                        </a:defRPr>
                      </a:lvl2pPr>
                      <a:lvl3pPr marL="1143000" indent="-228600" algn="l">
                        <a:spcBef>
                          <a:spcPct val="20000"/>
                        </a:spcBef>
                        <a:buClr>
                          <a:schemeClr val="folHlink"/>
                        </a:buClr>
                        <a:buSzPct val="50000"/>
                        <a:buFont typeface="Wingdings" panose="05000000000000000000" pitchFamily="2" charset="2"/>
                        <a:defRPr sz="2000">
                          <a:solidFill>
                            <a:schemeClr val="tx1"/>
                          </a:solidFill>
                          <a:latin typeface="Times New Roman" panose="02020603050405020304" pitchFamily="18" charset="0"/>
                          <a:ea typeface="黑体" panose="02010609060101010101" pitchFamily="49" charset="-122"/>
                        </a:defRPr>
                      </a:lvl3pPr>
                      <a:lvl4pPr marL="1600200" indent="-228600" algn="l">
                        <a:spcBef>
                          <a:spcPct val="20000"/>
                        </a:spcBef>
                        <a:buClr>
                          <a:schemeClr val="accent2"/>
                        </a:buClr>
                        <a:buSzPct val="55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4pPr>
                      <a:lvl5pPr marL="2057400" indent="-228600" algn="l">
                        <a:spcBef>
                          <a:spcPct val="20000"/>
                        </a:spcBef>
                        <a:buClr>
                          <a:schemeClr val="accent1"/>
                        </a:buClr>
                        <a:buSzPct val="50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9p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r>
                        <a:rPr kumimoji="0" lang="en-US" altLang="zh-CN" sz="2400" b="1" i="1" u="none" strike="noStrike" cap="none" normalizeH="0" baseline="0">
                          <a:ln>
                            <a:noFill/>
                          </a:ln>
                          <a:solidFill>
                            <a:schemeClr val="tx1"/>
                          </a:solidFill>
                          <a:effectLst/>
                          <a:latin typeface="Times New Roman" panose="02020603050405020304" pitchFamily="18" charset="0"/>
                          <a:ea typeface="黑体" panose="02010609060101010101" pitchFamily="49" charset="-122"/>
                        </a:rPr>
                        <a:t>F</a:t>
                      </a:r>
                    </a:p>
                  </a:txBody>
                  <a:tcPr marL="54000" marR="54000" marT="28800" marB="28800" anchor="ct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lgn="l">
                        <a:spcBef>
                          <a:spcPct val="20000"/>
                        </a:spcBef>
                        <a:buClr>
                          <a:schemeClr val="folHlink"/>
                        </a:buClr>
                        <a:buSzPct val="60000"/>
                        <a:buFont typeface="Wingdings" panose="05000000000000000000" pitchFamily="2" charset="2"/>
                        <a:defRPr sz="2800">
                          <a:solidFill>
                            <a:schemeClr val="tx1"/>
                          </a:solidFill>
                          <a:latin typeface="Times New Roman" panose="02020603050405020304" pitchFamily="18" charset="0"/>
                          <a:ea typeface="黑体" panose="02010609060101010101" pitchFamily="49" charset="-122"/>
                        </a:defRPr>
                      </a:lvl1pPr>
                      <a:lvl2pPr marL="742950" indent="-285750" algn="l">
                        <a:spcBef>
                          <a:spcPct val="20000"/>
                        </a:spcBef>
                        <a:buClr>
                          <a:schemeClr val="hlink"/>
                        </a:buClr>
                        <a:buSzPct val="55000"/>
                        <a:buFont typeface="Wingdings" panose="05000000000000000000" pitchFamily="2" charset="2"/>
                        <a:defRPr sz="2400">
                          <a:solidFill>
                            <a:schemeClr val="tx1"/>
                          </a:solidFill>
                          <a:latin typeface="Times New Roman" panose="02020603050405020304" pitchFamily="18" charset="0"/>
                          <a:ea typeface="黑体" panose="02010609060101010101" pitchFamily="49" charset="-122"/>
                        </a:defRPr>
                      </a:lvl2pPr>
                      <a:lvl3pPr marL="1143000" indent="-228600" algn="l">
                        <a:spcBef>
                          <a:spcPct val="20000"/>
                        </a:spcBef>
                        <a:buClr>
                          <a:schemeClr val="folHlink"/>
                        </a:buClr>
                        <a:buSzPct val="50000"/>
                        <a:buFont typeface="Wingdings" panose="05000000000000000000" pitchFamily="2" charset="2"/>
                        <a:defRPr sz="2000">
                          <a:solidFill>
                            <a:schemeClr val="tx1"/>
                          </a:solidFill>
                          <a:latin typeface="Times New Roman" panose="02020603050405020304" pitchFamily="18" charset="0"/>
                          <a:ea typeface="黑体" panose="02010609060101010101" pitchFamily="49" charset="-122"/>
                        </a:defRPr>
                      </a:lvl3pPr>
                      <a:lvl4pPr marL="1600200" indent="-228600" algn="l">
                        <a:spcBef>
                          <a:spcPct val="20000"/>
                        </a:spcBef>
                        <a:buClr>
                          <a:schemeClr val="accent2"/>
                        </a:buClr>
                        <a:buSzPct val="55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4pPr>
                      <a:lvl5pPr marL="2057400" indent="-228600" algn="l">
                        <a:spcBef>
                          <a:spcPct val="20000"/>
                        </a:spcBef>
                        <a:buClr>
                          <a:schemeClr val="accent1"/>
                        </a:buClr>
                        <a:buSzPct val="50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9p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r>
                        <a:rPr kumimoji="0" lang="en-US" altLang="zh-CN" sz="2400" b="1" i="1" u="none" strike="noStrike" cap="none" normalizeH="0" baseline="0" err="1">
                          <a:ln>
                            <a:noFill/>
                          </a:ln>
                          <a:solidFill>
                            <a:schemeClr val="tx1"/>
                          </a:solidFill>
                          <a:effectLst/>
                          <a:latin typeface="Times New Roman" panose="02020603050405020304" pitchFamily="18" charset="0"/>
                          <a:ea typeface="黑体" panose="02010609060101010101" pitchFamily="49" charset="-122"/>
                        </a:rPr>
                        <a:t>F</a:t>
                      </a:r>
                      <a:r>
                        <a:rPr kumimoji="0" lang="en-US" altLang="zh-CN" sz="2400" b="1" i="0" u="none" strike="noStrike" cap="none" normalizeH="0" baseline="0" err="1">
                          <a:ln>
                            <a:noFill/>
                          </a:ln>
                          <a:solidFill>
                            <a:schemeClr val="tx1"/>
                          </a:solidFill>
                          <a:effectLst/>
                          <a:latin typeface="Times New Roman" panose="02020603050405020304" pitchFamily="18" charset="0"/>
                          <a:ea typeface="黑体" panose="02010609060101010101" pitchFamily="49" charset="-122"/>
                          <a:sym typeface="Symbol" panose="05050102010706020507" pitchFamily="18" charset="2"/>
                        </a:rPr>
                        <a:t>id</a:t>
                      </a:r>
                      <a:endParaRPr kumimoji="0" lang="en-US" altLang="zh-CN" sz="2400" b="1" i="0" u="none" strike="noStrike" cap="none" normalizeH="0" baseline="0">
                        <a:ln>
                          <a:noFill/>
                        </a:ln>
                        <a:solidFill>
                          <a:schemeClr val="tx1"/>
                        </a:solidFill>
                        <a:effectLst/>
                        <a:latin typeface="Times New Roman" panose="02020603050405020304" pitchFamily="18" charset="0"/>
                        <a:ea typeface="黑体" panose="02010609060101010101" pitchFamily="49" charset="-122"/>
                        <a:sym typeface="Symbol" panose="05050102010706020507" pitchFamily="18" charset="2"/>
                      </a:endParaRPr>
                    </a:p>
                  </a:txBody>
                  <a:tcPr marL="54000" marR="54000" marT="28800" marB="2880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lgn="l">
                        <a:spcBef>
                          <a:spcPct val="20000"/>
                        </a:spcBef>
                        <a:buClr>
                          <a:schemeClr val="folHlink"/>
                        </a:buClr>
                        <a:buSzPct val="60000"/>
                        <a:buFont typeface="Wingdings" panose="05000000000000000000" pitchFamily="2" charset="2"/>
                        <a:defRPr sz="2800">
                          <a:solidFill>
                            <a:schemeClr val="tx1"/>
                          </a:solidFill>
                          <a:latin typeface="Times New Roman" panose="02020603050405020304" pitchFamily="18" charset="0"/>
                          <a:ea typeface="黑体" panose="02010609060101010101" pitchFamily="49" charset="-122"/>
                        </a:defRPr>
                      </a:lvl1pPr>
                      <a:lvl2pPr marL="742950" indent="-285750" algn="l">
                        <a:spcBef>
                          <a:spcPct val="20000"/>
                        </a:spcBef>
                        <a:buClr>
                          <a:schemeClr val="hlink"/>
                        </a:buClr>
                        <a:buSzPct val="55000"/>
                        <a:buFont typeface="Wingdings" panose="05000000000000000000" pitchFamily="2" charset="2"/>
                        <a:defRPr sz="2400">
                          <a:solidFill>
                            <a:schemeClr val="tx1"/>
                          </a:solidFill>
                          <a:latin typeface="Times New Roman" panose="02020603050405020304" pitchFamily="18" charset="0"/>
                          <a:ea typeface="黑体" panose="02010609060101010101" pitchFamily="49" charset="-122"/>
                        </a:defRPr>
                      </a:lvl2pPr>
                      <a:lvl3pPr marL="1143000" indent="-228600" algn="l">
                        <a:spcBef>
                          <a:spcPct val="20000"/>
                        </a:spcBef>
                        <a:buClr>
                          <a:schemeClr val="folHlink"/>
                        </a:buClr>
                        <a:buSzPct val="50000"/>
                        <a:buFont typeface="Wingdings" panose="05000000000000000000" pitchFamily="2" charset="2"/>
                        <a:defRPr sz="2000">
                          <a:solidFill>
                            <a:schemeClr val="tx1"/>
                          </a:solidFill>
                          <a:latin typeface="Times New Roman" panose="02020603050405020304" pitchFamily="18" charset="0"/>
                          <a:ea typeface="黑体" panose="02010609060101010101" pitchFamily="49" charset="-122"/>
                        </a:defRPr>
                      </a:lvl3pPr>
                      <a:lvl4pPr marL="1600200" indent="-228600" algn="l">
                        <a:spcBef>
                          <a:spcPct val="20000"/>
                        </a:spcBef>
                        <a:buClr>
                          <a:schemeClr val="accent2"/>
                        </a:buClr>
                        <a:buSzPct val="55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4pPr>
                      <a:lvl5pPr marL="2057400" indent="-228600" algn="l">
                        <a:spcBef>
                          <a:spcPct val="20000"/>
                        </a:spcBef>
                        <a:buClr>
                          <a:schemeClr val="accent1"/>
                        </a:buClr>
                        <a:buSzPct val="50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9p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endParaRPr kumimoji="0" lang="zh-CN" altLang="zh-CN" sz="2400" b="0" i="0" u="none" strike="noStrike" cap="none" normalizeH="0" baseline="0">
                        <a:ln>
                          <a:noFill/>
                        </a:ln>
                        <a:solidFill>
                          <a:schemeClr val="tx1"/>
                        </a:solidFill>
                        <a:effectLst/>
                        <a:latin typeface="Times New Roman" panose="02020603050405020304" pitchFamily="18" charset="0"/>
                        <a:ea typeface="黑体" panose="02010609060101010101" pitchFamily="49" charset="-122"/>
                      </a:endParaRPr>
                    </a:p>
                  </a:txBody>
                  <a:tcPr marL="54000" marR="54000" marT="28800" marB="2880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lgn="l">
                        <a:spcBef>
                          <a:spcPct val="20000"/>
                        </a:spcBef>
                        <a:buClr>
                          <a:schemeClr val="folHlink"/>
                        </a:buClr>
                        <a:buSzPct val="60000"/>
                        <a:buFont typeface="Wingdings" panose="05000000000000000000" pitchFamily="2" charset="2"/>
                        <a:defRPr sz="2800">
                          <a:solidFill>
                            <a:schemeClr val="tx1"/>
                          </a:solidFill>
                          <a:latin typeface="Times New Roman" panose="02020603050405020304" pitchFamily="18" charset="0"/>
                          <a:ea typeface="黑体" panose="02010609060101010101" pitchFamily="49" charset="-122"/>
                        </a:defRPr>
                      </a:lvl1pPr>
                      <a:lvl2pPr marL="742950" indent="-285750" algn="l">
                        <a:spcBef>
                          <a:spcPct val="20000"/>
                        </a:spcBef>
                        <a:buClr>
                          <a:schemeClr val="hlink"/>
                        </a:buClr>
                        <a:buSzPct val="55000"/>
                        <a:buFont typeface="Wingdings" panose="05000000000000000000" pitchFamily="2" charset="2"/>
                        <a:defRPr sz="2400">
                          <a:solidFill>
                            <a:schemeClr val="tx1"/>
                          </a:solidFill>
                          <a:latin typeface="Times New Roman" panose="02020603050405020304" pitchFamily="18" charset="0"/>
                          <a:ea typeface="黑体" panose="02010609060101010101" pitchFamily="49" charset="-122"/>
                        </a:defRPr>
                      </a:lvl2pPr>
                      <a:lvl3pPr marL="1143000" indent="-228600" algn="l">
                        <a:spcBef>
                          <a:spcPct val="20000"/>
                        </a:spcBef>
                        <a:buClr>
                          <a:schemeClr val="folHlink"/>
                        </a:buClr>
                        <a:buSzPct val="50000"/>
                        <a:buFont typeface="Wingdings" panose="05000000000000000000" pitchFamily="2" charset="2"/>
                        <a:defRPr sz="2000">
                          <a:solidFill>
                            <a:schemeClr val="tx1"/>
                          </a:solidFill>
                          <a:latin typeface="Times New Roman" panose="02020603050405020304" pitchFamily="18" charset="0"/>
                          <a:ea typeface="黑体" panose="02010609060101010101" pitchFamily="49" charset="-122"/>
                        </a:defRPr>
                      </a:lvl3pPr>
                      <a:lvl4pPr marL="1600200" indent="-228600" algn="l">
                        <a:spcBef>
                          <a:spcPct val="20000"/>
                        </a:spcBef>
                        <a:buClr>
                          <a:schemeClr val="accent2"/>
                        </a:buClr>
                        <a:buSzPct val="55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4pPr>
                      <a:lvl5pPr marL="2057400" indent="-228600" algn="l">
                        <a:spcBef>
                          <a:spcPct val="20000"/>
                        </a:spcBef>
                        <a:buClr>
                          <a:schemeClr val="accent1"/>
                        </a:buClr>
                        <a:buSzPct val="50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9p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endParaRPr kumimoji="0" lang="zh-CN" altLang="zh-CN" sz="2400" b="0" i="0" u="none" strike="noStrike" cap="none" normalizeH="0" baseline="0">
                        <a:ln>
                          <a:noFill/>
                        </a:ln>
                        <a:solidFill>
                          <a:schemeClr val="tx1"/>
                        </a:solidFill>
                        <a:effectLst/>
                        <a:latin typeface="Times New Roman" panose="02020603050405020304" pitchFamily="18" charset="0"/>
                        <a:ea typeface="黑体" panose="02010609060101010101" pitchFamily="49" charset="-122"/>
                      </a:endParaRPr>
                    </a:p>
                  </a:txBody>
                  <a:tcPr marL="54000" marR="54000" marT="28800" marB="2880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lgn="l">
                        <a:spcBef>
                          <a:spcPct val="20000"/>
                        </a:spcBef>
                        <a:buClr>
                          <a:schemeClr val="folHlink"/>
                        </a:buClr>
                        <a:buSzPct val="60000"/>
                        <a:buFont typeface="Wingdings" panose="05000000000000000000" pitchFamily="2" charset="2"/>
                        <a:defRPr sz="2800">
                          <a:solidFill>
                            <a:schemeClr val="tx1"/>
                          </a:solidFill>
                          <a:latin typeface="Times New Roman" panose="02020603050405020304" pitchFamily="18" charset="0"/>
                          <a:ea typeface="黑体" panose="02010609060101010101" pitchFamily="49" charset="-122"/>
                        </a:defRPr>
                      </a:lvl1pPr>
                      <a:lvl2pPr marL="742950" indent="-285750" algn="l">
                        <a:spcBef>
                          <a:spcPct val="20000"/>
                        </a:spcBef>
                        <a:buClr>
                          <a:schemeClr val="hlink"/>
                        </a:buClr>
                        <a:buSzPct val="55000"/>
                        <a:buFont typeface="Wingdings" panose="05000000000000000000" pitchFamily="2" charset="2"/>
                        <a:defRPr sz="2400">
                          <a:solidFill>
                            <a:schemeClr val="tx1"/>
                          </a:solidFill>
                          <a:latin typeface="Times New Roman" panose="02020603050405020304" pitchFamily="18" charset="0"/>
                          <a:ea typeface="黑体" panose="02010609060101010101" pitchFamily="49" charset="-122"/>
                        </a:defRPr>
                      </a:lvl2pPr>
                      <a:lvl3pPr marL="1143000" indent="-228600" algn="l">
                        <a:spcBef>
                          <a:spcPct val="20000"/>
                        </a:spcBef>
                        <a:buClr>
                          <a:schemeClr val="folHlink"/>
                        </a:buClr>
                        <a:buSzPct val="50000"/>
                        <a:buFont typeface="Wingdings" panose="05000000000000000000" pitchFamily="2" charset="2"/>
                        <a:defRPr sz="2000">
                          <a:solidFill>
                            <a:schemeClr val="tx1"/>
                          </a:solidFill>
                          <a:latin typeface="Times New Roman" panose="02020603050405020304" pitchFamily="18" charset="0"/>
                          <a:ea typeface="黑体" panose="02010609060101010101" pitchFamily="49" charset="-122"/>
                        </a:defRPr>
                      </a:lvl3pPr>
                      <a:lvl4pPr marL="1600200" indent="-228600" algn="l">
                        <a:spcBef>
                          <a:spcPct val="20000"/>
                        </a:spcBef>
                        <a:buClr>
                          <a:schemeClr val="accent2"/>
                        </a:buClr>
                        <a:buSzPct val="55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4pPr>
                      <a:lvl5pPr marL="2057400" indent="-228600" algn="l">
                        <a:spcBef>
                          <a:spcPct val="20000"/>
                        </a:spcBef>
                        <a:buClr>
                          <a:schemeClr val="accent1"/>
                        </a:buClr>
                        <a:buSzPct val="50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9p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r>
                        <a:rPr kumimoji="0" lang="en-US" altLang="zh-CN" sz="2400" b="1" i="1" u="none" strike="noStrike" cap="none" normalizeH="0" baseline="0">
                          <a:ln>
                            <a:noFill/>
                          </a:ln>
                          <a:solidFill>
                            <a:schemeClr val="tx1"/>
                          </a:solidFill>
                          <a:effectLst/>
                          <a:latin typeface="Times New Roman" panose="02020603050405020304" pitchFamily="18" charset="0"/>
                          <a:ea typeface="黑体" panose="02010609060101010101" pitchFamily="49" charset="-122"/>
                        </a:rPr>
                        <a:t>F</a:t>
                      </a:r>
                      <a:r>
                        <a:rPr kumimoji="0" lang="en-US" altLang="zh-CN" sz="2400" b="1" i="0" u="none" strike="noStrike" cap="none" normalizeH="0" baseline="0">
                          <a:ln>
                            <a:noFill/>
                          </a:ln>
                          <a:solidFill>
                            <a:schemeClr val="tx1"/>
                          </a:solidFill>
                          <a:effectLst/>
                          <a:latin typeface="Times New Roman" panose="02020603050405020304" pitchFamily="18" charset="0"/>
                          <a:ea typeface="黑体" panose="02010609060101010101" pitchFamily="49" charset="-122"/>
                          <a:sym typeface="Symbol" panose="05050102010706020507" pitchFamily="18" charset="2"/>
                        </a:rPr>
                        <a:t>(</a:t>
                      </a:r>
                      <a:r>
                        <a:rPr kumimoji="0" lang="en-US" altLang="zh-CN" sz="2400" b="1" i="1" u="none" strike="noStrike" cap="none" normalizeH="0" baseline="0">
                          <a:ln>
                            <a:noFill/>
                          </a:ln>
                          <a:solidFill>
                            <a:schemeClr val="tx1"/>
                          </a:solidFill>
                          <a:effectLst/>
                          <a:latin typeface="Times New Roman" panose="02020603050405020304" pitchFamily="18" charset="0"/>
                          <a:ea typeface="黑体" panose="02010609060101010101" pitchFamily="49" charset="-122"/>
                          <a:sym typeface="Symbol" panose="05050102010706020507" pitchFamily="18" charset="2"/>
                        </a:rPr>
                        <a:t>E</a:t>
                      </a:r>
                      <a:r>
                        <a:rPr kumimoji="0" lang="en-US" altLang="zh-CN" sz="2400" b="1" i="0" u="none" strike="noStrike" cap="none" normalizeH="0" baseline="0">
                          <a:ln>
                            <a:noFill/>
                          </a:ln>
                          <a:solidFill>
                            <a:schemeClr val="tx1"/>
                          </a:solidFill>
                          <a:effectLst/>
                          <a:latin typeface="Times New Roman" panose="02020603050405020304" pitchFamily="18" charset="0"/>
                          <a:ea typeface="黑体" panose="02010609060101010101" pitchFamily="49" charset="-122"/>
                          <a:sym typeface="Symbol" panose="05050102010706020507" pitchFamily="18" charset="2"/>
                        </a:rPr>
                        <a:t>)</a:t>
                      </a:r>
                    </a:p>
                  </a:txBody>
                  <a:tcPr marL="54000" marR="54000" marT="28800" marB="2880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lgn="l">
                        <a:spcBef>
                          <a:spcPct val="20000"/>
                        </a:spcBef>
                        <a:buClr>
                          <a:schemeClr val="folHlink"/>
                        </a:buClr>
                        <a:buSzPct val="60000"/>
                        <a:buFont typeface="Wingdings" panose="05000000000000000000" pitchFamily="2" charset="2"/>
                        <a:defRPr sz="2800">
                          <a:solidFill>
                            <a:schemeClr val="tx1"/>
                          </a:solidFill>
                          <a:latin typeface="Times New Roman" panose="02020603050405020304" pitchFamily="18" charset="0"/>
                          <a:ea typeface="黑体" panose="02010609060101010101" pitchFamily="49" charset="-122"/>
                        </a:defRPr>
                      </a:lvl1pPr>
                      <a:lvl2pPr marL="742950" indent="-285750" algn="l">
                        <a:spcBef>
                          <a:spcPct val="20000"/>
                        </a:spcBef>
                        <a:buClr>
                          <a:schemeClr val="hlink"/>
                        </a:buClr>
                        <a:buSzPct val="55000"/>
                        <a:buFont typeface="Wingdings" panose="05000000000000000000" pitchFamily="2" charset="2"/>
                        <a:defRPr sz="2400">
                          <a:solidFill>
                            <a:schemeClr val="tx1"/>
                          </a:solidFill>
                          <a:latin typeface="Times New Roman" panose="02020603050405020304" pitchFamily="18" charset="0"/>
                          <a:ea typeface="黑体" panose="02010609060101010101" pitchFamily="49" charset="-122"/>
                        </a:defRPr>
                      </a:lvl2pPr>
                      <a:lvl3pPr marL="1143000" indent="-228600" algn="l">
                        <a:spcBef>
                          <a:spcPct val="20000"/>
                        </a:spcBef>
                        <a:buClr>
                          <a:schemeClr val="folHlink"/>
                        </a:buClr>
                        <a:buSzPct val="50000"/>
                        <a:buFont typeface="Wingdings" panose="05000000000000000000" pitchFamily="2" charset="2"/>
                        <a:defRPr sz="2000">
                          <a:solidFill>
                            <a:schemeClr val="tx1"/>
                          </a:solidFill>
                          <a:latin typeface="Times New Roman" panose="02020603050405020304" pitchFamily="18" charset="0"/>
                          <a:ea typeface="黑体" panose="02010609060101010101" pitchFamily="49" charset="-122"/>
                        </a:defRPr>
                      </a:lvl3pPr>
                      <a:lvl4pPr marL="1600200" indent="-228600" algn="l">
                        <a:spcBef>
                          <a:spcPct val="20000"/>
                        </a:spcBef>
                        <a:buClr>
                          <a:schemeClr val="accent2"/>
                        </a:buClr>
                        <a:buSzPct val="55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4pPr>
                      <a:lvl5pPr marL="2057400" indent="-228600" algn="l">
                        <a:spcBef>
                          <a:spcPct val="20000"/>
                        </a:spcBef>
                        <a:buClr>
                          <a:schemeClr val="accent1"/>
                        </a:buClr>
                        <a:buSzPct val="50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9p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endParaRPr kumimoji="0" lang="zh-CN" altLang="zh-CN" sz="2400" b="0" i="0" u="none" strike="noStrike" cap="none" normalizeH="0" baseline="0">
                        <a:ln>
                          <a:noFill/>
                        </a:ln>
                        <a:solidFill>
                          <a:schemeClr val="tx1"/>
                        </a:solidFill>
                        <a:effectLst/>
                        <a:latin typeface="Times New Roman" panose="02020603050405020304" pitchFamily="18" charset="0"/>
                        <a:ea typeface="黑体" panose="02010609060101010101" pitchFamily="49" charset="-122"/>
                      </a:endParaRPr>
                    </a:p>
                  </a:txBody>
                  <a:tcPr marL="54000" marR="54000" marT="28800" marB="2880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lgn="l">
                        <a:spcBef>
                          <a:spcPct val="20000"/>
                        </a:spcBef>
                        <a:buClr>
                          <a:schemeClr val="folHlink"/>
                        </a:buClr>
                        <a:buSzPct val="60000"/>
                        <a:buFont typeface="Wingdings" panose="05000000000000000000" pitchFamily="2" charset="2"/>
                        <a:defRPr sz="2800">
                          <a:solidFill>
                            <a:schemeClr val="tx1"/>
                          </a:solidFill>
                          <a:latin typeface="Times New Roman" panose="02020603050405020304" pitchFamily="18" charset="0"/>
                          <a:ea typeface="黑体" panose="02010609060101010101" pitchFamily="49" charset="-122"/>
                        </a:defRPr>
                      </a:lvl1pPr>
                      <a:lvl2pPr marL="742950" indent="-285750" algn="l">
                        <a:spcBef>
                          <a:spcPct val="20000"/>
                        </a:spcBef>
                        <a:buClr>
                          <a:schemeClr val="hlink"/>
                        </a:buClr>
                        <a:buSzPct val="55000"/>
                        <a:buFont typeface="Wingdings" panose="05000000000000000000" pitchFamily="2" charset="2"/>
                        <a:defRPr sz="2400">
                          <a:solidFill>
                            <a:schemeClr val="tx1"/>
                          </a:solidFill>
                          <a:latin typeface="Times New Roman" panose="02020603050405020304" pitchFamily="18" charset="0"/>
                          <a:ea typeface="黑体" panose="02010609060101010101" pitchFamily="49" charset="-122"/>
                        </a:defRPr>
                      </a:lvl2pPr>
                      <a:lvl3pPr marL="1143000" indent="-228600" algn="l">
                        <a:spcBef>
                          <a:spcPct val="20000"/>
                        </a:spcBef>
                        <a:buClr>
                          <a:schemeClr val="folHlink"/>
                        </a:buClr>
                        <a:buSzPct val="50000"/>
                        <a:buFont typeface="Wingdings" panose="05000000000000000000" pitchFamily="2" charset="2"/>
                        <a:defRPr sz="2000">
                          <a:solidFill>
                            <a:schemeClr val="tx1"/>
                          </a:solidFill>
                          <a:latin typeface="Times New Roman" panose="02020603050405020304" pitchFamily="18" charset="0"/>
                          <a:ea typeface="黑体" panose="02010609060101010101" pitchFamily="49" charset="-122"/>
                        </a:defRPr>
                      </a:lvl3pPr>
                      <a:lvl4pPr marL="1600200" indent="-228600" algn="l">
                        <a:spcBef>
                          <a:spcPct val="20000"/>
                        </a:spcBef>
                        <a:buClr>
                          <a:schemeClr val="accent2"/>
                        </a:buClr>
                        <a:buSzPct val="55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4pPr>
                      <a:lvl5pPr marL="2057400" indent="-228600" algn="l">
                        <a:spcBef>
                          <a:spcPct val="20000"/>
                        </a:spcBef>
                        <a:buClr>
                          <a:schemeClr val="accent1"/>
                        </a:buClr>
                        <a:buSzPct val="50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9p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endParaRPr kumimoji="0" lang="zh-CN" altLang="zh-CN" sz="2400" b="0" i="0" u="none" strike="noStrike" cap="none" normalizeH="0" baseline="0" dirty="0">
                        <a:ln>
                          <a:noFill/>
                        </a:ln>
                        <a:solidFill>
                          <a:schemeClr val="tx1"/>
                        </a:solidFill>
                        <a:effectLst/>
                        <a:latin typeface="Times New Roman" panose="02020603050405020304" pitchFamily="18" charset="0"/>
                        <a:ea typeface="黑体" panose="02010609060101010101" pitchFamily="49" charset="-122"/>
                      </a:endParaRPr>
                    </a:p>
                  </a:txBody>
                  <a:tcPr marL="54000" marR="54000" marT="28800" marB="28800" anchor="ct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6"/>
                  </a:ext>
                </a:extLst>
              </a:tr>
            </a:tbl>
          </a:graphicData>
        </a:graphic>
      </p:graphicFrame>
      <p:sp>
        <p:nvSpPr>
          <p:cNvPr id="2" name="日期占位符 1">
            <a:extLst>
              <a:ext uri="{FF2B5EF4-FFF2-40B4-BE49-F238E27FC236}">
                <a16:creationId xmlns:a16="http://schemas.microsoft.com/office/drawing/2014/main" id="{C6787F0A-BB3F-890E-0698-957CF5412C91}"/>
              </a:ext>
            </a:extLst>
          </p:cNvPr>
          <p:cNvSpPr>
            <a:spLocks noGrp="1"/>
          </p:cNvSpPr>
          <p:nvPr>
            <p:ph type="dt" sz="half" idx="10"/>
          </p:nvPr>
        </p:nvSpPr>
        <p:spPr/>
        <p:txBody>
          <a:bodyPr/>
          <a:lstStyle/>
          <a:p>
            <a:fld id="{25D20147-FF88-45E1-9DCE-DD53F019AE22}" type="datetime2">
              <a:rPr lang="zh-CN" altLang="en-US" smtClean="0"/>
              <a:pPr/>
              <a:t>2025年11月26日</a:t>
            </a:fld>
            <a:endParaRPr lang="zh-CN" altLang="en-US"/>
          </a:p>
        </p:txBody>
      </p:sp>
      <p:sp>
        <p:nvSpPr>
          <p:cNvPr id="3" name="页脚占位符 2">
            <a:extLst>
              <a:ext uri="{FF2B5EF4-FFF2-40B4-BE49-F238E27FC236}">
                <a16:creationId xmlns:a16="http://schemas.microsoft.com/office/drawing/2014/main" id="{9A079F63-FB68-A821-135E-A65FA300C727}"/>
              </a:ext>
            </a:extLst>
          </p:cNvPr>
          <p:cNvSpPr>
            <a:spLocks noGrp="1"/>
          </p:cNvSpPr>
          <p:nvPr>
            <p:ph type="ftr" sz="quarter" idx="11"/>
          </p:nvPr>
        </p:nvSpPr>
        <p:spPr/>
        <p:txBody>
          <a:bodyPr/>
          <a:lstStyle/>
          <a:p>
            <a:r>
              <a:rPr lang="zh-CN" altLang="en-US"/>
              <a:t>编译原理</a:t>
            </a:r>
            <a:r>
              <a:rPr lang="en-US" altLang="zh-CN"/>
              <a:t>-</a:t>
            </a:r>
            <a:r>
              <a:rPr lang="zh-CN" altLang="en-US"/>
              <a:t>王欣捷</a:t>
            </a:r>
            <a:r>
              <a:rPr lang="en-US" altLang="zh-CN"/>
              <a:t>-</a:t>
            </a:r>
            <a:r>
              <a:rPr lang="zh-CN" altLang="en-US"/>
              <a:t>第三章 语法分析</a:t>
            </a:r>
            <a:r>
              <a:rPr lang="en-US" altLang="zh-CN"/>
              <a:t>(4)</a:t>
            </a:r>
            <a:endParaRPr lang="zh-CN" altLang="en-US"/>
          </a:p>
        </p:txBody>
      </p:sp>
      <p:sp>
        <p:nvSpPr>
          <p:cNvPr id="4" name="灯片编号占位符 3">
            <a:extLst>
              <a:ext uri="{FF2B5EF4-FFF2-40B4-BE49-F238E27FC236}">
                <a16:creationId xmlns:a16="http://schemas.microsoft.com/office/drawing/2014/main" id="{742B7C77-AF12-DDC9-1960-B99F213515B0}"/>
              </a:ext>
            </a:extLst>
          </p:cNvPr>
          <p:cNvSpPr>
            <a:spLocks noGrp="1"/>
          </p:cNvSpPr>
          <p:nvPr>
            <p:ph type="sldNum" sz="quarter" idx="12"/>
          </p:nvPr>
        </p:nvSpPr>
        <p:spPr/>
        <p:txBody>
          <a:bodyPr/>
          <a:lstStyle/>
          <a:p>
            <a:fld id="{094DEB03-EFC6-4C20-8FC8-295189A5386F}" type="slidenum">
              <a:rPr lang="zh-CN" altLang="en-US" smtClean="0"/>
              <a:pPr/>
              <a:t>84</a:t>
            </a:fld>
            <a:endParaRPr lang="zh-CN" altLang="en-US"/>
          </a:p>
        </p:txBody>
      </p:sp>
    </p:spTree>
  </p:cSld>
  <p:clrMapOvr>
    <a:masterClrMapping/>
  </p:clrMapOvr>
</p:sld>
</file>

<file path=ppt/slides/slide8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3186" name="Rectangle 2">
            <a:extLst>
              <a:ext uri="{FF2B5EF4-FFF2-40B4-BE49-F238E27FC236}">
                <a16:creationId xmlns:a16="http://schemas.microsoft.com/office/drawing/2014/main" id="{786FBFD4-863F-47F0-AF85-7F6A1F5E252D}"/>
              </a:ext>
            </a:extLst>
          </p:cNvPr>
          <p:cNvSpPr>
            <a:spLocks noGrp="1" noChangeArrowheads="1"/>
          </p:cNvSpPr>
          <p:nvPr>
            <p:ph type="title"/>
          </p:nvPr>
        </p:nvSpPr>
        <p:spPr/>
        <p:txBody>
          <a:bodyPr/>
          <a:lstStyle/>
          <a:p>
            <a:pPr eaLnBrk="1" hangingPunct="1"/>
            <a:r>
              <a:rPr lang="en-US" altLang="zh-CN"/>
              <a:t>3.3.6 </a:t>
            </a:r>
            <a:r>
              <a:rPr lang="zh-CN" altLang="en-US"/>
              <a:t>预测分析的错误恢复</a:t>
            </a:r>
          </a:p>
        </p:txBody>
      </p:sp>
      <p:sp>
        <p:nvSpPr>
          <p:cNvPr id="4" name="内容占位符 3">
            <a:extLst>
              <a:ext uri="{FF2B5EF4-FFF2-40B4-BE49-F238E27FC236}">
                <a16:creationId xmlns:a16="http://schemas.microsoft.com/office/drawing/2014/main" id="{521AC417-18B8-4472-ABB3-EF0181E7A8F0}"/>
              </a:ext>
            </a:extLst>
          </p:cNvPr>
          <p:cNvSpPr>
            <a:spLocks noGrp="1"/>
          </p:cNvSpPr>
          <p:nvPr>
            <p:ph idx="1"/>
          </p:nvPr>
        </p:nvSpPr>
        <p:spPr/>
        <p:txBody>
          <a:bodyPr/>
          <a:lstStyle/>
          <a:p>
            <a:r>
              <a:rPr lang="en-US" altLang="zh-CN" sz="3200" b="1">
                <a:solidFill>
                  <a:schemeClr val="accent2"/>
                </a:solidFill>
                <a:ea typeface="宋体" panose="02010600030101010101" pitchFamily="2" charset="-122"/>
              </a:rPr>
              <a:t>FOLLOW(</a:t>
            </a:r>
            <a:r>
              <a:rPr lang="en-US" altLang="zh-CN" sz="3200" b="1" i="1">
                <a:solidFill>
                  <a:schemeClr val="accent2"/>
                </a:solidFill>
                <a:ea typeface="宋体" panose="02010600030101010101" pitchFamily="2" charset="-122"/>
              </a:rPr>
              <a:t>E</a:t>
            </a:r>
            <a:r>
              <a:rPr lang="en-US" altLang="zh-CN" sz="3200" b="1">
                <a:solidFill>
                  <a:schemeClr val="accent2"/>
                </a:solidFill>
                <a:ea typeface="宋体" panose="02010600030101010101" pitchFamily="2" charset="-122"/>
              </a:rPr>
              <a:t>) =  { ), $}</a:t>
            </a:r>
          </a:p>
          <a:p>
            <a:endParaRPr lang="zh-CN" altLang="en-US"/>
          </a:p>
        </p:txBody>
      </p:sp>
      <p:graphicFrame>
        <p:nvGraphicFramePr>
          <p:cNvPr id="8" name="Group 3">
            <a:extLst>
              <a:ext uri="{FF2B5EF4-FFF2-40B4-BE49-F238E27FC236}">
                <a16:creationId xmlns:a16="http://schemas.microsoft.com/office/drawing/2014/main" id="{0869D87F-6FA2-4BFE-B8FC-D6C4B1F7C9DC}"/>
              </a:ext>
            </a:extLst>
          </p:cNvPr>
          <p:cNvGraphicFramePr>
            <a:graphicFrameLocks/>
          </p:cNvGraphicFramePr>
          <p:nvPr>
            <p:extLst>
              <p:ext uri="{D42A27DB-BD31-4B8C-83A1-F6EECF244321}">
                <p14:modId xmlns:p14="http://schemas.microsoft.com/office/powerpoint/2010/main" val="4254697779"/>
              </p:ext>
            </p:extLst>
          </p:nvPr>
        </p:nvGraphicFramePr>
        <p:xfrm>
          <a:off x="208756" y="2160000"/>
          <a:ext cx="8726488" cy="4114803"/>
        </p:xfrm>
        <a:graphic>
          <a:graphicData uri="http://schemas.openxmlformats.org/drawingml/2006/table">
            <a:tbl>
              <a:tblPr/>
              <a:tblGrid>
                <a:gridCol w="1066800">
                  <a:extLst>
                    <a:ext uri="{9D8B030D-6E8A-4147-A177-3AD203B41FA5}">
                      <a16:colId xmlns:a16="http://schemas.microsoft.com/office/drawing/2014/main" val="20000"/>
                    </a:ext>
                  </a:extLst>
                </a:gridCol>
                <a:gridCol w="1295400">
                  <a:extLst>
                    <a:ext uri="{9D8B030D-6E8A-4147-A177-3AD203B41FA5}">
                      <a16:colId xmlns:a16="http://schemas.microsoft.com/office/drawing/2014/main" val="20001"/>
                    </a:ext>
                  </a:extLst>
                </a:gridCol>
                <a:gridCol w="1379538">
                  <a:extLst>
                    <a:ext uri="{9D8B030D-6E8A-4147-A177-3AD203B41FA5}">
                      <a16:colId xmlns:a16="http://schemas.microsoft.com/office/drawing/2014/main" val="20002"/>
                    </a:ext>
                  </a:extLst>
                </a:gridCol>
                <a:gridCol w="1516062">
                  <a:extLst>
                    <a:ext uri="{9D8B030D-6E8A-4147-A177-3AD203B41FA5}">
                      <a16:colId xmlns:a16="http://schemas.microsoft.com/office/drawing/2014/main" val="20003"/>
                    </a:ext>
                  </a:extLst>
                </a:gridCol>
                <a:gridCol w="1143000">
                  <a:extLst>
                    <a:ext uri="{9D8B030D-6E8A-4147-A177-3AD203B41FA5}">
                      <a16:colId xmlns:a16="http://schemas.microsoft.com/office/drawing/2014/main" val="20004"/>
                    </a:ext>
                  </a:extLst>
                </a:gridCol>
                <a:gridCol w="1219200">
                  <a:extLst>
                    <a:ext uri="{9D8B030D-6E8A-4147-A177-3AD203B41FA5}">
                      <a16:colId xmlns:a16="http://schemas.microsoft.com/office/drawing/2014/main" val="20005"/>
                    </a:ext>
                  </a:extLst>
                </a:gridCol>
                <a:gridCol w="1106488">
                  <a:extLst>
                    <a:ext uri="{9D8B030D-6E8A-4147-A177-3AD203B41FA5}">
                      <a16:colId xmlns:a16="http://schemas.microsoft.com/office/drawing/2014/main" val="20006"/>
                    </a:ext>
                  </a:extLst>
                </a:gridCol>
              </a:tblGrid>
              <a:tr h="588963">
                <a:tc rowSpan="2">
                  <a:txBody>
                    <a:bodyPr/>
                    <a:lstStyle>
                      <a:lvl1pPr algn="l">
                        <a:spcBef>
                          <a:spcPct val="20000"/>
                        </a:spcBef>
                        <a:buClr>
                          <a:schemeClr val="folHlink"/>
                        </a:buClr>
                        <a:buSzPct val="60000"/>
                        <a:buFont typeface="Wingdings" panose="05000000000000000000" pitchFamily="2" charset="2"/>
                        <a:defRPr sz="2800">
                          <a:solidFill>
                            <a:schemeClr val="tx1"/>
                          </a:solidFill>
                          <a:latin typeface="Times New Roman" panose="02020603050405020304" pitchFamily="18" charset="0"/>
                          <a:ea typeface="黑体" panose="02010609060101010101" pitchFamily="49" charset="-122"/>
                        </a:defRPr>
                      </a:lvl1pPr>
                      <a:lvl2pPr marL="742950" indent="-285750" algn="l">
                        <a:spcBef>
                          <a:spcPct val="20000"/>
                        </a:spcBef>
                        <a:buClr>
                          <a:schemeClr val="hlink"/>
                        </a:buClr>
                        <a:buSzPct val="55000"/>
                        <a:buFont typeface="Wingdings" panose="05000000000000000000" pitchFamily="2" charset="2"/>
                        <a:defRPr sz="2400">
                          <a:solidFill>
                            <a:schemeClr val="tx1"/>
                          </a:solidFill>
                          <a:latin typeface="Times New Roman" panose="02020603050405020304" pitchFamily="18" charset="0"/>
                          <a:ea typeface="黑体" panose="02010609060101010101" pitchFamily="49" charset="-122"/>
                        </a:defRPr>
                      </a:lvl2pPr>
                      <a:lvl3pPr marL="1143000" indent="-228600" algn="l">
                        <a:spcBef>
                          <a:spcPct val="20000"/>
                        </a:spcBef>
                        <a:buClr>
                          <a:schemeClr val="folHlink"/>
                        </a:buClr>
                        <a:buSzPct val="50000"/>
                        <a:buFont typeface="Wingdings" panose="05000000000000000000" pitchFamily="2" charset="2"/>
                        <a:defRPr sz="2000">
                          <a:solidFill>
                            <a:schemeClr val="tx1"/>
                          </a:solidFill>
                          <a:latin typeface="Times New Roman" panose="02020603050405020304" pitchFamily="18" charset="0"/>
                          <a:ea typeface="黑体" panose="02010609060101010101" pitchFamily="49" charset="-122"/>
                        </a:defRPr>
                      </a:lvl3pPr>
                      <a:lvl4pPr marL="1600200" indent="-228600" algn="l">
                        <a:spcBef>
                          <a:spcPct val="20000"/>
                        </a:spcBef>
                        <a:buClr>
                          <a:schemeClr val="accent2"/>
                        </a:buClr>
                        <a:buSzPct val="55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4pPr>
                      <a:lvl5pPr marL="2057400" indent="-228600" algn="l">
                        <a:spcBef>
                          <a:spcPct val="20000"/>
                        </a:spcBef>
                        <a:buClr>
                          <a:schemeClr val="accent1"/>
                        </a:buClr>
                        <a:buSzPct val="50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9p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r>
                        <a:rPr kumimoji="0" lang="zh-CN" altLang="en-US" sz="2400" b="0" i="0" u="none" strike="noStrike" cap="none" normalizeH="0" baseline="0">
                          <a:ln>
                            <a:noFill/>
                          </a:ln>
                          <a:solidFill>
                            <a:schemeClr val="tx1"/>
                          </a:solidFill>
                          <a:effectLst/>
                          <a:latin typeface="Times New Roman" panose="02020603050405020304" pitchFamily="18" charset="0"/>
                          <a:ea typeface="黑体" panose="02010609060101010101" pitchFamily="49" charset="-122"/>
                        </a:rPr>
                        <a:t>非 终结 符</a:t>
                      </a:r>
                    </a:p>
                  </a:txBody>
                  <a:tcPr marL="54000" marR="54000" marT="28800" marB="28800" anchor="ct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gridSpan="6">
                  <a:txBody>
                    <a:bodyPr/>
                    <a:lstStyle>
                      <a:lvl1pPr algn="l">
                        <a:spcBef>
                          <a:spcPct val="20000"/>
                        </a:spcBef>
                        <a:buClr>
                          <a:schemeClr val="folHlink"/>
                        </a:buClr>
                        <a:buSzPct val="60000"/>
                        <a:buFont typeface="Wingdings" panose="05000000000000000000" pitchFamily="2" charset="2"/>
                        <a:defRPr sz="2800">
                          <a:solidFill>
                            <a:schemeClr val="tx1"/>
                          </a:solidFill>
                          <a:latin typeface="Times New Roman" panose="02020603050405020304" pitchFamily="18" charset="0"/>
                          <a:ea typeface="黑体" panose="02010609060101010101" pitchFamily="49" charset="-122"/>
                        </a:defRPr>
                      </a:lvl1pPr>
                      <a:lvl2pPr marL="742950" indent="-285750" algn="l">
                        <a:spcBef>
                          <a:spcPct val="20000"/>
                        </a:spcBef>
                        <a:buClr>
                          <a:schemeClr val="hlink"/>
                        </a:buClr>
                        <a:buSzPct val="55000"/>
                        <a:buFont typeface="Wingdings" panose="05000000000000000000" pitchFamily="2" charset="2"/>
                        <a:defRPr sz="2400">
                          <a:solidFill>
                            <a:schemeClr val="tx1"/>
                          </a:solidFill>
                          <a:latin typeface="Times New Roman" panose="02020603050405020304" pitchFamily="18" charset="0"/>
                          <a:ea typeface="黑体" panose="02010609060101010101" pitchFamily="49" charset="-122"/>
                        </a:defRPr>
                      </a:lvl2pPr>
                      <a:lvl3pPr marL="1143000" indent="-228600" algn="l">
                        <a:spcBef>
                          <a:spcPct val="20000"/>
                        </a:spcBef>
                        <a:buClr>
                          <a:schemeClr val="folHlink"/>
                        </a:buClr>
                        <a:buSzPct val="50000"/>
                        <a:buFont typeface="Wingdings" panose="05000000000000000000" pitchFamily="2" charset="2"/>
                        <a:defRPr sz="2000">
                          <a:solidFill>
                            <a:schemeClr val="tx1"/>
                          </a:solidFill>
                          <a:latin typeface="Times New Roman" panose="02020603050405020304" pitchFamily="18" charset="0"/>
                          <a:ea typeface="黑体" panose="02010609060101010101" pitchFamily="49" charset="-122"/>
                        </a:defRPr>
                      </a:lvl3pPr>
                      <a:lvl4pPr marL="1600200" indent="-228600" algn="l">
                        <a:spcBef>
                          <a:spcPct val="20000"/>
                        </a:spcBef>
                        <a:buClr>
                          <a:schemeClr val="accent2"/>
                        </a:buClr>
                        <a:buSzPct val="55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4pPr>
                      <a:lvl5pPr marL="2057400" indent="-228600" algn="l">
                        <a:spcBef>
                          <a:spcPct val="20000"/>
                        </a:spcBef>
                        <a:buClr>
                          <a:schemeClr val="accent1"/>
                        </a:buClr>
                        <a:buSzPct val="50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9p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r>
                        <a:rPr kumimoji="0" lang="zh-CN" altLang="en-US" sz="2400" b="0" i="0" u="none" strike="noStrike" cap="none" normalizeH="0" baseline="0">
                          <a:ln>
                            <a:noFill/>
                          </a:ln>
                          <a:solidFill>
                            <a:schemeClr val="tx1"/>
                          </a:solidFill>
                          <a:effectLst/>
                          <a:latin typeface="Times New Roman" panose="02020603050405020304" pitchFamily="18" charset="0"/>
                          <a:ea typeface="黑体" panose="02010609060101010101" pitchFamily="49" charset="-122"/>
                        </a:rPr>
                        <a:t>输 入 符 号</a:t>
                      </a:r>
                    </a:p>
                  </a:txBody>
                  <a:tcPr marL="54000" marR="54000" marT="28800" marB="28800" anchor="ct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extLst>
                  <a:ext uri="{0D108BD9-81ED-4DB2-BD59-A6C34878D82A}">
                    <a16:rowId xmlns:a16="http://schemas.microsoft.com/office/drawing/2014/main" val="10000"/>
                  </a:ext>
                </a:extLst>
              </a:tr>
              <a:tr h="585788">
                <a:tc vMerge="1">
                  <a:txBody>
                    <a:bodyPr/>
                    <a:lstStyle/>
                    <a:p>
                      <a:endParaRPr lang="zh-CN" altLang="en-US"/>
                    </a:p>
                  </a:txBody>
                  <a:tcPr/>
                </a:tc>
                <a:tc>
                  <a:txBody>
                    <a:bodyPr/>
                    <a:lstStyle>
                      <a:lvl1pPr algn="l">
                        <a:spcBef>
                          <a:spcPct val="20000"/>
                        </a:spcBef>
                        <a:buClr>
                          <a:schemeClr val="folHlink"/>
                        </a:buClr>
                        <a:buSzPct val="60000"/>
                        <a:buFont typeface="Wingdings" panose="05000000000000000000" pitchFamily="2" charset="2"/>
                        <a:defRPr sz="2800">
                          <a:solidFill>
                            <a:schemeClr val="tx1"/>
                          </a:solidFill>
                          <a:latin typeface="Times New Roman" panose="02020603050405020304" pitchFamily="18" charset="0"/>
                          <a:ea typeface="黑体" panose="02010609060101010101" pitchFamily="49" charset="-122"/>
                        </a:defRPr>
                      </a:lvl1pPr>
                      <a:lvl2pPr marL="742950" indent="-285750" algn="l">
                        <a:spcBef>
                          <a:spcPct val="20000"/>
                        </a:spcBef>
                        <a:buClr>
                          <a:schemeClr val="hlink"/>
                        </a:buClr>
                        <a:buSzPct val="55000"/>
                        <a:buFont typeface="Wingdings" panose="05000000000000000000" pitchFamily="2" charset="2"/>
                        <a:defRPr sz="2400">
                          <a:solidFill>
                            <a:schemeClr val="tx1"/>
                          </a:solidFill>
                          <a:latin typeface="Times New Roman" panose="02020603050405020304" pitchFamily="18" charset="0"/>
                          <a:ea typeface="黑体" panose="02010609060101010101" pitchFamily="49" charset="-122"/>
                        </a:defRPr>
                      </a:lvl2pPr>
                      <a:lvl3pPr marL="1143000" indent="-228600" algn="l">
                        <a:spcBef>
                          <a:spcPct val="20000"/>
                        </a:spcBef>
                        <a:buClr>
                          <a:schemeClr val="folHlink"/>
                        </a:buClr>
                        <a:buSzPct val="50000"/>
                        <a:buFont typeface="Wingdings" panose="05000000000000000000" pitchFamily="2" charset="2"/>
                        <a:defRPr sz="2000">
                          <a:solidFill>
                            <a:schemeClr val="tx1"/>
                          </a:solidFill>
                          <a:latin typeface="Times New Roman" panose="02020603050405020304" pitchFamily="18" charset="0"/>
                          <a:ea typeface="黑体" panose="02010609060101010101" pitchFamily="49" charset="-122"/>
                        </a:defRPr>
                      </a:lvl3pPr>
                      <a:lvl4pPr marL="1600200" indent="-228600" algn="l">
                        <a:spcBef>
                          <a:spcPct val="20000"/>
                        </a:spcBef>
                        <a:buClr>
                          <a:schemeClr val="accent2"/>
                        </a:buClr>
                        <a:buSzPct val="55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4pPr>
                      <a:lvl5pPr marL="2057400" indent="-228600" algn="l">
                        <a:spcBef>
                          <a:spcPct val="20000"/>
                        </a:spcBef>
                        <a:buClr>
                          <a:schemeClr val="accent1"/>
                        </a:buClr>
                        <a:buSzPct val="50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9p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r>
                        <a:rPr kumimoji="0" lang="en-US" altLang="zh-CN" sz="2400" b="1" i="0" u="none" strike="noStrike" cap="none" normalizeH="0" baseline="0">
                          <a:ln>
                            <a:noFill/>
                          </a:ln>
                          <a:solidFill>
                            <a:schemeClr val="tx1"/>
                          </a:solidFill>
                          <a:effectLst/>
                          <a:latin typeface="Times New Roman" panose="02020603050405020304" pitchFamily="18" charset="0"/>
                          <a:ea typeface="黑体" panose="02010609060101010101" pitchFamily="49" charset="-122"/>
                        </a:rPr>
                        <a:t>id</a:t>
                      </a:r>
                    </a:p>
                  </a:txBody>
                  <a:tcPr marL="54000" marR="54000" marT="28800" marB="2880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lgn="l">
                        <a:spcBef>
                          <a:spcPct val="20000"/>
                        </a:spcBef>
                        <a:buClr>
                          <a:schemeClr val="folHlink"/>
                        </a:buClr>
                        <a:buSzPct val="60000"/>
                        <a:buFont typeface="Wingdings" panose="05000000000000000000" pitchFamily="2" charset="2"/>
                        <a:defRPr sz="2800">
                          <a:solidFill>
                            <a:schemeClr val="tx1"/>
                          </a:solidFill>
                          <a:latin typeface="Times New Roman" panose="02020603050405020304" pitchFamily="18" charset="0"/>
                          <a:ea typeface="黑体" panose="02010609060101010101" pitchFamily="49" charset="-122"/>
                        </a:defRPr>
                      </a:lvl1pPr>
                      <a:lvl2pPr marL="742950" indent="-285750" algn="l">
                        <a:spcBef>
                          <a:spcPct val="20000"/>
                        </a:spcBef>
                        <a:buClr>
                          <a:schemeClr val="hlink"/>
                        </a:buClr>
                        <a:buSzPct val="55000"/>
                        <a:buFont typeface="Wingdings" panose="05000000000000000000" pitchFamily="2" charset="2"/>
                        <a:defRPr sz="2400">
                          <a:solidFill>
                            <a:schemeClr val="tx1"/>
                          </a:solidFill>
                          <a:latin typeface="Times New Roman" panose="02020603050405020304" pitchFamily="18" charset="0"/>
                          <a:ea typeface="黑体" panose="02010609060101010101" pitchFamily="49" charset="-122"/>
                        </a:defRPr>
                      </a:lvl2pPr>
                      <a:lvl3pPr marL="1143000" indent="-228600" algn="l">
                        <a:spcBef>
                          <a:spcPct val="20000"/>
                        </a:spcBef>
                        <a:buClr>
                          <a:schemeClr val="folHlink"/>
                        </a:buClr>
                        <a:buSzPct val="50000"/>
                        <a:buFont typeface="Wingdings" panose="05000000000000000000" pitchFamily="2" charset="2"/>
                        <a:defRPr sz="2000">
                          <a:solidFill>
                            <a:schemeClr val="tx1"/>
                          </a:solidFill>
                          <a:latin typeface="Times New Roman" panose="02020603050405020304" pitchFamily="18" charset="0"/>
                          <a:ea typeface="黑体" panose="02010609060101010101" pitchFamily="49" charset="-122"/>
                        </a:defRPr>
                      </a:lvl3pPr>
                      <a:lvl4pPr marL="1600200" indent="-228600" algn="l">
                        <a:spcBef>
                          <a:spcPct val="20000"/>
                        </a:spcBef>
                        <a:buClr>
                          <a:schemeClr val="accent2"/>
                        </a:buClr>
                        <a:buSzPct val="55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4pPr>
                      <a:lvl5pPr marL="2057400" indent="-228600" algn="l">
                        <a:spcBef>
                          <a:spcPct val="20000"/>
                        </a:spcBef>
                        <a:buClr>
                          <a:schemeClr val="accent1"/>
                        </a:buClr>
                        <a:buSzPct val="50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9p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r>
                        <a:rPr kumimoji="0" lang="en-US" altLang="zh-CN" sz="2400" b="1" i="0" u="none" strike="noStrike" cap="none" normalizeH="0" baseline="0">
                          <a:ln>
                            <a:noFill/>
                          </a:ln>
                          <a:solidFill>
                            <a:schemeClr val="tx1"/>
                          </a:solidFill>
                          <a:effectLst/>
                          <a:latin typeface="Times New Roman" panose="02020603050405020304" pitchFamily="18" charset="0"/>
                          <a:ea typeface="黑体" panose="02010609060101010101" pitchFamily="49" charset="-122"/>
                        </a:rPr>
                        <a:t>+</a:t>
                      </a:r>
                    </a:p>
                  </a:txBody>
                  <a:tcPr marL="54000" marR="54000" marT="28800" marB="2880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lgn="l">
                        <a:spcBef>
                          <a:spcPct val="20000"/>
                        </a:spcBef>
                        <a:buClr>
                          <a:schemeClr val="folHlink"/>
                        </a:buClr>
                        <a:buSzPct val="60000"/>
                        <a:buFont typeface="Wingdings" panose="05000000000000000000" pitchFamily="2" charset="2"/>
                        <a:defRPr sz="2800">
                          <a:solidFill>
                            <a:schemeClr val="tx1"/>
                          </a:solidFill>
                          <a:latin typeface="Times New Roman" panose="02020603050405020304" pitchFamily="18" charset="0"/>
                          <a:ea typeface="黑体" panose="02010609060101010101" pitchFamily="49" charset="-122"/>
                        </a:defRPr>
                      </a:lvl1pPr>
                      <a:lvl2pPr marL="742950" indent="-285750" algn="l">
                        <a:spcBef>
                          <a:spcPct val="20000"/>
                        </a:spcBef>
                        <a:buClr>
                          <a:schemeClr val="hlink"/>
                        </a:buClr>
                        <a:buSzPct val="55000"/>
                        <a:buFont typeface="Wingdings" panose="05000000000000000000" pitchFamily="2" charset="2"/>
                        <a:defRPr sz="2400">
                          <a:solidFill>
                            <a:schemeClr val="tx1"/>
                          </a:solidFill>
                          <a:latin typeface="Times New Roman" panose="02020603050405020304" pitchFamily="18" charset="0"/>
                          <a:ea typeface="黑体" panose="02010609060101010101" pitchFamily="49" charset="-122"/>
                        </a:defRPr>
                      </a:lvl2pPr>
                      <a:lvl3pPr marL="1143000" indent="-228600" algn="l">
                        <a:spcBef>
                          <a:spcPct val="20000"/>
                        </a:spcBef>
                        <a:buClr>
                          <a:schemeClr val="folHlink"/>
                        </a:buClr>
                        <a:buSzPct val="50000"/>
                        <a:buFont typeface="Wingdings" panose="05000000000000000000" pitchFamily="2" charset="2"/>
                        <a:defRPr sz="2000">
                          <a:solidFill>
                            <a:schemeClr val="tx1"/>
                          </a:solidFill>
                          <a:latin typeface="Times New Roman" panose="02020603050405020304" pitchFamily="18" charset="0"/>
                          <a:ea typeface="黑体" panose="02010609060101010101" pitchFamily="49" charset="-122"/>
                        </a:defRPr>
                      </a:lvl3pPr>
                      <a:lvl4pPr marL="1600200" indent="-228600" algn="l">
                        <a:spcBef>
                          <a:spcPct val="20000"/>
                        </a:spcBef>
                        <a:buClr>
                          <a:schemeClr val="accent2"/>
                        </a:buClr>
                        <a:buSzPct val="55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4pPr>
                      <a:lvl5pPr marL="2057400" indent="-228600" algn="l">
                        <a:spcBef>
                          <a:spcPct val="20000"/>
                        </a:spcBef>
                        <a:buClr>
                          <a:schemeClr val="accent1"/>
                        </a:buClr>
                        <a:buSzPct val="50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9p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r>
                        <a:rPr kumimoji="0" lang="en-US" altLang="zh-CN" sz="2400" b="1" i="0" u="none" strike="noStrike" cap="none" normalizeH="0" baseline="0">
                          <a:ln>
                            <a:noFill/>
                          </a:ln>
                          <a:solidFill>
                            <a:schemeClr val="tx1"/>
                          </a:solidFill>
                          <a:effectLst/>
                          <a:latin typeface="Times New Roman" panose="02020603050405020304" pitchFamily="18" charset="0"/>
                          <a:ea typeface="黑体" panose="02010609060101010101" pitchFamily="49" charset="-122"/>
                        </a:rPr>
                        <a:t>*</a:t>
                      </a:r>
                    </a:p>
                  </a:txBody>
                  <a:tcPr marL="54000" marR="54000" marT="28800" marB="2880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lgn="l">
                        <a:spcBef>
                          <a:spcPct val="20000"/>
                        </a:spcBef>
                        <a:buClr>
                          <a:schemeClr val="folHlink"/>
                        </a:buClr>
                        <a:buSzPct val="60000"/>
                        <a:buFont typeface="Wingdings" panose="05000000000000000000" pitchFamily="2" charset="2"/>
                        <a:defRPr sz="2800">
                          <a:solidFill>
                            <a:schemeClr val="tx1"/>
                          </a:solidFill>
                          <a:latin typeface="Times New Roman" panose="02020603050405020304" pitchFamily="18" charset="0"/>
                          <a:ea typeface="黑体" panose="02010609060101010101" pitchFamily="49" charset="-122"/>
                        </a:defRPr>
                      </a:lvl1pPr>
                      <a:lvl2pPr marL="742950" indent="-285750" algn="l">
                        <a:spcBef>
                          <a:spcPct val="20000"/>
                        </a:spcBef>
                        <a:buClr>
                          <a:schemeClr val="hlink"/>
                        </a:buClr>
                        <a:buSzPct val="55000"/>
                        <a:buFont typeface="Wingdings" panose="05000000000000000000" pitchFamily="2" charset="2"/>
                        <a:defRPr sz="2400">
                          <a:solidFill>
                            <a:schemeClr val="tx1"/>
                          </a:solidFill>
                          <a:latin typeface="Times New Roman" panose="02020603050405020304" pitchFamily="18" charset="0"/>
                          <a:ea typeface="黑体" panose="02010609060101010101" pitchFamily="49" charset="-122"/>
                        </a:defRPr>
                      </a:lvl2pPr>
                      <a:lvl3pPr marL="1143000" indent="-228600" algn="l">
                        <a:spcBef>
                          <a:spcPct val="20000"/>
                        </a:spcBef>
                        <a:buClr>
                          <a:schemeClr val="folHlink"/>
                        </a:buClr>
                        <a:buSzPct val="50000"/>
                        <a:buFont typeface="Wingdings" panose="05000000000000000000" pitchFamily="2" charset="2"/>
                        <a:defRPr sz="2000">
                          <a:solidFill>
                            <a:schemeClr val="tx1"/>
                          </a:solidFill>
                          <a:latin typeface="Times New Roman" panose="02020603050405020304" pitchFamily="18" charset="0"/>
                          <a:ea typeface="黑体" panose="02010609060101010101" pitchFamily="49" charset="-122"/>
                        </a:defRPr>
                      </a:lvl3pPr>
                      <a:lvl4pPr marL="1600200" indent="-228600" algn="l">
                        <a:spcBef>
                          <a:spcPct val="20000"/>
                        </a:spcBef>
                        <a:buClr>
                          <a:schemeClr val="accent2"/>
                        </a:buClr>
                        <a:buSzPct val="55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4pPr>
                      <a:lvl5pPr marL="2057400" indent="-228600" algn="l">
                        <a:spcBef>
                          <a:spcPct val="20000"/>
                        </a:spcBef>
                        <a:buClr>
                          <a:schemeClr val="accent1"/>
                        </a:buClr>
                        <a:buSzPct val="50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9p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r>
                        <a:rPr kumimoji="0" lang="en-US" altLang="zh-CN" sz="2400" b="1" i="0" u="none" strike="noStrike" cap="none" normalizeH="0" baseline="0">
                          <a:ln>
                            <a:noFill/>
                          </a:ln>
                          <a:solidFill>
                            <a:schemeClr val="tx1"/>
                          </a:solidFill>
                          <a:effectLst/>
                          <a:latin typeface="Times New Roman" panose="02020603050405020304" pitchFamily="18" charset="0"/>
                          <a:ea typeface="黑体" panose="02010609060101010101" pitchFamily="49" charset="-122"/>
                        </a:rPr>
                        <a:t>(</a:t>
                      </a:r>
                    </a:p>
                  </a:txBody>
                  <a:tcPr marL="54000" marR="54000" marT="28800" marB="2880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lgn="l">
                        <a:spcBef>
                          <a:spcPct val="20000"/>
                        </a:spcBef>
                        <a:buClr>
                          <a:schemeClr val="folHlink"/>
                        </a:buClr>
                        <a:buSzPct val="60000"/>
                        <a:buFont typeface="Wingdings" panose="05000000000000000000" pitchFamily="2" charset="2"/>
                        <a:defRPr sz="2800">
                          <a:solidFill>
                            <a:schemeClr val="tx1"/>
                          </a:solidFill>
                          <a:latin typeface="Times New Roman" panose="02020603050405020304" pitchFamily="18" charset="0"/>
                          <a:ea typeface="黑体" panose="02010609060101010101" pitchFamily="49" charset="-122"/>
                        </a:defRPr>
                      </a:lvl1pPr>
                      <a:lvl2pPr marL="742950" indent="-285750" algn="l">
                        <a:spcBef>
                          <a:spcPct val="20000"/>
                        </a:spcBef>
                        <a:buClr>
                          <a:schemeClr val="hlink"/>
                        </a:buClr>
                        <a:buSzPct val="55000"/>
                        <a:buFont typeface="Wingdings" panose="05000000000000000000" pitchFamily="2" charset="2"/>
                        <a:defRPr sz="2400">
                          <a:solidFill>
                            <a:schemeClr val="tx1"/>
                          </a:solidFill>
                          <a:latin typeface="Times New Roman" panose="02020603050405020304" pitchFamily="18" charset="0"/>
                          <a:ea typeface="黑体" panose="02010609060101010101" pitchFamily="49" charset="-122"/>
                        </a:defRPr>
                      </a:lvl2pPr>
                      <a:lvl3pPr marL="1143000" indent="-228600" algn="l">
                        <a:spcBef>
                          <a:spcPct val="20000"/>
                        </a:spcBef>
                        <a:buClr>
                          <a:schemeClr val="folHlink"/>
                        </a:buClr>
                        <a:buSzPct val="50000"/>
                        <a:buFont typeface="Wingdings" panose="05000000000000000000" pitchFamily="2" charset="2"/>
                        <a:defRPr sz="2000">
                          <a:solidFill>
                            <a:schemeClr val="tx1"/>
                          </a:solidFill>
                          <a:latin typeface="Times New Roman" panose="02020603050405020304" pitchFamily="18" charset="0"/>
                          <a:ea typeface="黑体" panose="02010609060101010101" pitchFamily="49" charset="-122"/>
                        </a:defRPr>
                      </a:lvl3pPr>
                      <a:lvl4pPr marL="1600200" indent="-228600" algn="l">
                        <a:spcBef>
                          <a:spcPct val="20000"/>
                        </a:spcBef>
                        <a:buClr>
                          <a:schemeClr val="accent2"/>
                        </a:buClr>
                        <a:buSzPct val="55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4pPr>
                      <a:lvl5pPr marL="2057400" indent="-228600" algn="l">
                        <a:spcBef>
                          <a:spcPct val="20000"/>
                        </a:spcBef>
                        <a:buClr>
                          <a:schemeClr val="accent1"/>
                        </a:buClr>
                        <a:buSzPct val="50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9p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r>
                        <a:rPr kumimoji="0" lang="en-US" altLang="zh-CN" sz="2400" b="1" i="0" u="none" strike="noStrike" cap="none" normalizeH="0" baseline="0">
                          <a:ln>
                            <a:noFill/>
                          </a:ln>
                          <a:solidFill>
                            <a:schemeClr val="tx1"/>
                          </a:solidFill>
                          <a:effectLst/>
                          <a:latin typeface="Times New Roman" panose="02020603050405020304" pitchFamily="18" charset="0"/>
                          <a:ea typeface="黑体" panose="02010609060101010101" pitchFamily="49" charset="-122"/>
                        </a:rPr>
                        <a:t>)</a:t>
                      </a:r>
                    </a:p>
                  </a:txBody>
                  <a:tcPr marL="54000" marR="54000" marT="28800" marB="2880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lgn="l">
                        <a:spcBef>
                          <a:spcPct val="20000"/>
                        </a:spcBef>
                        <a:buClr>
                          <a:schemeClr val="folHlink"/>
                        </a:buClr>
                        <a:buSzPct val="60000"/>
                        <a:buFont typeface="Wingdings" panose="05000000000000000000" pitchFamily="2" charset="2"/>
                        <a:defRPr sz="2800">
                          <a:solidFill>
                            <a:schemeClr val="tx1"/>
                          </a:solidFill>
                          <a:latin typeface="Times New Roman" panose="02020603050405020304" pitchFamily="18" charset="0"/>
                          <a:ea typeface="黑体" panose="02010609060101010101" pitchFamily="49" charset="-122"/>
                        </a:defRPr>
                      </a:lvl1pPr>
                      <a:lvl2pPr marL="742950" indent="-285750" algn="l">
                        <a:spcBef>
                          <a:spcPct val="20000"/>
                        </a:spcBef>
                        <a:buClr>
                          <a:schemeClr val="hlink"/>
                        </a:buClr>
                        <a:buSzPct val="55000"/>
                        <a:buFont typeface="Wingdings" panose="05000000000000000000" pitchFamily="2" charset="2"/>
                        <a:defRPr sz="2400">
                          <a:solidFill>
                            <a:schemeClr val="tx1"/>
                          </a:solidFill>
                          <a:latin typeface="Times New Roman" panose="02020603050405020304" pitchFamily="18" charset="0"/>
                          <a:ea typeface="黑体" panose="02010609060101010101" pitchFamily="49" charset="-122"/>
                        </a:defRPr>
                      </a:lvl2pPr>
                      <a:lvl3pPr marL="1143000" indent="-228600" algn="l">
                        <a:spcBef>
                          <a:spcPct val="20000"/>
                        </a:spcBef>
                        <a:buClr>
                          <a:schemeClr val="folHlink"/>
                        </a:buClr>
                        <a:buSzPct val="50000"/>
                        <a:buFont typeface="Wingdings" panose="05000000000000000000" pitchFamily="2" charset="2"/>
                        <a:defRPr sz="2000">
                          <a:solidFill>
                            <a:schemeClr val="tx1"/>
                          </a:solidFill>
                          <a:latin typeface="Times New Roman" panose="02020603050405020304" pitchFamily="18" charset="0"/>
                          <a:ea typeface="黑体" panose="02010609060101010101" pitchFamily="49" charset="-122"/>
                        </a:defRPr>
                      </a:lvl3pPr>
                      <a:lvl4pPr marL="1600200" indent="-228600" algn="l">
                        <a:spcBef>
                          <a:spcPct val="20000"/>
                        </a:spcBef>
                        <a:buClr>
                          <a:schemeClr val="accent2"/>
                        </a:buClr>
                        <a:buSzPct val="55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4pPr>
                      <a:lvl5pPr marL="2057400" indent="-228600" algn="l">
                        <a:spcBef>
                          <a:spcPct val="20000"/>
                        </a:spcBef>
                        <a:buClr>
                          <a:schemeClr val="accent1"/>
                        </a:buClr>
                        <a:buSzPct val="50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9p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r>
                        <a:rPr kumimoji="0" lang="en-US" altLang="zh-CN" sz="2400" b="1" i="0" u="none" strike="noStrike" cap="none" normalizeH="0" baseline="0">
                          <a:ln>
                            <a:noFill/>
                          </a:ln>
                          <a:solidFill>
                            <a:schemeClr val="tx1"/>
                          </a:solidFill>
                          <a:effectLst/>
                          <a:latin typeface="Times New Roman" panose="02020603050405020304" pitchFamily="18" charset="0"/>
                          <a:ea typeface="黑体" panose="02010609060101010101" pitchFamily="49" charset="-122"/>
                        </a:rPr>
                        <a:t>$</a:t>
                      </a:r>
                    </a:p>
                  </a:txBody>
                  <a:tcPr marL="54000" marR="54000" marT="28800" marB="28800" anchor="ct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1"/>
                  </a:ext>
                </a:extLst>
              </a:tr>
              <a:tr h="588963">
                <a:tc>
                  <a:txBody>
                    <a:bodyPr/>
                    <a:lstStyle>
                      <a:lvl1pPr algn="l">
                        <a:spcBef>
                          <a:spcPct val="20000"/>
                        </a:spcBef>
                        <a:buClr>
                          <a:schemeClr val="folHlink"/>
                        </a:buClr>
                        <a:buSzPct val="60000"/>
                        <a:buFont typeface="Wingdings" panose="05000000000000000000" pitchFamily="2" charset="2"/>
                        <a:defRPr sz="2800">
                          <a:solidFill>
                            <a:schemeClr val="tx1"/>
                          </a:solidFill>
                          <a:latin typeface="Times New Roman" panose="02020603050405020304" pitchFamily="18" charset="0"/>
                          <a:ea typeface="黑体" panose="02010609060101010101" pitchFamily="49" charset="-122"/>
                        </a:defRPr>
                      </a:lvl1pPr>
                      <a:lvl2pPr marL="742950" indent="-285750" algn="l">
                        <a:spcBef>
                          <a:spcPct val="20000"/>
                        </a:spcBef>
                        <a:buClr>
                          <a:schemeClr val="hlink"/>
                        </a:buClr>
                        <a:buSzPct val="55000"/>
                        <a:buFont typeface="Wingdings" panose="05000000000000000000" pitchFamily="2" charset="2"/>
                        <a:defRPr sz="2400">
                          <a:solidFill>
                            <a:schemeClr val="tx1"/>
                          </a:solidFill>
                          <a:latin typeface="Times New Roman" panose="02020603050405020304" pitchFamily="18" charset="0"/>
                          <a:ea typeface="黑体" panose="02010609060101010101" pitchFamily="49" charset="-122"/>
                        </a:defRPr>
                      </a:lvl2pPr>
                      <a:lvl3pPr marL="1143000" indent="-228600" algn="l">
                        <a:spcBef>
                          <a:spcPct val="20000"/>
                        </a:spcBef>
                        <a:buClr>
                          <a:schemeClr val="folHlink"/>
                        </a:buClr>
                        <a:buSzPct val="50000"/>
                        <a:buFont typeface="Wingdings" panose="05000000000000000000" pitchFamily="2" charset="2"/>
                        <a:defRPr sz="2000">
                          <a:solidFill>
                            <a:schemeClr val="tx1"/>
                          </a:solidFill>
                          <a:latin typeface="Times New Roman" panose="02020603050405020304" pitchFamily="18" charset="0"/>
                          <a:ea typeface="黑体" panose="02010609060101010101" pitchFamily="49" charset="-122"/>
                        </a:defRPr>
                      </a:lvl3pPr>
                      <a:lvl4pPr marL="1600200" indent="-228600" algn="l">
                        <a:spcBef>
                          <a:spcPct val="20000"/>
                        </a:spcBef>
                        <a:buClr>
                          <a:schemeClr val="accent2"/>
                        </a:buClr>
                        <a:buSzPct val="55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4pPr>
                      <a:lvl5pPr marL="2057400" indent="-228600" algn="l">
                        <a:spcBef>
                          <a:spcPct val="20000"/>
                        </a:spcBef>
                        <a:buClr>
                          <a:schemeClr val="accent1"/>
                        </a:buClr>
                        <a:buSzPct val="50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9p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r>
                        <a:rPr kumimoji="0" lang="en-US" altLang="zh-CN" sz="2400" b="1" i="1" u="none" strike="noStrike" cap="none" normalizeH="0" baseline="0">
                          <a:ln>
                            <a:noFill/>
                          </a:ln>
                          <a:solidFill>
                            <a:schemeClr val="tx1"/>
                          </a:solidFill>
                          <a:effectLst/>
                          <a:latin typeface="Times New Roman" panose="02020603050405020304" pitchFamily="18" charset="0"/>
                          <a:ea typeface="黑体" panose="02010609060101010101" pitchFamily="49" charset="-122"/>
                        </a:rPr>
                        <a:t>E</a:t>
                      </a:r>
                    </a:p>
                  </a:txBody>
                  <a:tcPr marL="54000" marR="54000" marT="28800" marB="28800" anchor="ct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lgn="l">
                        <a:spcBef>
                          <a:spcPct val="20000"/>
                        </a:spcBef>
                        <a:buClr>
                          <a:schemeClr val="folHlink"/>
                        </a:buClr>
                        <a:buSzPct val="60000"/>
                        <a:buFont typeface="Wingdings" panose="05000000000000000000" pitchFamily="2" charset="2"/>
                        <a:defRPr sz="2800">
                          <a:solidFill>
                            <a:schemeClr val="tx1"/>
                          </a:solidFill>
                          <a:latin typeface="Times New Roman" panose="02020603050405020304" pitchFamily="18" charset="0"/>
                          <a:ea typeface="黑体" panose="02010609060101010101" pitchFamily="49" charset="-122"/>
                        </a:defRPr>
                      </a:lvl1pPr>
                      <a:lvl2pPr marL="742950" indent="-285750" algn="l">
                        <a:spcBef>
                          <a:spcPct val="20000"/>
                        </a:spcBef>
                        <a:buClr>
                          <a:schemeClr val="hlink"/>
                        </a:buClr>
                        <a:buSzPct val="55000"/>
                        <a:buFont typeface="Wingdings" panose="05000000000000000000" pitchFamily="2" charset="2"/>
                        <a:defRPr sz="2400">
                          <a:solidFill>
                            <a:schemeClr val="tx1"/>
                          </a:solidFill>
                          <a:latin typeface="Times New Roman" panose="02020603050405020304" pitchFamily="18" charset="0"/>
                          <a:ea typeface="黑体" panose="02010609060101010101" pitchFamily="49" charset="-122"/>
                        </a:defRPr>
                      </a:lvl2pPr>
                      <a:lvl3pPr marL="1143000" indent="-228600" algn="l">
                        <a:spcBef>
                          <a:spcPct val="20000"/>
                        </a:spcBef>
                        <a:buClr>
                          <a:schemeClr val="folHlink"/>
                        </a:buClr>
                        <a:buSzPct val="50000"/>
                        <a:buFont typeface="Wingdings" panose="05000000000000000000" pitchFamily="2" charset="2"/>
                        <a:defRPr sz="2000">
                          <a:solidFill>
                            <a:schemeClr val="tx1"/>
                          </a:solidFill>
                          <a:latin typeface="Times New Roman" panose="02020603050405020304" pitchFamily="18" charset="0"/>
                          <a:ea typeface="黑体" panose="02010609060101010101" pitchFamily="49" charset="-122"/>
                        </a:defRPr>
                      </a:lvl3pPr>
                      <a:lvl4pPr marL="1600200" indent="-228600" algn="l">
                        <a:spcBef>
                          <a:spcPct val="20000"/>
                        </a:spcBef>
                        <a:buClr>
                          <a:schemeClr val="accent2"/>
                        </a:buClr>
                        <a:buSzPct val="55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4pPr>
                      <a:lvl5pPr marL="2057400" indent="-228600" algn="l">
                        <a:spcBef>
                          <a:spcPct val="20000"/>
                        </a:spcBef>
                        <a:buClr>
                          <a:schemeClr val="accent1"/>
                        </a:buClr>
                        <a:buSzPct val="50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9p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r>
                        <a:rPr kumimoji="0" lang="en-US" altLang="zh-CN" sz="2400" b="1" i="1" u="none" strike="noStrike" cap="none" normalizeH="0" baseline="0">
                          <a:ln>
                            <a:noFill/>
                          </a:ln>
                          <a:solidFill>
                            <a:schemeClr val="tx1"/>
                          </a:solidFill>
                          <a:effectLst/>
                          <a:latin typeface="Times New Roman" panose="02020603050405020304" pitchFamily="18" charset="0"/>
                          <a:ea typeface="黑体" panose="02010609060101010101" pitchFamily="49" charset="-122"/>
                        </a:rPr>
                        <a:t>E</a:t>
                      </a:r>
                      <a:r>
                        <a:rPr kumimoji="0" lang="en-US" altLang="zh-CN" sz="2400" b="1" i="0" u="none" strike="noStrike" cap="none" normalizeH="0" baseline="0">
                          <a:ln>
                            <a:noFill/>
                          </a:ln>
                          <a:solidFill>
                            <a:schemeClr val="tx1"/>
                          </a:solidFill>
                          <a:effectLst/>
                          <a:latin typeface="Times New Roman" panose="02020603050405020304" pitchFamily="18" charset="0"/>
                          <a:ea typeface="黑体" panose="02010609060101010101" pitchFamily="49" charset="-122"/>
                          <a:sym typeface="Symbol" panose="05050102010706020507" pitchFamily="18" charset="2"/>
                        </a:rPr>
                        <a:t></a:t>
                      </a:r>
                      <a:r>
                        <a:rPr kumimoji="0" lang="en-US" altLang="zh-CN" sz="2400" b="1" i="1" u="none" strike="noStrike" cap="none" normalizeH="0" baseline="0">
                          <a:ln>
                            <a:noFill/>
                          </a:ln>
                          <a:solidFill>
                            <a:schemeClr val="tx1"/>
                          </a:solidFill>
                          <a:effectLst/>
                          <a:latin typeface="Times New Roman" panose="02020603050405020304" pitchFamily="18" charset="0"/>
                          <a:ea typeface="黑体" panose="02010609060101010101" pitchFamily="49" charset="-122"/>
                          <a:sym typeface="Symbol" panose="05050102010706020507" pitchFamily="18" charset="2"/>
                        </a:rPr>
                        <a:t>TE</a:t>
                      </a:r>
                      <a:r>
                        <a:rPr kumimoji="0" lang="en-US" altLang="zh-CN" sz="2400" b="1" i="0" u="none" strike="noStrike" cap="none" normalizeH="0" baseline="0">
                          <a:ln>
                            <a:noFill/>
                          </a:ln>
                          <a:solidFill>
                            <a:schemeClr val="tx1"/>
                          </a:solidFill>
                          <a:effectLst/>
                          <a:latin typeface="Times New Roman" panose="02020603050405020304" pitchFamily="18" charset="0"/>
                          <a:ea typeface="黑体" panose="02010609060101010101" pitchFamily="49" charset="-122"/>
                          <a:sym typeface="Symbol" panose="05050102010706020507" pitchFamily="18" charset="2"/>
                        </a:rPr>
                        <a:t></a:t>
                      </a:r>
                    </a:p>
                  </a:txBody>
                  <a:tcPr marL="54000" marR="54000" marT="28800" marB="2880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lgn="l">
                        <a:spcBef>
                          <a:spcPct val="20000"/>
                        </a:spcBef>
                        <a:buClr>
                          <a:schemeClr val="folHlink"/>
                        </a:buClr>
                        <a:buSzPct val="60000"/>
                        <a:buFont typeface="Wingdings" panose="05000000000000000000" pitchFamily="2" charset="2"/>
                        <a:defRPr sz="2800">
                          <a:solidFill>
                            <a:schemeClr val="tx1"/>
                          </a:solidFill>
                          <a:latin typeface="Times New Roman" panose="02020603050405020304" pitchFamily="18" charset="0"/>
                          <a:ea typeface="黑体" panose="02010609060101010101" pitchFamily="49" charset="-122"/>
                        </a:defRPr>
                      </a:lvl1pPr>
                      <a:lvl2pPr marL="742950" indent="-285750" algn="l">
                        <a:spcBef>
                          <a:spcPct val="20000"/>
                        </a:spcBef>
                        <a:buClr>
                          <a:schemeClr val="hlink"/>
                        </a:buClr>
                        <a:buSzPct val="55000"/>
                        <a:buFont typeface="Wingdings" panose="05000000000000000000" pitchFamily="2" charset="2"/>
                        <a:defRPr sz="2400">
                          <a:solidFill>
                            <a:schemeClr val="tx1"/>
                          </a:solidFill>
                          <a:latin typeface="Times New Roman" panose="02020603050405020304" pitchFamily="18" charset="0"/>
                          <a:ea typeface="黑体" panose="02010609060101010101" pitchFamily="49" charset="-122"/>
                        </a:defRPr>
                      </a:lvl2pPr>
                      <a:lvl3pPr marL="1143000" indent="-228600" algn="l">
                        <a:spcBef>
                          <a:spcPct val="20000"/>
                        </a:spcBef>
                        <a:buClr>
                          <a:schemeClr val="folHlink"/>
                        </a:buClr>
                        <a:buSzPct val="50000"/>
                        <a:buFont typeface="Wingdings" panose="05000000000000000000" pitchFamily="2" charset="2"/>
                        <a:defRPr sz="2000">
                          <a:solidFill>
                            <a:schemeClr val="tx1"/>
                          </a:solidFill>
                          <a:latin typeface="Times New Roman" panose="02020603050405020304" pitchFamily="18" charset="0"/>
                          <a:ea typeface="黑体" panose="02010609060101010101" pitchFamily="49" charset="-122"/>
                        </a:defRPr>
                      </a:lvl3pPr>
                      <a:lvl4pPr marL="1600200" indent="-228600" algn="l">
                        <a:spcBef>
                          <a:spcPct val="20000"/>
                        </a:spcBef>
                        <a:buClr>
                          <a:schemeClr val="accent2"/>
                        </a:buClr>
                        <a:buSzPct val="55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4pPr>
                      <a:lvl5pPr marL="2057400" indent="-228600" algn="l">
                        <a:spcBef>
                          <a:spcPct val="20000"/>
                        </a:spcBef>
                        <a:buClr>
                          <a:schemeClr val="accent1"/>
                        </a:buClr>
                        <a:buSzPct val="50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9p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endParaRPr kumimoji="0" lang="zh-CN" altLang="zh-CN" sz="2400" b="0" i="0" u="none" strike="noStrike" cap="none" normalizeH="0" baseline="0">
                        <a:ln>
                          <a:noFill/>
                        </a:ln>
                        <a:solidFill>
                          <a:schemeClr val="tx1"/>
                        </a:solidFill>
                        <a:effectLst/>
                        <a:latin typeface="Times New Roman" panose="02020603050405020304" pitchFamily="18" charset="0"/>
                        <a:ea typeface="黑体" panose="02010609060101010101" pitchFamily="49" charset="-122"/>
                      </a:endParaRPr>
                    </a:p>
                  </a:txBody>
                  <a:tcPr marL="54000" marR="54000" marT="28800" marB="2880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lgn="l">
                        <a:spcBef>
                          <a:spcPct val="20000"/>
                        </a:spcBef>
                        <a:buClr>
                          <a:schemeClr val="folHlink"/>
                        </a:buClr>
                        <a:buSzPct val="60000"/>
                        <a:buFont typeface="Wingdings" panose="05000000000000000000" pitchFamily="2" charset="2"/>
                        <a:defRPr sz="2800">
                          <a:solidFill>
                            <a:schemeClr val="tx1"/>
                          </a:solidFill>
                          <a:latin typeface="Times New Roman" panose="02020603050405020304" pitchFamily="18" charset="0"/>
                          <a:ea typeface="黑体" panose="02010609060101010101" pitchFamily="49" charset="-122"/>
                        </a:defRPr>
                      </a:lvl1pPr>
                      <a:lvl2pPr marL="742950" indent="-285750" algn="l">
                        <a:spcBef>
                          <a:spcPct val="20000"/>
                        </a:spcBef>
                        <a:buClr>
                          <a:schemeClr val="hlink"/>
                        </a:buClr>
                        <a:buSzPct val="55000"/>
                        <a:buFont typeface="Wingdings" panose="05000000000000000000" pitchFamily="2" charset="2"/>
                        <a:defRPr sz="2400">
                          <a:solidFill>
                            <a:schemeClr val="tx1"/>
                          </a:solidFill>
                          <a:latin typeface="Times New Roman" panose="02020603050405020304" pitchFamily="18" charset="0"/>
                          <a:ea typeface="黑体" panose="02010609060101010101" pitchFamily="49" charset="-122"/>
                        </a:defRPr>
                      </a:lvl2pPr>
                      <a:lvl3pPr marL="1143000" indent="-228600" algn="l">
                        <a:spcBef>
                          <a:spcPct val="20000"/>
                        </a:spcBef>
                        <a:buClr>
                          <a:schemeClr val="folHlink"/>
                        </a:buClr>
                        <a:buSzPct val="50000"/>
                        <a:buFont typeface="Wingdings" panose="05000000000000000000" pitchFamily="2" charset="2"/>
                        <a:defRPr sz="2000">
                          <a:solidFill>
                            <a:schemeClr val="tx1"/>
                          </a:solidFill>
                          <a:latin typeface="Times New Roman" panose="02020603050405020304" pitchFamily="18" charset="0"/>
                          <a:ea typeface="黑体" panose="02010609060101010101" pitchFamily="49" charset="-122"/>
                        </a:defRPr>
                      </a:lvl3pPr>
                      <a:lvl4pPr marL="1600200" indent="-228600" algn="l">
                        <a:spcBef>
                          <a:spcPct val="20000"/>
                        </a:spcBef>
                        <a:buClr>
                          <a:schemeClr val="accent2"/>
                        </a:buClr>
                        <a:buSzPct val="55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4pPr>
                      <a:lvl5pPr marL="2057400" indent="-228600" algn="l">
                        <a:spcBef>
                          <a:spcPct val="20000"/>
                        </a:spcBef>
                        <a:buClr>
                          <a:schemeClr val="accent1"/>
                        </a:buClr>
                        <a:buSzPct val="50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9p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endParaRPr kumimoji="0" lang="zh-CN" altLang="zh-CN" sz="2400" b="0" i="0" u="none" strike="noStrike" cap="none" normalizeH="0" baseline="0">
                        <a:ln>
                          <a:noFill/>
                        </a:ln>
                        <a:solidFill>
                          <a:schemeClr val="tx1"/>
                        </a:solidFill>
                        <a:effectLst/>
                        <a:latin typeface="Times New Roman" panose="02020603050405020304" pitchFamily="18" charset="0"/>
                        <a:ea typeface="黑体" panose="02010609060101010101" pitchFamily="49" charset="-122"/>
                      </a:endParaRPr>
                    </a:p>
                  </a:txBody>
                  <a:tcPr marL="54000" marR="54000" marT="28800" marB="2880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lgn="l">
                        <a:spcBef>
                          <a:spcPct val="20000"/>
                        </a:spcBef>
                        <a:buClr>
                          <a:schemeClr val="folHlink"/>
                        </a:buClr>
                        <a:buSzPct val="60000"/>
                        <a:buFont typeface="Wingdings" panose="05000000000000000000" pitchFamily="2" charset="2"/>
                        <a:defRPr sz="2800">
                          <a:solidFill>
                            <a:schemeClr val="tx1"/>
                          </a:solidFill>
                          <a:latin typeface="Times New Roman" panose="02020603050405020304" pitchFamily="18" charset="0"/>
                          <a:ea typeface="黑体" panose="02010609060101010101" pitchFamily="49" charset="-122"/>
                        </a:defRPr>
                      </a:lvl1pPr>
                      <a:lvl2pPr marL="742950" indent="-285750" algn="l">
                        <a:spcBef>
                          <a:spcPct val="20000"/>
                        </a:spcBef>
                        <a:buClr>
                          <a:schemeClr val="hlink"/>
                        </a:buClr>
                        <a:buSzPct val="55000"/>
                        <a:buFont typeface="Wingdings" panose="05000000000000000000" pitchFamily="2" charset="2"/>
                        <a:defRPr sz="2400">
                          <a:solidFill>
                            <a:schemeClr val="tx1"/>
                          </a:solidFill>
                          <a:latin typeface="Times New Roman" panose="02020603050405020304" pitchFamily="18" charset="0"/>
                          <a:ea typeface="黑体" panose="02010609060101010101" pitchFamily="49" charset="-122"/>
                        </a:defRPr>
                      </a:lvl2pPr>
                      <a:lvl3pPr marL="1143000" indent="-228600" algn="l">
                        <a:spcBef>
                          <a:spcPct val="20000"/>
                        </a:spcBef>
                        <a:buClr>
                          <a:schemeClr val="folHlink"/>
                        </a:buClr>
                        <a:buSzPct val="50000"/>
                        <a:buFont typeface="Wingdings" panose="05000000000000000000" pitchFamily="2" charset="2"/>
                        <a:defRPr sz="2000">
                          <a:solidFill>
                            <a:schemeClr val="tx1"/>
                          </a:solidFill>
                          <a:latin typeface="Times New Roman" panose="02020603050405020304" pitchFamily="18" charset="0"/>
                          <a:ea typeface="黑体" panose="02010609060101010101" pitchFamily="49" charset="-122"/>
                        </a:defRPr>
                      </a:lvl3pPr>
                      <a:lvl4pPr marL="1600200" indent="-228600" algn="l">
                        <a:spcBef>
                          <a:spcPct val="20000"/>
                        </a:spcBef>
                        <a:buClr>
                          <a:schemeClr val="accent2"/>
                        </a:buClr>
                        <a:buSzPct val="55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4pPr>
                      <a:lvl5pPr marL="2057400" indent="-228600" algn="l">
                        <a:spcBef>
                          <a:spcPct val="20000"/>
                        </a:spcBef>
                        <a:buClr>
                          <a:schemeClr val="accent1"/>
                        </a:buClr>
                        <a:buSzPct val="50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9p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r>
                        <a:rPr kumimoji="0" lang="en-US" altLang="zh-CN" sz="2400" b="1" i="1" u="none" strike="noStrike" cap="none" normalizeH="0" baseline="0">
                          <a:ln>
                            <a:noFill/>
                          </a:ln>
                          <a:solidFill>
                            <a:schemeClr val="tx1"/>
                          </a:solidFill>
                          <a:effectLst/>
                          <a:latin typeface="Times New Roman" panose="02020603050405020304" pitchFamily="18" charset="0"/>
                          <a:ea typeface="黑体" panose="02010609060101010101" pitchFamily="49" charset="-122"/>
                        </a:rPr>
                        <a:t>E</a:t>
                      </a:r>
                      <a:r>
                        <a:rPr kumimoji="0" lang="en-US" altLang="zh-CN" sz="2400" b="1" i="1" u="none" strike="noStrike" cap="none" normalizeH="0" baseline="0">
                          <a:ln>
                            <a:noFill/>
                          </a:ln>
                          <a:solidFill>
                            <a:schemeClr val="tx1"/>
                          </a:solidFill>
                          <a:effectLst/>
                          <a:latin typeface="Times New Roman" panose="02020603050405020304" pitchFamily="18" charset="0"/>
                          <a:ea typeface="黑体" panose="02010609060101010101" pitchFamily="49" charset="-122"/>
                          <a:sym typeface="Symbol" panose="05050102010706020507" pitchFamily="18" charset="2"/>
                        </a:rPr>
                        <a:t>TE</a:t>
                      </a:r>
                      <a:r>
                        <a:rPr kumimoji="0" lang="en-US" altLang="zh-CN" sz="2400" b="1" i="0" u="none" strike="noStrike" cap="none" normalizeH="0" baseline="0">
                          <a:ln>
                            <a:noFill/>
                          </a:ln>
                          <a:solidFill>
                            <a:schemeClr val="tx1"/>
                          </a:solidFill>
                          <a:effectLst/>
                          <a:latin typeface="Times New Roman" panose="02020603050405020304" pitchFamily="18" charset="0"/>
                          <a:ea typeface="黑体" panose="02010609060101010101" pitchFamily="49" charset="-122"/>
                          <a:sym typeface="Symbol" panose="05050102010706020507" pitchFamily="18" charset="2"/>
                        </a:rPr>
                        <a:t></a:t>
                      </a:r>
                    </a:p>
                  </a:txBody>
                  <a:tcPr marL="54000" marR="54000" marT="28800" marB="2880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lgn="l">
                        <a:spcBef>
                          <a:spcPct val="20000"/>
                        </a:spcBef>
                        <a:buClr>
                          <a:schemeClr val="folHlink"/>
                        </a:buClr>
                        <a:buSzPct val="60000"/>
                        <a:buFont typeface="Wingdings" panose="05000000000000000000" pitchFamily="2" charset="2"/>
                        <a:defRPr sz="2800">
                          <a:solidFill>
                            <a:schemeClr val="tx1"/>
                          </a:solidFill>
                          <a:latin typeface="Times New Roman" panose="02020603050405020304" pitchFamily="18" charset="0"/>
                          <a:ea typeface="黑体" panose="02010609060101010101" pitchFamily="49" charset="-122"/>
                        </a:defRPr>
                      </a:lvl1pPr>
                      <a:lvl2pPr marL="742950" indent="-285750" algn="l">
                        <a:spcBef>
                          <a:spcPct val="20000"/>
                        </a:spcBef>
                        <a:buClr>
                          <a:schemeClr val="hlink"/>
                        </a:buClr>
                        <a:buSzPct val="55000"/>
                        <a:buFont typeface="Wingdings" panose="05000000000000000000" pitchFamily="2" charset="2"/>
                        <a:defRPr sz="2400">
                          <a:solidFill>
                            <a:schemeClr val="tx1"/>
                          </a:solidFill>
                          <a:latin typeface="Times New Roman" panose="02020603050405020304" pitchFamily="18" charset="0"/>
                          <a:ea typeface="黑体" panose="02010609060101010101" pitchFamily="49" charset="-122"/>
                        </a:defRPr>
                      </a:lvl2pPr>
                      <a:lvl3pPr marL="1143000" indent="-228600" algn="l">
                        <a:spcBef>
                          <a:spcPct val="20000"/>
                        </a:spcBef>
                        <a:buClr>
                          <a:schemeClr val="folHlink"/>
                        </a:buClr>
                        <a:buSzPct val="50000"/>
                        <a:buFont typeface="Wingdings" panose="05000000000000000000" pitchFamily="2" charset="2"/>
                        <a:defRPr sz="2000">
                          <a:solidFill>
                            <a:schemeClr val="tx1"/>
                          </a:solidFill>
                          <a:latin typeface="Times New Roman" panose="02020603050405020304" pitchFamily="18" charset="0"/>
                          <a:ea typeface="黑体" panose="02010609060101010101" pitchFamily="49" charset="-122"/>
                        </a:defRPr>
                      </a:lvl3pPr>
                      <a:lvl4pPr marL="1600200" indent="-228600" algn="l">
                        <a:spcBef>
                          <a:spcPct val="20000"/>
                        </a:spcBef>
                        <a:buClr>
                          <a:schemeClr val="accent2"/>
                        </a:buClr>
                        <a:buSzPct val="55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4pPr>
                      <a:lvl5pPr marL="2057400" indent="-228600" algn="l">
                        <a:spcBef>
                          <a:spcPct val="20000"/>
                        </a:spcBef>
                        <a:buClr>
                          <a:schemeClr val="accent1"/>
                        </a:buClr>
                        <a:buSzPct val="50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9p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r>
                        <a:rPr kumimoji="0" lang="en-US" altLang="zh-CN" sz="2400" b="1" i="0" u="none" strike="noStrike" cap="none" normalizeH="0" baseline="0">
                          <a:ln>
                            <a:noFill/>
                          </a:ln>
                          <a:solidFill>
                            <a:schemeClr val="accent2"/>
                          </a:solidFill>
                          <a:effectLst/>
                          <a:latin typeface="Times New Roman" panose="02020603050405020304" pitchFamily="18" charset="0"/>
                          <a:ea typeface="黑体" panose="02010609060101010101" pitchFamily="49" charset="-122"/>
                        </a:rPr>
                        <a:t>synch</a:t>
                      </a:r>
                    </a:p>
                  </a:txBody>
                  <a:tcPr marL="54000" marR="54000" marT="28800" marB="2880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lgn="l">
                        <a:spcBef>
                          <a:spcPct val="20000"/>
                        </a:spcBef>
                        <a:buClr>
                          <a:schemeClr val="folHlink"/>
                        </a:buClr>
                        <a:buSzPct val="60000"/>
                        <a:buFont typeface="Wingdings" panose="05000000000000000000" pitchFamily="2" charset="2"/>
                        <a:defRPr sz="2800">
                          <a:solidFill>
                            <a:schemeClr val="tx1"/>
                          </a:solidFill>
                          <a:latin typeface="Times New Roman" panose="02020603050405020304" pitchFamily="18" charset="0"/>
                          <a:ea typeface="黑体" panose="02010609060101010101" pitchFamily="49" charset="-122"/>
                        </a:defRPr>
                      </a:lvl1pPr>
                      <a:lvl2pPr marL="742950" indent="-285750" algn="l">
                        <a:spcBef>
                          <a:spcPct val="20000"/>
                        </a:spcBef>
                        <a:buClr>
                          <a:schemeClr val="hlink"/>
                        </a:buClr>
                        <a:buSzPct val="55000"/>
                        <a:buFont typeface="Wingdings" panose="05000000000000000000" pitchFamily="2" charset="2"/>
                        <a:defRPr sz="2400">
                          <a:solidFill>
                            <a:schemeClr val="tx1"/>
                          </a:solidFill>
                          <a:latin typeface="Times New Roman" panose="02020603050405020304" pitchFamily="18" charset="0"/>
                          <a:ea typeface="黑体" panose="02010609060101010101" pitchFamily="49" charset="-122"/>
                        </a:defRPr>
                      </a:lvl2pPr>
                      <a:lvl3pPr marL="1143000" indent="-228600" algn="l">
                        <a:spcBef>
                          <a:spcPct val="20000"/>
                        </a:spcBef>
                        <a:buClr>
                          <a:schemeClr val="folHlink"/>
                        </a:buClr>
                        <a:buSzPct val="50000"/>
                        <a:buFont typeface="Wingdings" panose="05000000000000000000" pitchFamily="2" charset="2"/>
                        <a:defRPr sz="2000">
                          <a:solidFill>
                            <a:schemeClr val="tx1"/>
                          </a:solidFill>
                          <a:latin typeface="Times New Roman" panose="02020603050405020304" pitchFamily="18" charset="0"/>
                          <a:ea typeface="黑体" panose="02010609060101010101" pitchFamily="49" charset="-122"/>
                        </a:defRPr>
                      </a:lvl3pPr>
                      <a:lvl4pPr marL="1600200" indent="-228600" algn="l">
                        <a:spcBef>
                          <a:spcPct val="20000"/>
                        </a:spcBef>
                        <a:buClr>
                          <a:schemeClr val="accent2"/>
                        </a:buClr>
                        <a:buSzPct val="55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4pPr>
                      <a:lvl5pPr marL="2057400" indent="-228600" algn="l">
                        <a:spcBef>
                          <a:spcPct val="20000"/>
                        </a:spcBef>
                        <a:buClr>
                          <a:schemeClr val="accent1"/>
                        </a:buClr>
                        <a:buSzPct val="50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9p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r>
                        <a:rPr kumimoji="0" lang="en-US" altLang="zh-CN" sz="2400" b="1" i="0" u="none" strike="noStrike" cap="none" normalizeH="0" baseline="0">
                          <a:ln>
                            <a:noFill/>
                          </a:ln>
                          <a:solidFill>
                            <a:schemeClr val="accent2"/>
                          </a:solidFill>
                          <a:effectLst/>
                          <a:latin typeface="Times New Roman" panose="02020603050405020304" pitchFamily="18" charset="0"/>
                          <a:ea typeface="黑体" panose="02010609060101010101" pitchFamily="49" charset="-122"/>
                        </a:rPr>
                        <a:t>synch</a:t>
                      </a:r>
                    </a:p>
                  </a:txBody>
                  <a:tcPr marL="54000" marR="54000" marT="28800" marB="28800" anchor="ct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2"/>
                  </a:ext>
                </a:extLst>
              </a:tr>
              <a:tr h="587375">
                <a:tc>
                  <a:txBody>
                    <a:bodyPr/>
                    <a:lstStyle>
                      <a:lvl1pPr algn="l">
                        <a:spcBef>
                          <a:spcPct val="20000"/>
                        </a:spcBef>
                        <a:buClr>
                          <a:schemeClr val="folHlink"/>
                        </a:buClr>
                        <a:buSzPct val="60000"/>
                        <a:buFont typeface="Wingdings" panose="05000000000000000000" pitchFamily="2" charset="2"/>
                        <a:defRPr sz="2800">
                          <a:solidFill>
                            <a:schemeClr val="tx1"/>
                          </a:solidFill>
                          <a:latin typeface="Times New Roman" panose="02020603050405020304" pitchFamily="18" charset="0"/>
                          <a:ea typeface="黑体" panose="02010609060101010101" pitchFamily="49" charset="-122"/>
                        </a:defRPr>
                      </a:lvl1pPr>
                      <a:lvl2pPr marL="742950" indent="-285750" algn="l">
                        <a:spcBef>
                          <a:spcPct val="20000"/>
                        </a:spcBef>
                        <a:buClr>
                          <a:schemeClr val="hlink"/>
                        </a:buClr>
                        <a:buSzPct val="55000"/>
                        <a:buFont typeface="Wingdings" panose="05000000000000000000" pitchFamily="2" charset="2"/>
                        <a:defRPr sz="2400">
                          <a:solidFill>
                            <a:schemeClr val="tx1"/>
                          </a:solidFill>
                          <a:latin typeface="Times New Roman" panose="02020603050405020304" pitchFamily="18" charset="0"/>
                          <a:ea typeface="黑体" panose="02010609060101010101" pitchFamily="49" charset="-122"/>
                        </a:defRPr>
                      </a:lvl2pPr>
                      <a:lvl3pPr marL="1143000" indent="-228600" algn="l">
                        <a:spcBef>
                          <a:spcPct val="20000"/>
                        </a:spcBef>
                        <a:buClr>
                          <a:schemeClr val="folHlink"/>
                        </a:buClr>
                        <a:buSzPct val="50000"/>
                        <a:buFont typeface="Wingdings" panose="05000000000000000000" pitchFamily="2" charset="2"/>
                        <a:defRPr sz="2000">
                          <a:solidFill>
                            <a:schemeClr val="tx1"/>
                          </a:solidFill>
                          <a:latin typeface="Times New Roman" panose="02020603050405020304" pitchFamily="18" charset="0"/>
                          <a:ea typeface="黑体" panose="02010609060101010101" pitchFamily="49" charset="-122"/>
                        </a:defRPr>
                      </a:lvl3pPr>
                      <a:lvl4pPr marL="1600200" indent="-228600" algn="l">
                        <a:spcBef>
                          <a:spcPct val="20000"/>
                        </a:spcBef>
                        <a:buClr>
                          <a:schemeClr val="accent2"/>
                        </a:buClr>
                        <a:buSzPct val="55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4pPr>
                      <a:lvl5pPr marL="2057400" indent="-228600" algn="l">
                        <a:spcBef>
                          <a:spcPct val="20000"/>
                        </a:spcBef>
                        <a:buClr>
                          <a:schemeClr val="accent1"/>
                        </a:buClr>
                        <a:buSzPct val="50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9p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r>
                        <a:rPr kumimoji="0" lang="en-US" altLang="zh-CN" sz="2400" b="1" i="1" u="none" strike="noStrike" cap="none" normalizeH="0" baseline="0">
                          <a:ln>
                            <a:noFill/>
                          </a:ln>
                          <a:solidFill>
                            <a:schemeClr val="tx1"/>
                          </a:solidFill>
                          <a:effectLst/>
                          <a:latin typeface="Times New Roman" panose="02020603050405020304" pitchFamily="18" charset="0"/>
                          <a:ea typeface="黑体" panose="02010609060101010101" pitchFamily="49" charset="-122"/>
                        </a:rPr>
                        <a:t>E </a:t>
                      </a:r>
                      <a:r>
                        <a:rPr kumimoji="0" lang="en-US" altLang="zh-CN" sz="2400" b="1" i="0" u="none" strike="noStrike" cap="none" normalizeH="0" baseline="0">
                          <a:ln>
                            <a:noFill/>
                          </a:ln>
                          <a:solidFill>
                            <a:schemeClr val="tx1"/>
                          </a:solidFill>
                          <a:effectLst/>
                          <a:latin typeface="Times New Roman" panose="02020603050405020304" pitchFamily="18" charset="0"/>
                          <a:ea typeface="黑体" panose="02010609060101010101" pitchFamily="49" charset="-122"/>
                          <a:sym typeface="Symbol" panose="05050102010706020507" pitchFamily="18" charset="2"/>
                        </a:rPr>
                        <a:t></a:t>
                      </a:r>
                    </a:p>
                  </a:txBody>
                  <a:tcPr marL="54000" marR="54000" marT="28800" marB="28800" anchor="ct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lgn="l">
                        <a:spcBef>
                          <a:spcPct val="20000"/>
                        </a:spcBef>
                        <a:buClr>
                          <a:schemeClr val="folHlink"/>
                        </a:buClr>
                        <a:buSzPct val="60000"/>
                        <a:buFont typeface="Wingdings" panose="05000000000000000000" pitchFamily="2" charset="2"/>
                        <a:defRPr sz="2800">
                          <a:solidFill>
                            <a:schemeClr val="tx1"/>
                          </a:solidFill>
                          <a:latin typeface="Times New Roman" panose="02020603050405020304" pitchFamily="18" charset="0"/>
                          <a:ea typeface="黑体" panose="02010609060101010101" pitchFamily="49" charset="-122"/>
                        </a:defRPr>
                      </a:lvl1pPr>
                      <a:lvl2pPr marL="742950" indent="-285750" algn="l">
                        <a:spcBef>
                          <a:spcPct val="20000"/>
                        </a:spcBef>
                        <a:buClr>
                          <a:schemeClr val="hlink"/>
                        </a:buClr>
                        <a:buSzPct val="55000"/>
                        <a:buFont typeface="Wingdings" panose="05000000000000000000" pitchFamily="2" charset="2"/>
                        <a:defRPr sz="2400">
                          <a:solidFill>
                            <a:schemeClr val="tx1"/>
                          </a:solidFill>
                          <a:latin typeface="Times New Roman" panose="02020603050405020304" pitchFamily="18" charset="0"/>
                          <a:ea typeface="黑体" panose="02010609060101010101" pitchFamily="49" charset="-122"/>
                        </a:defRPr>
                      </a:lvl2pPr>
                      <a:lvl3pPr marL="1143000" indent="-228600" algn="l">
                        <a:spcBef>
                          <a:spcPct val="20000"/>
                        </a:spcBef>
                        <a:buClr>
                          <a:schemeClr val="folHlink"/>
                        </a:buClr>
                        <a:buSzPct val="50000"/>
                        <a:buFont typeface="Wingdings" panose="05000000000000000000" pitchFamily="2" charset="2"/>
                        <a:defRPr sz="2000">
                          <a:solidFill>
                            <a:schemeClr val="tx1"/>
                          </a:solidFill>
                          <a:latin typeface="Times New Roman" panose="02020603050405020304" pitchFamily="18" charset="0"/>
                          <a:ea typeface="黑体" panose="02010609060101010101" pitchFamily="49" charset="-122"/>
                        </a:defRPr>
                      </a:lvl3pPr>
                      <a:lvl4pPr marL="1600200" indent="-228600" algn="l">
                        <a:spcBef>
                          <a:spcPct val="20000"/>
                        </a:spcBef>
                        <a:buClr>
                          <a:schemeClr val="accent2"/>
                        </a:buClr>
                        <a:buSzPct val="55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4pPr>
                      <a:lvl5pPr marL="2057400" indent="-228600" algn="l">
                        <a:spcBef>
                          <a:spcPct val="20000"/>
                        </a:spcBef>
                        <a:buClr>
                          <a:schemeClr val="accent1"/>
                        </a:buClr>
                        <a:buSzPct val="50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9p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endParaRPr kumimoji="0" lang="zh-CN" altLang="zh-CN" sz="2400" b="0" i="0" u="none" strike="noStrike" cap="none" normalizeH="0" baseline="0">
                        <a:ln>
                          <a:noFill/>
                        </a:ln>
                        <a:solidFill>
                          <a:schemeClr val="tx1"/>
                        </a:solidFill>
                        <a:effectLst/>
                        <a:latin typeface="Times New Roman" panose="02020603050405020304" pitchFamily="18" charset="0"/>
                        <a:ea typeface="黑体" panose="02010609060101010101" pitchFamily="49" charset="-122"/>
                      </a:endParaRPr>
                    </a:p>
                  </a:txBody>
                  <a:tcPr marL="54000" marR="54000" marT="28800" marB="2880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lgn="l">
                        <a:spcBef>
                          <a:spcPct val="20000"/>
                        </a:spcBef>
                        <a:buClr>
                          <a:schemeClr val="folHlink"/>
                        </a:buClr>
                        <a:buSzPct val="60000"/>
                        <a:buFont typeface="Wingdings" panose="05000000000000000000" pitchFamily="2" charset="2"/>
                        <a:defRPr sz="2800">
                          <a:solidFill>
                            <a:schemeClr val="tx1"/>
                          </a:solidFill>
                          <a:latin typeface="Times New Roman" panose="02020603050405020304" pitchFamily="18" charset="0"/>
                          <a:ea typeface="黑体" panose="02010609060101010101" pitchFamily="49" charset="-122"/>
                        </a:defRPr>
                      </a:lvl1pPr>
                      <a:lvl2pPr marL="742950" indent="-285750" algn="l">
                        <a:spcBef>
                          <a:spcPct val="20000"/>
                        </a:spcBef>
                        <a:buClr>
                          <a:schemeClr val="hlink"/>
                        </a:buClr>
                        <a:buSzPct val="55000"/>
                        <a:buFont typeface="Wingdings" panose="05000000000000000000" pitchFamily="2" charset="2"/>
                        <a:defRPr sz="2400">
                          <a:solidFill>
                            <a:schemeClr val="tx1"/>
                          </a:solidFill>
                          <a:latin typeface="Times New Roman" panose="02020603050405020304" pitchFamily="18" charset="0"/>
                          <a:ea typeface="黑体" panose="02010609060101010101" pitchFamily="49" charset="-122"/>
                        </a:defRPr>
                      </a:lvl2pPr>
                      <a:lvl3pPr marL="1143000" indent="-228600" algn="l">
                        <a:spcBef>
                          <a:spcPct val="20000"/>
                        </a:spcBef>
                        <a:buClr>
                          <a:schemeClr val="folHlink"/>
                        </a:buClr>
                        <a:buSzPct val="50000"/>
                        <a:buFont typeface="Wingdings" panose="05000000000000000000" pitchFamily="2" charset="2"/>
                        <a:defRPr sz="2000">
                          <a:solidFill>
                            <a:schemeClr val="tx1"/>
                          </a:solidFill>
                          <a:latin typeface="Times New Roman" panose="02020603050405020304" pitchFamily="18" charset="0"/>
                          <a:ea typeface="黑体" panose="02010609060101010101" pitchFamily="49" charset="-122"/>
                        </a:defRPr>
                      </a:lvl3pPr>
                      <a:lvl4pPr marL="1600200" indent="-228600" algn="l">
                        <a:spcBef>
                          <a:spcPct val="20000"/>
                        </a:spcBef>
                        <a:buClr>
                          <a:schemeClr val="accent2"/>
                        </a:buClr>
                        <a:buSzPct val="55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4pPr>
                      <a:lvl5pPr marL="2057400" indent="-228600" algn="l">
                        <a:spcBef>
                          <a:spcPct val="20000"/>
                        </a:spcBef>
                        <a:buClr>
                          <a:schemeClr val="accent1"/>
                        </a:buClr>
                        <a:buSzPct val="50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9p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r>
                        <a:rPr kumimoji="0" lang="en-US" altLang="zh-CN" sz="2400" b="1" i="1" u="none" strike="noStrike" cap="none" normalizeH="0" baseline="0">
                          <a:ln>
                            <a:noFill/>
                          </a:ln>
                          <a:solidFill>
                            <a:schemeClr val="tx1"/>
                          </a:solidFill>
                          <a:effectLst/>
                          <a:latin typeface="Times New Roman" panose="02020603050405020304" pitchFamily="18" charset="0"/>
                          <a:ea typeface="黑体" panose="02010609060101010101" pitchFamily="49" charset="-122"/>
                        </a:rPr>
                        <a:t>E</a:t>
                      </a:r>
                      <a:r>
                        <a:rPr kumimoji="0" lang="en-US" altLang="zh-CN" sz="2400" b="1" i="0" u="none" strike="noStrike" cap="none" normalizeH="0" baseline="0">
                          <a:ln>
                            <a:noFill/>
                          </a:ln>
                          <a:solidFill>
                            <a:schemeClr val="tx1"/>
                          </a:solidFill>
                          <a:effectLst/>
                          <a:latin typeface="Times New Roman" panose="02020603050405020304" pitchFamily="18" charset="0"/>
                          <a:ea typeface="黑体" panose="02010609060101010101" pitchFamily="49" charset="-122"/>
                          <a:sym typeface="Symbol" panose="05050102010706020507" pitchFamily="18" charset="2"/>
                        </a:rPr>
                        <a:t>+</a:t>
                      </a:r>
                      <a:r>
                        <a:rPr kumimoji="0" lang="en-US" altLang="zh-CN" sz="2400" b="1" i="1" u="none" strike="noStrike" cap="none" normalizeH="0" baseline="0">
                          <a:ln>
                            <a:noFill/>
                          </a:ln>
                          <a:solidFill>
                            <a:schemeClr val="tx1"/>
                          </a:solidFill>
                          <a:effectLst/>
                          <a:latin typeface="Times New Roman" panose="02020603050405020304" pitchFamily="18" charset="0"/>
                          <a:ea typeface="黑体" panose="02010609060101010101" pitchFamily="49" charset="-122"/>
                          <a:sym typeface="Symbol" panose="05050102010706020507" pitchFamily="18" charset="2"/>
                        </a:rPr>
                        <a:t>TE</a:t>
                      </a:r>
                      <a:r>
                        <a:rPr kumimoji="0" lang="en-US" altLang="zh-CN" sz="2400" b="1" i="0" u="none" strike="noStrike" cap="none" normalizeH="0" baseline="0">
                          <a:ln>
                            <a:noFill/>
                          </a:ln>
                          <a:solidFill>
                            <a:schemeClr val="tx1"/>
                          </a:solidFill>
                          <a:effectLst/>
                          <a:latin typeface="Times New Roman" panose="02020603050405020304" pitchFamily="18" charset="0"/>
                          <a:ea typeface="黑体" panose="02010609060101010101" pitchFamily="49" charset="-122"/>
                          <a:sym typeface="Symbol" panose="05050102010706020507" pitchFamily="18" charset="2"/>
                        </a:rPr>
                        <a:t></a:t>
                      </a:r>
                    </a:p>
                  </a:txBody>
                  <a:tcPr marL="54000" marR="54000" marT="28800" marB="2880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lgn="l">
                        <a:spcBef>
                          <a:spcPct val="20000"/>
                        </a:spcBef>
                        <a:buClr>
                          <a:schemeClr val="folHlink"/>
                        </a:buClr>
                        <a:buSzPct val="60000"/>
                        <a:buFont typeface="Wingdings" panose="05000000000000000000" pitchFamily="2" charset="2"/>
                        <a:defRPr sz="2800">
                          <a:solidFill>
                            <a:schemeClr val="tx1"/>
                          </a:solidFill>
                          <a:latin typeface="Times New Roman" panose="02020603050405020304" pitchFamily="18" charset="0"/>
                          <a:ea typeface="黑体" panose="02010609060101010101" pitchFamily="49" charset="-122"/>
                        </a:defRPr>
                      </a:lvl1pPr>
                      <a:lvl2pPr marL="742950" indent="-285750" algn="l">
                        <a:spcBef>
                          <a:spcPct val="20000"/>
                        </a:spcBef>
                        <a:buClr>
                          <a:schemeClr val="hlink"/>
                        </a:buClr>
                        <a:buSzPct val="55000"/>
                        <a:buFont typeface="Wingdings" panose="05000000000000000000" pitchFamily="2" charset="2"/>
                        <a:defRPr sz="2400">
                          <a:solidFill>
                            <a:schemeClr val="tx1"/>
                          </a:solidFill>
                          <a:latin typeface="Times New Roman" panose="02020603050405020304" pitchFamily="18" charset="0"/>
                          <a:ea typeface="黑体" panose="02010609060101010101" pitchFamily="49" charset="-122"/>
                        </a:defRPr>
                      </a:lvl2pPr>
                      <a:lvl3pPr marL="1143000" indent="-228600" algn="l">
                        <a:spcBef>
                          <a:spcPct val="20000"/>
                        </a:spcBef>
                        <a:buClr>
                          <a:schemeClr val="folHlink"/>
                        </a:buClr>
                        <a:buSzPct val="50000"/>
                        <a:buFont typeface="Wingdings" panose="05000000000000000000" pitchFamily="2" charset="2"/>
                        <a:defRPr sz="2000">
                          <a:solidFill>
                            <a:schemeClr val="tx1"/>
                          </a:solidFill>
                          <a:latin typeface="Times New Roman" panose="02020603050405020304" pitchFamily="18" charset="0"/>
                          <a:ea typeface="黑体" panose="02010609060101010101" pitchFamily="49" charset="-122"/>
                        </a:defRPr>
                      </a:lvl3pPr>
                      <a:lvl4pPr marL="1600200" indent="-228600" algn="l">
                        <a:spcBef>
                          <a:spcPct val="20000"/>
                        </a:spcBef>
                        <a:buClr>
                          <a:schemeClr val="accent2"/>
                        </a:buClr>
                        <a:buSzPct val="55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4pPr>
                      <a:lvl5pPr marL="2057400" indent="-228600" algn="l">
                        <a:spcBef>
                          <a:spcPct val="20000"/>
                        </a:spcBef>
                        <a:buClr>
                          <a:schemeClr val="accent1"/>
                        </a:buClr>
                        <a:buSzPct val="50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9p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endParaRPr kumimoji="0" lang="zh-CN" altLang="zh-CN" sz="2400" b="0" i="0" u="none" strike="noStrike" cap="none" normalizeH="0" baseline="0">
                        <a:ln>
                          <a:noFill/>
                        </a:ln>
                        <a:solidFill>
                          <a:schemeClr val="tx1"/>
                        </a:solidFill>
                        <a:effectLst/>
                        <a:latin typeface="Times New Roman" panose="02020603050405020304" pitchFamily="18" charset="0"/>
                        <a:ea typeface="黑体" panose="02010609060101010101" pitchFamily="49" charset="-122"/>
                      </a:endParaRPr>
                    </a:p>
                  </a:txBody>
                  <a:tcPr marL="54000" marR="54000" marT="28800" marB="2880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lgn="l">
                        <a:spcBef>
                          <a:spcPct val="20000"/>
                        </a:spcBef>
                        <a:buClr>
                          <a:schemeClr val="folHlink"/>
                        </a:buClr>
                        <a:buSzPct val="60000"/>
                        <a:buFont typeface="Wingdings" panose="05000000000000000000" pitchFamily="2" charset="2"/>
                        <a:defRPr sz="2800">
                          <a:solidFill>
                            <a:schemeClr val="tx1"/>
                          </a:solidFill>
                          <a:latin typeface="Times New Roman" panose="02020603050405020304" pitchFamily="18" charset="0"/>
                          <a:ea typeface="黑体" panose="02010609060101010101" pitchFamily="49" charset="-122"/>
                        </a:defRPr>
                      </a:lvl1pPr>
                      <a:lvl2pPr marL="742950" indent="-285750" algn="l">
                        <a:spcBef>
                          <a:spcPct val="20000"/>
                        </a:spcBef>
                        <a:buClr>
                          <a:schemeClr val="hlink"/>
                        </a:buClr>
                        <a:buSzPct val="55000"/>
                        <a:buFont typeface="Wingdings" panose="05000000000000000000" pitchFamily="2" charset="2"/>
                        <a:defRPr sz="2400">
                          <a:solidFill>
                            <a:schemeClr val="tx1"/>
                          </a:solidFill>
                          <a:latin typeface="Times New Roman" panose="02020603050405020304" pitchFamily="18" charset="0"/>
                          <a:ea typeface="黑体" panose="02010609060101010101" pitchFamily="49" charset="-122"/>
                        </a:defRPr>
                      </a:lvl2pPr>
                      <a:lvl3pPr marL="1143000" indent="-228600" algn="l">
                        <a:spcBef>
                          <a:spcPct val="20000"/>
                        </a:spcBef>
                        <a:buClr>
                          <a:schemeClr val="folHlink"/>
                        </a:buClr>
                        <a:buSzPct val="50000"/>
                        <a:buFont typeface="Wingdings" panose="05000000000000000000" pitchFamily="2" charset="2"/>
                        <a:defRPr sz="2000">
                          <a:solidFill>
                            <a:schemeClr val="tx1"/>
                          </a:solidFill>
                          <a:latin typeface="Times New Roman" panose="02020603050405020304" pitchFamily="18" charset="0"/>
                          <a:ea typeface="黑体" panose="02010609060101010101" pitchFamily="49" charset="-122"/>
                        </a:defRPr>
                      </a:lvl3pPr>
                      <a:lvl4pPr marL="1600200" indent="-228600" algn="l">
                        <a:spcBef>
                          <a:spcPct val="20000"/>
                        </a:spcBef>
                        <a:buClr>
                          <a:schemeClr val="accent2"/>
                        </a:buClr>
                        <a:buSzPct val="55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4pPr>
                      <a:lvl5pPr marL="2057400" indent="-228600" algn="l">
                        <a:spcBef>
                          <a:spcPct val="20000"/>
                        </a:spcBef>
                        <a:buClr>
                          <a:schemeClr val="accent1"/>
                        </a:buClr>
                        <a:buSzPct val="50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9p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endParaRPr kumimoji="0" lang="zh-CN" altLang="zh-CN" sz="2400" b="0" i="0" u="none" strike="noStrike" cap="none" normalizeH="0" baseline="0">
                        <a:ln>
                          <a:noFill/>
                        </a:ln>
                        <a:solidFill>
                          <a:schemeClr val="tx1"/>
                        </a:solidFill>
                        <a:effectLst/>
                        <a:latin typeface="Times New Roman" panose="02020603050405020304" pitchFamily="18" charset="0"/>
                        <a:ea typeface="黑体" panose="02010609060101010101" pitchFamily="49" charset="-122"/>
                      </a:endParaRPr>
                    </a:p>
                  </a:txBody>
                  <a:tcPr marL="54000" marR="54000" marT="28800" marB="2880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lgn="l">
                        <a:spcBef>
                          <a:spcPct val="20000"/>
                        </a:spcBef>
                        <a:buClr>
                          <a:schemeClr val="folHlink"/>
                        </a:buClr>
                        <a:buSzPct val="60000"/>
                        <a:buFont typeface="Wingdings" panose="05000000000000000000" pitchFamily="2" charset="2"/>
                        <a:defRPr sz="2800">
                          <a:solidFill>
                            <a:schemeClr val="tx1"/>
                          </a:solidFill>
                          <a:latin typeface="Times New Roman" panose="02020603050405020304" pitchFamily="18" charset="0"/>
                          <a:ea typeface="黑体" panose="02010609060101010101" pitchFamily="49" charset="-122"/>
                        </a:defRPr>
                      </a:lvl1pPr>
                      <a:lvl2pPr marL="742950" indent="-285750" algn="l">
                        <a:spcBef>
                          <a:spcPct val="20000"/>
                        </a:spcBef>
                        <a:buClr>
                          <a:schemeClr val="hlink"/>
                        </a:buClr>
                        <a:buSzPct val="55000"/>
                        <a:buFont typeface="Wingdings" panose="05000000000000000000" pitchFamily="2" charset="2"/>
                        <a:defRPr sz="2400">
                          <a:solidFill>
                            <a:schemeClr val="tx1"/>
                          </a:solidFill>
                          <a:latin typeface="Times New Roman" panose="02020603050405020304" pitchFamily="18" charset="0"/>
                          <a:ea typeface="黑体" panose="02010609060101010101" pitchFamily="49" charset="-122"/>
                        </a:defRPr>
                      </a:lvl2pPr>
                      <a:lvl3pPr marL="1143000" indent="-228600" algn="l">
                        <a:spcBef>
                          <a:spcPct val="20000"/>
                        </a:spcBef>
                        <a:buClr>
                          <a:schemeClr val="folHlink"/>
                        </a:buClr>
                        <a:buSzPct val="50000"/>
                        <a:buFont typeface="Wingdings" panose="05000000000000000000" pitchFamily="2" charset="2"/>
                        <a:defRPr sz="2000">
                          <a:solidFill>
                            <a:schemeClr val="tx1"/>
                          </a:solidFill>
                          <a:latin typeface="Times New Roman" panose="02020603050405020304" pitchFamily="18" charset="0"/>
                          <a:ea typeface="黑体" panose="02010609060101010101" pitchFamily="49" charset="-122"/>
                        </a:defRPr>
                      </a:lvl3pPr>
                      <a:lvl4pPr marL="1600200" indent="-228600" algn="l">
                        <a:spcBef>
                          <a:spcPct val="20000"/>
                        </a:spcBef>
                        <a:buClr>
                          <a:schemeClr val="accent2"/>
                        </a:buClr>
                        <a:buSzPct val="55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4pPr>
                      <a:lvl5pPr marL="2057400" indent="-228600" algn="l">
                        <a:spcBef>
                          <a:spcPct val="20000"/>
                        </a:spcBef>
                        <a:buClr>
                          <a:schemeClr val="accent1"/>
                        </a:buClr>
                        <a:buSzPct val="50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9p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r>
                        <a:rPr kumimoji="0" lang="en-US" altLang="zh-CN" sz="2400" b="1" i="1" u="none" strike="noStrike" cap="none" normalizeH="0" baseline="0">
                          <a:ln>
                            <a:noFill/>
                          </a:ln>
                          <a:solidFill>
                            <a:schemeClr val="tx1"/>
                          </a:solidFill>
                          <a:effectLst/>
                          <a:latin typeface="Times New Roman" panose="02020603050405020304" pitchFamily="18" charset="0"/>
                          <a:ea typeface="黑体" panose="02010609060101010101" pitchFamily="49" charset="-122"/>
                        </a:rPr>
                        <a:t>E</a:t>
                      </a:r>
                      <a:r>
                        <a:rPr kumimoji="0" lang="en-US" altLang="zh-CN" sz="2400" b="1" i="0" u="none" strike="noStrike" cap="none" normalizeH="0" baseline="0">
                          <a:ln>
                            <a:noFill/>
                          </a:ln>
                          <a:solidFill>
                            <a:schemeClr val="tx1"/>
                          </a:solidFill>
                          <a:effectLst/>
                          <a:latin typeface="Times New Roman" panose="02020603050405020304" pitchFamily="18" charset="0"/>
                          <a:ea typeface="黑体" panose="02010609060101010101" pitchFamily="49" charset="-122"/>
                          <a:sym typeface="Symbol" panose="05050102010706020507" pitchFamily="18" charset="2"/>
                        </a:rPr>
                        <a:t></a:t>
                      </a:r>
                    </a:p>
                  </a:txBody>
                  <a:tcPr marL="54000" marR="54000" marT="28800" marB="2880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lgn="l">
                        <a:spcBef>
                          <a:spcPct val="20000"/>
                        </a:spcBef>
                        <a:buClr>
                          <a:schemeClr val="folHlink"/>
                        </a:buClr>
                        <a:buSzPct val="60000"/>
                        <a:buFont typeface="Wingdings" panose="05000000000000000000" pitchFamily="2" charset="2"/>
                        <a:defRPr sz="2800">
                          <a:solidFill>
                            <a:schemeClr val="tx1"/>
                          </a:solidFill>
                          <a:latin typeface="Times New Roman" panose="02020603050405020304" pitchFamily="18" charset="0"/>
                          <a:ea typeface="黑体" panose="02010609060101010101" pitchFamily="49" charset="-122"/>
                        </a:defRPr>
                      </a:lvl1pPr>
                      <a:lvl2pPr marL="742950" indent="-285750" algn="l">
                        <a:spcBef>
                          <a:spcPct val="20000"/>
                        </a:spcBef>
                        <a:buClr>
                          <a:schemeClr val="hlink"/>
                        </a:buClr>
                        <a:buSzPct val="55000"/>
                        <a:buFont typeface="Wingdings" panose="05000000000000000000" pitchFamily="2" charset="2"/>
                        <a:defRPr sz="2400">
                          <a:solidFill>
                            <a:schemeClr val="tx1"/>
                          </a:solidFill>
                          <a:latin typeface="Times New Roman" panose="02020603050405020304" pitchFamily="18" charset="0"/>
                          <a:ea typeface="黑体" panose="02010609060101010101" pitchFamily="49" charset="-122"/>
                        </a:defRPr>
                      </a:lvl2pPr>
                      <a:lvl3pPr marL="1143000" indent="-228600" algn="l">
                        <a:spcBef>
                          <a:spcPct val="20000"/>
                        </a:spcBef>
                        <a:buClr>
                          <a:schemeClr val="folHlink"/>
                        </a:buClr>
                        <a:buSzPct val="50000"/>
                        <a:buFont typeface="Wingdings" panose="05000000000000000000" pitchFamily="2" charset="2"/>
                        <a:defRPr sz="2000">
                          <a:solidFill>
                            <a:schemeClr val="tx1"/>
                          </a:solidFill>
                          <a:latin typeface="Times New Roman" panose="02020603050405020304" pitchFamily="18" charset="0"/>
                          <a:ea typeface="黑体" panose="02010609060101010101" pitchFamily="49" charset="-122"/>
                        </a:defRPr>
                      </a:lvl3pPr>
                      <a:lvl4pPr marL="1600200" indent="-228600" algn="l">
                        <a:spcBef>
                          <a:spcPct val="20000"/>
                        </a:spcBef>
                        <a:buClr>
                          <a:schemeClr val="accent2"/>
                        </a:buClr>
                        <a:buSzPct val="55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4pPr>
                      <a:lvl5pPr marL="2057400" indent="-228600" algn="l">
                        <a:spcBef>
                          <a:spcPct val="20000"/>
                        </a:spcBef>
                        <a:buClr>
                          <a:schemeClr val="accent1"/>
                        </a:buClr>
                        <a:buSzPct val="50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9p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r>
                        <a:rPr kumimoji="0" lang="en-US" altLang="zh-CN" sz="2400" b="1" i="1" u="none" strike="noStrike" cap="none" normalizeH="0" baseline="0">
                          <a:ln>
                            <a:noFill/>
                          </a:ln>
                          <a:solidFill>
                            <a:schemeClr val="tx1"/>
                          </a:solidFill>
                          <a:effectLst/>
                          <a:latin typeface="Times New Roman" panose="02020603050405020304" pitchFamily="18" charset="0"/>
                          <a:ea typeface="黑体" panose="02010609060101010101" pitchFamily="49" charset="-122"/>
                        </a:rPr>
                        <a:t>E</a:t>
                      </a:r>
                      <a:r>
                        <a:rPr kumimoji="0" lang="en-US" altLang="zh-CN" sz="2400" b="1" i="0" u="none" strike="noStrike" cap="none" normalizeH="0" baseline="0">
                          <a:ln>
                            <a:noFill/>
                          </a:ln>
                          <a:solidFill>
                            <a:schemeClr val="tx1"/>
                          </a:solidFill>
                          <a:effectLst/>
                          <a:latin typeface="Times New Roman" panose="02020603050405020304" pitchFamily="18" charset="0"/>
                          <a:ea typeface="黑体" panose="02010609060101010101" pitchFamily="49" charset="-122"/>
                          <a:sym typeface="Symbol" panose="05050102010706020507" pitchFamily="18" charset="2"/>
                        </a:rPr>
                        <a:t></a:t>
                      </a:r>
                    </a:p>
                  </a:txBody>
                  <a:tcPr marL="54000" marR="54000" marT="28800" marB="28800" anchor="ct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3"/>
                  </a:ext>
                </a:extLst>
              </a:tr>
              <a:tr h="588963">
                <a:tc>
                  <a:txBody>
                    <a:bodyPr/>
                    <a:lstStyle>
                      <a:lvl1pPr algn="l">
                        <a:spcBef>
                          <a:spcPct val="20000"/>
                        </a:spcBef>
                        <a:buClr>
                          <a:schemeClr val="folHlink"/>
                        </a:buClr>
                        <a:buSzPct val="60000"/>
                        <a:buFont typeface="Wingdings" panose="05000000000000000000" pitchFamily="2" charset="2"/>
                        <a:defRPr sz="2800">
                          <a:solidFill>
                            <a:schemeClr val="tx1"/>
                          </a:solidFill>
                          <a:latin typeface="Times New Roman" panose="02020603050405020304" pitchFamily="18" charset="0"/>
                          <a:ea typeface="黑体" panose="02010609060101010101" pitchFamily="49" charset="-122"/>
                        </a:defRPr>
                      </a:lvl1pPr>
                      <a:lvl2pPr marL="742950" indent="-285750" algn="l">
                        <a:spcBef>
                          <a:spcPct val="20000"/>
                        </a:spcBef>
                        <a:buClr>
                          <a:schemeClr val="hlink"/>
                        </a:buClr>
                        <a:buSzPct val="55000"/>
                        <a:buFont typeface="Wingdings" panose="05000000000000000000" pitchFamily="2" charset="2"/>
                        <a:defRPr sz="2400">
                          <a:solidFill>
                            <a:schemeClr val="tx1"/>
                          </a:solidFill>
                          <a:latin typeface="Times New Roman" panose="02020603050405020304" pitchFamily="18" charset="0"/>
                          <a:ea typeface="黑体" panose="02010609060101010101" pitchFamily="49" charset="-122"/>
                        </a:defRPr>
                      </a:lvl2pPr>
                      <a:lvl3pPr marL="1143000" indent="-228600" algn="l">
                        <a:spcBef>
                          <a:spcPct val="20000"/>
                        </a:spcBef>
                        <a:buClr>
                          <a:schemeClr val="folHlink"/>
                        </a:buClr>
                        <a:buSzPct val="50000"/>
                        <a:buFont typeface="Wingdings" panose="05000000000000000000" pitchFamily="2" charset="2"/>
                        <a:defRPr sz="2000">
                          <a:solidFill>
                            <a:schemeClr val="tx1"/>
                          </a:solidFill>
                          <a:latin typeface="Times New Roman" panose="02020603050405020304" pitchFamily="18" charset="0"/>
                          <a:ea typeface="黑体" panose="02010609060101010101" pitchFamily="49" charset="-122"/>
                        </a:defRPr>
                      </a:lvl3pPr>
                      <a:lvl4pPr marL="1600200" indent="-228600" algn="l">
                        <a:spcBef>
                          <a:spcPct val="20000"/>
                        </a:spcBef>
                        <a:buClr>
                          <a:schemeClr val="accent2"/>
                        </a:buClr>
                        <a:buSzPct val="55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4pPr>
                      <a:lvl5pPr marL="2057400" indent="-228600" algn="l">
                        <a:spcBef>
                          <a:spcPct val="20000"/>
                        </a:spcBef>
                        <a:buClr>
                          <a:schemeClr val="accent1"/>
                        </a:buClr>
                        <a:buSzPct val="50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9p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r>
                        <a:rPr kumimoji="0" lang="en-US" altLang="zh-CN" sz="2400" b="1" i="1" u="none" strike="noStrike" cap="none" normalizeH="0" baseline="0">
                          <a:ln>
                            <a:noFill/>
                          </a:ln>
                          <a:solidFill>
                            <a:schemeClr val="tx1"/>
                          </a:solidFill>
                          <a:effectLst/>
                          <a:latin typeface="Times New Roman" panose="02020603050405020304" pitchFamily="18" charset="0"/>
                          <a:ea typeface="黑体" panose="02010609060101010101" pitchFamily="49" charset="-122"/>
                        </a:rPr>
                        <a:t>T</a:t>
                      </a:r>
                    </a:p>
                  </a:txBody>
                  <a:tcPr marL="54000" marR="54000" marT="28800" marB="28800" anchor="ct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lgn="l">
                        <a:spcBef>
                          <a:spcPct val="20000"/>
                        </a:spcBef>
                        <a:buClr>
                          <a:schemeClr val="folHlink"/>
                        </a:buClr>
                        <a:buSzPct val="60000"/>
                        <a:buFont typeface="Wingdings" panose="05000000000000000000" pitchFamily="2" charset="2"/>
                        <a:defRPr sz="2800">
                          <a:solidFill>
                            <a:schemeClr val="tx1"/>
                          </a:solidFill>
                          <a:latin typeface="Times New Roman" panose="02020603050405020304" pitchFamily="18" charset="0"/>
                          <a:ea typeface="黑体" panose="02010609060101010101" pitchFamily="49" charset="-122"/>
                        </a:defRPr>
                      </a:lvl1pPr>
                      <a:lvl2pPr marL="742950" indent="-285750" algn="l">
                        <a:spcBef>
                          <a:spcPct val="20000"/>
                        </a:spcBef>
                        <a:buClr>
                          <a:schemeClr val="hlink"/>
                        </a:buClr>
                        <a:buSzPct val="55000"/>
                        <a:buFont typeface="Wingdings" panose="05000000000000000000" pitchFamily="2" charset="2"/>
                        <a:defRPr sz="2400">
                          <a:solidFill>
                            <a:schemeClr val="tx1"/>
                          </a:solidFill>
                          <a:latin typeface="Times New Roman" panose="02020603050405020304" pitchFamily="18" charset="0"/>
                          <a:ea typeface="黑体" panose="02010609060101010101" pitchFamily="49" charset="-122"/>
                        </a:defRPr>
                      </a:lvl2pPr>
                      <a:lvl3pPr marL="1143000" indent="-228600" algn="l">
                        <a:spcBef>
                          <a:spcPct val="20000"/>
                        </a:spcBef>
                        <a:buClr>
                          <a:schemeClr val="folHlink"/>
                        </a:buClr>
                        <a:buSzPct val="50000"/>
                        <a:buFont typeface="Wingdings" panose="05000000000000000000" pitchFamily="2" charset="2"/>
                        <a:defRPr sz="2000">
                          <a:solidFill>
                            <a:schemeClr val="tx1"/>
                          </a:solidFill>
                          <a:latin typeface="Times New Roman" panose="02020603050405020304" pitchFamily="18" charset="0"/>
                          <a:ea typeface="黑体" panose="02010609060101010101" pitchFamily="49" charset="-122"/>
                        </a:defRPr>
                      </a:lvl3pPr>
                      <a:lvl4pPr marL="1600200" indent="-228600" algn="l">
                        <a:spcBef>
                          <a:spcPct val="20000"/>
                        </a:spcBef>
                        <a:buClr>
                          <a:schemeClr val="accent2"/>
                        </a:buClr>
                        <a:buSzPct val="55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4pPr>
                      <a:lvl5pPr marL="2057400" indent="-228600" algn="l">
                        <a:spcBef>
                          <a:spcPct val="20000"/>
                        </a:spcBef>
                        <a:buClr>
                          <a:schemeClr val="accent1"/>
                        </a:buClr>
                        <a:buSzPct val="50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9p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r>
                        <a:rPr kumimoji="0" lang="en-US" altLang="zh-CN" sz="2400" b="1" i="1" u="none" strike="noStrike" cap="none" normalizeH="0" baseline="0">
                          <a:ln>
                            <a:noFill/>
                          </a:ln>
                          <a:solidFill>
                            <a:schemeClr val="tx1"/>
                          </a:solidFill>
                          <a:effectLst/>
                          <a:latin typeface="Times New Roman" panose="02020603050405020304" pitchFamily="18" charset="0"/>
                          <a:ea typeface="黑体" panose="02010609060101010101" pitchFamily="49" charset="-122"/>
                        </a:rPr>
                        <a:t>T</a:t>
                      </a:r>
                      <a:r>
                        <a:rPr kumimoji="0" lang="en-US" altLang="zh-CN" sz="2400" b="1" i="0" u="none" strike="noStrike" cap="none" normalizeH="0" baseline="0">
                          <a:ln>
                            <a:noFill/>
                          </a:ln>
                          <a:solidFill>
                            <a:schemeClr val="tx1"/>
                          </a:solidFill>
                          <a:effectLst/>
                          <a:latin typeface="Times New Roman" panose="02020603050405020304" pitchFamily="18" charset="0"/>
                          <a:ea typeface="黑体" panose="02010609060101010101" pitchFamily="49" charset="-122"/>
                          <a:sym typeface="Symbol" panose="05050102010706020507" pitchFamily="18" charset="2"/>
                        </a:rPr>
                        <a:t></a:t>
                      </a:r>
                      <a:r>
                        <a:rPr kumimoji="0" lang="en-US" altLang="zh-CN" sz="2400" b="1" i="1" u="none" strike="noStrike" cap="none" normalizeH="0" baseline="0">
                          <a:ln>
                            <a:noFill/>
                          </a:ln>
                          <a:solidFill>
                            <a:schemeClr val="tx1"/>
                          </a:solidFill>
                          <a:effectLst/>
                          <a:latin typeface="Times New Roman" panose="02020603050405020304" pitchFamily="18" charset="0"/>
                          <a:ea typeface="黑体" panose="02010609060101010101" pitchFamily="49" charset="-122"/>
                          <a:sym typeface="Symbol" panose="05050102010706020507" pitchFamily="18" charset="2"/>
                        </a:rPr>
                        <a:t>FT</a:t>
                      </a:r>
                      <a:r>
                        <a:rPr kumimoji="0" lang="en-US" altLang="zh-CN" sz="2400" b="1" i="0" u="none" strike="noStrike" cap="none" normalizeH="0" baseline="0">
                          <a:ln>
                            <a:noFill/>
                          </a:ln>
                          <a:solidFill>
                            <a:schemeClr val="tx1"/>
                          </a:solidFill>
                          <a:effectLst/>
                          <a:latin typeface="Times New Roman" panose="02020603050405020304" pitchFamily="18" charset="0"/>
                          <a:ea typeface="黑体" panose="02010609060101010101" pitchFamily="49" charset="-122"/>
                          <a:sym typeface="Symbol" panose="05050102010706020507" pitchFamily="18" charset="2"/>
                        </a:rPr>
                        <a:t></a:t>
                      </a:r>
                    </a:p>
                  </a:txBody>
                  <a:tcPr marL="54000" marR="54000" marT="28800" marB="2880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lgn="l">
                        <a:spcBef>
                          <a:spcPct val="20000"/>
                        </a:spcBef>
                        <a:buClr>
                          <a:schemeClr val="folHlink"/>
                        </a:buClr>
                        <a:buSzPct val="60000"/>
                        <a:buFont typeface="Wingdings" panose="05000000000000000000" pitchFamily="2" charset="2"/>
                        <a:defRPr sz="2800">
                          <a:solidFill>
                            <a:schemeClr val="tx1"/>
                          </a:solidFill>
                          <a:latin typeface="Times New Roman" panose="02020603050405020304" pitchFamily="18" charset="0"/>
                          <a:ea typeface="黑体" panose="02010609060101010101" pitchFamily="49" charset="-122"/>
                        </a:defRPr>
                      </a:lvl1pPr>
                      <a:lvl2pPr marL="742950" indent="-285750" algn="l">
                        <a:spcBef>
                          <a:spcPct val="20000"/>
                        </a:spcBef>
                        <a:buClr>
                          <a:schemeClr val="hlink"/>
                        </a:buClr>
                        <a:buSzPct val="55000"/>
                        <a:buFont typeface="Wingdings" panose="05000000000000000000" pitchFamily="2" charset="2"/>
                        <a:defRPr sz="2400">
                          <a:solidFill>
                            <a:schemeClr val="tx1"/>
                          </a:solidFill>
                          <a:latin typeface="Times New Roman" panose="02020603050405020304" pitchFamily="18" charset="0"/>
                          <a:ea typeface="黑体" panose="02010609060101010101" pitchFamily="49" charset="-122"/>
                        </a:defRPr>
                      </a:lvl2pPr>
                      <a:lvl3pPr marL="1143000" indent="-228600" algn="l">
                        <a:spcBef>
                          <a:spcPct val="20000"/>
                        </a:spcBef>
                        <a:buClr>
                          <a:schemeClr val="folHlink"/>
                        </a:buClr>
                        <a:buSzPct val="50000"/>
                        <a:buFont typeface="Wingdings" panose="05000000000000000000" pitchFamily="2" charset="2"/>
                        <a:defRPr sz="2000">
                          <a:solidFill>
                            <a:schemeClr val="tx1"/>
                          </a:solidFill>
                          <a:latin typeface="Times New Roman" panose="02020603050405020304" pitchFamily="18" charset="0"/>
                          <a:ea typeface="黑体" panose="02010609060101010101" pitchFamily="49" charset="-122"/>
                        </a:defRPr>
                      </a:lvl3pPr>
                      <a:lvl4pPr marL="1600200" indent="-228600" algn="l">
                        <a:spcBef>
                          <a:spcPct val="20000"/>
                        </a:spcBef>
                        <a:buClr>
                          <a:schemeClr val="accent2"/>
                        </a:buClr>
                        <a:buSzPct val="55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4pPr>
                      <a:lvl5pPr marL="2057400" indent="-228600" algn="l">
                        <a:spcBef>
                          <a:spcPct val="20000"/>
                        </a:spcBef>
                        <a:buClr>
                          <a:schemeClr val="accent1"/>
                        </a:buClr>
                        <a:buSzPct val="50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9p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endParaRPr kumimoji="0" lang="zh-CN" altLang="zh-CN" sz="2400" b="0" i="0" u="none" strike="noStrike" cap="none" normalizeH="0" baseline="0">
                        <a:ln>
                          <a:noFill/>
                        </a:ln>
                        <a:solidFill>
                          <a:schemeClr val="tx1"/>
                        </a:solidFill>
                        <a:effectLst/>
                        <a:latin typeface="Times New Roman" panose="02020603050405020304" pitchFamily="18" charset="0"/>
                        <a:ea typeface="黑体" panose="02010609060101010101" pitchFamily="49" charset="-122"/>
                      </a:endParaRPr>
                    </a:p>
                  </a:txBody>
                  <a:tcPr marL="54000" marR="54000" marT="28800" marB="2880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lgn="l">
                        <a:spcBef>
                          <a:spcPct val="20000"/>
                        </a:spcBef>
                        <a:buClr>
                          <a:schemeClr val="folHlink"/>
                        </a:buClr>
                        <a:buSzPct val="60000"/>
                        <a:buFont typeface="Wingdings" panose="05000000000000000000" pitchFamily="2" charset="2"/>
                        <a:defRPr sz="2800">
                          <a:solidFill>
                            <a:schemeClr val="tx1"/>
                          </a:solidFill>
                          <a:latin typeface="Times New Roman" panose="02020603050405020304" pitchFamily="18" charset="0"/>
                          <a:ea typeface="黑体" panose="02010609060101010101" pitchFamily="49" charset="-122"/>
                        </a:defRPr>
                      </a:lvl1pPr>
                      <a:lvl2pPr marL="742950" indent="-285750" algn="l">
                        <a:spcBef>
                          <a:spcPct val="20000"/>
                        </a:spcBef>
                        <a:buClr>
                          <a:schemeClr val="hlink"/>
                        </a:buClr>
                        <a:buSzPct val="55000"/>
                        <a:buFont typeface="Wingdings" panose="05000000000000000000" pitchFamily="2" charset="2"/>
                        <a:defRPr sz="2400">
                          <a:solidFill>
                            <a:schemeClr val="tx1"/>
                          </a:solidFill>
                          <a:latin typeface="Times New Roman" panose="02020603050405020304" pitchFamily="18" charset="0"/>
                          <a:ea typeface="黑体" panose="02010609060101010101" pitchFamily="49" charset="-122"/>
                        </a:defRPr>
                      </a:lvl2pPr>
                      <a:lvl3pPr marL="1143000" indent="-228600" algn="l">
                        <a:spcBef>
                          <a:spcPct val="20000"/>
                        </a:spcBef>
                        <a:buClr>
                          <a:schemeClr val="folHlink"/>
                        </a:buClr>
                        <a:buSzPct val="50000"/>
                        <a:buFont typeface="Wingdings" panose="05000000000000000000" pitchFamily="2" charset="2"/>
                        <a:defRPr sz="2000">
                          <a:solidFill>
                            <a:schemeClr val="tx1"/>
                          </a:solidFill>
                          <a:latin typeface="Times New Roman" panose="02020603050405020304" pitchFamily="18" charset="0"/>
                          <a:ea typeface="黑体" panose="02010609060101010101" pitchFamily="49" charset="-122"/>
                        </a:defRPr>
                      </a:lvl3pPr>
                      <a:lvl4pPr marL="1600200" indent="-228600" algn="l">
                        <a:spcBef>
                          <a:spcPct val="20000"/>
                        </a:spcBef>
                        <a:buClr>
                          <a:schemeClr val="accent2"/>
                        </a:buClr>
                        <a:buSzPct val="55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4pPr>
                      <a:lvl5pPr marL="2057400" indent="-228600" algn="l">
                        <a:spcBef>
                          <a:spcPct val="20000"/>
                        </a:spcBef>
                        <a:buClr>
                          <a:schemeClr val="accent1"/>
                        </a:buClr>
                        <a:buSzPct val="50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9p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endParaRPr kumimoji="0" lang="zh-CN" altLang="zh-CN" sz="2400" b="0" i="0" u="none" strike="noStrike" cap="none" normalizeH="0" baseline="0">
                        <a:ln>
                          <a:noFill/>
                        </a:ln>
                        <a:solidFill>
                          <a:schemeClr val="tx1"/>
                        </a:solidFill>
                        <a:effectLst/>
                        <a:latin typeface="Times New Roman" panose="02020603050405020304" pitchFamily="18" charset="0"/>
                        <a:ea typeface="黑体" panose="02010609060101010101" pitchFamily="49" charset="-122"/>
                      </a:endParaRPr>
                    </a:p>
                  </a:txBody>
                  <a:tcPr marL="54000" marR="54000" marT="28800" marB="2880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lgn="l">
                        <a:spcBef>
                          <a:spcPct val="20000"/>
                        </a:spcBef>
                        <a:buClr>
                          <a:schemeClr val="folHlink"/>
                        </a:buClr>
                        <a:buSzPct val="60000"/>
                        <a:buFont typeface="Wingdings" panose="05000000000000000000" pitchFamily="2" charset="2"/>
                        <a:defRPr sz="2800">
                          <a:solidFill>
                            <a:schemeClr val="tx1"/>
                          </a:solidFill>
                          <a:latin typeface="Times New Roman" panose="02020603050405020304" pitchFamily="18" charset="0"/>
                          <a:ea typeface="黑体" panose="02010609060101010101" pitchFamily="49" charset="-122"/>
                        </a:defRPr>
                      </a:lvl1pPr>
                      <a:lvl2pPr marL="742950" indent="-285750" algn="l">
                        <a:spcBef>
                          <a:spcPct val="20000"/>
                        </a:spcBef>
                        <a:buClr>
                          <a:schemeClr val="hlink"/>
                        </a:buClr>
                        <a:buSzPct val="55000"/>
                        <a:buFont typeface="Wingdings" panose="05000000000000000000" pitchFamily="2" charset="2"/>
                        <a:defRPr sz="2400">
                          <a:solidFill>
                            <a:schemeClr val="tx1"/>
                          </a:solidFill>
                          <a:latin typeface="Times New Roman" panose="02020603050405020304" pitchFamily="18" charset="0"/>
                          <a:ea typeface="黑体" panose="02010609060101010101" pitchFamily="49" charset="-122"/>
                        </a:defRPr>
                      </a:lvl2pPr>
                      <a:lvl3pPr marL="1143000" indent="-228600" algn="l">
                        <a:spcBef>
                          <a:spcPct val="20000"/>
                        </a:spcBef>
                        <a:buClr>
                          <a:schemeClr val="folHlink"/>
                        </a:buClr>
                        <a:buSzPct val="50000"/>
                        <a:buFont typeface="Wingdings" panose="05000000000000000000" pitchFamily="2" charset="2"/>
                        <a:defRPr sz="2000">
                          <a:solidFill>
                            <a:schemeClr val="tx1"/>
                          </a:solidFill>
                          <a:latin typeface="Times New Roman" panose="02020603050405020304" pitchFamily="18" charset="0"/>
                          <a:ea typeface="黑体" panose="02010609060101010101" pitchFamily="49" charset="-122"/>
                        </a:defRPr>
                      </a:lvl3pPr>
                      <a:lvl4pPr marL="1600200" indent="-228600" algn="l">
                        <a:spcBef>
                          <a:spcPct val="20000"/>
                        </a:spcBef>
                        <a:buClr>
                          <a:schemeClr val="accent2"/>
                        </a:buClr>
                        <a:buSzPct val="55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4pPr>
                      <a:lvl5pPr marL="2057400" indent="-228600" algn="l">
                        <a:spcBef>
                          <a:spcPct val="20000"/>
                        </a:spcBef>
                        <a:buClr>
                          <a:schemeClr val="accent1"/>
                        </a:buClr>
                        <a:buSzPct val="50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9p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r>
                        <a:rPr kumimoji="0" lang="en-US" altLang="zh-CN" sz="2400" b="1" i="1" u="none" strike="noStrike" cap="none" normalizeH="0" baseline="0">
                          <a:ln>
                            <a:noFill/>
                          </a:ln>
                          <a:solidFill>
                            <a:schemeClr val="tx1"/>
                          </a:solidFill>
                          <a:effectLst/>
                          <a:latin typeface="Times New Roman" panose="02020603050405020304" pitchFamily="18" charset="0"/>
                          <a:ea typeface="黑体" panose="02010609060101010101" pitchFamily="49" charset="-122"/>
                        </a:rPr>
                        <a:t>T</a:t>
                      </a:r>
                      <a:r>
                        <a:rPr kumimoji="0" lang="en-US" altLang="zh-CN" sz="2400" b="1" i="0" u="none" strike="noStrike" cap="none" normalizeH="0" baseline="0">
                          <a:ln>
                            <a:noFill/>
                          </a:ln>
                          <a:solidFill>
                            <a:schemeClr val="tx1"/>
                          </a:solidFill>
                          <a:effectLst/>
                          <a:latin typeface="Times New Roman" panose="02020603050405020304" pitchFamily="18" charset="0"/>
                          <a:ea typeface="黑体" panose="02010609060101010101" pitchFamily="49" charset="-122"/>
                          <a:sym typeface="Symbol" panose="05050102010706020507" pitchFamily="18" charset="2"/>
                        </a:rPr>
                        <a:t></a:t>
                      </a:r>
                      <a:r>
                        <a:rPr kumimoji="0" lang="en-US" altLang="zh-CN" sz="2400" b="1" i="1" u="none" strike="noStrike" cap="none" normalizeH="0" baseline="0">
                          <a:ln>
                            <a:noFill/>
                          </a:ln>
                          <a:solidFill>
                            <a:schemeClr val="tx1"/>
                          </a:solidFill>
                          <a:effectLst/>
                          <a:latin typeface="Times New Roman" panose="02020603050405020304" pitchFamily="18" charset="0"/>
                          <a:ea typeface="黑体" panose="02010609060101010101" pitchFamily="49" charset="-122"/>
                          <a:sym typeface="Symbol" panose="05050102010706020507" pitchFamily="18" charset="2"/>
                        </a:rPr>
                        <a:t>FT</a:t>
                      </a:r>
                      <a:r>
                        <a:rPr kumimoji="0" lang="en-US" altLang="zh-CN" sz="2400" b="1" i="0" u="none" strike="noStrike" cap="none" normalizeH="0" baseline="0">
                          <a:ln>
                            <a:noFill/>
                          </a:ln>
                          <a:solidFill>
                            <a:schemeClr val="tx1"/>
                          </a:solidFill>
                          <a:effectLst/>
                          <a:latin typeface="Times New Roman" panose="02020603050405020304" pitchFamily="18" charset="0"/>
                          <a:ea typeface="黑体" panose="02010609060101010101" pitchFamily="49" charset="-122"/>
                          <a:sym typeface="Symbol" panose="05050102010706020507" pitchFamily="18" charset="2"/>
                        </a:rPr>
                        <a:t></a:t>
                      </a:r>
                    </a:p>
                  </a:txBody>
                  <a:tcPr marL="54000" marR="54000" marT="28800" marB="2880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lgn="l">
                        <a:spcBef>
                          <a:spcPct val="20000"/>
                        </a:spcBef>
                        <a:buClr>
                          <a:schemeClr val="folHlink"/>
                        </a:buClr>
                        <a:buSzPct val="60000"/>
                        <a:buFont typeface="Wingdings" panose="05000000000000000000" pitchFamily="2" charset="2"/>
                        <a:defRPr sz="2800">
                          <a:solidFill>
                            <a:schemeClr val="tx1"/>
                          </a:solidFill>
                          <a:latin typeface="Times New Roman" panose="02020603050405020304" pitchFamily="18" charset="0"/>
                          <a:ea typeface="黑体" panose="02010609060101010101" pitchFamily="49" charset="-122"/>
                        </a:defRPr>
                      </a:lvl1pPr>
                      <a:lvl2pPr marL="742950" indent="-285750" algn="l">
                        <a:spcBef>
                          <a:spcPct val="20000"/>
                        </a:spcBef>
                        <a:buClr>
                          <a:schemeClr val="hlink"/>
                        </a:buClr>
                        <a:buSzPct val="55000"/>
                        <a:buFont typeface="Wingdings" panose="05000000000000000000" pitchFamily="2" charset="2"/>
                        <a:defRPr sz="2400">
                          <a:solidFill>
                            <a:schemeClr val="tx1"/>
                          </a:solidFill>
                          <a:latin typeface="Times New Roman" panose="02020603050405020304" pitchFamily="18" charset="0"/>
                          <a:ea typeface="黑体" panose="02010609060101010101" pitchFamily="49" charset="-122"/>
                        </a:defRPr>
                      </a:lvl2pPr>
                      <a:lvl3pPr marL="1143000" indent="-228600" algn="l">
                        <a:spcBef>
                          <a:spcPct val="20000"/>
                        </a:spcBef>
                        <a:buClr>
                          <a:schemeClr val="folHlink"/>
                        </a:buClr>
                        <a:buSzPct val="50000"/>
                        <a:buFont typeface="Wingdings" panose="05000000000000000000" pitchFamily="2" charset="2"/>
                        <a:defRPr sz="2000">
                          <a:solidFill>
                            <a:schemeClr val="tx1"/>
                          </a:solidFill>
                          <a:latin typeface="Times New Roman" panose="02020603050405020304" pitchFamily="18" charset="0"/>
                          <a:ea typeface="黑体" panose="02010609060101010101" pitchFamily="49" charset="-122"/>
                        </a:defRPr>
                      </a:lvl3pPr>
                      <a:lvl4pPr marL="1600200" indent="-228600" algn="l">
                        <a:spcBef>
                          <a:spcPct val="20000"/>
                        </a:spcBef>
                        <a:buClr>
                          <a:schemeClr val="accent2"/>
                        </a:buClr>
                        <a:buSzPct val="55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4pPr>
                      <a:lvl5pPr marL="2057400" indent="-228600" algn="l">
                        <a:spcBef>
                          <a:spcPct val="20000"/>
                        </a:spcBef>
                        <a:buClr>
                          <a:schemeClr val="accent1"/>
                        </a:buClr>
                        <a:buSzPct val="50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9p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endParaRPr kumimoji="0" lang="zh-CN" altLang="zh-CN" sz="2400" b="0" i="0" u="none" strike="noStrike" cap="none" normalizeH="0" baseline="0">
                        <a:ln>
                          <a:noFill/>
                        </a:ln>
                        <a:solidFill>
                          <a:schemeClr val="tx1"/>
                        </a:solidFill>
                        <a:effectLst/>
                        <a:latin typeface="Times New Roman" panose="02020603050405020304" pitchFamily="18" charset="0"/>
                        <a:ea typeface="黑体" panose="02010609060101010101" pitchFamily="49" charset="-122"/>
                      </a:endParaRPr>
                    </a:p>
                  </a:txBody>
                  <a:tcPr marL="54000" marR="54000" marT="28800" marB="2880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lgn="l">
                        <a:spcBef>
                          <a:spcPct val="20000"/>
                        </a:spcBef>
                        <a:buClr>
                          <a:schemeClr val="folHlink"/>
                        </a:buClr>
                        <a:buSzPct val="60000"/>
                        <a:buFont typeface="Wingdings" panose="05000000000000000000" pitchFamily="2" charset="2"/>
                        <a:defRPr sz="2800">
                          <a:solidFill>
                            <a:schemeClr val="tx1"/>
                          </a:solidFill>
                          <a:latin typeface="Times New Roman" panose="02020603050405020304" pitchFamily="18" charset="0"/>
                          <a:ea typeface="黑体" panose="02010609060101010101" pitchFamily="49" charset="-122"/>
                        </a:defRPr>
                      </a:lvl1pPr>
                      <a:lvl2pPr marL="742950" indent="-285750" algn="l">
                        <a:spcBef>
                          <a:spcPct val="20000"/>
                        </a:spcBef>
                        <a:buClr>
                          <a:schemeClr val="hlink"/>
                        </a:buClr>
                        <a:buSzPct val="55000"/>
                        <a:buFont typeface="Wingdings" panose="05000000000000000000" pitchFamily="2" charset="2"/>
                        <a:defRPr sz="2400">
                          <a:solidFill>
                            <a:schemeClr val="tx1"/>
                          </a:solidFill>
                          <a:latin typeface="Times New Roman" panose="02020603050405020304" pitchFamily="18" charset="0"/>
                          <a:ea typeface="黑体" panose="02010609060101010101" pitchFamily="49" charset="-122"/>
                        </a:defRPr>
                      </a:lvl2pPr>
                      <a:lvl3pPr marL="1143000" indent="-228600" algn="l">
                        <a:spcBef>
                          <a:spcPct val="20000"/>
                        </a:spcBef>
                        <a:buClr>
                          <a:schemeClr val="folHlink"/>
                        </a:buClr>
                        <a:buSzPct val="50000"/>
                        <a:buFont typeface="Wingdings" panose="05000000000000000000" pitchFamily="2" charset="2"/>
                        <a:defRPr sz="2000">
                          <a:solidFill>
                            <a:schemeClr val="tx1"/>
                          </a:solidFill>
                          <a:latin typeface="Times New Roman" panose="02020603050405020304" pitchFamily="18" charset="0"/>
                          <a:ea typeface="黑体" panose="02010609060101010101" pitchFamily="49" charset="-122"/>
                        </a:defRPr>
                      </a:lvl3pPr>
                      <a:lvl4pPr marL="1600200" indent="-228600" algn="l">
                        <a:spcBef>
                          <a:spcPct val="20000"/>
                        </a:spcBef>
                        <a:buClr>
                          <a:schemeClr val="accent2"/>
                        </a:buClr>
                        <a:buSzPct val="55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4pPr>
                      <a:lvl5pPr marL="2057400" indent="-228600" algn="l">
                        <a:spcBef>
                          <a:spcPct val="20000"/>
                        </a:spcBef>
                        <a:buClr>
                          <a:schemeClr val="accent1"/>
                        </a:buClr>
                        <a:buSzPct val="50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9p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endParaRPr kumimoji="0" lang="zh-CN" altLang="zh-CN" sz="2400" b="0" i="0" u="none" strike="noStrike" cap="none" normalizeH="0" baseline="0">
                        <a:ln>
                          <a:noFill/>
                        </a:ln>
                        <a:solidFill>
                          <a:schemeClr val="tx1"/>
                        </a:solidFill>
                        <a:effectLst/>
                        <a:latin typeface="Times New Roman" panose="02020603050405020304" pitchFamily="18" charset="0"/>
                        <a:ea typeface="黑体" panose="02010609060101010101" pitchFamily="49" charset="-122"/>
                      </a:endParaRPr>
                    </a:p>
                  </a:txBody>
                  <a:tcPr marL="54000" marR="54000" marT="28800" marB="28800" anchor="ct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4"/>
                  </a:ext>
                </a:extLst>
              </a:tr>
              <a:tr h="585788">
                <a:tc>
                  <a:txBody>
                    <a:bodyPr/>
                    <a:lstStyle>
                      <a:lvl1pPr algn="l">
                        <a:spcBef>
                          <a:spcPct val="20000"/>
                        </a:spcBef>
                        <a:buClr>
                          <a:schemeClr val="folHlink"/>
                        </a:buClr>
                        <a:buSzPct val="60000"/>
                        <a:buFont typeface="Wingdings" panose="05000000000000000000" pitchFamily="2" charset="2"/>
                        <a:defRPr sz="2800">
                          <a:solidFill>
                            <a:schemeClr val="tx1"/>
                          </a:solidFill>
                          <a:latin typeface="Times New Roman" panose="02020603050405020304" pitchFamily="18" charset="0"/>
                          <a:ea typeface="黑体" panose="02010609060101010101" pitchFamily="49" charset="-122"/>
                        </a:defRPr>
                      </a:lvl1pPr>
                      <a:lvl2pPr marL="742950" indent="-285750" algn="l">
                        <a:spcBef>
                          <a:spcPct val="20000"/>
                        </a:spcBef>
                        <a:buClr>
                          <a:schemeClr val="hlink"/>
                        </a:buClr>
                        <a:buSzPct val="55000"/>
                        <a:buFont typeface="Wingdings" panose="05000000000000000000" pitchFamily="2" charset="2"/>
                        <a:defRPr sz="2400">
                          <a:solidFill>
                            <a:schemeClr val="tx1"/>
                          </a:solidFill>
                          <a:latin typeface="Times New Roman" panose="02020603050405020304" pitchFamily="18" charset="0"/>
                          <a:ea typeface="黑体" panose="02010609060101010101" pitchFamily="49" charset="-122"/>
                        </a:defRPr>
                      </a:lvl2pPr>
                      <a:lvl3pPr marL="1143000" indent="-228600" algn="l">
                        <a:spcBef>
                          <a:spcPct val="20000"/>
                        </a:spcBef>
                        <a:buClr>
                          <a:schemeClr val="folHlink"/>
                        </a:buClr>
                        <a:buSzPct val="50000"/>
                        <a:buFont typeface="Wingdings" panose="05000000000000000000" pitchFamily="2" charset="2"/>
                        <a:defRPr sz="2000">
                          <a:solidFill>
                            <a:schemeClr val="tx1"/>
                          </a:solidFill>
                          <a:latin typeface="Times New Roman" panose="02020603050405020304" pitchFamily="18" charset="0"/>
                          <a:ea typeface="黑体" panose="02010609060101010101" pitchFamily="49" charset="-122"/>
                        </a:defRPr>
                      </a:lvl3pPr>
                      <a:lvl4pPr marL="1600200" indent="-228600" algn="l">
                        <a:spcBef>
                          <a:spcPct val="20000"/>
                        </a:spcBef>
                        <a:buClr>
                          <a:schemeClr val="accent2"/>
                        </a:buClr>
                        <a:buSzPct val="55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4pPr>
                      <a:lvl5pPr marL="2057400" indent="-228600" algn="l">
                        <a:spcBef>
                          <a:spcPct val="20000"/>
                        </a:spcBef>
                        <a:buClr>
                          <a:schemeClr val="accent1"/>
                        </a:buClr>
                        <a:buSzPct val="50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9p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r>
                        <a:rPr kumimoji="0" lang="en-US" altLang="zh-CN" sz="2400" b="1" i="1" u="none" strike="noStrike" cap="none" normalizeH="0" baseline="0">
                          <a:ln>
                            <a:noFill/>
                          </a:ln>
                          <a:solidFill>
                            <a:schemeClr val="tx1"/>
                          </a:solidFill>
                          <a:effectLst/>
                          <a:latin typeface="Times New Roman" panose="02020603050405020304" pitchFamily="18" charset="0"/>
                          <a:ea typeface="黑体" panose="02010609060101010101" pitchFamily="49" charset="-122"/>
                        </a:rPr>
                        <a:t>T </a:t>
                      </a:r>
                      <a:r>
                        <a:rPr kumimoji="0" lang="en-US" altLang="zh-CN" sz="2400" b="1" i="0" u="none" strike="noStrike" cap="none" normalizeH="0" baseline="0">
                          <a:ln>
                            <a:noFill/>
                          </a:ln>
                          <a:solidFill>
                            <a:schemeClr val="tx1"/>
                          </a:solidFill>
                          <a:effectLst/>
                          <a:latin typeface="Times New Roman" panose="02020603050405020304" pitchFamily="18" charset="0"/>
                          <a:ea typeface="黑体" panose="02010609060101010101" pitchFamily="49" charset="-122"/>
                          <a:sym typeface="Symbol" panose="05050102010706020507" pitchFamily="18" charset="2"/>
                        </a:rPr>
                        <a:t></a:t>
                      </a:r>
                    </a:p>
                  </a:txBody>
                  <a:tcPr marL="54000" marR="54000" marT="28800" marB="28800" anchor="ct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lgn="l">
                        <a:spcBef>
                          <a:spcPct val="20000"/>
                        </a:spcBef>
                        <a:buClr>
                          <a:schemeClr val="folHlink"/>
                        </a:buClr>
                        <a:buSzPct val="60000"/>
                        <a:buFont typeface="Wingdings" panose="05000000000000000000" pitchFamily="2" charset="2"/>
                        <a:defRPr sz="2800">
                          <a:solidFill>
                            <a:schemeClr val="tx1"/>
                          </a:solidFill>
                          <a:latin typeface="Times New Roman" panose="02020603050405020304" pitchFamily="18" charset="0"/>
                          <a:ea typeface="黑体" panose="02010609060101010101" pitchFamily="49" charset="-122"/>
                        </a:defRPr>
                      </a:lvl1pPr>
                      <a:lvl2pPr marL="742950" indent="-285750" algn="l">
                        <a:spcBef>
                          <a:spcPct val="20000"/>
                        </a:spcBef>
                        <a:buClr>
                          <a:schemeClr val="hlink"/>
                        </a:buClr>
                        <a:buSzPct val="55000"/>
                        <a:buFont typeface="Wingdings" panose="05000000000000000000" pitchFamily="2" charset="2"/>
                        <a:defRPr sz="2400">
                          <a:solidFill>
                            <a:schemeClr val="tx1"/>
                          </a:solidFill>
                          <a:latin typeface="Times New Roman" panose="02020603050405020304" pitchFamily="18" charset="0"/>
                          <a:ea typeface="黑体" panose="02010609060101010101" pitchFamily="49" charset="-122"/>
                        </a:defRPr>
                      </a:lvl2pPr>
                      <a:lvl3pPr marL="1143000" indent="-228600" algn="l">
                        <a:spcBef>
                          <a:spcPct val="20000"/>
                        </a:spcBef>
                        <a:buClr>
                          <a:schemeClr val="folHlink"/>
                        </a:buClr>
                        <a:buSzPct val="50000"/>
                        <a:buFont typeface="Wingdings" panose="05000000000000000000" pitchFamily="2" charset="2"/>
                        <a:defRPr sz="2000">
                          <a:solidFill>
                            <a:schemeClr val="tx1"/>
                          </a:solidFill>
                          <a:latin typeface="Times New Roman" panose="02020603050405020304" pitchFamily="18" charset="0"/>
                          <a:ea typeface="黑体" panose="02010609060101010101" pitchFamily="49" charset="-122"/>
                        </a:defRPr>
                      </a:lvl3pPr>
                      <a:lvl4pPr marL="1600200" indent="-228600" algn="l">
                        <a:spcBef>
                          <a:spcPct val="20000"/>
                        </a:spcBef>
                        <a:buClr>
                          <a:schemeClr val="accent2"/>
                        </a:buClr>
                        <a:buSzPct val="55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4pPr>
                      <a:lvl5pPr marL="2057400" indent="-228600" algn="l">
                        <a:spcBef>
                          <a:spcPct val="20000"/>
                        </a:spcBef>
                        <a:buClr>
                          <a:schemeClr val="accent1"/>
                        </a:buClr>
                        <a:buSzPct val="50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9p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endParaRPr kumimoji="0" lang="zh-CN" altLang="zh-CN" sz="2400" b="0" i="0" u="none" strike="noStrike" cap="none" normalizeH="0" baseline="0">
                        <a:ln>
                          <a:noFill/>
                        </a:ln>
                        <a:solidFill>
                          <a:schemeClr val="tx1"/>
                        </a:solidFill>
                        <a:effectLst/>
                        <a:latin typeface="Times New Roman" panose="02020603050405020304" pitchFamily="18" charset="0"/>
                        <a:ea typeface="黑体" panose="02010609060101010101" pitchFamily="49" charset="-122"/>
                      </a:endParaRPr>
                    </a:p>
                  </a:txBody>
                  <a:tcPr marL="54000" marR="54000" marT="28800" marB="2880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lgn="l">
                        <a:spcBef>
                          <a:spcPct val="20000"/>
                        </a:spcBef>
                        <a:buClr>
                          <a:schemeClr val="folHlink"/>
                        </a:buClr>
                        <a:buSzPct val="60000"/>
                        <a:buFont typeface="Wingdings" panose="05000000000000000000" pitchFamily="2" charset="2"/>
                        <a:defRPr sz="2800">
                          <a:solidFill>
                            <a:schemeClr val="tx1"/>
                          </a:solidFill>
                          <a:latin typeface="Times New Roman" panose="02020603050405020304" pitchFamily="18" charset="0"/>
                          <a:ea typeface="黑体" panose="02010609060101010101" pitchFamily="49" charset="-122"/>
                        </a:defRPr>
                      </a:lvl1pPr>
                      <a:lvl2pPr marL="742950" indent="-285750" algn="l">
                        <a:spcBef>
                          <a:spcPct val="20000"/>
                        </a:spcBef>
                        <a:buClr>
                          <a:schemeClr val="hlink"/>
                        </a:buClr>
                        <a:buSzPct val="55000"/>
                        <a:buFont typeface="Wingdings" panose="05000000000000000000" pitchFamily="2" charset="2"/>
                        <a:defRPr sz="2400">
                          <a:solidFill>
                            <a:schemeClr val="tx1"/>
                          </a:solidFill>
                          <a:latin typeface="Times New Roman" panose="02020603050405020304" pitchFamily="18" charset="0"/>
                          <a:ea typeface="黑体" panose="02010609060101010101" pitchFamily="49" charset="-122"/>
                        </a:defRPr>
                      </a:lvl2pPr>
                      <a:lvl3pPr marL="1143000" indent="-228600" algn="l">
                        <a:spcBef>
                          <a:spcPct val="20000"/>
                        </a:spcBef>
                        <a:buClr>
                          <a:schemeClr val="folHlink"/>
                        </a:buClr>
                        <a:buSzPct val="50000"/>
                        <a:buFont typeface="Wingdings" panose="05000000000000000000" pitchFamily="2" charset="2"/>
                        <a:defRPr sz="2000">
                          <a:solidFill>
                            <a:schemeClr val="tx1"/>
                          </a:solidFill>
                          <a:latin typeface="Times New Roman" panose="02020603050405020304" pitchFamily="18" charset="0"/>
                          <a:ea typeface="黑体" panose="02010609060101010101" pitchFamily="49" charset="-122"/>
                        </a:defRPr>
                      </a:lvl3pPr>
                      <a:lvl4pPr marL="1600200" indent="-228600" algn="l">
                        <a:spcBef>
                          <a:spcPct val="20000"/>
                        </a:spcBef>
                        <a:buClr>
                          <a:schemeClr val="accent2"/>
                        </a:buClr>
                        <a:buSzPct val="55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4pPr>
                      <a:lvl5pPr marL="2057400" indent="-228600" algn="l">
                        <a:spcBef>
                          <a:spcPct val="20000"/>
                        </a:spcBef>
                        <a:buClr>
                          <a:schemeClr val="accent1"/>
                        </a:buClr>
                        <a:buSzPct val="50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9p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r>
                        <a:rPr kumimoji="0" lang="en-US" altLang="zh-CN" sz="2400" b="1" i="1" u="none" strike="noStrike" cap="none" normalizeH="0" baseline="0">
                          <a:ln>
                            <a:noFill/>
                          </a:ln>
                          <a:solidFill>
                            <a:schemeClr val="tx1"/>
                          </a:solidFill>
                          <a:effectLst/>
                          <a:latin typeface="Times New Roman" panose="02020603050405020304" pitchFamily="18" charset="0"/>
                          <a:ea typeface="黑体" panose="02010609060101010101" pitchFamily="49" charset="-122"/>
                        </a:rPr>
                        <a:t>T</a:t>
                      </a:r>
                      <a:r>
                        <a:rPr kumimoji="0" lang="en-US" altLang="zh-CN" sz="2400" b="1" i="0" u="none" strike="noStrike" cap="none" normalizeH="0" baseline="0">
                          <a:ln>
                            <a:noFill/>
                          </a:ln>
                          <a:solidFill>
                            <a:schemeClr val="tx1"/>
                          </a:solidFill>
                          <a:effectLst/>
                          <a:latin typeface="Times New Roman" panose="02020603050405020304" pitchFamily="18" charset="0"/>
                          <a:ea typeface="黑体" panose="02010609060101010101" pitchFamily="49" charset="-122"/>
                          <a:sym typeface="Symbol" panose="05050102010706020507" pitchFamily="18" charset="2"/>
                        </a:rPr>
                        <a:t></a:t>
                      </a:r>
                    </a:p>
                  </a:txBody>
                  <a:tcPr marL="54000" marR="54000" marT="28800" marB="2880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lgn="l">
                        <a:spcBef>
                          <a:spcPct val="20000"/>
                        </a:spcBef>
                        <a:buClr>
                          <a:schemeClr val="folHlink"/>
                        </a:buClr>
                        <a:buSzPct val="60000"/>
                        <a:buFont typeface="Wingdings" panose="05000000000000000000" pitchFamily="2" charset="2"/>
                        <a:defRPr sz="2800">
                          <a:solidFill>
                            <a:schemeClr val="tx1"/>
                          </a:solidFill>
                          <a:latin typeface="Times New Roman" panose="02020603050405020304" pitchFamily="18" charset="0"/>
                          <a:ea typeface="黑体" panose="02010609060101010101" pitchFamily="49" charset="-122"/>
                        </a:defRPr>
                      </a:lvl1pPr>
                      <a:lvl2pPr marL="742950" indent="-285750" algn="l">
                        <a:spcBef>
                          <a:spcPct val="20000"/>
                        </a:spcBef>
                        <a:buClr>
                          <a:schemeClr val="hlink"/>
                        </a:buClr>
                        <a:buSzPct val="55000"/>
                        <a:buFont typeface="Wingdings" panose="05000000000000000000" pitchFamily="2" charset="2"/>
                        <a:defRPr sz="2400">
                          <a:solidFill>
                            <a:schemeClr val="tx1"/>
                          </a:solidFill>
                          <a:latin typeface="Times New Roman" panose="02020603050405020304" pitchFamily="18" charset="0"/>
                          <a:ea typeface="黑体" panose="02010609060101010101" pitchFamily="49" charset="-122"/>
                        </a:defRPr>
                      </a:lvl2pPr>
                      <a:lvl3pPr marL="1143000" indent="-228600" algn="l">
                        <a:spcBef>
                          <a:spcPct val="20000"/>
                        </a:spcBef>
                        <a:buClr>
                          <a:schemeClr val="folHlink"/>
                        </a:buClr>
                        <a:buSzPct val="50000"/>
                        <a:buFont typeface="Wingdings" panose="05000000000000000000" pitchFamily="2" charset="2"/>
                        <a:defRPr sz="2000">
                          <a:solidFill>
                            <a:schemeClr val="tx1"/>
                          </a:solidFill>
                          <a:latin typeface="Times New Roman" panose="02020603050405020304" pitchFamily="18" charset="0"/>
                          <a:ea typeface="黑体" panose="02010609060101010101" pitchFamily="49" charset="-122"/>
                        </a:defRPr>
                      </a:lvl3pPr>
                      <a:lvl4pPr marL="1600200" indent="-228600" algn="l">
                        <a:spcBef>
                          <a:spcPct val="20000"/>
                        </a:spcBef>
                        <a:buClr>
                          <a:schemeClr val="accent2"/>
                        </a:buClr>
                        <a:buSzPct val="55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4pPr>
                      <a:lvl5pPr marL="2057400" indent="-228600" algn="l">
                        <a:spcBef>
                          <a:spcPct val="20000"/>
                        </a:spcBef>
                        <a:buClr>
                          <a:schemeClr val="accent1"/>
                        </a:buClr>
                        <a:buSzPct val="50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9p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r>
                        <a:rPr kumimoji="0" lang="en-US" altLang="zh-CN" sz="2400" b="1" i="1" u="none" strike="noStrike" cap="none" normalizeH="0" baseline="0">
                          <a:ln>
                            <a:noFill/>
                          </a:ln>
                          <a:solidFill>
                            <a:schemeClr val="tx1"/>
                          </a:solidFill>
                          <a:effectLst/>
                          <a:latin typeface="Times New Roman" panose="02020603050405020304" pitchFamily="18" charset="0"/>
                          <a:ea typeface="黑体" panose="02010609060101010101" pitchFamily="49" charset="-122"/>
                        </a:rPr>
                        <a:t>T</a:t>
                      </a:r>
                      <a:r>
                        <a:rPr kumimoji="0" lang="en-US" altLang="zh-CN" sz="2400" b="1" i="0" u="none" strike="noStrike" cap="none" normalizeH="0" baseline="0">
                          <a:ln>
                            <a:noFill/>
                          </a:ln>
                          <a:solidFill>
                            <a:schemeClr val="tx1"/>
                          </a:solidFill>
                          <a:effectLst/>
                          <a:latin typeface="Times New Roman" panose="02020603050405020304" pitchFamily="18" charset="0"/>
                          <a:ea typeface="黑体" panose="02010609060101010101" pitchFamily="49" charset="-122"/>
                          <a:sym typeface="Symbol" panose="05050102010706020507" pitchFamily="18" charset="2"/>
                        </a:rPr>
                        <a:t>*</a:t>
                      </a:r>
                      <a:r>
                        <a:rPr kumimoji="0" lang="en-US" altLang="zh-CN" sz="2400" b="1" i="1" u="none" strike="noStrike" cap="none" normalizeH="0" baseline="0">
                          <a:ln>
                            <a:noFill/>
                          </a:ln>
                          <a:solidFill>
                            <a:schemeClr val="tx1"/>
                          </a:solidFill>
                          <a:effectLst/>
                          <a:latin typeface="Times New Roman" panose="02020603050405020304" pitchFamily="18" charset="0"/>
                          <a:ea typeface="黑体" panose="02010609060101010101" pitchFamily="49" charset="-122"/>
                          <a:sym typeface="Symbol" panose="05050102010706020507" pitchFamily="18" charset="2"/>
                        </a:rPr>
                        <a:t>FT</a:t>
                      </a:r>
                      <a:r>
                        <a:rPr kumimoji="0" lang="en-US" altLang="zh-CN" sz="2400" b="1" i="0" u="none" strike="noStrike" cap="none" normalizeH="0" baseline="0">
                          <a:ln>
                            <a:noFill/>
                          </a:ln>
                          <a:solidFill>
                            <a:schemeClr val="tx1"/>
                          </a:solidFill>
                          <a:effectLst/>
                          <a:latin typeface="Times New Roman" panose="02020603050405020304" pitchFamily="18" charset="0"/>
                          <a:ea typeface="黑体" panose="02010609060101010101" pitchFamily="49" charset="-122"/>
                          <a:sym typeface="Symbol" panose="05050102010706020507" pitchFamily="18" charset="2"/>
                        </a:rPr>
                        <a:t></a:t>
                      </a:r>
                    </a:p>
                  </a:txBody>
                  <a:tcPr marL="54000" marR="54000" marT="28800" marB="2880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lgn="l">
                        <a:spcBef>
                          <a:spcPct val="20000"/>
                        </a:spcBef>
                        <a:buClr>
                          <a:schemeClr val="folHlink"/>
                        </a:buClr>
                        <a:buSzPct val="60000"/>
                        <a:buFont typeface="Wingdings" panose="05000000000000000000" pitchFamily="2" charset="2"/>
                        <a:defRPr sz="2800">
                          <a:solidFill>
                            <a:schemeClr val="tx1"/>
                          </a:solidFill>
                          <a:latin typeface="Times New Roman" panose="02020603050405020304" pitchFamily="18" charset="0"/>
                          <a:ea typeface="黑体" panose="02010609060101010101" pitchFamily="49" charset="-122"/>
                        </a:defRPr>
                      </a:lvl1pPr>
                      <a:lvl2pPr marL="742950" indent="-285750" algn="l">
                        <a:spcBef>
                          <a:spcPct val="20000"/>
                        </a:spcBef>
                        <a:buClr>
                          <a:schemeClr val="hlink"/>
                        </a:buClr>
                        <a:buSzPct val="55000"/>
                        <a:buFont typeface="Wingdings" panose="05000000000000000000" pitchFamily="2" charset="2"/>
                        <a:defRPr sz="2400">
                          <a:solidFill>
                            <a:schemeClr val="tx1"/>
                          </a:solidFill>
                          <a:latin typeface="Times New Roman" panose="02020603050405020304" pitchFamily="18" charset="0"/>
                          <a:ea typeface="黑体" panose="02010609060101010101" pitchFamily="49" charset="-122"/>
                        </a:defRPr>
                      </a:lvl2pPr>
                      <a:lvl3pPr marL="1143000" indent="-228600" algn="l">
                        <a:spcBef>
                          <a:spcPct val="20000"/>
                        </a:spcBef>
                        <a:buClr>
                          <a:schemeClr val="folHlink"/>
                        </a:buClr>
                        <a:buSzPct val="50000"/>
                        <a:buFont typeface="Wingdings" panose="05000000000000000000" pitchFamily="2" charset="2"/>
                        <a:defRPr sz="2000">
                          <a:solidFill>
                            <a:schemeClr val="tx1"/>
                          </a:solidFill>
                          <a:latin typeface="Times New Roman" panose="02020603050405020304" pitchFamily="18" charset="0"/>
                          <a:ea typeface="黑体" panose="02010609060101010101" pitchFamily="49" charset="-122"/>
                        </a:defRPr>
                      </a:lvl3pPr>
                      <a:lvl4pPr marL="1600200" indent="-228600" algn="l">
                        <a:spcBef>
                          <a:spcPct val="20000"/>
                        </a:spcBef>
                        <a:buClr>
                          <a:schemeClr val="accent2"/>
                        </a:buClr>
                        <a:buSzPct val="55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4pPr>
                      <a:lvl5pPr marL="2057400" indent="-228600" algn="l">
                        <a:spcBef>
                          <a:spcPct val="20000"/>
                        </a:spcBef>
                        <a:buClr>
                          <a:schemeClr val="accent1"/>
                        </a:buClr>
                        <a:buSzPct val="50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9p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endParaRPr kumimoji="0" lang="zh-CN" altLang="zh-CN" sz="2400" b="0" i="0" u="none" strike="noStrike" cap="none" normalizeH="0" baseline="0">
                        <a:ln>
                          <a:noFill/>
                        </a:ln>
                        <a:solidFill>
                          <a:schemeClr val="tx1"/>
                        </a:solidFill>
                        <a:effectLst/>
                        <a:latin typeface="Times New Roman" panose="02020603050405020304" pitchFamily="18" charset="0"/>
                        <a:ea typeface="黑体" panose="02010609060101010101" pitchFamily="49" charset="-122"/>
                      </a:endParaRPr>
                    </a:p>
                  </a:txBody>
                  <a:tcPr marL="54000" marR="54000" marT="28800" marB="2880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lgn="l">
                        <a:spcBef>
                          <a:spcPct val="20000"/>
                        </a:spcBef>
                        <a:buClr>
                          <a:schemeClr val="folHlink"/>
                        </a:buClr>
                        <a:buSzPct val="60000"/>
                        <a:buFont typeface="Wingdings" panose="05000000000000000000" pitchFamily="2" charset="2"/>
                        <a:defRPr sz="2800">
                          <a:solidFill>
                            <a:schemeClr val="tx1"/>
                          </a:solidFill>
                          <a:latin typeface="Times New Roman" panose="02020603050405020304" pitchFamily="18" charset="0"/>
                          <a:ea typeface="黑体" panose="02010609060101010101" pitchFamily="49" charset="-122"/>
                        </a:defRPr>
                      </a:lvl1pPr>
                      <a:lvl2pPr marL="742950" indent="-285750" algn="l">
                        <a:spcBef>
                          <a:spcPct val="20000"/>
                        </a:spcBef>
                        <a:buClr>
                          <a:schemeClr val="hlink"/>
                        </a:buClr>
                        <a:buSzPct val="55000"/>
                        <a:buFont typeface="Wingdings" panose="05000000000000000000" pitchFamily="2" charset="2"/>
                        <a:defRPr sz="2400">
                          <a:solidFill>
                            <a:schemeClr val="tx1"/>
                          </a:solidFill>
                          <a:latin typeface="Times New Roman" panose="02020603050405020304" pitchFamily="18" charset="0"/>
                          <a:ea typeface="黑体" panose="02010609060101010101" pitchFamily="49" charset="-122"/>
                        </a:defRPr>
                      </a:lvl2pPr>
                      <a:lvl3pPr marL="1143000" indent="-228600" algn="l">
                        <a:spcBef>
                          <a:spcPct val="20000"/>
                        </a:spcBef>
                        <a:buClr>
                          <a:schemeClr val="folHlink"/>
                        </a:buClr>
                        <a:buSzPct val="50000"/>
                        <a:buFont typeface="Wingdings" panose="05000000000000000000" pitchFamily="2" charset="2"/>
                        <a:defRPr sz="2000">
                          <a:solidFill>
                            <a:schemeClr val="tx1"/>
                          </a:solidFill>
                          <a:latin typeface="Times New Roman" panose="02020603050405020304" pitchFamily="18" charset="0"/>
                          <a:ea typeface="黑体" panose="02010609060101010101" pitchFamily="49" charset="-122"/>
                        </a:defRPr>
                      </a:lvl3pPr>
                      <a:lvl4pPr marL="1600200" indent="-228600" algn="l">
                        <a:spcBef>
                          <a:spcPct val="20000"/>
                        </a:spcBef>
                        <a:buClr>
                          <a:schemeClr val="accent2"/>
                        </a:buClr>
                        <a:buSzPct val="55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4pPr>
                      <a:lvl5pPr marL="2057400" indent="-228600" algn="l">
                        <a:spcBef>
                          <a:spcPct val="20000"/>
                        </a:spcBef>
                        <a:buClr>
                          <a:schemeClr val="accent1"/>
                        </a:buClr>
                        <a:buSzPct val="50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9p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r>
                        <a:rPr kumimoji="0" lang="en-US" altLang="zh-CN" sz="2400" b="1" i="1" u="none" strike="noStrike" cap="none" normalizeH="0" baseline="0">
                          <a:ln>
                            <a:noFill/>
                          </a:ln>
                          <a:solidFill>
                            <a:schemeClr val="tx1"/>
                          </a:solidFill>
                          <a:effectLst/>
                          <a:latin typeface="Times New Roman" panose="02020603050405020304" pitchFamily="18" charset="0"/>
                          <a:ea typeface="黑体" panose="02010609060101010101" pitchFamily="49" charset="-122"/>
                        </a:rPr>
                        <a:t>T</a:t>
                      </a:r>
                      <a:r>
                        <a:rPr kumimoji="0" lang="en-US" altLang="zh-CN" sz="2400" b="1" i="0" u="none" strike="noStrike" cap="none" normalizeH="0" baseline="0">
                          <a:ln>
                            <a:noFill/>
                          </a:ln>
                          <a:solidFill>
                            <a:schemeClr val="tx1"/>
                          </a:solidFill>
                          <a:effectLst/>
                          <a:latin typeface="Times New Roman" panose="02020603050405020304" pitchFamily="18" charset="0"/>
                          <a:ea typeface="黑体" panose="02010609060101010101" pitchFamily="49" charset="-122"/>
                          <a:sym typeface="Symbol" panose="05050102010706020507" pitchFamily="18" charset="2"/>
                        </a:rPr>
                        <a:t></a:t>
                      </a:r>
                    </a:p>
                  </a:txBody>
                  <a:tcPr marL="54000" marR="54000" marT="28800" marB="2880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lgn="l">
                        <a:spcBef>
                          <a:spcPct val="20000"/>
                        </a:spcBef>
                        <a:buClr>
                          <a:schemeClr val="folHlink"/>
                        </a:buClr>
                        <a:buSzPct val="60000"/>
                        <a:buFont typeface="Wingdings" panose="05000000000000000000" pitchFamily="2" charset="2"/>
                        <a:defRPr sz="2800">
                          <a:solidFill>
                            <a:schemeClr val="tx1"/>
                          </a:solidFill>
                          <a:latin typeface="Times New Roman" panose="02020603050405020304" pitchFamily="18" charset="0"/>
                          <a:ea typeface="黑体" panose="02010609060101010101" pitchFamily="49" charset="-122"/>
                        </a:defRPr>
                      </a:lvl1pPr>
                      <a:lvl2pPr marL="742950" indent="-285750" algn="l">
                        <a:spcBef>
                          <a:spcPct val="20000"/>
                        </a:spcBef>
                        <a:buClr>
                          <a:schemeClr val="hlink"/>
                        </a:buClr>
                        <a:buSzPct val="55000"/>
                        <a:buFont typeface="Wingdings" panose="05000000000000000000" pitchFamily="2" charset="2"/>
                        <a:defRPr sz="2400">
                          <a:solidFill>
                            <a:schemeClr val="tx1"/>
                          </a:solidFill>
                          <a:latin typeface="Times New Roman" panose="02020603050405020304" pitchFamily="18" charset="0"/>
                          <a:ea typeface="黑体" panose="02010609060101010101" pitchFamily="49" charset="-122"/>
                        </a:defRPr>
                      </a:lvl2pPr>
                      <a:lvl3pPr marL="1143000" indent="-228600" algn="l">
                        <a:spcBef>
                          <a:spcPct val="20000"/>
                        </a:spcBef>
                        <a:buClr>
                          <a:schemeClr val="folHlink"/>
                        </a:buClr>
                        <a:buSzPct val="50000"/>
                        <a:buFont typeface="Wingdings" panose="05000000000000000000" pitchFamily="2" charset="2"/>
                        <a:defRPr sz="2000">
                          <a:solidFill>
                            <a:schemeClr val="tx1"/>
                          </a:solidFill>
                          <a:latin typeface="Times New Roman" panose="02020603050405020304" pitchFamily="18" charset="0"/>
                          <a:ea typeface="黑体" panose="02010609060101010101" pitchFamily="49" charset="-122"/>
                        </a:defRPr>
                      </a:lvl3pPr>
                      <a:lvl4pPr marL="1600200" indent="-228600" algn="l">
                        <a:spcBef>
                          <a:spcPct val="20000"/>
                        </a:spcBef>
                        <a:buClr>
                          <a:schemeClr val="accent2"/>
                        </a:buClr>
                        <a:buSzPct val="55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4pPr>
                      <a:lvl5pPr marL="2057400" indent="-228600" algn="l">
                        <a:spcBef>
                          <a:spcPct val="20000"/>
                        </a:spcBef>
                        <a:buClr>
                          <a:schemeClr val="accent1"/>
                        </a:buClr>
                        <a:buSzPct val="50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9p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r>
                        <a:rPr kumimoji="0" lang="en-US" altLang="zh-CN" sz="2400" b="1" i="1" u="none" strike="noStrike" cap="none" normalizeH="0" baseline="0">
                          <a:ln>
                            <a:noFill/>
                          </a:ln>
                          <a:solidFill>
                            <a:schemeClr val="tx1"/>
                          </a:solidFill>
                          <a:effectLst/>
                          <a:latin typeface="Times New Roman" panose="02020603050405020304" pitchFamily="18" charset="0"/>
                          <a:ea typeface="黑体" panose="02010609060101010101" pitchFamily="49" charset="-122"/>
                        </a:rPr>
                        <a:t>T</a:t>
                      </a:r>
                      <a:r>
                        <a:rPr kumimoji="0" lang="en-US" altLang="zh-CN" sz="2400" b="1" i="0" u="none" strike="noStrike" cap="none" normalizeH="0" baseline="0">
                          <a:ln>
                            <a:noFill/>
                          </a:ln>
                          <a:solidFill>
                            <a:schemeClr val="tx1"/>
                          </a:solidFill>
                          <a:effectLst/>
                          <a:latin typeface="Times New Roman" panose="02020603050405020304" pitchFamily="18" charset="0"/>
                          <a:ea typeface="黑体" panose="02010609060101010101" pitchFamily="49" charset="-122"/>
                          <a:sym typeface="Symbol" panose="05050102010706020507" pitchFamily="18" charset="2"/>
                        </a:rPr>
                        <a:t></a:t>
                      </a:r>
                    </a:p>
                  </a:txBody>
                  <a:tcPr marL="54000" marR="54000" marT="28800" marB="28800" anchor="ct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5"/>
                  </a:ext>
                </a:extLst>
              </a:tr>
              <a:tr h="588963">
                <a:tc>
                  <a:txBody>
                    <a:bodyPr/>
                    <a:lstStyle>
                      <a:lvl1pPr algn="l">
                        <a:spcBef>
                          <a:spcPct val="20000"/>
                        </a:spcBef>
                        <a:buClr>
                          <a:schemeClr val="folHlink"/>
                        </a:buClr>
                        <a:buSzPct val="60000"/>
                        <a:buFont typeface="Wingdings" panose="05000000000000000000" pitchFamily="2" charset="2"/>
                        <a:defRPr sz="2800">
                          <a:solidFill>
                            <a:schemeClr val="tx1"/>
                          </a:solidFill>
                          <a:latin typeface="Times New Roman" panose="02020603050405020304" pitchFamily="18" charset="0"/>
                          <a:ea typeface="黑体" panose="02010609060101010101" pitchFamily="49" charset="-122"/>
                        </a:defRPr>
                      </a:lvl1pPr>
                      <a:lvl2pPr marL="742950" indent="-285750" algn="l">
                        <a:spcBef>
                          <a:spcPct val="20000"/>
                        </a:spcBef>
                        <a:buClr>
                          <a:schemeClr val="hlink"/>
                        </a:buClr>
                        <a:buSzPct val="55000"/>
                        <a:buFont typeface="Wingdings" panose="05000000000000000000" pitchFamily="2" charset="2"/>
                        <a:defRPr sz="2400">
                          <a:solidFill>
                            <a:schemeClr val="tx1"/>
                          </a:solidFill>
                          <a:latin typeface="Times New Roman" panose="02020603050405020304" pitchFamily="18" charset="0"/>
                          <a:ea typeface="黑体" panose="02010609060101010101" pitchFamily="49" charset="-122"/>
                        </a:defRPr>
                      </a:lvl2pPr>
                      <a:lvl3pPr marL="1143000" indent="-228600" algn="l">
                        <a:spcBef>
                          <a:spcPct val="20000"/>
                        </a:spcBef>
                        <a:buClr>
                          <a:schemeClr val="folHlink"/>
                        </a:buClr>
                        <a:buSzPct val="50000"/>
                        <a:buFont typeface="Wingdings" panose="05000000000000000000" pitchFamily="2" charset="2"/>
                        <a:defRPr sz="2000">
                          <a:solidFill>
                            <a:schemeClr val="tx1"/>
                          </a:solidFill>
                          <a:latin typeface="Times New Roman" panose="02020603050405020304" pitchFamily="18" charset="0"/>
                          <a:ea typeface="黑体" panose="02010609060101010101" pitchFamily="49" charset="-122"/>
                        </a:defRPr>
                      </a:lvl3pPr>
                      <a:lvl4pPr marL="1600200" indent="-228600" algn="l">
                        <a:spcBef>
                          <a:spcPct val="20000"/>
                        </a:spcBef>
                        <a:buClr>
                          <a:schemeClr val="accent2"/>
                        </a:buClr>
                        <a:buSzPct val="55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4pPr>
                      <a:lvl5pPr marL="2057400" indent="-228600" algn="l">
                        <a:spcBef>
                          <a:spcPct val="20000"/>
                        </a:spcBef>
                        <a:buClr>
                          <a:schemeClr val="accent1"/>
                        </a:buClr>
                        <a:buSzPct val="50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9p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r>
                        <a:rPr kumimoji="0" lang="en-US" altLang="zh-CN" sz="2400" b="1" i="1" u="none" strike="noStrike" cap="none" normalizeH="0" baseline="0">
                          <a:ln>
                            <a:noFill/>
                          </a:ln>
                          <a:solidFill>
                            <a:schemeClr val="tx1"/>
                          </a:solidFill>
                          <a:effectLst/>
                          <a:latin typeface="Times New Roman" panose="02020603050405020304" pitchFamily="18" charset="0"/>
                          <a:ea typeface="黑体" panose="02010609060101010101" pitchFamily="49" charset="-122"/>
                        </a:rPr>
                        <a:t>F</a:t>
                      </a:r>
                    </a:p>
                  </a:txBody>
                  <a:tcPr marL="54000" marR="54000" marT="28800" marB="28800" anchor="ct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lgn="l">
                        <a:spcBef>
                          <a:spcPct val="20000"/>
                        </a:spcBef>
                        <a:buClr>
                          <a:schemeClr val="folHlink"/>
                        </a:buClr>
                        <a:buSzPct val="60000"/>
                        <a:buFont typeface="Wingdings" panose="05000000000000000000" pitchFamily="2" charset="2"/>
                        <a:defRPr sz="2800">
                          <a:solidFill>
                            <a:schemeClr val="tx1"/>
                          </a:solidFill>
                          <a:latin typeface="Times New Roman" panose="02020603050405020304" pitchFamily="18" charset="0"/>
                          <a:ea typeface="黑体" panose="02010609060101010101" pitchFamily="49" charset="-122"/>
                        </a:defRPr>
                      </a:lvl1pPr>
                      <a:lvl2pPr marL="742950" indent="-285750" algn="l">
                        <a:spcBef>
                          <a:spcPct val="20000"/>
                        </a:spcBef>
                        <a:buClr>
                          <a:schemeClr val="hlink"/>
                        </a:buClr>
                        <a:buSzPct val="55000"/>
                        <a:buFont typeface="Wingdings" panose="05000000000000000000" pitchFamily="2" charset="2"/>
                        <a:defRPr sz="2400">
                          <a:solidFill>
                            <a:schemeClr val="tx1"/>
                          </a:solidFill>
                          <a:latin typeface="Times New Roman" panose="02020603050405020304" pitchFamily="18" charset="0"/>
                          <a:ea typeface="黑体" panose="02010609060101010101" pitchFamily="49" charset="-122"/>
                        </a:defRPr>
                      </a:lvl2pPr>
                      <a:lvl3pPr marL="1143000" indent="-228600" algn="l">
                        <a:spcBef>
                          <a:spcPct val="20000"/>
                        </a:spcBef>
                        <a:buClr>
                          <a:schemeClr val="folHlink"/>
                        </a:buClr>
                        <a:buSzPct val="50000"/>
                        <a:buFont typeface="Wingdings" panose="05000000000000000000" pitchFamily="2" charset="2"/>
                        <a:defRPr sz="2000">
                          <a:solidFill>
                            <a:schemeClr val="tx1"/>
                          </a:solidFill>
                          <a:latin typeface="Times New Roman" panose="02020603050405020304" pitchFamily="18" charset="0"/>
                          <a:ea typeface="黑体" panose="02010609060101010101" pitchFamily="49" charset="-122"/>
                        </a:defRPr>
                      </a:lvl3pPr>
                      <a:lvl4pPr marL="1600200" indent="-228600" algn="l">
                        <a:spcBef>
                          <a:spcPct val="20000"/>
                        </a:spcBef>
                        <a:buClr>
                          <a:schemeClr val="accent2"/>
                        </a:buClr>
                        <a:buSzPct val="55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4pPr>
                      <a:lvl5pPr marL="2057400" indent="-228600" algn="l">
                        <a:spcBef>
                          <a:spcPct val="20000"/>
                        </a:spcBef>
                        <a:buClr>
                          <a:schemeClr val="accent1"/>
                        </a:buClr>
                        <a:buSzPct val="50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9p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r>
                        <a:rPr kumimoji="0" lang="en-US" altLang="zh-CN" sz="2400" b="1" i="1" u="none" strike="noStrike" cap="none" normalizeH="0" baseline="0" err="1">
                          <a:ln>
                            <a:noFill/>
                          </a:ln>
                          <a:solidFill>
                            <a:schemeClr val="tx1"/>
                          </a:solidFill>
                          <a:effectLst/>
                          <a:latin typeface="Times New Roman" panose="02020603050405020304" pitchFamily="18" charset="0"/>
                          <a:ea typeface="黑体" panose="02010609060101010101" pitchFamily="49" charset="-122"/>
                        </a:rPr>
                        <a:t>F</a:t>
                      </a:r>
                      <a:r>
                        <a:rPr kumimoji="0" lang="en-US" altLang="zh-CN" sz="2400" b="1" i="0" u="none" strike="noStrike" cap="none" normalizeH="0" baseline="0" err="1">
                          <a:ln>
                            <a:noFill/>
                          </a:ln>
                          <a:solidFill>
                            <a:schemeClr val="tx1"/>
                          </a:solidFill>
                          <a:effectLst/>
                          <a:latin typeface="Times New Roman" panose="02020603050405020304" pitchFamily="18" charset="0"/>
                          <a:ea typeface="黑体" panose="02010609060101010101" pitchFamily="49" charset="-122"/>
                          <a:sym typeface="Symbol" panose="05050102010706020507" pitchFamily="18" charset="2"/>
                        </a:rPr>
                        <a:t>id</a:t>
                      </a:r>
                      <a:endParaRPr kumimoji="0" lang="en-US" altLang="zh-CN" sz="2400" b="1" i="0" u="none" strike="noStrike" cap="none" normalizeH="0" baseline="0">
                        <a:ln>
                          <a:noFill/>
                        </a:ln>
                        <a:solidFill>
                          <a:schemeClr val="tx1"/>
                        </a:solidFill>
                        <a:effectLst/>
                        <a:latin typeface="Times New Roman" panose="02020603050405020304" pitchFamily="18" charset="0"/>
                        <a:ea typeface="黑体" panose="02010609060101010101" pitchFamily="49" charset="-122"/>
                        <a:sym typeface="Symbol" panose="05050102010706020507" pitchFamily="18" charset="2"/>
                      </a:endParaRPr>
                    </a:p>
                  </a:txBody>
                  <a:tcPr marL="54000" marR="54000" marT="28800" marB="2880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lgn="l">
                        <a:spcBef>
                          <a:spcPct val="20000"/>
                        </a:spcBef>
                        <a:buClr>
                          <a:schemeClr val="folHlink"/>
                        </a:buClr>
                        <a:buSzPct val="60000"/>
                        <a:buFont typeface="Wingdings" panose="05000000000000000000" pitchFamily="2" charset="2"/>
                        <a:defRPr sz="2800">
                          <a:solidFill>
                            <a:schemeClr val="tx1"/>
                          </a:solidFill>
                          <a:latin typeface="Times New Roman" panose="02020603050405020304" pitchFamily="18" charset="0"/>
                          <a:ea typeface="黑体" panose="02010609060101010101" pitchFamily="49" charset="-122"/>
                        </a:defRPr>
                      </a:lvl1pPr>
                      <a:lvl2pPr marL="742950" indent="-285750" algn="l">
                        <a:spcBef>
                          <a:spcPct val="20000"/>
                        </a:spcBef>
                        <a:buClr>
                          <a:schemeClr val="hlink"/>
                        </a:buClr>
                        <a:buSzPct val="55000"/>
                        <a:buFont typeface="Wingdings" panose="05000000000000000000" pitchFamily="2" charset="2"/>
                        <a:defRPr sz="2400">
                          <a:solidFill>
                            <a:schemeClr val="tx1"/>
                          </a:solidFill>
                          <a:latin typeface="Times New Roman" panose="02020603050405020304" pitchFamily="18" charset="0"/>
                          <a:ea typeface="黑体" panose="02010609060101010101" pitchFamily="49" charset="-122"/>
                        </a:defRPr>
                      </a:lvl2pPr>
                      <a:lvl3pPr marL="1143000" indent="-228600" algn="l">
                        <a:spcBef>
                          <a:spcPct val="20000"/>
                        </a:spcBef>
                        <a:buClr>
                          <a:schemeClr val="folHlink"/>
                        </a:buClr>
                        <a:buSzPct val="50000"/>
                        <a:buFont typeface="Wingdings" panose="05000000000000000000" pitchFamily="2" charset="2"/>
                        <a:defRPr sz="2000">
                          <a:solidFill>
                            <a:schemeClr val="tx1"/>
                          </a:solidFill>
                          <a:latin typeface="Times New Roman" panose="02020603050405020304" pitchFamily="18" charset="0"/>
                          <a:ea typeface="黑体" panose="02010609060101010101" pitchFamily="49" charset="-122"/>
                        </a:defRPr>
                      </a:lvl3pPr>
                      <a:lvl4pPr marL="1600200" indent="-228600" algn="l">
                        <a:spcBef>
                          <a:spcPct val="20000"/>
                        </a:spcBef>
                        <a:buClr>
                          <a:schemeClr val="accent2"/>
                        </a:buClr>
                        <a:buSzPct val="55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4pPr>
                      <a:lvl5pPr marL="2057400" indent="-228600" algn="l">
                        <a:spcBef>
                          <a:spcPct val="20000"/>
                        </a:spcBef>
                        <a:buClr>
                          <a:schemeClr val="accent1"/>
                        </a:buClr>
                        <a:buSzPct val="50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9p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endParaRPr kumimoji="0" lang="zh-CN" altLang="zh-CN" sz="2400" b="0" i="0" u="none" strike="noStrike" cap="none" normalizeH="0" baseline="0">
                        <a:ln>
                          <a:noFill/>
                        </a:ln>
                        <a:solidFill>
                          <a:schemeClr val="tx1"/>
                        </a:solidFill>
                        <a:effectLst/>
                        <a:latin typeface="Times New Roman" panose="02020603050405020304" pitchFamily="18" charset="0"/>
                        <a:ea typeface="黑体" panose="02010609060101010101" pitchFamily="49" charset="-122"/>
                      </a:endParaRPr>
                    </a:p>
                  </a:txBody>
                  <a:tcPr marL="54000" marR="54000" marT="28800" marB="2880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lgn="l">
                        <a:spcBef>
                          <a:spcPct val="20000"/>
                        </a:spcBef>
                        <a:buClr>
                          <a:schemeClr val="folHlink"/>
                        </a:buClr>
                        <a:buSzPct val="60000"/>
                        <a:buFont typeface="Wingdings" panose="05000000000000000000" pitchFamily="2" charset="2"/>
                        <a:defRPr sz="2800">
                          <a:solidFill>
                            <a:schemeClr val="tx1"/>
                          </a:solidFill>
                          <a:latin typeface="Times New Roman" panose="02020603050405020304" pitchFamily="18" charset="0"/>
                          <a:ea typeface="黑体" panose="02010609060101010101" pitchFamily="49" charset="-122"/>
                        </a:defRPr>
                      </a:lvl1pPr>
                      <a:lvl2pPr marL="742950" indent="-285750" algn="l">
                        <a:spcBef>
                          <a:spcPct val="20000"/>
                        </a:spcBef>
                        <a:buClr>
                          <a:schemeClr val="hlink"/>
                        </a:buClr>
                        <a:buSzPct val="55000"/>
                        <a:buFont typeface="Wingdings" panose="05000000000000000000" pitchFamily="2" charset="2"/>
                        <a:defRPr sz="2400">
                          <a:solidFill>
                            <a:schemeClr val="tx1"/>
                          </a:solidFill>
                          <a:latin typeface="Times New Roman" panose="02020603050405020304" pitchFamily="18" charset="0"/>
                          <a:ea typeface="黑体" panose="02010609060101010101" pitchFamily="49" charset="-122"/>
                        </a:defRPr>
                      </a:lvl2pPr>
                      <a:lvl3pPr marL="1143000" indent="-228600" algn="l">
                        <a:spcBef>
                          <a:spcPct val="20000"/>
                        </a:spcBef>
                        <a:buClr>
                          <a:schemeClr val="folHlink"/>
                        </a:buClr>
                        <a:buSzPct val="50000"/>
                        <a:buFont typeface="Wingdings" panose="05000000000000000000" pitchFamily="2" charset="2"/>
                        <a:defRPr sz="2000">
                          <a:solidFill>
                            <a:schemeClr val="tx1"/>
                          </a:solidFill>
                          <a:latin typeface="Times New Roman" panose="02020603050405020304" pitchFamily="18" charset="0"/>
                          <a:ea typeface="黑体" panose="02010609060101010101" pitchFamily="49" charset="-122"/>
                        </a:defRPr>
                      </a:lvl3pPr>
                      <a:lvl4pPr marL="1600200" indent="-228600" algn="l">
                        <a:spcBef>
                          <a:spcPct val="20000"/>
                        </a:spcBef>
                        <a:buClr>
                          <a:schemeClr val="accent2"/>
                        </a:buClr>
                        <a:buSzPct val="55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4pPr>
                      <a:lvl5pPr marL="2057400" indent="-228600" algn="l">
                        <a:spcBef>
                          <a:spcPct val="20000"/>
                        </a:spcBef>
                        <a:buClr>
                          <a:schemeClr val="accent1"/>
                        </a:buClr>
                        <a:buSzPct val="50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9p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endParaRPr kumimoji="0" lang="zh-CN" altLang="zh-CN" sz="2400" b="0" i="0" u="none" strike="noStrike" cap="none" normalizeH="0" baseline="0">
                        <a:ln>
                          <a:noFill/>
                        </a:ln>
                        <a:solidFill>
                          <a:schemeClr val="tx1"/>
                        </a:solidFill>
                        <a:effectLst/>
                        <a:latin typeface="Times New Roman" panose="02020603050405020304" pitchFamily="18" charset="0"/>
                        <a:ea typeface="黑体" panose="02010609060101010101" pitchFamily="49" charset="-122"/>
                      </a:endParaRPr>
                    </a:p>
                  </a:txBody>
                  <a:tcPr marL="54000" marR="54000" marT="28800" marB="2880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lgn="l">
                        <a:spcBef>
                          <a:spcPct val="20000"/>
                        </a:spcBef>
                        <a:buClr>
                          <a:schemeClr val="folHlink"/>
                        </a:buClr>
                        <a:buSzPct val="60000"/>
                        <a:buFont typeface="Wingdings" panose="05000000000000000000" pitchFamily="2" charset="2"/>
                        <a:defRPr sz="2800">
                          <a:solidFill>
                            <a:schemeClr val="tx1"/>
                          </a:solidFill>
                          <a:latin typeface="Times New Roman" panose="02020603050405020304" pitchFamily="18" charset="0"/>
                          <a:ea typeface="黑体" panose="02010609060101010101" pitchFamily="49" charset="-122"/>
                        </a:defRPr>
                      </a:lvl1pPr>
                      <a:lvl2pPr marL="742950" indent="-285750" algn="l">
                        <a:spcBef>
                          <a:spcPct val="20000"/>
                        </a:spcBef>
                        <a:buClr>
                          <a:schemeClr val="hlink"/>
                        </a:buClr>
                        <a:buSzPct val="55000"/>
                        <a:buFont typeface="Wingdings" panose="05000000000000000000" pitchFamily="2" charset="2"/>
                        <a:defRPr sz="2400">
                          <a:solidFill>
                            <a:schemeClr val="tx1"/>
                          </a:solidFill>
                          <a:latin typeface="Times New Roman" panose="02020603050405020304" pitchFamily="18" charset="0"/>
                          <a:ea typeface="黑体" panose="02010609060101010101" pitchFamily="49" charset="-122"/>
                        </a:defRPr>
                      </a:lvl2pPr>
                      <a:lvl3pPr marL="1143000" indent="-228600" algn="l">
                        <a:spcBef>
                          <a:spcPct val="20000"/>
                        </a:spcBef>
                        <a:buClr>
                          <a:schemeClr val="folHlink"/>
                        </a:buClr>
                        <a:buSzPct val="50000"/>
                        <a:buFont typeface="Wingdings" panose="05000000000000000000" pitchFamily="2" charset="2"/>
                        <a:defRPr sz="2000">
                          <a:solidFill>
                            <a:schemeClr val="tx1"/>
                          </a:solidFill>
                          <a:latin typeface="Times New Roman" panose="02020603050405020304" pitchFamily="18" charset="0"/>
                          <a:ea typeface="黑体" panose="02010609060101010101" pitchFamily="49" charset="-122"/>
                        </a:defRPr>
                      </a:lvl3pPr>
                      <a:lvl4pPr marL="1600200" indent="-228600" algn="l">
                        <a:spcBef>
                          <a:spcPct val="20000"/>
                        </a:spcBef>
                        <a:buClr>
                          <a:schemeClr val="accent2"/>
                        </a:buClr>
                        <a:buSzPct val="55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4pPr>
                      <a:lvl5pPr marL="2057400" indent="-228600" algn="l">
                        <a:spcBef>
                          <a:spcPct val="20000"/>
                        </a:spcBef>
                        <a:buClr>
                          <a:schemeClr val="accent1"/>
                        </a:buClr>
                        <a:buSzPct val="50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9p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r>
                        <a:rPr kumimoji="0" lang="en-US" altLang="zh-CN" sz="2400" b="1" i="1" u="none" strike="noStrike" cap="none" normalizeH="0" baseline="0">
                          <a:ln>
                            <a:noFill/>
                          </a:ln>
                          <a:solidFill>
                            <a:schemeClr val="tx1"/>
                          </a:solidFill>
                          <a:effectLst/>
                          <a:latin typeface="Times New Roman" panose="02020603050405020304" pitchFamily="18" charset="0"/>
                          <a:ea typeface="黑体" panose="02010609060101010101" pitchFamily="49" charset="-122"/>
                        </a:rPr>
                        <a:t>F</a:t>
                      </a:r>
                      <a:r>
                        <a:rPr kumimoji="0" lang="en-US" altLang="zh-CN" sz="2400" b="1" i="0" u="none" strike="noStrike" cap="none" normalizeH="0" baseline="0">
                          <a:ln>
                            <a:noFill/>
                          </a:ln>
                          <a:solidFill>
                            <a:schemeClr val="tx1"/>
                          </a:solidFill>
                          <a:effectLst/>
                          <a:latin typeface="Times New Roman" panose="02020603050405020304" pitchFamily="18" charset="0"/>
                          <a:ea typeface="黑体" panose="02010609060101010101" pitchFamily="49" charset="-122"/>
                          <a:sym typeface="Symbol" panose="05050102010706020507" pitchFamily="18" charset="2"/>
                        </a:rPr>
                        <a:t>(</a:t>
                      </a:r>
                      <a:r>
                        <a:rPr kumimoji="0" lang="en-US" altLang="zh-CN" sz="2400" b="1" i="1" u="none" strike="noStrike" cap="none" normalizeH="0" baseline="0">
                          <a:ln>
                            <a:noFill/>
                          </a:ln>
                          <a:solidFill>
                            <a:schemeClr val="tx1"/>
                          </a:solidFill>
                          <a:effectLst/>
                          <a:latin typeface="Times New Roman" panose="02020603050405020304" pitchFamily="18" charset="0"/>
                          <a:ea typeface="黑体" panose="02010609060101010101" pitchFamily="49" charset="-122"/>
                          <a:sym typeface="Symbol" panose="05050102010706020507" pitchFamily="18" charset="2"/>
                        </a:rPr>
                        <a:t>E</a:t>
                      </a:r>
                      <a:r>
                        <a:rPr kumimoji="0" lang="en-US" altLang="zh-CN" sz="2400" b="1" i="0" u="none" strike="noStrike" cap="none" normalizeH="0" baseline="0">
                          <a:ln>
                            <a:noFill/>
                          </a:ln>
                          <a:solidFill>
                            <a:schemeClr val="tx1"/>
                          </a:solidFill>
                          <a:effectLst/>
                          <a:latin typeface="Times New Roman" panose="02020603050405020304" pitchFamily="18" charset="0"/>
                          <a:ea typeface="黑体" panose="02010609060101010101" pitchFamily="49" charset="-122"/>
                          <a:sym typeface="Symbol" panose="05050102010706020507" pitchFamily="18" charset="2"/>
                        </a:rPr>
                        <a:t>)</a:t>
                      </a:r>
                    </a:p>
                  </a:txBody>
                  <a:tcPr marL="54000" marR="54000" marT="28800" marB="2880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lgn="l">
                        <a:spcBef>
                          <a:spcPct val="20000"/>
                        </a:spcBef>
                        <a:buClr>
                          <a:schemeClr val="folHlink"/>
                        </a:buClr>
                        <a:buSzPct val="60000"/>
                        <a:buFont typeface="Wingdings" panose="05000000000000000000" pitchFamily="2" charset="2"/>
                        <a:defRPr sz="2800">
                          <a:solidFill>
                            <a:schemeClr val="tx1"/>
                          </a:solidFill>
                          <a:latin typeface="Times New Roman" panose="02020603050405020304" pitchFamily="18" charset="0"/>
                          <a:ea typeface="黑体" panose="02010609060101010101" pitchFamily="49" charset="-122"/>
                        </a:defRPr>
                      </a:lvl1pPr>
                      <a:lvl2pPr marL="742950" indent="-285750" algn="l">
                        <a:spcBef>
                          <a:spcPct val="20000"/>
                        </a:spcBef>
                        <a:buClr>
                          <a:schemeClr val="hlink"/>
                        </a:buClr>
                        <a:buSzPct val="55000"/>
                        <a:buFont typeface="Wingdings" panose="05000000000000000000" pitchFamily="2" charset="2"/>
                        <a:defRPr sz="2400">
                          <a:solidFill>
                            <a:schemeClr val="tx1"/>
                          </a:solidFill>
                          <a:latin typeface="Times New Roman" panose="02020603050405020304" pitchFamily="18" charset="0"/>
                          <a:ea typeface="黑体" panose="02010609060101010101" pitchFamily="49" charset="-122"/>
                        </a:defRPr>
                      </a:lvl2pPr>
                      <a:lvl3pPr marL="1143000" indent="-228600" algn="l">
                        <a:spcBef>
                          <a:spcPct val="20000"/>
                        </a:spcBef>
                        <a:buClr>
                          <a:schemeClr val="folHlink"/>
                        </a:buClr>
                        <a:buSzPct val="50000"/>
                        <a:buFont typeface="Wingdings" panose="05000000000000000000" pitchFamily="2" charset="2"/>
                        <a:defRPr sz="2000">
                          <a:solidFill>
                            <a:schemeClr val="tx1"/>
                          </a:solidFill>
                          <a:latin typeface="Times New Roman" panose="02020603050405020304" pitchFamily="18" charset="0"/>
                          <a:ea typeface="黑体" panose="02010609060101010101" pitchFamily="49" charset="-122"/>
                        </a:defRPr>
                      </a:lvl3pPr>
                      <a:lvl4pPr marL="1600200" indent="-228600" algn="l">
                        <a:spcBef>
                          <a:spcPct val="20000"/>
                        </a:spcBef>
                        <a:buClr>
                          <a:schemeClr val="accent2"/>
                        </a:buClr>
                        <a:buSzPct val="55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4pPr>
                      <a:lvl5pPr marL="2057400" indent="-228600" algn="l">
                        <a:spcBef>
                          <a:spcPct val="20000"/>
                        </a:spcBef>
                        <a:buClr>
                          <a:schemeClr val="accent1"/>
                        </a:buClr>
                        <a:buSzPct val="50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9p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endParaRPr kumimoji="0" lang="zh-CN" altLang="zh-CN" sz="2400" b="0" i="0" u="none" strike="noStrike" cap="none" normalizeH="0" baseline="0">
                        <a:ln>
                          <a:noFill/>
                        </a:ln>
                        <a:solidFill>
                          <a:schemeClr val="tx1"/>
                        </a:solidFill>
                        <a:effectLst/>
                        <a:latin typeface="Times New Roman" panose="02020603050405020304" pitchFamily="18" charset="0"/>
                        <a:ea typeface="黑体" panose="02010609060101010101" pitchFamily="49" charset="-122"/>
                      </a:endParaRPr>
                    </a:p>
                  </a:txBody>
                  <a:tcPr marL="54000" marR="54000" marT="28800" marB="2880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lgn="l">
                        <a:spcBef>
                          <a:spcPct val="20000"/>
                        </a:spcBef>
                        <a:buClr>
                          <a:schemeClr val="folHlink"/>
                        </a:buClr>
                        <a:buSzPct val="60000"/>
                        <a:buFont typeface="Wingdings" panose="05000000000000000000" pitchFamily="2" charset="2"/>
                        <a:defRPr sz="2800">
                          <a:solidFill>
                            <a:schemeClr val="tx1"/>
                          </a:solidFill>
                          <a:latin typeface="Times New Roman" panose="02020603050405020304" pitchFamily="18" charset="0"/>
                          <a:ea typeface="黑体" panose="02010609060101010101" pitchFamily="49" charset="-122"/>
                        </a:defRPr>
                      </a:lvl1pPr>
                      <a:lvl2pPr marL="742950" indent="-285750" algn="l">
                        <a:spcBef>
                          <a:spcPct val="20000"/>
                        </a:spcBef>
                        <a:buClr>
                          <a:schemeClr val="hlink"/>
                        </a:buClr>
                        <a:buSzPct val="55000"/>
                        <a:buFont typeface="Wingdings" panose="05000000000000000000" pitchFamily="2" charset="2"/>
                        <a:defRPr sz="2400">
                          <a:solidFill>
                            <a:schemeClr val="tx1"/>
                          </a:solidFill>
                          <a:latin typeface="Times New Roman" panose="02020603050405020304" pitchFamily="18" charset="0"/>
                          <a:ea typeface="黑体" panose="02010609060101010101" pitchFamily="49" charset="-122"/>
                        </a:defRPr>
                      </a:lvl2pPr>
                      <a:lvl3pPr marL="1143000" indent="-228600" algn="l">
                        <a:spcBef>
                          <a:spcPct val="20000"/>
                        </a:spcBef>
                        <a:buClr>
                          <a:schemeClr val="folHlink"/>
                        </a:buClr>
                        <a:buSzPct val="50000"/>
                        <a:buFont typeface="Wingdings" panose="05000000000000000000" pitchFamily="2" charset="2"/>
                        <a:defRPr sz="2000">
                          <a:solidFill>
                            <a:schemeClr val="tx1"/>
                          </a:solidFill>
                          <a:latin typeface="Times New Roman" panose="02020603050405020304" pitchFamily="18" charset="0"/>
                          <a:ea typeface="黑体" panose="02010609060101010101" pitchFamily="49" charset="-122"/>
                        </a:defRPr>
                      </a:lvl3pPr>
                      <a:lvl4pPr marL="1600200" indent="-228600" algn="l">
                        <a:spcBef>
                          <a:spcPct val="20000"/>
                        </a:spcBef>
                        <a:buClr>
                          <a:schemeClr val="accent2"/>
                        </a:buClr>
                        <a:buSzPct val="55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4pPr>
                      <a:lvl5pPr marL="2057400" indent="-228600" algn="l">
                        <a:spcBef>
                          <a:spcPct val="20000"/>
                        </a:spcBef>
                        <a:buClr>
                          <a:schemeClr val="accent1"/>
                        </a:buClr>
                        <a:buSzPct val="50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9p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endParaRPr kumimoji="0" lang="zh-CN" altLang="zh-CN" sz="2400" b="0" i="0" u="none" strike="noStrike" cap="none" normalizeH="0" baseline="0" dirty="0">
                        <a:ln>
                          <a:noFill/>
                        </a:ln>
                        <a:solidFill>
                          <a:schemeClr val="tx1"/>
                        </a:solidFill>
                        <a:effectLst/>
                        <a:latin typeface="Times New Roman" panose="02020603050405020304" pitchFamily="18" charset="0"/>
                        <a:ea typeface="黑体" panose="02010609060101010101" pitchFamily="49" charset="-122"/>
                      </a:endParaRPr>
                    </a:p>
                  </a:txBody>
                  <a:tcPr marL="54000" marR="54000" marT="28800" marB="28800" anchor="ct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6"/>
                  </a:ext>
                </a:extLst>
              </a:tr>
            </a:tbl>
          </a:graphicData>
        </a:graphic>
      </p:graphicFrame>
      <p:sp>
        <p:nvSpPr>
          <p:cNvPr id="2" name="日期占位符 1">
            <a:extLst>
              <a:ext uri="{FF2B5EF4-FFF2-40B4-BE49-F238E27FC236}">
                <a16:creationId xmlns:a16="http://schemas.microsoft.com/office/drawing/2014/main" id="{A5085829-CDBF-DFF8-7DE1-F7B85019F8AB}"/>
              </a:ext>
            </a:extLst>
          </p:cNvPr>
          <p:cNvSpPr>
            <a:spLocks noGrp="1"/>
          </p:cNvSpPr>
          <p:nvPr>
            <p:ph type="dt" sz="half" idx="10"/>
          </p:nvPr>
        </p:nvSpPr>
        <p:spPr/>
        <p:txBody>
          <a:bodyPr/>
          <a:lstStyle/>
          <a:p>
            <a:fld id="{D6FBEB42-7964-4F92-8E68-AA1ED1DB9C5C}" type="datetime2">
              <a:rPr lang="zh-CN" altLang="en-US" smtClean="0"/>
              <a:pPr/>
              <a:t>2025年11月26日</a:t>
            </a:fld>
            <a:endParaRPr lang="zh-CN" altLang="en-US"/>
          </a:p>
        </p:txBody>
      </p:sp>
      <p:sp>
        <p:nvSpPr>
          <p:cNvPr id="3" name="页脚占位符 2">
            <a:extLst>
              <a:ext uri="{FF2B5EF4-FFF2-40B4-BE49-F238E27FC236}">
                <a16:creationId xmlns:a16="http://schemas.microsoft.com/office/drawing/2014/main" id="{4C48E59A-0F76-2195-7C9A-999CFFF946A4}"/>
              </a:ext>
            </a:extLst>
          </p:cNvPr>
          <p:cNvSpPr>
            <a:spLocks noGrp="1"/>
          </p:cNvSpPr>
          <p:nvPr>
            <p:ph type="ftr" sz="quarter" idx="11"/>
          </p:nvPr>
        </p:nvSpPr>
        <p:spPr/>
        <p:txBody>
          <a:bodyPr/>
          <a:lstStyle/>
          <a:p>
            <a:r>
              <a:rPr lang="zh-CN" altLang="en-US"/>
              <a:t>编译原理</a:t>
            </a:r>
            <a:r>
              <a:rPr lang="en-US" altLang="zh-CN"/>
              <a:t>-</a:t>
            </a:r>
            <a:r>
              <a:rPr lang="zh-CN" altLang="en-US"/>
              <a:t>王欣捷</a:t>
            </a:r>
            <a:r>
              <a:rPr lang="en-US" altLang="zh-CN"/>
              <a:t>-</a:t>
            </a:r>
            <a:r>
              <a:rPr lang="zh-CN" altLang="en-US"/>
              <a:t>第三章 语法分析</a:t>
            </a:r>
            <a:r>
              <a:rPr lang="en-US" altLang="zh-CN"/>
              <a:t>(4)</a:t>
            </a:r>
            <a:endParaRPr lang="zh-CN" altLang="en-US"/>
          </a:p>
        </p:txBody>
      </p:sp>
      <p:sp>
        <p:nvSpPr>
          <p:cNvPr id="5" name="灯片编号占位符 4">
            <a:extLst>
              <a:ext uri="{FF2B5EF4-FFF2-40B4-BE49-F238E27FC236}">
                <a16:creationId xmlns:a16="http://schemas.microsoft.com/office/drawing/2014/main" id="{AFF9D6AF-C55F-B821-D02E-8381FE86E530}"/>
              </a:ext>
            </a:extLst>
          </p:cNvPr>
          <p:cNvSpPr>
            <a:spLocks noGrp="1"/>
          </p:cNvSpPr>
          <p:nvPr>
            <p:ph type="sldNum" sz="quarter" idx="12"/>
          </p:nvPr>
        </p:nvSpPr>
        <p:spPr/>
        <p:txBody>
          <a:bodyPr/>
          <a:lstStyle/>
          <a:p>
            <a:fld id="{094DEB03-EFC6-4C20-8FC8-295189A5386F}" type="slidenum">
              <a:rPr lang="zh-CN" altLang="en-US" smtClean="0"/>
              <a:pPr/>
              <a:t>85</a:t>
            </a:fld>
            <a:endParaRPr lang="zh-CN" altLang="en-US"/>
          </a:p>
        </p:txBody>
      </p:sp>
    </p:spTree>
  </p:cSld>
  <p:clrMapOvr>
    <a:masterClrMapping/>
  </p:clrMapOvr>
</p:sld>
</file>

<file path=ppt/slides/slide8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4210" name="Rectangle 2">
            <a:extLst>
              <a:ext uri="{FF2B5EF4-FFF2-40B4-BE49-F238E27FC236}">
                <a16:creationId xmlns:a16="http://schemas.microsoft.com/office/drawing/2014/main" id="{AC551630-1D8A-46CA-B3DF-3B512DB20298}"/>
              </a:ext>
            </a:extLst>
          </p:cNvPr>
          <p:cNvSpPr>
            <a:spLocks noGrp="1" noChangeArrowheads="1"/>
          </p:cNvSpPr>
          <p:nvPr>
            <p:ph type="title"/>
          </p:nvPr>
        </p:nvSpPr>
        <p:spPr/>
        <p:txBody>
          <a:bodyPr/>
          <a:lstStyle/>
          <a:p>
            <a:pPr eaLnBrk="1" hangingPunct="1"/>
            <a:r>
              <a:rPr lang="en-US" altLang="zh-CN"/>
              <a:t>3.3.6 </a:t>
            </a:r>
            <a:r>
              <a:rPr lang="zh-CN" altLang="en-US"/>
              <a:t>预测分析的错误恢复</a:t>
            </a:r>
          </a:p>
        </p:txBody>
      </p:sp>
      <p:sp>
        <p:nvSpPr>
          <p:cNvPr id="4" name="内容占位符 3">
            <a:extLst>
              <a:ext uri="{FF2B5EF4-FFF2-40B4-BE49-F238E27FC236}">
                <a16:creationId xmlns:a16="http://schemas.microsoft.com/office/drawing/2014/main" id="{BD632CA1-E907-4471-B00C-A9BC55EA6DA6}"/>
              </a:ext>
            </a:extLst>
          </p:cNvPr>
          <p:cNvSpPr>
            <a:spLocks noGrp="1"/>
          </p:cNvSpPr>
          <p:nvPr>
            <p:ph idx="1"/>
          </p:nvPr>
        </p:nvSpPr>
        <p:spPr/>
        <p:txBody>
          <a:bodyPr/>
          <a:lstStyle/>
          <a:p>
            <a:r>
              <a:rPr lang="en-US" altLang="zh-CN" sz="3200" b="1">
                <a:solidFill>
                  <a:schemeClr val="accent2"/>
                </a:solidFill>
                <a:ea typeface="宋体" panose="02010600030101010101" pitchFamily="2" charset="-122"/>
              </a:rPr>
              <a:t>FOLLOW(</a:t>
            </a:r>
            <a:r>
              <a:rPr lang="en-US" altLang="zh-CN" sz="3200" b="1" i="1">
                <a:solidFill>
                  <a:schemeClr val="accent2"/>
                </a:solidFill>
                <a:ea typeface="宋体" panose="02010600030101010101" pitchFamily="2" charset="-122"/>
              </a:rPr>
              <a:t>E </a:t>
            </a:r>
            <a:r>
              <a:rPr lang="en-US" altLang="zh-CN" sz="3200" b="1">
                <a:solidFill>
                  <a:schemeClr val="accent2"/>
                </a:solidFill>
                <a:ea typeface="宋体" panose="02010600030101010101" pitchFamily="2" charset="-122"/>
                <a:sym typeface="Symbol" panose="05050102010706020507" pitchFamily="18" charset="2"/>
              </a:rPr>
              <a:t></a:t>
            </a:r>
            <a:r>
              <a:rPr lang="en-US" altLang="zh-CN" sz="3200" b="1">
                <a:solidFill>
                  <a:schemeClr val="accent2"/>
                </a:solidFill>
                <a:ea typeface="宋体" panose="02010600030101010101" pitchFamily="2" charset="-122"/>
              </a:rPr>
              <a:t>) = { ), $}</a:t>
            </a:r>
          </a:p>
        </p:txBody>
      </p:sp>
      <p:graphicFrame>
        <p:nvGraphicFramePr>
          <p:cNvPr id="8" name="Group 3">
            <a:extLst>
              <a:ext uri="{FF2B5EF4-FFF2-40B4-BE49-F238E27FC236}">
                <a16:creationId xmlns:a16="http://schemas.microsoft.com/office/drawing/2014/main" id="{CC8F7C87-9E8D-4860-B041-303B68BB9ACE}"/>
              </a:ext>
            </a:extLst>
          </p:cNvPr>
          <p:cNvGraphicFramePr>
            <a:graphicFrameLocks/>
          </p:cNvGraphicFramePr>
          <p:nvPr>
            <p:extLst>
              <p:ext uri="{D42A27DB-BD31-4B8C-83A1-F6EECF244321}">
                <p14:modId xmlns:p14="http://schemas.microsoft.com/office/powerpoint/2010/main" val="1755860885"/>
              </p:ext>
            </p:extLst>
          </p:nvPr>
        </p:nvGraphicFramePr>
        <p:xfrm>
          <a:off x="208756" y="2160000"/>
          <a:ext cx="8726488" cy="4114803"/>
        </p:xfrm>
        <a:graphic>
          <a:graphicData uri="http://schemas.openxmlformats.org/drawingml/2006/table">
            <a:tbl>
              <a:tblPr/>
              <a:tblGrid>
                <a:gridCol w="1066800">
                  <a:extLst>
                    <a:ext uri="{9D8B030D-6E8A-4147-A177-3AD203B41FA5}">
                      <a16:colId xmlns:a16="http://schemas.microsoft.com/office/drawing/2014/main" val="20000"/>
                    </a:ext>
                  </a:extLst>
                </a:gridCol>
                <a:gridCol w="1295400">
                  <a:extLst>
                    <a:ext uri="{9D8B030D-6E8A-4147-A177-3AD203B41FA5}">
                      <a16:colId xmlns:a16="http://schemas.microsoft.com/office/drawing/2014/main" val="20001"/>
                    </a:ext>
                  </a:extLst>
                </a:gridCol>
                <a:gridCol w="1379538">
                  <a:extLst>
                    <a:ext uri="{9D8B030D-6E8A-4147-A177-3AD203B41FA5}">
                      <a16:colId xmlns:a16="http://schemas.microsoft.com/office/drawing/2014/main" val="20002"/>
                    </a:ext>
                  </a:extLst>
                </a:gridCol>
                <a:gridCol w="1516062">
                  <a:extLst>
                    <a:ext uri="{9D8B030D-6E8A-4147-A177-3AD203B41FA5}">
                      <a16:colId xmlns:a16="http://schemas.microsoft.com/office/drawing/2014/main" val="20003"/>
                    </a:ext>
                  </a:extLst>
                </a:gridCol>
                <a:gridCol w="1143000">
                  <a:extLst>
                    <a:ext uri="{9D8B030D-6E8A-4147-A177-3AD203B41FA5}">
                      <a16:colId xmlns:a16="http://schemas.microsoft.com/office/drawing/2014/main" val="20004"/>
                    </a:ext>
                  </a:extLst>
                </a:gridCol>
                <a:gridCol w="1219200">
                  <a:extLst>
                    <a:ext uri="{9D8B030D-6E8A-4147-A177-3AD203B41FA5}">
                      <a16:colId xmlns:a16="http://schemas.microsoft.com/office/drawing/2014/main" val="20005"/>
                    </a:ext>
                  </a:extLst>
                </a:gridCol>
                <a:gridCol w="1106488">
                  <a:extLst>
                    <a:ext uri="{9D8B030D-6E8A-4147-A177-3AD203B41FA5}">
                      <a16:colId xmlns:a16="http://schemas.microsoft.com/office/drawing/2014/main" val="20006"/>
                    </a:ext>
                  </a:extLst>
                </a:gridCol>
              </a:tblGrid>
              <a:tr h="588963">
                <a:tc rowSpan="2">
                  <a:txBody>
                    <a:bodyPr/>
                    <a:lstStyle>
                      <a:lvl1pPr algn="l">
                        <a:spcBef>
                          <a:spcPct val="20000"/>
                        </a:spcBef>
                        <a:buClr>
                          <a:schemeClr val="folHlink"/>
                        </a:buClr>
                        <a:buSzPct val="60000"/>
                        <a:buFont typeface="Wingdings" panose="05000000000000000000" pitchFamily="2" charset="2"/>
                        <a:defRPr sz="2800">
                          <a:solidFill>
                            <a:schemeClr val="tx1"/>
                          </a:solidFill>
                          <a:latin typeface="Times New Roman" panose="02020603050405020304" pitchFamily="18" charset="0"/>
                          <a:ea typeface="黑体" panose="02010609060101010101" pitchFamily="49" charset="-122"/>
                        </a:defRPr>
                      </a:lvl1pPr>
                      <a:lvl2pPr marL="742950" indent="-285750" algn="l">
                        <a:spcBef>
                          <a:spcPct val="20000"/>
                        </a:spcBef>
                        <a:buClr>
                          <a:schemeClr val="hlink"/>
                        </a:buClr>
                        <a:buSzPct val="55000"/>
                        <a:buFont typeface="Wingdings" panose="05000000000000000000" pitchFamily="2" charset="2"/>
                        <a:defRPr sz="2400">
                          <a:solidFill>
                            <a:schemeClr val="tx1"/>
                          </a:solidFill>
                          <a:latin typeface="Times New Roman" panose="02020603050405020304" pitchFamily="18" charset="0"/>
                          <a:ea typeface="黑体" panose="02010609060101010101" pitchFamily="49" charset="-122"/>
                        </a:defRPr>
                      </a:lvl2pPr>
                      <a:lvl3pPr marL="1143000" indent="-228600" algn="l">
                        <a:spcBef>
                          <a:spcPct val="20000"/>
                        </a:spcBef>
                        <a:buClr>
                          <a:schemeClr val="folHlink"/>
                        </a:buClr>
                        <a:buSzPct val="50000"/>
                        <a:buFont typeface="Wingdings" panose="05000000000000000000" pitchFamily="2" charset="2"/>
                        <a:defRPr sz="2000">
                          <a:solidFill>
                            <a:schemeClr val="tx1"/>
                          </a:solidFill>
                          <a:latin typeface="Times New Roman" panose="02020603050405020304" pitchFamily="18" charset="0"/>
                          <a:ea typeface="黑体" panose="02010609060101010101" pitchFamily="49" charset="-122"/>
                        </a:defRPr>
                      </a:lvl3pPr>
                      <a:lvl4pPr marL="1600200" indent="-228600" algn="l">
                        <a:spcBef>
                          <a:spcPct val="20000"/>
                        </a:spcBef>
                        <a:buClr>
                          <a:schemeClr val="accent2"/>
                        </a:buClr>
                        <a:buSzPct val="55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4pPr>
                      <a:lvl5pPr marL="2057400" indent="-228600" algn="l">
                        <a:spcBef>
                          <a:spcPct val="20000"/>
                        </a:spcBef>
                        <a:buClr>
                          <a:schemeClr val="accent1"/>
                        </a:buClr>
                        <a:buSzPct val="50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9p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r>
                        <a:rPr kumimoji="0" lang="zh-CN" altLang="en-US" sz="2400" b="0" i="0" u="none" strike="noStrike" cap="none" normalizeH="0" baseline="0">
                          <a:ln>
                            <a:noFill/>
                          </a:ln>
                          <a:solidFill>
                            <a:schemeClr val="tx1"/>
                          </a:solidFill>
                          <a:effectLst/>
                          <a:latin typeface="Times New Roman" panose="02020603050405020304" pitchFamily="18" charset="0"/>
                          <a:ea typeface="黑体" panose="02010609060101010101" pitchFamily="49" charset="-122"/>
                        </a:rPr>
                        <a:t>非 终结 符</a:t>
                      </a:r>
                    </a:p>
                  </a:txBody>
                  <a:tcPr marL="54000" marR="54000" marT="28800" marB="28800" anchor="ct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gridSpan="6">
                  <a:txBody>
                    <a:bodyPr/>
                    <a:lstStyle>
                      <a:lvl1pPr algn="l">
                        <a:spcBef>
                          <a:spcPct val="20000"/>
                        </a:spcBef>
                        <a:buClr>
                          <a:schemeClr val="folHlink"/>
                        </a:buClr>
                        <a:buSzPct val="60000"/>
                        <a:buFont typeface="Wingdings" panose="05000000000000000000" pitchFamily="2" charset="2"/>
                        <a:defRPr sz="2800">
                          <a:solidFill>
                            <a:schemeClr val="tx1"/>
                          </a:solidFill>
                          <a:latin typeface="Times New Roman" panose="02020603050405020304" pitchFamily="18" charset="0"/>
                          <a:ea typeface="黑体" panose="02010609060101010101" pitchFamily="49" charset="-122"/>
                        </a:defRPr>
                      </a:lvl1pPr>
                      <a:lvl2pPr marL="742950" indent="-285750" algn="l">
                        <a:spcBef>
                          <a:spcPct val="20000"/>
                        </a:spcBef>
                        <a:buClr>
                          <a:schemeClr val="hlink"/>
                        </a:buClr>
                        <a:buSzPct val="55000"/>
                        <a:buFont typeface="Wingdings" panose="05000000000000000000" pitchFamily="2" charset="2"/>
                        <a:defRPr sz="2400">
                          <a:solidFill>
                            <a:schemeClr val="tx1"/>
                          </a:solidFill>
                          <a:latin typeface="Times New Roman" panose="02020603050405020304" pitchFamily="18" charset="0"/>
                          <a:ea typeface="黑体" panose="02010609060101010101" pitchFamily="49" charset="-122"/>
                        </a:defRPr>
                      </a:lvl2pPr>
                      <a:lvl3pPr marL="1143000" indent="-228600" algn="l">
                        <a:spcBef>
                          <a:spcPct val="20000"/>
                        </a:spcBef>
                        <a:buClr>
                          <a:schemeClr val="folHlink"/>
                        </a:buClr>
                        <a:buSzPct val="50000"/>
                        <a:buFont typeface="Wingdings" panose="05000000000000000000" pitchFamily="2" charset="2"/>
                        <a:defRPr sz="2000">
                          <a:solidFill>
                            <a:schemeClr val="tx1"/>
                          </a:solidFill>
                          <a:latin typeface="Times New Roman" panose="02020603050405020304" pitchFamily="18" charset="0"/>
                          <a:ea typeface="黑体" panose="02010609060101010101" pitchFamily="49" charset="-122"/>
                        </a:defRPr>
                      </a:lvl3pPr>
                      <a:lvl4pPr marL="1600200" indent="-228600" algn="l">
                        <a:spcBef>
                          <a:spcPct val="20000"/>
                        </a:spcBef>
                        <a:buClr>
                          <a:schemeClr val="accent2"/>
                        </a:buClr>
                        <a:buSzPct val="55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4pPr>
                      <a:lvl5pPr marL="2057400" indent="-228600" algn="l">
                        <a:spcBef>
                          <a:spcPct val="20000"/>
                        </a:spcBef>
                        <a:buClr>
                          <a:schemeClr val="accent1"/>
                        </a:buClr>
                        <a:buSzPct val="50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9p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r>
                        <a:rPr kumimoji="0" lang="zh-CN" altLang="en-US" sz="2400" b="0" i="0" u="none" strike="noStrike" cap="none" normalizeH="0" baseline="0">
                          <a:ln>
                            <a:noFill/>
                          </a:ln>
                          <a:solidFill>
                            <a:schemeClr val="tx1"/>
                          </a:solidFill>
                          <a:effectLst/>
                          <a:latin typeface="Times New Roman" panose="02020603050405020304" pitchFamily="18" charset="0"/>
                          <a:ea typeface="黑体" panose="02010609060101010101" pitchFamily="49" charset="-122"/>
                        </a:rPr>
                        <a:t>输 入 符 号</a:t>
                      </a:r>
                    </a:p>
                  </a:txBody>
                  <a:tcPr marL="54000" marR="54000" marT="28800" marB="28800" anchor="ct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extLst>
                  <a:ext uri="{0D108BD9-81ED-4DB2-BD59-A6C34878D82A}">
                    <a16:rowId xmlns:a16="http://schemas.microsoft.com/office/drawing/2014/main" val="10000"/>
                  </a:ext>
                </a:extLst>
              </a:tr>
              <a:tr h="585788">
                <a:tc vMerge="1">
                  <a:txBody>
                    <a:bodyPr/>
                    <a:lstStyle/>
                    <a:p>
                      <a:endParaRPr lang="zh-CN" altLang="en-US"/>
                    </a:p>
                  </a:txBody>
                  <a:tcPr/>
                </a:tc>
                <a:tc>
                  <a:txBody>
                    <a:bodyPr/>
                    <a:lstStyle>
                      <a:lvl1pPr algn="l">
                        <a:spcBef>
                          <a:spcPct val="20000"/>
                        </a:spcBef>
                        <a:buClr>
                          <a:schemeClr val="folHlink"/>
                        </a:buClr>
                        <a:buSzPct val="60000"/>
                        <a:buFont typeface="Wingdings" panose="05000000000000000000" pitchFamily="2" charset="2"/>
                        <a:defRPr sz="2800">
                          <a:solidFill>
                            <a:schemeClr val="tx1"/>
                          </a:solidFill>
                          <a:latin typeface="Times New Roman" panose="02020603050405020304" pitchFamily="18" charset="0"/>
                          <a:ea typeface="黑体" panose="02010609060101010101" pitchFamily="49" charset="-122"/>
                        </a:defRPr>
                      </a:lvl1pPr>
                      <a:lvl2pPr marL="742950" indent="-285750" algn="l">
                        <a:spcBef>
                          <a:spcPct val="20000"/>
                        </a:spcBef>
                        <a:buClr>
                          <a:schemeClr val="hlink"/>
                        </a:buClr>
                        <a:buSzPct val="55000"/>
                        <a:buFont typeface="Wingdings" panose="05000000000000000000" pitchFamily="2" charset="2"/>
                        <a:defRPr sz="2400">
                          <a:solidFill>
                            <a:schemeClr val="tx1"/>
                          </a:solidFill>
                          <a:latin typeface="Times New Roman" panose="02020603050405020304" pitchFamily="18" charset="0"/>
                          <a:ea typeface="黑体" panose="02010609060101010101" pitchFamily="49" charset="-122"/>
                        </a:defRPr>
                      </a:lvl2pPr>
                      <a:lvl3pPr marL="1143000" indent="-228600" algn="l">
                        <a:spcBef>
                          <a:spcPct val="20000"/>
                        </a:spcBef>
                        <a:buClr>
                          <a:schemeClr val="folHlink"/>
                        </a:buClr>
                        <a:buSzPct val="50000"/>
                        <a:buFont typeface="Wingdings" panose="05000000000000000000" pitchFamily="2" charset="2"/>
                        <a:defRPr sz="2000">
                          <a:solidFill>
                            <a:schemeClr val="tx1"/>
                          </a:solidFill>
                          <a:latin typeface="Times New Roman" panose="02020603050405020304" pitchFamily="18" charset="0"/>
                          <a:ea typeface="黑体" panose="02010609060101010101" pitchFamily="49" charset="-122"/>
                        </a:defRPr>
                      </a:lvl3pPr>
                      <a:lvl4pPr marL="1600200" indent="-228600" algn="l">
                        <a:spcBef>
                          <a:spcPct val="20000"/>
                        </a:spcBef>
                        <a:buClr>
                          <a:schemeClr val="accent2"/>
                        </a:buClr>
                        <a:buSzPct val="55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4pPr>
                      <a:lvl5pPr marL="2057400" indent="-228600" algn="l">
                        <a:spcBef>
                          <a:spcPct val="20000"/>
                        </a:spcBef>
                        <a:buClr>
                          <a:schemeClr val="accent1"/>
                        </a:buClr>
                        <a:buSzPct val="50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9p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r>
                        <a:rPr kumimoji="0" lang="en-US" altLang="zh-CN" sz="2400" b="1" i="0" u="none" strike="noStrike" cap="none" normalizeH="0" baseline="0">
                          <a:ln>
                            <a:noFill/>
                          </a:ln>
                          <a:solidFill>
                            <a:schemeClr val="tx1"/>
                          </a:solidFill>
                          <a:effectLst/>
                          <a:latin typeface="Times New Roman" panose="02020603050405020304" pitchFamily="18" charset="0"/>
                          <a:ea typeface="黑体" panose="02010609060101010101" pitchFamily="49" charset="-122"/>
                        </a:rPr>
                        <a:t>id</a:t>
                      </a:r>
                    </a:p>
                  </a:txBody>
                  <a:tcPr marL="54000" marR="54000" marT="28800" marB="2880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lgn="l">
                        <a:spcBef>
                          <a:spcPct val="20000"/>
                        </a:spcBef>
                        <a:buClr>
                          <a:schemeClr val="folHlink"/>
                        </a:buClr>
                        <a:buSzPct val="60000"/>
                        <a:buFont typeface="Wingdings" panose="05000000000000000000" pitchFamily="2" charset="2"/>
                        <a:defRPr sz="2800">
                          <a:solidFill>
                            <a:schemeClr val="tx1"/>
                          </a:solidFill>
                          <a:latin typeface="Times New Roman" panose="02020603050405020304" pitchFamily="18" charset="0"/>
                          <a:ea typeface="黑体" panose="02010609060101010101" pitchFamily="49" charset="-122"/>
                        </a:defRPr>
                      </a:lvl1pPr>
                      <a:lvl2pPr marL="742950" indent="-285750" algn="l">
                        <a:spcBef>
                          <a:spcPct val="20000"/>
                        </a:spcBef>
                        <a:buClr>
                          <a:schemeClr val="hlink"/>
                        </a:buClr>
                        <a:buSzPct val="55000"/>
                        <a:buFont typeface="Wingdings" panose="05000000000000000000" pitchFamily="2" charset="2"/>
                        <a:defRPr sz="2400">
                          <a:solidFill>
                            <a:schemeClr val="tx1"/>
                          </a:solidFill>
                          <a:latin typeface="Times New Roman" panose="02020603050405020304" pitchFamily="18" charset="0"/>
                          <a:ea typeface="黑体" panose="02010609060101010101" pitchFamily="49" charset="-122"/>
                        </a:defRPr>
                      </a:lvl2pPr>
                      <a:lvl3pPr marL="1143000" indent="-228600" algn="l">
                        <a:spcBef>
                          <a:spcPct val="20000"/>
                        </a:spcBef>
                        <a:buClr>
                          <a:schemeClr val="folHlink"/>
                        </a:buClr>
                        <a:buSzPct val="50000"/>
                        <a:buFont typeface="Wingdings" panose="05000000000000000000" pitchFamily="2" charset="2"/>
                        <a:defRPr sz="2000">
                          <a:solidFill>
                            <a:schemeClr val="tx1"/>
                          </a:solidFill>
                          <a:latin typeface="Times New Roman" panose="02020603050405020304" pitchFamily="18" charset="0"/>
                          <a:ea typeface="黑体" panose="02010609060101010101" pitchFamily="49" charset="-122"/>
                        </a:defRPr>
                      </a:lvl3pPr>
                      <a:lvl4pPr marL="1600200" indent="-228600" algn="l">
                        <a:spcBef>
                          <a:spcPct val="20000"/>
                        </a:spcBef>
                        <a:buClr>
                          <a:schemeClr val="accent2"/>
                        </a:buClr>
                        <a:buSzPct val="55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4pPr>
                      <a:lvl5pPr marL="2057400" indent="-228600" algn="l">
                        <a:spcBef>
                          <a:spcPct val="20000"/>
                        </a:spcBef>
                        <a:buClr>
                          <a:schemeClr val="accent1"/>
                        </a:buClr>
                        <a:buSzPct val="50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9p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r>
                        <a:rPr kumimoji="0" lang="en-US" altLang="zh-CN" sz="2400" b="1" i="0" u="none" strike="noStrike" cap="none" normalizeH="0" baseline="0">
                          <a:ln>
                            <a:noFill/>
                          </a:ln>
                          <a:solidFill>
                            <a:schemeClr val="tx1"/>
                          </a:solidFill>
                          <a:effectLst/>
                          <a:latin typeface="Times New Roman" panose="02020603050405020304" pitchFamily="18" charset="0"/>
                          <a:ea typeface="黑体" panose="02010609060101010101" pitchFamily="49" charset="-122"/>
                        </a:rPr>
                        <a:t>+</a:t>
                      </a:r>
                    </a:p>
                  </a:txBody>
                  <a:tcPr marL="54000" marR="54000" marT="28800" marB="2880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lgn="l">
                        <a:spcBef>
                          <a:spcPct val="20000"/>
                        </a:spcBef>
                        <a:buClr>
                          <a:schemeClr val="folHlink"/>
                        </a:buClr>
                        <a:buSzPct val="60000"/>
                        <a:buFont typeface="Wingdings" panose="05000000000000000000" pitchFamily="2" charset="2"/>
                        <a:defRPr sz="2800">
                          <a:solidFill>
                            <a:schemeClr val="tx1"/>
                          </a:solidFill>
                          <a:latin typeface="Times New Roman" panose="02020603050405020304" pitchFamily="18" charset="0"/>
                          <a:ea typeface="黑体" panose="02010609060101010101" pitchFamily="49" charset="-122"/>
                        </a:defRPr>
                      </a:lvl1pPr>
                      <a:lvl2pPr marL="742950" indent="-285750" algn="l">
                        <a:spcBef>
                          <a:spcPct val="20000"/>
                        </a:spcBef>
                        <a:buClr>
                          <a:schemeClr val="hlink"/>
                        </a:buClr>
                        <a:buSzPct val="55000"/>
                        <a:buFont typeface="Wingdings" panose="05000000000000000000" pitchFamily="2" charset="2"/>
                        <a:defRPr sz="2400">
                          <a:solidFill>
                            <a:schemeClr val="tx1"/>
                          </a:solidFill>
                          <a:latin typeface="Times New Roman" panose="02020603050405020304" pitchFamily="18" charset="0"/>
                          <a:ea typeface="黑体" panose="02010609060101010101" pitchFamily="49" charset="-122"/>
                        </a:defRPr>
                      </a:lvl2pPr>
                      <a:lvl3pPr marL="1143000" indent="-228600" algn="l">
                        <a:spcBef>
                          <a:spcPct val="20000"/>
                        </a:spcBef>
                        <a:buClr>
                          <a:schemeClr val="folHlink"/>
                        </a:buClr>
                        <a:buSzPct val="50000"/>
                        <a:buFont typeface="Wingdings" panose="05000000000000000000" pitchFamily="2" charset="2"/>
                        <a:defRPr sz="2000">
                          <a:solidFill>
                            <a:schemeClr val="tx1"/>
                          </a:solidFill>
                          <a:latin typeface="Times New Roman" panose="02020603050405020304" pitchFamily="18" charset="0"/>
                          <a:ea typeface="黑体" panose="02010609060101010101" pitchFamily="49" charset="-122"/>
                        </a:defRPr>
                      </a:lvl3pPr>
                      <a:lvl4pPr marL="1600200" indent="-228600" algn="l">
                        <a:spcBef>
                          <a:spcPct val="20000"/>
                        </a:spcBef>
                        <a:buClr>
                          <a:schemeClr val="accent2"/>
                        </a:buClr>
                        <a:buSzPct val="55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4pPr>
                      <a:lvl5pPr marL="2057400" indent="-228600" algn="l">
                        <a:spcBef>
                          <a:spcPct val="20000"/>
                        </a:spcBef>
                        <a:buClr>
                          <a:schemeClr val="accent1"/>
                        </a:buClr>
                        <a:buSzPct val="50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9p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r>
                        <a:rPr kumimoji="0" lang="en-US" altLang="zh-CN" sz="2400" b="1" i="0" u="none" strike="noStrike" cap="none" normalizeH="0" baseline="0">
                          <a:ln>
                            <a:noFill/>
                          </a:ln>
                          <a:solidFill>
                            <a:schemeClr val="tx1"/>
                          </a:solidFill>
                          <a:effectLst/>
                          <a:latin typeface="Times New Roman" panose="02020603050405020304" pitchFamily="18" charset="0"/>
                          <a:ea typeface="黑体" panose="02010609060101010101" pitchFamily="49" charset="-122"/>
                        </a:rPr>
                        <a:t>*</a:t>
                      </a:r>
                    </a:p>
                  </a:txBody>
                  <a:tcPr marL="54000" marR="54000" marT="28800" marB="2880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lgn="l">
                        <a:spcBef>
                          <a:spcPct val="20000"/>
                        </a:spcBef>
                        <a:buClr>
                          <a:schemeClr val="folHlink"/>
                        </a:buClr>
                        <a:buSzPct val="60000"/>
                        <a:buFont typeface="Wingdings" panose="05000000000000000000" pitchFamily="2" charset="2"/>
                        <a:defRPr sz="2800">
                          <a:solidFill>
                            <a:schemeClr val="tx1"/>
                          </a:solidFill>
                          <a:latin typeface="Times New Roman" panose="02020603050405020304" pitchFamily="18" charset="0"/>
                          <a:ea typeface="黑体" panose="02010609060101010101" pitchFamily="49" charset="-122"/>
                        </a:defRPr>
                      </a:lvl1pPr>
                      <a:lvl2pPr marL="742950" indent="-285750" algn="l">
                        <a:spcBef>
                          <a:spcPct val="20000"/>
                        </a:spcBef>
                        <a:buClr>
                          <a:schemeClr val="hlink"/>
                        </a:buClr>
                        <a:buSzPct val="55000"/>
                        <a:buFont typeface="Wingdings" panose="05000000000000000000" pitchFamily="2" charset="2"/>
                        <a:defRPr sz="2400">
                          <a:solidFill>
                            <a:schemeClr val="tx1"/>
                          </a:solidFill>
                          <a:latin typeface="Times New Roman" panose="02020603050405020304" pitchFamily="18" charset="0"/>
                          <a:ea typeface="黑体" panose="02010609060101010101" pitchFamily="49" charset="-122"/>
                        </a:defRPr>
                      </a:lvl2pPr>
                      <a:lvl3pPr marL="1143000" indent="-228600" algn="l">
                        <a:spcBef>
                          <a:spcPct val="20000"/>
                        </a:spcBef>
                        <a:buClr>
                          <a:schemeClr val="folHlink"/>
                        </a:buClr>
                        <a:buSzPct val="50000"/>
                        <a:buFont typeface="Wingdings" panose="05000000000000000000" pitchFamily="2" charset="2"/>
                        <a:defRPr sz="2000">
                          <a:solidFill>
                            <a:schemeClr val="tx1"/>
                          </a:solidFill>
                          <a:latin typeface="Times New Roman" panose="02020603050405020304" pitchFamily="18" charset="0"/>
                          <a:ea typeface="黑体" panose="02010609060101010101" pitchFamily="49" charset="-122"/>
                        </a:defRPr>
                      </a:lvl3pPr>
                      <a:lvl4pPr marL="1600200" indent="-228600" algn="l">
                        <a:spcBef>
                          <a:spcPct val="20000"/>
                        </a:spcBef>
                        <a:buClr>
                          <a:schemeClr val="accent2"/>
                        </a:buClr>
                        <a:buSzPct val="55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4pPr>
                      <a:lvl5pPr marL="2057400" indent="-228600" algn="l">
                        <a:spcBef>
                          <a:spcPct val="20000"/>
                        </a:spcBef>
                        <a:buClr>
                          <a:schemeClr val="accent1"/>
                        </a:buClr>
                        <a:buSzPct val="50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9p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r>
                        <a:rPr kumimoji="0" lang="en-US" altLang="zh-CN" sz="2400" b="1" i="0" u="none" strike="noStrike" cap="none" normalizeH="0" baseline="0">
                          <a:ln>
                            <a:noFill/>
                          </a:ln>
                          <a:solidFill>
                            <a:schemeClr val="tx1"/>
                          </a:solidFill>
                          <a:effectLst/>
                          <a:latin typeface="Times New Roman" panose="02020603050405020304" pitchFamily="18" charset="0"/>
                          <a:ea typeface="黑体" panose="02010609060101010101" pitchFamily="49" charset="-122"/>
                        </a:rPr>
                        <a:t>(</a:t>
                      </a:r>
                    </a:p>
                  </a:txBody>
                  <a:tcPr marL="54000" marR="54000" marT="28800" marB="2880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lgn="l">
                        <a:spcBef>
                          <a:spcPct val="20000"/>
                        </a:spcBef>
                        <a:buClr>
                          <a:schemeClr val="folHlink"/>
                        </a:buClr>
                        <a:buSzPct val="60000"/>
                        <a:buFont typeface="Wingdings" panose="05000000000000000000" pitchFamily="2" charset="2"/>
                        <a:defRPr sz="2800">
                          <a:solidFill>
                            <a:schemeClr val="tx1"/>
                          </a:solidFill>
                          <a:latin typeface="Times New Roman" panose="02020603050405020304" pitchFamily="18" charset="0"/>
                          <a:ea typeface="黑体" panose="02010609060101010101" pitchFamily="49" charset="-122"/>
                        </a:defRPr>
                      </a:lvl1pPr>
                      <a:lvl2pPr marL="742950" indent="-285750" algn="l">
                        <a:spcBef>
                          <a:spcPct val="20000"/>
                        </a:spcBef>
                        <a:buClr>
                          <a:schemeClr val="hlink"/>
                        </a:buClr>
                        <a:buSzPct val="55000"/>
                        <a:buFont typeface="Wingdings" panose="05000000000000000000" pitchFamily="2" charset="2"/>
                        <a:defRPr sz="2400">
                          <a:solidFill>
                            <a:schemeClr val="tx1"/>
                          </a:solidFill>
                          <a:latin typeface="Times New Roman" panose="02020603050405020304" pitchFamily="18" charset="0"/>
                          <a:ea typeface="黑体" panose="02010609060101010101" pitchFamily="49" charset="-122"/>
                        </a:defRPr>
                      </a:lvl2pPr>
                      <a:lvl3pPr marL="1143000" indent="-228600" algn="l">
                        <a:spcBef>
                          <a:spcPct val="20000"/>
                        </a:spcBef>
                        <a:buClr>
                          <a:schemeClr val="folHlink"/>
                        </a:buClr>
                        <a:buSzPct val="50000"/>
                        <a:buFont typeface="Wingdings" panose="05000000000000000000" pitchFamily="2" charset="2"/>
                        <a:defRPr sz="2000">
                          <a:solidFill>
                            <a:schemeClr val="tx1"/>
                          </a:solidFill>
                          <a:latin typeface="Times New Roman" panose="02020603050405020304" pitchFamily="18" charset="0"/>
                          <a:ea typeface="黑体" panose="02010609060101010101" pitchFamily="49" charset="-122"/>
                        </a:defRPr>
                      </a:lvl3pPr>
                      <a:lvl4pPr marL="1600200" indent="-228600" algn="l">
                        <a:spcBef>
                          <a:spcPct val="20000"/>
                        </a:spcBef>
                        <a:buClr>
                          <a:schemeClr val="accent2"/>
                        </a:buClr>
                        <a:buSzPct val="55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4pPr>
                      <a:lvl5pPr marL="2057400" indent="-228600" algn="l">
                        <a:spcBef>
                          <a:spcPct val="20000"/>
                        </a:spcBef>
                        <a:buClr>
                          <a:schemeClr val="accent1"/>
                        </a:buClr>
                        <a:buSzPct val="50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9p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r>
                        <a:rPr kumimoji="0" lang="en-US" altLang="zh-CN" sz="2400" b="1" i="0" u="none" strike="noStrike" cap="none" normalizeH="0" baseline="0">
                          <a:ln>
                            <a:noFill/>
                          </a:ln>
                          <a:solidFill>
                            <a:schemeClr val="tx1"/>
                          </a:solidFill>
                          <a:effectLst/>
                          <a:latin typeface="Times New Roman" panose="02020603050405020304" pitchFamily="18" charset="0"/>
                          <a:ea typeface="黑体" panose="02010609060101010101" pitchFamily="49" charset="-122"/>
                        </a:rPr>
                        <a:t>)</a:t>
                      </a:r>
                    </a:p>
                  </a:txBody>
                  <a:tcPr marL="54000" marR="54000" marT="28800" marB="2880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lgn="l">
                        <a:spcBef>
                          <a:spcPct val="20000"/>
                        </a:spcBef>
                        <a:buClr>
                          <a:schemeClr val="folHlink"/>
                        </a:buClr>
                        <a:buSzPct val="60000"/>
                        <a:buFont typeface="Wingdings" panose="05000000000000000000" pitchFamily="2" charset="2"/>
                        <a:defRPr sz="2800">
                          <a:solidFill>
                            <a:schemeClr val="tx1"/>
                          </a:solidFill>
                          <a:latin typeface="Times New Roman" panose="02020603050405020304" pitchFamily="18" charset="0"/>
                          <a:ea typeface="黑体" panose="02010609060101010101" pitchFamily="49" charset="-122"/>
                        </a:defRPr>
                      </a:lvl1pPr>
                      <a:lvl2pPr marL="742950" indent="-285750" algn="l">
                        <a:spcBef>
                          <a:spcPct val="20000"/>
                        </a:spcBef>
                        <a:buClr>
                          <a:schemeClr val="hlink"/>
                        </a:buClr>
                        <a:buSzPct val="55000"/>
                        <a:buFont typeface="Wingdings" panose="05000000000000000000" pitchFamily="2" charset="2"/>
                        <a:defRPr sz="2400">
                          <a:solidFill>
                            <a:schemeClr val="tx1"/>
                          </a:solidFill>
                          <a:latin typeface="Times New Roman" panose="02020603050405020304" pitchFamily="18" charset="0"/>
                          <a:ea typeface="黑体" panose="02010609060101010101" pitchFamily="49" charset="-122"/>
                        </a:defRPr>
                      </a:lvl2pPr>
                      <a:lvl3pPr marL="1143000" indent="-228600" algn="l">
                        <a:spcBef>
                          <a:spcPct val="20000"/>
                        </a:spcBef>
                        <a:buClr>
                          <a:schemeClr val="folHlink"/>
                        </a:buClr>
                        <a:buSzPct val="50000"/>
                        <a:buFont typeface="Wingdings" panose="05000000000000000000" pitchFamily="2" charset="2"/>
                        <a:defRPr sz="2000">
                          <a:solidFill>
                            <a:schemeClr val="tx1"/>
                          </a:solidFill>
                          <a:latin typeface="Times New Roman" panose="02020603050405020304" pitchFamily="18" charset="0"/>
                          <a:ea typeface="黑体" panose="02010609060101010101" pitchFamily="49" charset="-122"/>
                        </a:defRPr>
                      </a:lvl3pPr>
                      <a:lvl4pPr marL="1600200" indent="-228600" algn="l">
                        <a:spcBef>
                          <a:spcPct val="20000"/>
                        </a:spcBef>
                        <a:buClr>
                          <a:schemeClr val="accent2"/>
                        </a:buClr>
                        <a:buSzPct val="55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4pPr>
                      <a:lvl5pPr marL="2057400" indent="-228600" algn="l">
                        <a:spcBef>
                          <a:spcPct val="20000"/>
                        </a:spcBef>
                        <a:buClr>
                          <a:schemeClr val="accent1"/>
                        </a:buClr>
                        <a:buSzPct val="50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9p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r>
                        <a:rPr kumimoji="0" lang="en-US" altLang="zh-CN" sz="2400" b="1" i="0" u="none" strike="noStrike" cap="none" normalizeH="0" baseline="0">
                          <a:ln>
                            <a:noFill/>
                          </a:ln>
                          <a:solidFill>
                            <a:schemeClr val="tx1"/>
                          </a:solidFill>
                          <a:effectLst/>
                          <a:latin typeface="Times New Roman" panose="02020603050405020304" pitchFamily="18" charset="0"/>
                          <a:ea typeface="黑体" panose="02010609060101010101" pitchFamily="49" charset="-122"/>
                        </a:rPr>
                        <a:t>$</a:t>
                      </a:r>
                    </a:p>
                  </a:txBody>
                  <a:tcPr marL="54000" marR="54000" marT="28800" marB="28800" anchor="ct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1"/>
                  </a:ext>
                </a:extLst>
              </a:tr>
              <a:tr h="588963">
                <a:tc>
                  <a:txBody>
                    <a:bodyPr/>
                    <a:lstStyle>
                      <a:lvl1pPr algn="l">
                        <a:spcBef>
                          <a:spcPct val="20000"/>
                        </a:spcBef>
                        <a:buClr>
                          <a:schemeClr val="folHlink"/>
                        </a:buClr>
                        <a:buSzPct val="60000"/>
                        <a:buFont typeface="Wingdings" panose="05000000000000000000" pitchFamily="2" charset="2"/>
                        <a:defRPr sz="2800">
                          <a:solidFill>
                            <a:schemeClr val="tx1"/>
                          </a:solidFill>
                          <a:latin typeface="Times New Roman" panose="02020603050405020304" pitchFamily="18" charset="0"/>
                          <a:ea typeface="黑体" panose="02010609060101010101" pitchFamily="49" charset="-122"/>
                        </a:defRPr>
                      </a:lvl1pPr>
                      <a:lvl2pPr marL="742950" indent="-285750" algn="l">
                        <a:spcBef>
                          <a:spcPct val="20000"/>
                        </a:spcBef>
                        <a:buClr>
                          <a:schemeClr val="hlink"/>
                        </a:buClr>
                        <a:buSzPct val="55000"/>
                        <a:buFont typeface="Wingdings" panose="05000000000000000000" pitchFamily="2" charset="2"/>
                        <a:defRPr sz="2400">
                          <a:solidFill>
                            <a:schemeClr val="tx1"/>
                          </a:solidFill>
                          <a:latin typeface="Times New Roman" panose="02020603050405020304" pitchFamily="18" charset="0"/>
                          <a:ea typeface="黑体" panose="02010609060101010101" pitchFamily="49" charset="-122"/>
                        </a:defRPr>
                      </a:lvl2pPr>
                      <a:lvl3pPr marL="1143000" indent="-228600" algn="l">
                        <a:spcBef>
                          <a:spcPct val="20000"/>
                        </a:spcBef>
                        <a:buClr>
                          <a:schemeClr val="folHlink"/>
                        </a:buClr>
                        <a:buSzPct val="50000"/>
                        <a:buFont typeface="Wingdings" panose="05000000000000000000" pitchFamily="2" charset="2"/>
                        <a:defRPr sz="2000">
                          <a:solidFill>
                            <a:schemeClr val="tx1"/>
                          </a:solidFill>
                          <a:latin typeface="Times New Roman" panose="02020603050405020304" pitchFamily="18" charset="0"/>
                          <a:ea typeface="黑体" panose="02010609060101010101" pitchFamily="49" charset="-122"/>
                        </a:defRPr>
                      </a:lvl3pPr>
                      <a:lvl4pPr marL="1600200" indent="-228600" algn="l">
                        <a:spcBef>
                          <a:spcPct val="20000"/>
                        </a:spcBef>
                        <a:buClr>
                          <a:schemeClr val="accent2"/>
                        </a:buClr>
                        <a:buSzPct val="55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4pPr>
                      <a:lvl5pPr marL="2057400" indent="-228600" algn="l">
                        <a:spcBef>
                          <a:spcPct val="20000"/>
                        </a:spcBef>
                        <a:buClr>
                          <a:schemeClr val="accent1"/>
                        </a:buClr>
                        <a:buSzPct val="50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9p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r>
                        <a:rPr kumimoji="0" lang="en-US" altLang="zh-CN" sz="2400" b="1" i="1" u="none" strike="noStrike" cap="none" normalizeH="0" baseline="0">
                          <a:ln>
                            <a:noFill/>
                          </a:ln>
                          <a:solidFill>
                            <a:schemeClr val="tx1"/>
                          </a:solidFill>
                          <a:effectLst/>
                          <a:latin typeface="Times New Roman" panose="02020603050405020304" pitchFamily="18" charset="0"/>
                          <a:ea typeface="黑体" panose="02010609060101010101" pitchFamily="49" charset="-122"/>
                        </a:rPr>
                        <a:t>E</a:t>
                      </a:r>
                    </a:p>
                  </a:txBody>
                  <a:tcPr marL="54000" marR="54000" marT="28800" marB="28800" anchor="ct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lgn="l">
                        <a:spcBef>
                          <a:spcPct val="20000"/>
                        </a:spcBef>
                        <a:buClr>
                          <a:schemeClr val="folHlink"/>
                        </a:buClr>
                        <a:buSzPct val="60000"/>
                        <a:buFont typeface="Wingdings" panose="05000000000000000000" pitchFamily="2" charset="2"/>
                        <a:defRPr sz="2800">
                          <a:solidFill>
                            <a:schemeClr val="tx1"/>
                          </a:solidFill>
                          <a:latin typeface="Times New Roman" panose="02020603050405020304" pitchFamily="18" charset="0"/>
                          <a:ea typeface="黑体" panose="02010609060101010101" pitchFamily="49" charset="-122"/>
                        </a:defRPr>
                      </a:lvl1pPr>
                      <a:lvl2pPr marL="742950" indent="-285750" algn="l">
                        <a:spcBef>
                          <a:spcPct val="20000"/>
                        </a:spcBef>
                        <a:buClr>
                          <a:schemeClr val="hlink"/>
                        </a:buClr>
                        <a:buSzPct val="55000"/>
                        <a:buFont typeface="Wingdings" panose="05000000000000000000" pitchFamily="2" charset="2"/>
                        <a:defRPr sz="2400">
                          <a:solidFill>
                            <a:schemeClr val="tx1"/>
                          </a:solidFill>
                          <a:latin typeface="Times New Roman" panose="02020603050405020304" pitchFamily="18" charset="0"/>
                          <a:ea typeface="黑体" panose="02010609060101010101" pitchFamily="49" charset="-122"/>
                        </a:defRPr>
                      </a:lvl2pPr>
                      <a:lvl3pPr marL="1143000" indent="-228600" algn="l">
                        <a:spcBef>
                          <a:spcPct val="20000"/>
                        </a:spcBef>
                        <a:buClr>
                          <a:schemeClr val="folHlink"/>
                        </a:buClr>
                        <a:buSzPct val="50000"/>
                        <a:buFont typeface="Wingdings" panose="05000000000000000000" pitchFamily="2" charset="2"/>
                        <a:defRPr sz="2000">
                          <a:solidFill>
                            <a:schemeClr val="tx1"/>
                          </a:solidFill>
                          <a:latin typeface="Times New Roman" panose="02020603050405020304" pitchFamily="18" charset="0"/>
                          <a:ea typeface="黑体" panose="02010609060101010101" pitchFamily="49" charset="-122"/>
                        </a:defRPr>
                      </a:lvl3pPr>
                      <a:lvl4pPr marL="1600200" indent="-228600" algn="l">
                        <a:spcBef>
                          <a:spcPct val="20000"/>
                        </a:spcBef>
                        <a:buClr>
                          <a:schemeClr val="accent2"/>
                        </a:buClr>
                        <a:buSzPct val="55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4pPr>
                      <a:lvl5pPr marL="2057400" indent="-228600" algn="l">
                        <a:spcBef>
                          <a:spcPct val="20000"/>
                        </a:spcBef>
                        <a:buClr>
                          <a:schemeClr val="accent1"/>
                        </a:buClr>
                        <a:buSzPct val="50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9p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r>
                        <a:rPr kumimoji="0" lang="en-US" altLang="zh-CN" sz="2400" b="1" i="1" u="none" strike="noStrike" cap="none" normalizeH="0" baseline="0">
                          <a:ln>
                            <a:noFill/>
                          </a:ln>
                          <a:solidFill>
                            <a:schemeClr val="tx1"/>
                          </a:solidFill>
                          <a:effectLst/>
                          <a:latin typeface="Times New Roman" panose="02020603050405020304" pitchFamily="18" charset="0"/>
                          <a:ea typeface="黑体" panose="02010609060101010101" pitchFamily="49" charset="-122"/>
                        </a:rPr>
                        <a:t>E</a:t>
                      </a:r>
                      <a:r>
                        <a:rPr kumimoji="0" lang="en-US" altLang="zh-CN" sz="2400" b="1" i="0" u="none" strike="noStrike" cap="none" normalizeH="0" baseline="0">
                          <a:ln>
                            <a:noFill/>
                          </a:ln>
                          <a:solidFill>
                            <a:schemeClr val="tx1"/>
                          </a:solidFill>
                          <a:effectLst/>
                          <a:latin typeface="Times New Roman" panose="02020603050405020304" pitchFamily="18" charset="0"/>
                          <a:ea typeface="黑体" panose="02010609060101010101" pitchFamily="49" charset="-122"/>
                          <a:sym typeface="Symbol" panose="05050102010706020507" pitchFamily="18" charset="2"/>
                        </a:rPr>
                        <a:t></a:t>
                      </a:r>
                      <a:r>
                        <a:rPr kumimoji="0" lang="en-US" altLang="zh-CN" sz="2400" b="1" i="1" u="none" strike="noStrike" cap="none" normalizeH="0" baseline="0">
                          <a:ln>
                            <a:noFill/>
                          </a:ln>
                          <a:solidFill>
                            <a:schemeClr val="tx1"/>
                          </a:solidFill>
                          <a:effectLst/>
                          <a:latin typeface="Times New Roman" panose="02020603050405020304" pitchFamily="18" charset="0"/>
                          <a:ea typeface="黑体" panose="02010609060101010101" pitchFamily="49" charset="-122"/>
                          <a:sym typeface="Symbol" panose="05050102010706020507" pitchFamily="18" charset="2"/>
                        </a:rPr>
                        <a:t>TE</a:t>
                      </a:r>
                      <a:r>
                        <a:rPr kumimoji="0" lang="en-US" altLang="zh-CN" sz="2400" b="1" i="0" u="none" strike="noStrike" cap="none" normalizeH="0" baseline="0">
                          <a:ln>
                            <a:noFill/>
                          </a:ln>
                          <a:solidFill>
                            <a:schemeClr val="tx1"/>
                          </a:solidFill>
                          <a:effectLst/>
                          <a:latin typeface="Times New Roman" panose="02020603050405020304" pitchFamily="18" charset="0"/>
                          <a:ea typeface="黑体" panose="02010609060101010101" pitchFamily="49" charset="-122"/>
                          <a:sym typeface="Symbol" panose="05050102010706020507" pitchFamily="18" charset="2"/>
                        </a:rPr>
                        <a:t></a:t>
                      </a:r>
                    </a:p>
                  </a:txBody>
                  <a:tcPr marL="54000" marR="54000" marT="28800" marB="2880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lgn="l">
                        <a:spcBef>
                          <a:spcPct val="20000"/>
                        </a:spcBef>
                        <a:buClr>
                          <a:schemeClr val="folHlink"/>
                        </a:buClr>
                        <a:buSzPct val="60000"/>
                        <a:buFont typeface="Wingdings" panose="05000000000000000000" pitchFamily="2" charset="2"/>
                        <a:defRPr sz="2800">
                          <a:solidFill>
                            <a:schemeClr val="tx1"/>
                          </a:solidFill>
                          <a:latin typeface="Times New Roman" panose="02020603050405020304" pitchFamily="18" charset="0"/>
                          <a:ea typeface="黑体" panose="02010609060101010101" pitchFamily="49" charset="-122"/>
                        </a:defRPr>
                      </a:lvl1pPr>
                      <a:lvl2pPr marL="742950" indent="-285750" algn="l">
                        <a:spcBef>
                          <a:spcPct val="20000"/>
                        </a:spcBef>
                        <a:buClr>
                          <a:schemeClr val="hlink"/>
                        </a:buClr>
                        <a:buSzPct val="55000"/>
                        <a:buFont typeface="Wingdings" panose="05000000000000000000" pitchFamily="2" charset="2"/>
                        <a:defRPr sz="2400">
                          <a:solidFill>
                            <a:schemeClr val="tx1"/>
                          </a:solidFill>
                          <a:latin typeface="Times New Roman" panose="02020603050405020304" pitchFamily="18" charset="0"/>
                          <a:ea typeface="黑体" panose="02010609060101010101" pitchFamily="49" charset="-122"/>
                        </a:defRPr>
                      </a:lvl2pPr>
                      <a:lvl3pPr marL="1143000" indent="-228600" algn="l">
                        <a:spcBef>
                          <a:spcPct val="20000"/>
                        </a:spcBef>
                        <a:buClr>
                          <a:schemeClr val="folHlink"/>
                        </a:buClr>
                        <a:buSzPct val="50000"/>
                        <a:buFont typeface="Wingdings" panose="05000000000000000000" pitchFamily="2" charset="2"/>
                        <a:defRPr sz="2000">
                          <a:solidFill>
                            <a:schemeClr val="tx1"/>
                          </a:solidFill>
                          <a:latin typeface="Times New Roman" panose="02020603050405020304" pitchFamily="18" charset="0"/>
                          <a:ea typeface="黑体" panose="02010609060101010101" pitchFamily="49" charset="-122"/>
                        </a:defRPr>
                      </a:lvl3pPr>
                      <a:lvl4pPr marL="1600200" indent="-228600" algn="l">
                        <a:spcBef>
                          <a:spcPct val="20000"/>
                        </a:spcBef>
                        <a:buClr>
                          <a:schemeClr val="accent2"/>
                        </a:buClr>
                        <a:buSzPct val="55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4pPr>
                      <a:lvl5pPr marL="2057400" indent="-228600" algn="l">
                        <a:spcBef>
                          <a:spcPct val="20000"/>
                        </a:spcBef>
                        <a:buClr>
                          <a:schemeClr val="accent1"/>
                        </a:buClr>
                        <a:buSzPct val="50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9p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endParaRPr kumimoji="0" lang="zh-CN" altLang="zh-CN" sz="2400" b="0" i="0" u="none" strike="noStrike" cap="none" normalizeH="0" baseline="0">
                        <a:ln>
                          <a:noFill/>
                        </a:ln>
                        <a:solidFill>
                          <a:schemeClr val="tx1"/>
                        </a:solidFill>
                        <a:effectLst/>
                        <a:latin typeface="Times New Roman" panose="02020603050405020304" pitchFamily="18" charset="0"/>
                        <a:ea typeface="黑体" panose="02010609060101010101" pitchFamily="49" charset="-122"/>
                      </a:endParaRPr>
                    </a:p>
                  </a:txBody>
                  <a:tcPr marL="54000" marR="54000" marT="28800" marB="2880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lgn="l">
                        <a:spcBef>
                          <a:spcPct val="20000"/>
                        </a:spcBef>
                        <a:buClr>
                          <a:schemeClr val="folHlink"/>
                        </a:buClr>
                        <a:buSzPct val="60000"/>
                        <a:buFont typeface="Wingdings" panose="05000000000000000000" pitchFamily="2" charset="2"/>
                        <a:defRPr sz="2800">
                          <a:solidFill>
                            <a:schemeClr val="tx1"/>
                          </a:solidFill>
                          <a:latin typeface="Times New Roman" panose="02020603050405020304" pitchFamily="18" charset="0"/>
                          <a:ea typeface="黑体" panose="02010609060101010101" pitchFamily="49" charset="-122"/>
                        </a:defRPr>
                      </a:lvl1pPr>
                      <a:lvl2pPr marL="742950" indent="-285750" algn="l">
                        <a:spcBef>
                          <a:spcPct val="20000"/>
                        </a:spcBef>
                        <a:buClr>
                          <a:schemeClr val="hlink"/>
                        </a:buClr>
                        <a:buSzPct val="55000"/>
                        <a:buFont typeface="Wingdings" panose="05000000000000000000" pitchFamily="2" charset="2"/>
                        <a:defRPr sz="2400">
                          <a:solidFill>
                            <a:schemeClr val="tx1"/>
                          </a:solidFill>
                          <a:latin typeface="Times New Roman" panose="02020603050405020304" pitchFamily="18" charset="0"/>
                          <a:ea typeface="黑体" panose="02010609060101010101" pitchFamily="49" charset="-122"/>
                        </a:defRPr>
                      </a:lvl2pPr>
                      <a:lvl3pPr marL="1143000" indent="-228600" algn="l">
                        <a:spcBef>
                          <a:spcPct val="20000"/>
                        </a:spcBef>
                        <a:buClr>
                          <a:schemeClr val="folHlink"/>
                        </a:buClr>
                        <a:buSzPct val="50000"/>
                        <a:buFont typeface="Wingdings" panose="05000000000000000000" pitchFamily="2" charset="2"/>
                        <a:defRPr sz="2000">
                          <a:solidFill>
                            <a:schemeClr val="tx1"/>
                          </a:solidFill>
                          <a:latin typeface="Times New Roman" panose="02020603050405020304" pitchFamily="18" charset="0"/>
                          <a:ea typeface="黑体" panose="02010609060101010101" pitchFamily="49" charset="-122"/>
                        </a:defRPr>
                      </a:lvl3pPr>
                      <a:lvl4pPr marL="1600200" indent="-228600" algn="l">
                        <a:spcBef>
                          <a:spcPct val="20000"/>
                        </a:spcBef>
                        <a:buClr>
                          <a:schemeClr val="accent2"/>
                        </a:buClr>
                        <a:buSzPct val="55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4pPr>
                      <a:lvl5pPr marL="2057400" indent="-228600" algn="l">
                        <a:spcBef>
                          <a:spcPct val="20000"/>
                        </a:spcBef>
                        <a:buClr>
                          <a:schemeClr val="accent1"/>
                        </a:buClr>
                        <a:buSzPct val="50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9p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endParaRPr kumimoji="0" lang="zh-CN" altLang="zh-CN" sz="2400" b="0" i="0" u="none" strike="noStrike" cap="none" normalizeH="0" baseline="0">
                        <a:ln>
                          <a:noFill/>
                        </a:ln>
                        <a:solidFill>
                          <a:schemeClr val="tx1"/>
                        </a:solidFill>
                        <a:effectLst/>
                        <a:latin typeface="Times New Roman" panose="02020603050405020304" pitchFamily="18" charset="0"/>
                        <a:ea typeface="黑体" panose="02010609060101010101" pitchFamily="49" charset="-122"/>
                      </a:endParaRPr>
                    </a:p>
                  </a:txBody>
                  <a:tcPr marL="54000" marR="54000" marT="28800" marB="2880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lgn="l">
                        <a:spcBef>
                          <a:spcPct val="20000"/>
                        </a:spcBef>
                        <a:buClr>
                          <a:schemeClr val="folHlink"/>
                        </a:buClr>
                        <a:buSzPct val="60000"/>
                        <a:buFont typeface="Wingdings" panose="05000000000000000000" pitchFamily="2" charset="2"/>
                        <a:defRPr sz="2800">
                          <a:solidFill>
                            <a:schemeClr val="tx1"/>
                          </a:solidFill>
                          <a:latin typeface="Times New Roman" panose="02020603050405020304" pitchFamily="18" charset="0"/>
                          <a:ea typeface="黑体" panose="02010609060101010101" pitchFamily="49" charset="-122"/>
                        </a:defRPr>
                      </a:lvl1pPr>
                      <a:lvl2pPr marL="742950" indent="-285750" algn="l">
                        <a:spcBef>
                          <a:spcPct val="20000"/>
                        </a:spcBef>
                        <a:buClr>
                          <a:schemeClr val="hlink"/>
                        </a:buClr>
                        <a:buSzPct val="55000"/>
                        <a:buFont typeface="Wingdings" panose="05000000000000000000" pitchFamily="2" charset="2"/>
                        <a:defRPr sz="2400">
                          <a:solidFill>
                            <a:schemeClr val="tx1"/>
                          </a:solidFill>
                          <a:latin typeface="Times New Roman" panose="02020603050405020304" pitchFamily="18" charset="0"/>
                          <a:ea typeface="黑体" panose="02010609060101010101" pitchFamily="49" charset="-122"/>
                        </a:defRPr>
                      </a:lvl2pPr>
                      <a:lvl3pPr marL="1143000" indent="-228600" algn="l">
                        <a:spcBef>
                          <a:spcPct val="20000"/>
                        </a:spcBef>
                        <a:buClr>
                          <a:schemeClr val="folHlink"/>
                        </a:buClr>
                        <a:buSzPct val="50000"/>
                        <a:buFont typeface="Wingdings" panose="05000000000000000000" pitchFamily="2" charset="2"/>
                        <a:defRPr sz="2000">
                          <a:solidFill>
                            <a:schemeClr val="tx1"/>
                          </a:solidFill>
                          <a:latin typeface="Times New Roman" panose="02020603050405020304" pitchFamily="18" charset="0"/>
                          <a:ea typeface="黑体" panose="02010609060101010101" pitchFamily="49" charset="-122"/>
                        </a:defRPr>
                      </a:lvl3pPr>
                      <a:lvl4pPr marL="1600200" indent="-228600" algn="l">
                        <a:spcBef>
                          <a:spcPct val="20000"/>
                        </a:spcBef>
                        <a:buClr>
                          <a:schemeClr val="accent2"/>
                        </a:buClr>
                        <a:buSzPct val="55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4pPr>
                      <a:lvl5pPr marL="2057400" indent="-228600" algn="l">
                        <a:spcBef>
                          <a:spcPct val="20000"/>
                        </a:spcBef>
                        <a:buClr>
                          <a:schemeClr val="accent1"/>
                        </a:buClr>
                        <a:buSzPct val="50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9p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r>
                        <a:rPr kumimoji="0" lang="en-US" altLang="zh-CN" sz="2400" b="1" i="1" u="none" strike="noStrike" cap="none" normalizeH="0" baseline="0">
                          <a:ln>
                            <a:noFill/>
                          </a:ln>
                          <a:solidFill>
                            <a:schemeClr val="tx1"/>
                          </a:solidFill>
                          <a:effectLst/>
                          <a:latin typeface="Times New Roman" panose="02020603050405020304" pitchFamily="18" charset="0"/>
                          <a:ea typeface="黑体" panose="02010609060101010101" pitchFamily="49" charset="-122"/>
                        </a:rPr>
                        <a:t>E</a:t>
                      </a:r>
                      <a:r>
                        <a:rPr kumimoji="0" lang="en-US" altLang="zh-CN" sz="2400" b="1" i="1" u="none" strike="noStrike" cap="none" normalizeH="0" baseline="0">
                          <a:ln>
                            <a:noFill/>
                          </a:ln>
                          <a:solidFill>
                            <a:schemeClr val="tx1"/>
                          </a:solidFill>
                          <a:effectLst/>
                          <a:latin typeface="Times New Roman" panose="02020603050405020304" pitchFamily="18" charset="0"/>
                          <a:ea typeface="黑体" panose="02010609060101010101" pitchFamily="49" charset="-122"/>
                          <a:sym typeface="Symbol" panose="05050102010706020507" pitchFamily="18" charset="2"/>
                        </a:rPr>
                        <a:t>TE</a:t>
                      </a:r>
                      <a:r>
                        <a:rPr kumimoji="0" lang="en-US" altLang="zh-CN" sz="2400" b="1" i="0" u="none" strike="noStrike" cap="none" normalizeH="0" baseline="0">
                          <a:ln>
                            <a:noFill/>
                          </a:ln>
                          <a:solidFill>
                            <a:schemeClr val="tx1"/>
                          </a:solidFill>
                          <a:effectLst/>
                          <a:latin typeface="Times New Roman" panose="02020603050405020304" pitchFamily="18" charset="0"/>
                          <a:ea typeface="黑体" panose="02010609060101010101" pitchFamily="49" charset="-122"/>
                          <a:sym typeface="Symbol" panose="05050102010706020507" pitchFamily="18" charset="2"/>
                        </a:rPr>
                        <a:t></a:t>
                      </a:r>
                    </a:p>
                  </a:txBody>
                  <a:tcPr marL="54000" marR="54000" marT="28800" marB="2880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lgn="l">
                        <a:spcBef>
                          <a:spcPct val="20000"/>
                        </a:spcBef>
                        <a:buClr>
                          <a:schemeClr val="folHlink"/>
                        </a:buClr>
                        <a:buSzPct val="60000"/>
                        <a:buFont typeface="Wingdings" panose="05000000000000000000" pitchFamily="2" charset="2"/>
                        <a:defRPr sz="2800">
                          <a:solidFill>
                            <a:schemeClr val="tx1"/>
                          </a:solidFill>
                          <a:latin typeface="Times New Roman" panose="02020603050405020304" pitchFamily="18" charset="0"/>
                          <a:ea typeface="黑体" panose="02010609060101010101" pitchFamily="49" charset="-122"/>
                        </a:defRPr>
                      </a:lvl1pPr>
                      <a:lvl2pPr marL="742950" indent="-285750" algn="l">
                        <a:spcBef>
                          <a:spcPct val="20000"/>
                        </a:spcBef>
                        <a:buClr>
                          <a:schemeClr val="hlink"/>
                        </a:buClr>
                        <a:buSzPct val="55000"/>
                        <a:buFont typeface="Wingdings" panose="05000000000000000000" pitchFamily="2" charset="2"/>
                        <a:defRPr sz="2400">
                          <a:solidFill>
                            <a:schemeClr val="tx1"/>
                          </a:solidFill>
                          <a:latin typeface="Times New Roman" panose="02020603050405020304" pitchFamily="18" charset="0"/>
                          <a:ea typeface="黑体" panose="02010609060101010101" pitchFamily="49" charset="-122"/>
                        </a:defRPr>
                      </a:lvl2pPr>
                      <a:lvl3pPr marL="1143000" indent="-228600" algn="l">
                        <a:spcBef>
                          <a:spcPct val="20000"/>
                        </a:spcBef>
                        <a:buClr>
                          <a:schemeClr val="folHlink"/>
                        </a:buClr>
                        <a:buSzPct val="50000"/>
                        <a:buFont typeface="Wingdings" panose="05000000000000000000" pitchFamily="2" charset="2"/>
                        <a:defRPr sz="2000">
                          <a:solidFill>
                            <a:schemeClr val="tx1"/>
                          </a:solidFill>
                          <a:latin typeface="Times New Roman" panose="02020603050405020304" pitchFamily="18" charset="0"/>
                          <a:ea typeface="黑体" panose="02010609060101010101" pitchFamily="49" charset="-122"/>
                        </a:defRPr>
                      </a:lvl3pPr>
                      <a:lvl4pPr marL="1600200" indent="-228600" algn="l">
                        <a:spcBef>
                          <a:spcPct val="20000"/>
                        </a:spcBef>
                        <a:buClr>
                          <a:schemeClr val="accent2"/>
                        </a:buClr>
                        <a:buSzPct val="55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4pPr>
                      <a:lvl5pPr marL="2057400" indent="-228600" algn="l">
                        <a:spcBef>
                          <a:spcPct val="20000"/>
                        </a:spcBef>
                        <a:buClr>
                          <a:schemeClr val="accent1"/>
                        </a:buClr>
                        <a:buSzPct val="50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9p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r>
                        <a:rPr kumimoji="0" lang="en-US" altLang="zh-CN" sz="2400" b="1" i="0" u="none" strike="noStrike" cap="none" normalizeH="0" baseline="0">
                          <a:ln>
                            <a:noFill/>
                          </a:ln>
                          <a:solidFill>
                            <a:schemeClr val="accent2"/>
                          </a:solidFill>
                          <a:effectLst/>
                          <a:latin typeface="Times New Roman" panose="02020603050405020304" pitchFamily="18" charset="0"/>
                          <a:ea typeface="黑体" panose="02010609060101010101" pitchFamily="49" charset="-122"/>
                        </a:rPr>
                        <a:t>synch</a:t>
                      </a:r>
                    </a:p>
                  </a:txBody>
                  <a:tcPr marL="54000" marR="54000" marT="28800" marB="2880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lgn="l">
                        <a:spcBef>
                          <a:spcPct val="20000"/>
                        </a:spcBef>
                        <a:buClr>
                          <a:schemeClr val="folHlink"/>
                        </a:buClr>
                        <a:buSzPct val="60000"/>
                        <a:buFont typeface="Wingdings" panose="05000000000000000000" pitchFamily="2" charset="2"/>
                        <a:defRPr sz="2800">
                          <a:solidFill>
                            <a:schemeClr val="tx1"/>
                          </a:solidFill>
                          <a:latin typeface="Times New Roman" panose="02020603050405020304" pitchFamily="18" charset="0"/>
                          <a:ea typeface="黑体" panose="02010609060101010101" pitchFamily="49" charset="-122"/>
                        </a:defRPr>
                      </a:lvl1pPr>
                      <a:lvl2pPr marL="742950" indent="-285750" algn="l">
                        <a:spcBef>
                          <a:spcPct val="20000"/>
                        </a:spcBef>
                        <a:buClr>
                          <a:schemeClr val="hlink"/>
                        </a:buClr>
                        <a:buSzPct val="55000"/>
                        <a:buFont typeface="Wingdings" panose="05000000000000000000" pitchFamily="2" charset="2"/>
                        <a:defRPr sz="2400">
                          <a:solidFill>
                            <a:schemeClr val="tx1"/>
                          </a:solidFill>
                          <a:latin typeface="Times New Roman" panose="02020603050405020304" pitchFamily="18" charset="0"/>
                          <a:ea typeface="黑体" panose="02010609060101010101" pitchFamily="49" charset="-122"/>
                        </a:defRPr>
                      </a:lvl2pPr>
                      <a:lvl3pPr marL="1143000" indent="-228600" algn="l">
                        <a:spcBef>
                          <a:spcPct val="20000"/>
                        </a:spcBef>
                        <a:buClr>
                          <a:schemeClr val="folHlink"/>
                        </a:buClr>
                        <a:buSzPct val="50000"/>
                        <a:buFont typeface="Wingdings" panose="05000000000000000000" pitchFamily="2" charset="2"/>
                        <a:defRPr sz="2000">
                          <a:solidFill>
                            <a:schemeClr val="tx1"/>
                          </a:solidFill>
                          <a:latin typeface="Times New Roman" panose="02020603050405020304" pitchFamily="18" charset="0"/>
                          <a:ea typeface="黑体" panose="02010609060101010101" pitchFamily="49" charset="-122"/>
                        </a:defRPr>
                      </a:lvl3pPr>
                      <a:lvl4pPr marL="1600200" indent="-228600" algn="l">
                        <a:spcBef>
                          <a:spcPct val="20000"/>
                        </a:spcBef>
                        <a:buClr>
                          <a:schemeClr val="accent2"/>
                        </a:buClr>
                        <a:buSzPct val="55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4pPr>
                      <a:lvl5pPr marL="2057400" indent="-228600" algn="l">
                        <a:spcBef>
                          <a:spcPct val="20000"/>
                        </a:spcBef>
                        <a:buClr>
                          <a:schemeClr val="accent1"/>
                        </a:buClr>
                        <a:buSzPct val="50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9p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r>
                        <a:rPr kumimoji="0" lang="en-US" altLang="zh-CN" sz="2400" b="1" i="0" u="none" strike="noStrike" cap="none" normalizeH="0" baseline="0">
                          <a:ln>
                            <a:noFill/>
                          </a:ln>
                          <a:solidFill>
                            <a:schemeClr val="accent2"/>
                          </a:solidFill>
                          <a:effectLst/>
                          <a:latin typeface="Times New Roman" panose="02020603050405020304" pitchFamily="18" charset="0"/>
                          <a:ea typeface="黑体" panose="02010609060101010101" pitchFamily="49" charset="-122"/>
                        </a:rPr>
                        <a:t>synch</a:t>
                      </a:r>
                    </a:p>
                  </a:txBody>
                  <a:tcPr marL="54000" marR="54000" marT="28800" marB="28800" anchor="ct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2"/>
                  </a:ext>
                </a:extLst>
              </a:tr>
              <a:tr h="587375">
                <a:tc>
                  <a:txBody>
                    <a:bodyPr/>
                    <a:lstStyle>
                      <a:lvl1pPr algn="l">
                        <a:spcBef>
                          <a:spcPct val="20000"/>
                        </a:spcBef>
                        <a:buClr>
                          <a:schemeClr val="folHlink"/>
                        </a:buClr>
                        <a:buSzPct val="60000"/>
                        <a:buFont typeface="Wingdings" panose="05000000000000000000" pitchFamily="2" charset="2"/>
                        <a:defRPr sz="2800">
                          <a:solidFill>
                            <a:schemeClr val="tx1"/>
                          </a:solidFill>
                          <a:latin typeface="Times New Roman" panose="02020603050405020304" pitchFamily="18" charset="0"/>
                          <a:ea typeface="黑体" panose="02010609060101010101" pitchFamily="49" charset="-122"/>
                        </a:defRPr>
                      </a:lvl1pPr>
                      <a:lvl2pPr marL="742950" indent="-285750" algn="l">
                        <a:spcBef>
                          <a:spcPct val="20000"/>
                        </a:spcBef>
                        <a:buClr>
                          <a:schemeClr val="hlink"/>
                        </a:buClr>
                        <a:buSzPct val="55000"/>
                        <a:buFont typeface="Wingdings" panose="05000000000000000000" pitchFamily="2" charset="2"/>
                        <a:defRPr sz="2400">
                          <a:solidFill>
                            <a:schemeClr val="tx1"/>
                          </a:solidFill>
                          <a:latin typeface="Times New Roman" panose="02020603050405020304" pitchFamily="18" charset="0"/>
                          <a:ea typeface="黑体" panose="02010609060101010101" pitchFamily="49" charset="-122"/>
                        </a:defRPr>
                      </a:lvl2pPr>
                      <a:lvl3pPr marL="1143000" indent="-228600" algn="l">
                        <a:spcBef>
                          <a:spcPct val="20000"/>
                        </a:spcBef>
                        <a:buClr>
                          <a:schemeClr val="folHlink"/>
                        </a:buClr>
                        <a:buSzPct val="50000"/>
                        <a:buFont typeface="Wingdings" panose="05000000000000000000" pitchFamily="2" charset="2"/>
                        <a:defRPr sz="2000">
                          <a:solidFill>
                            <a:schemeClr val="tx1"/>
                          </a:solidFill>
                          <a:latin typeface="Times New Roman" panose="02020603050405020304" pitchFamily="18" charset="0"/>
                          <a:ea typeface="黑体" panose="02010609060101010101" pitchFamily="49" charset="-122"/>
                        </a:defRPr>
                      </a:lvl3pPr>
                      <a:lvl4pPr marL="1600200" indent="-228600" algn="l">
                        <a:spcBef>
                          <a:spcPct val="20000"/>
                        </a:spcBef>
                        <a:buClr>
                          <a:schemeClr val="accent2"/>
                        </a:buClr>
                        <a:buSzPct val="55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4pPr>
                      <a:lvl5pPr marL="2057400" indent="-228600" algn="l">
                        <a:spcBef>
                          <a:spcPct val="20000"/>
                        </a:spcBef>
                        <a:buClr>
                          <a:schemeClr val="accent1"/>
                        </a:buClr>
                        <a:buSzPct val="50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9p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r>
                        <a:rPr kumimoji="0" lang="en-US" altLang="zh-CN" sz="2400" b="1" i="1" u="none" strike="noStrike" cap="none" normalizeH="0" baseline="0">
                          <a:ln>
                            <a:noFill/>
                          </a:ln>
                          <a:solidFill>
                            <a:schemeClr val="tx1"/>
                          </a:solidFill>
                          <a:effectLst/>
                          <a:latin typeface="Times New Roman" panose="02020603050405020304" pitchFamily="18" charset="0"/>
                          <a:ea typeface="黑体" panose="02010609060101010101" pitchFamily="49" charset="-122"/>
                        </a:rPr>
                        <a:t>E </a:t>
                      </a:r>
                      <a:r>
                        <a:rPr kumimoji="0" lang="en-US" altLang="zh-CN" sz="2400" b="1" i="0" u="none" strike="noStrike" cap="none" normalizeH="0" baseline="0">
                          <a:ln>
                            <a:noFill/>
                          </a:ln>
                          <a:solidFill>
                            <a:schemeClr val="tx1"/>
                          </a:solidFill>
                          <a:effectLst/>
                          <a:latin typeface="Times New Roman" panose="02020603050405020304" pitchFamily="18" charset="0"/>
                          <a:ea typeface="黑体" panose="02010609060101010101" pitchFamily="49" charset="-122"/>
                          <a:sym typeface="Symbol" panose="05050102010706020507" pitchFamily="18" charset="2"/>
                        </a:rPr>
                        <a:t></a:t>
                      </a:r>
                    </a:p>
                  </a:txBody>
                  <a:tcPr marL="54000" marR="54000" marT="28800" marB="28800" anchor="ct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lgn="l">
                        <a:spcBef>
                          <a:spcPct val="20000"/>
                        </a:spcBef>
                        <a:buClr>
                          <a:schemeClr val="folHlink"/>
                        </a:buClr>
                        <a:buSzPct val="60000"/>
                        <a:buFont typeface="Wingdings" panose="05000000000000000000" pitchFamily="2" charset="2"/>
                        <a:defRPr sz="2800">
                          <a:solidFill>
                            <a:schemeClr val="tx1"/>
                          </a:solidFill>
                          <a:latin typeface="Times New Roman" panose="02020603050405020304" pitchFamily="18" charset="0"/>
                          <a:ea typeface="黑体" panose="02010609060101010101" pitchFamily="49" charset="-122"/>
                        </a:defRPr>
                      </a:lvl1pPr>
                      <a:lvl2pPr marL="742950" indent="-285750" algn="l">
                        <a:spcBef>
                          <a:spcPct val="20000"/>
                        </a:spcBef>
                        <a:buClr>
                          <a:schemeClr val="hlink"/>
                        </a:buClr>
                        <a:buSzPct val="55000"/>
                        <a:buFont typeface="Wingdings" panose="05000000000000000000" pitchFamily="2" charset="2"/>
                        <a:defRPr sz="2400">
                          <a:solidFill>
                            <a:schemeClr val="tx1"/>
                          </a:solidFill>
                          <a:latin typeface="Times New Roman" panose="02020603050405020304" pitchFamily="18" charset="0"/>
                          <a:ea typeface="黑体" panose="02010609060101010101" pitchFamily="49" charset="-122"/>
                        </a:defRPr>
                      </a:lvl2pPr>
                      <a:lvl3pPr marL="1143000" indent="-228600" algn="l">
                        <a:spcBef>
                          <a:spcPct val="20000"/>
                        </a:spcBef>
                        <a:buClr>
                          <a:schemeClr val="folHlink"/>
                        </a:buClr>
                        <a:buSzPct val="50000"/>
                        <a:buFont typeface="Wingdings" panose="05000000000000000000" pitchFamily="2" charset="2"/>
                        <a:defRPr sz="2000">
                          <a:solidFill>
                            <a:schemeClr val="tx1"/>
                          </a:solidFill>
                          <a:latin typeface="Times New Roman" panose="02020603050405020304" pitchFamily="18" charset="0"/>
                          <a:ea typeface="黑体" panose="02010609060101010101" pitchFamily="49" charset="-122"/>
                        </a:defRPr>
                      </a:lvl3pPr>
                      <a:lvl4pPr marL="1600200" indent="-228600" algn="l">
                        <a:spcBef>
                          <a:spcPct val="20000"/>
                        </a:spcBef>
                        <a:buClr>
                          <a:schemeClr val="accent2"/>
                        </a:buClr>
                        <a:buSzPct val="55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4pPr>
                      <a:lvl5pPr marL="2057400" indent="-228600" algn="l">
                        <a:spcBef>
                          <a:spcPct val="20000"/>
                        </a:spcBef>
                        <a:buClr>
                          <a:schemeClr val="accent1"/>
                        </a:buClr>
                        <a:buSzPct val="50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9p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endParaRPr kumimoji="0" lang="zh-CN" altLang="zh-CN" sz="2400" b="0" i="0" u="none" strike="noStrike" cap="none" normalizeH="0" baseline="0">
                        <a:ln>
                          <a:noFill/>
                        </a:ln>
                        <a:solidFill>
                          <a:schemeClr val="tx1"/>
                        </a:solidFill>
                        <a:effectLst/>
                        <a:latin typeface="Times New Roman" panose="02020603050405020304" pitchFamily="18" charset="0"/>
                        <a:ea typeface="黑体" panose="02010609060101010101" pitchFamily="49" charset="-122"/>
                      </a:endParaRPr>
                    </a:p>
                  </a:txBody>
                  <a:tcPr marL="54000" marR="54000" marT="28800" marB="2880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lgn="l">
                        <a:spcBef>
                          <a:spcPct val="20000"/>
                        </a:spcBef>
                        <a:buClr>
                          <a:schemeClr val="folHlink"/>
                        </a:buClr>
                        <a:buSzPct val="60000"/>
                        <a:buFont typeface="Wingdings" panose="05000000000000000000" pitchFamily="2" charset="2"/>
                        <a:defRPr sz="2800">
                          <a:solidFill>
                            <a:schemeClr val="tx1"/>
                          </a:solidFill>
                          <a:latin typeface="Times New Roman" panose="02020603050405020304" pitchFamily="18" charset="0"/>
                          <a:ea typeface="黑体" panose="02010609060101010101" pitchFamily="49" charset="-122"/>
                        </a:defRPr>
                      </a:lvl1pPr>
                      <a:lvl2pPr marL="742950" indent="-285750" algn="l">
                        <a:spcBef>
                          <a:spcPct val="20000"/>
                        </a:spcBef>
                        <a:buClr>
                          <a:schemeClr val="hlink"/>
                        </a:buClr>
                        <a:buSzPct val="55000"/>
                        <a:buFont typeface="Wingdings" panose="05000000000000000000" pitchFamily="2" charset="2"/>
                        <a:defRPr sz="2400">
                          <a:solidFill>
                            <a:schemeClr val="tx1"/>
                          </a:solidFill>
                          <a:latin typeface="Times New Roman" panose="02020603050405020304" pitchFamily="18" charset="0"/>
                          <a:ea typeface="黑体" panose="02010609060101010101" pitchFamily="49" charset="-122"/>
                        </a:defRPr>
                      </a:lvl2pPr>
                      <a:lvl3pPr marL="1143000" indent="-228600" algn="l">
                        <a:spcBef>
                          <a:spcPct val="20000"/>
                        </a:spcBef>
                        <a:buClr>
                          <a:schemeClr val="folHlink"/>
                        </a:buClr>
                        <a:buSzPct val="50000"/>
                        <a:buFont typeface="Wingdings" panose="05000000000000000000" pitchFamily="2" charset="2"/>
                        <a:defRPr sz="2000">
                          <a:solidFill>
                            <a:schemeClr val="tx1"/>
                          </a:solidFill>
                          <a:latin typeface="Times New Roman" panose="02020603050405020304" pitchFamily="18" charset="0"/>
                          <a:ea typeface="黑体" panose="02010609060101010101" pitchFamily="49" charset="-122"/>
                        </a:defRPr>
                      </a:lvl3pPr>
                      <a:lvl4pPr marL="1600200" indent="-228600" algn="l">
                        <a:spcBef>
                          <a:spcPct val="20000"/>
                        </a:spcBef>
                        <a:buClr>
                          <a:schemeClr val="accent2"/>
                        </a:buClr>
                        <a:buSzPct val="55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4pPr>
                      <a:lvl5pPr marL="2057400" indent="-228600" algn="l">
                        <a:spcBef>
                          <a:spcPct val="20000"/>
                        </a:spcBef>
                        <a:buClr>
                          <a:schemeClr val="accent1"/>
                        </a:buClr>
                        <a:buSzPct val="50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9p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r>
                        <a:rPr kumimoji="0" lang="en-US" altLang="zh-CN" sz="2400" b="1" i="1" u="none" strike="noStrike" cap="none" normalizeH="0" baseline="0">
                          <a:ln>
                            <a:noFill/>
                          </a:ln>
                          <a:solidFill>
                            <a:schemeClr val="tx1"/>
                          </a:solidFill>
                          <a:effectLst/>
                          <a:latin typeface="Times New Roman" panose="02020603050405020304" pitchFamily="18" charset="0"/>
                          <a:ea typeface="黑体" panose="02010609060101010101" pitchFamily="49" charset="-122"/>
                        </a:rPr>
                        <a:t>E</a:t>
                      </a:r>
                      <a:r>
                        <a:rPr kumimoji="0" lang="en-US" altLang="zh-CN" sz="2400" b="1" i="0" u="none" strike="noStrike" cap="none" normalizeH="0" baseline="0">
                          <a:ln>
                            <a:noFill/>
                          </a:ln>
                          <a:solidFill>
                            <a:schemeClr val="tx1"/>
                          </a:solidFill>
                          <a:effectLst/>
                          <a:latin typeface="Times New Roman" panose="02020603050405020304" pitchFamily="18" charset="0"/>
                          <a:ea typeface="黑体" panose="02010609060101010101" pitchFamily="49" charset="-122"/>
                          <a:sym typeface="Symbol" panose="05050102010706020507" pitchFamily="18" charset="2"/>
                        </a:rPr>
                        <a:t>+</a:t>
                      </a:r>
                      <a:r>
                        <a:rPr kumimoji="0" lang="en-US" altLang="zh-CN" sz="2400" b="1" i="1" u="none" strike="noStrike" cap="none" normalizeH="0" baseline="0">
                          <a:ln>
                            <a:noFill/>
                          </a:ln>
                          <a:solidFill>
                            <a:schemeClr val="tx1"/>
                          </a:solidFill>
                          <a:effectLst/>
                          <a:latin typeface="Times New Roman" panose="02020603050405020304" pitchFamily="18" charset="0"/>
                          <a:ea typeface="黑体" panose="02010609060101010101" pitchFamily="49" charset="-122"/>
                          <a:sym typeface="Symbol" panose="05050102010706020507" pitchFamily="18" charset="2"/>
                        </a:rPr>
                        <a:t>TE</a:t>
                      </a:r>
                      <a:r>
                        <a:rPr kumimoji="0" lang="en-US" altLang="zh-CN" sz="2400" b="1" i="0" u="none" strike="noStrike" cap="none" normalizeH="0" baseline="0">
                          <a:ln>
                            <a:noFill/>
                          </a:ln>
                          <a:solidFill>
                            <a:schemeClr val="tx1"/>
                          </a:solidFill>
                          <a:effectLst/>
                          <a:latin typeface="Times New Roman" panose="02020603050405020304" pitchFamily="18" charset="0"/>
                          <a:ea typeface="黑体" panose="02010609060101010101" pitchFamily="49" charset="-122"/>
                          <a:sym typeface="Symbol" panose="05050102010706020507" pitchFamily="18" charset="2"/>
                        </a:rPr>
                        <a:t></a:t>
                      </a:r>
                    </a:p>
                  </a:txBody>
                  <a:tcPr marL="54000" marR="54000" marT="28800" marB="2880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lgn="l">
                        <a:spcBef>
                          <a:spcPct val="20000"/>
                        </a:spcBef>
                        <a:buClr>
                          <a:schemeClr val="folHlink"/>
                        </a:buClr>
                        <a:buSzPct val="60000"/>
                        <a:buFont typeface="Wingdings" panose="05000000000000000000" pitchFamily="2" charset="2"/>
                        <a:defRPr sz="2800">
                          <a:solidFill>
                            <a:schemeClr val="tx1"/>
                          </a:solidFill>
                          <a:latin typeface="Times New Roman" panose="02020603050405020304" pitchFamily="18" charset="0"/>
                          <a:ea typeface="黑体" panose="02010609060101010101" pitchFamily="49" charset="-122"/>
                        </a:defRPr>
                      </a:lvl1pPr>
                      <a:lvl2pPr marL="742950" indent="-285750" algn="l">
                        <a:spcBef>
                          <a:spcPct val="20000"/>
                        </a:spcBef>
                        <a:buClr>
                          <a:schemeClr val="hlink"/>
                        </a:buClr>
                        <a:buSzPct val="55000"/>
                        <a:buFont typeface="Wingdings" panose="05000000000000000000" pitchFamily="2" charset="2"/>
                        <a:defRPr sz="2400">
                          <a:solidFill>
                            <a:schemeClr val="tx1"/>
                          </a:solidFill>
                          <a:latin typeface="Times New Roman" panose="02020603050405020304" pitchFamily="18" charset="0"/>
                          <a:ea typeface="黑体" panose="02010609060101010101" pitchFamily="49" charset="-122"/>
                        </a:defRPr>
                      </a:lvl2pPr>
                      <a:lvl3pPr marL="1143000" indent="-228600" algn="l">
                        <a:spcBef>
                          <a:spcPct val="20000"/>
                        </a:spcBef>
                        <a:buClr>
                          <a:schemeClr val="folHlink"/>
                        </a:buClr>
                        <a:buSzPct val="50000"/>
                        <a:buFont typeface="Wingdings" panose="05000000000000000000" pitchFamily="2" charset="2"/>
                        <a:defRPr sz="2000">
                          <a:solidFill>
                            <a:schemeClr val="tx1"/>
                          </a:solidFill>
                          <a:latin typeface="Times New Roman" panose="02020603050405020304" pitchFamily="18" charset="0"/>
                          <a:ea typeface="黑体" panose="02010609060101010101" pitchFamily="49" charset="-122"/>
                        </a:defRPr>
                      </a:lvl3pPr>
                      <a:lvl4pPr marL="1600200" indent="-228600" algn="l">
                        <a:spcBef>
                          <a:spcPct val="20000"/>
                        </a:spcBef>
                        <a:buClr>
                          <a:schemeClr val="accent2"/>
                        </a:buClr>
                        <a:buSzPct val="55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4pPr>
                      <a:lvl5pPr marL="2057400" indent="-228600" algn="l">
                        <a:spcBef>
                          <a:spcPct val="20000"/>
                        </a:spcBef>
                        <a:buClr>
                          <a:schemeClr val="accent1"/>
                        </a:buClr>
                        <a:buSzPct val="50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9p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endParaRPr kumimoji="0" lang="zh-CN" altLang="zh-CN" sz="2400" b="0" i="0" u="none" strike="noStrike" cap="none" normalizeH="0" baseline="0">
                        <a:ln>
                          <a:noFill/>
                        </a:ln>
                        <a:solidFill>
                          <a:schemeClr val="tx1"/>
                        </a:solidFill>
                        <a:effectLst/>
                        <a:latin typeface="Times New Roman" panose="02020603050405020304" pitchFamily="18" charset="0"/>
                        <a:ea typeface="黑体" panose="02010609060101010101" pitchFamily="49" charset="-122"/>
                      </a:endParaRPr>
                    </a:p>
                  </a:txBody>
                  <a:tcPr marL="54000" marR="54000" marT="28800" marB="2880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lgn="l">
                        <a:spcBef>
                          <a:spcPct val="20000"/>
                        </a:spcBef>
                        <a:buClr>
                          <a:schemeClr val="folHlink"/>
                        </a:buClr>
                        <a:buSzPct val="60000"/>
                        <a:buFont typeface="Wingdings" panose="05000000000000000000" pitchFamily="2" charset="2"/>
                        <a:defRPr sz="2800">
                          <a:solidFill>
                            <a:schemeClr val="tx1"/>
                          </a:solidFill>
                          <a:latin typeface="Times New Roman" panose="02020603050405020304" pitchFamily="18" charset="0"/>
                          <a:ea typeface="黑体" panose="02010609060101010101" pitchFamily="49" charset="-122"/>
                        </a:defRPr>
                      </a:lvl1pPr>
                      <a:lvl2pPr marL="742950" indent="-285750" algn="l">
                        <a:spcBef>
                          <a:spcPct val="20000"/>
                        </a:spcBef>
                        <a:buClr>
                          <a:schemeClr val="hlink"/>
                        </a:buClr>
                        <a:buSzPct val="55000"/>
                        <a:buFont typeface="Wingdings" panose="05000000000000000000" pitchFamily="2" charset="2"/>
                        <a:defRPr sz="2400">
                          <a:solidFill>
                            <a:schemeClr val="tx1"/>
                          </a:solidFill>
                          <a:latin typeface="Times New Roman" panose="02020603050405020304" pitchFamily="18" charset="0"/>
                          <a:ea typeface="黑体" panose="02010609060101010101" pitchFamily="49" charset="-122"/>
                        </a:defRPr>
                      </a:lvl2pPr>
                      <a:lvl3pPr marL="1143000" indent="-228600" algn="l">
                        <a:spcBef>
                          <a:spcPct val="20000"/>
                        </a:spcBef>
                        <a:buClr>
                          <a:schemeClr val="folHlink"/>
                        </a:buClr>
                        <a:buSzPct val="50000"/>
                        <a:buFont typeface="Wingdings" panose="05000000000000000000" pitchFamily="2" charset="2"/>
                        <a:defRPr sz="2000">
                          <a:solidFill>
                            <a:schemeClr val="tx1"/>
                          </a:solidFill>
                          <a:latin typeface="Times New Roman" panose="02020603050405020304" pitchFamily="18" charset="0"/>
                          <a:ea typeface="黑体" panose="02010609060101010101" pitchFamily="49" charset="-122"/>
                        </a:defRPr>
                      </a:lvl3pPr>
                      <a:lvl4pPr marL="1600200" indent="-228600" algn="l">
                        <a:spcBef>
                          <a:spcPct val="20000"/>
                        </a:spcBef>
                        <a:buClr>
                          <a:schemeClr val="accent2"/>
                        </a:buClr>
                        <a:buSzPct val="55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4pPr>
                      <a:lvl5pPr marL="2057400" indent="-228600" algn="l">
                        <a:spcBef>
                          <a:spcPct val="20000"/>
                        </a:spcBef>
                        <a:buClr>
                          <a:schemeClr val="accent1"/>
                        </a:buClr>
                        <a:buSzPct val="50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9p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endParaRPr kumimoji="0" lang="zh-CN" altLang="zh-CN" sz="2400" b="0" i="0" u="none" strike="noStrike" cap="none" normalizeH="0" baseline="0">
                        <a:ln>
                          <a:noFill/>
                        </a:ln>
                        <a:solidFill>
                          <a:schemeClr val="tx1"/>
                        </a:solidFill>
                        <a:effectLst/>
                        <a:latin typeface="Times New Roman" panose="02020603050405020304" pitchFamily="18" charset="0"/>
                        <a:ea typeface="黑体" panose="02010609060101010101" pitchFamily="49" charset="-122"/>
                      </a:endParaRPr>
                    </a:p>
                  </a:txBody>
                  <a:tcPr marL="54000" marR="54000" marT="28800" marB="2880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lgn="l">
                        <a:spcBef>
                          <a:spcPct val="20000"/>
                        </a:spcBef>
                        <a:buClr>
                          <a:schemeClr val="folHlink"/>
                        </a:buClr>
                        <a:buSzPct val="60000"/>
                        <a:buFont typeface="Wingdings" panose="05000000000000000000" pitchFamily="2" charset="2"/>
                        <a:defRPr sz="2800">
                          <a:solidFill>
                            <a:schemeClr val="tx1"/>
                          </a:solidFill>
                          <a:latin typeface="Times New Roman" panose="02020603050405020304" pitchFamily="18" charset="0"/>
                          <a:ea typeface="黑体" panose="02010609060101010101" pitchFamily="49" charset="-122"/>
                        </a:defRPr>
                      </a:lvl1pPr>
                      <a:lvl2pPr marL="742950" indent="-285750" algn="l">
                        <a:spcBef>
                          <a:spcPct val="20000"/>
                        </a:spcBef>
                        <a:buClr>
                          <a:schemeClr val="hlink"/>
                        </a:buClr>
                        <a:buSzPct val="55000"/>
                        <a:buFont typeface="Wingdings" panose="05000000000000000000" pitchFamily="2" charset="2"/>
                        <a:defRPr sz="2400">
                          <a:solidFill>
                            <a:schemeClr val="tx1"/>
                          </a:solidFill>
                          <a:latin typeface="Times New Roman" panose="02020603050405020304" pitchFamily="18" charset="0"/>
                          <a:ea typeface="黑体" panose="02010609060101010101" pitchFamily="49" charset="-122"/>
                        </a:defRPr>
                      </a:lvl2pPr>
                      <a:lvl3pPr marL="1143000" indent="-228600" algn="l">
                        <a:spcBef>
                          <a:spcPct val="20000"/>
                        </a:spcBef>
                        <a:buClr>
                          <a:schemeClr val="folHlink"/>
                        </a:buClr>
                        <a:buSzPct val="50000"/>
                        <a:buFont typeface="Wingdings" panose="05000000000000000000" pitchFamily="2" charset="2"/>
                        <a:defRPr sz="2000">
                          <a:solidFill>
                            <a:schemeClr val="tx1"/>
                          </a:solidFill>
                          <a:latin typeface="Times New Roman" panose="02020603050405020304" pitchFamily="18" charset="0"/>
                          <a:ea typeface="黑体" panose="02010609060101010101" pitchFamily="49" charset="-122"/>
                        </a:defRPr>
                      </a:lvl3pPr>
                      <a:lvl4pPr marL="1600200" indent="-228600" algn="l">
                        <a:spcBef>
                          <a:spcPct val="20000"/>
                        </a:spcBef>
                        <a:buClr>
                          <a:schemeClr val="accent2"/>
                        </a:buClr>
                        <a:buSzPct val="55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4pPr>
                      <a:lvl5pPr marL="2057400" indent="-228600" algn="l">
                        <a:spcBef>
                          <a:spcPct val="20000"/>
                        </a:spcBef>
                        <a:buClr>
                          <a:schemeClr val="accent1"/>
                        </a:buClr>
                        <a:buSzPct val="50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9p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r>
                        <a:rPr kumimoji="0" lang="en-US" altLang="zh-CN" sz="2400" b="1" i="1" u="none" strike="noStrike" cap="none" normalizeH="0" baseline="0">
                          <a:ln>
                            <a:noFill/>
                          </a:ln>
                          <a:solidFill>
                            <a:schemeClr val="tx1"/>
                          </a:solidFill>
                          <a:effectLst/>
                          <a:latin typeface="Times New Roman" panose="02020603050405020304" pitchFamily="18" charset="0"/>
                          <a:ea typeface="黑体" panose="02010609060101010101" pitchFamily="49" charset="-122"/>
                        </a:rPr>
                        <a:t>E</a:t>
                      </a:r>
                      <a:r>
                        <a:rPr kumimoji="0" lang="en-US" altLang="zh-CN" sz="2400" b="1" i="0" u="none" strike="noStrike" cap="none" normalizeH="0" baseline="0">
                          <a:ln>
                            <a:noFill/>
                          </a:ln>
                          <a:solidFill>
                            <a:schemeClr val="tx1"/>
                          </a:solidFill>
                          <a:effectLst/>
                          <a:latin typeface="Times New Roman" panose="02020603050405020304" pitchFamily="18" charset="0"/>
                          <a:ea typeface="黑体" panose="02010609060101010101" pitchFamily="49" charset="-122"/>
                          <a:sym typeface="Symbol" panose="05050102010706020507" pitchFamily="18" charset="2"/>
                        </a:rPr>
                        <a:t></a:t>
                      </a:r>
                    </a:p>
                  </a:txBody>
                  <a:tcPr marL="54000" marR="54000" marT="28800" marB="2880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lgn="l">
                        <a:spcBef>
                          <a:spcPct val="20000"/>
                        </a:spcBef>
                        <a:buClr>
                          <a:schemeClr val="folHlink"/>
                        </a:buClr>
                        <a:buSzPct val="60000"/>
                        <a:buFont typeface="Wingdings" panose="05000000000000000000" pitchFamily="2" charset="2"/>
                        <a:defRPr sz="2800">
                          <a:solidFill>
                            <a:schemeClr val="tx1"/>
                          </a:solidFill>
                          <a:latin typeface="Times New Roman" panose="02020603050405020304" pitchFamily="18" charset="0"/>
                          <a:ea typeface="黑体" panose="02010609060101010101" pitchFamily="49" charset="-122"/>
                        </a:defRPr>
                      </a:lvl1pPr>
                      <a:lvl2pPr marL="742950" indent="-285750" algn="l">
                        <a:spcBef>
                          <a:spcPct val="20000"/>
                        </a:spcBef>
                        <a:buClr>
                          <a:schemeClr val="hlink"/>
                        </a:buClr>
                        <a:buSzPct val="55000"/>
                        <a:buFont typeface="Wingdings" panose="05000000000000000000" pitchFamily="2" charset="2"/>
                        <a:defRPr sz="2400">
                          <a:solidFill>
                            <a:schemeClr val="tx1"/>
                          </a:solidFill>
                          <a:latin typeface="Times New Roman" panose="02020603050405020304" pitchFamily="18" charset="0"/>
                          <a:ea typeface="黑体" panose="02010609060101010101" pitchFamily="49" charset="-122"/>
                        </a:defRPr>
                      </a:lvl2pPr>
                      <a:lvl3pPr marL="1143000" indent="-228600" algn="l">
                        <a:spcBef>
                          <a:spcPct val="20000"/>
                        </a:spcBef>
                        <a:buClr>
                          <a:schemeClr val="folHlink"/>
                        </a:buClr>
                        <a:buSzPct val="50000"/>
                        <a:buFont typeface="Wingdings" panose="05000000000000000000" pitchFamily="2" charset="2"/>
                        <a:defRPr sz="2000">
                          <a:solidFill>
                            <a:schemeClr val="tx1"/>
                          </a:solidFill>
                          <a:latin typeface="Times New Roman" panose="02020603050405020304" pitchFamily="18" charset="0"/>
                          <a:ea typeface="黑体" panose="02010609060101010101" pitchFamily="49" charset="-122"/>
                        </a:defRPr>
                      </a:lvl3pPr>
                      <a:lvl4pPr marL="1600200" indent="-228600" algn="l">
                        <a:spcBef>
                          <a:spcPct val="20000"/>
                        </a:spcBef>
                        <a:buClr>
                          <a:schemeClr val="accent2"/>
                        </a:buClr>
                        <a:buSzPct val="55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4pPr>
                      <a:lvl5pPr marL="2057400" indent="-228600" algn="l">
                        <a:spcBef>
                          <a:spcPct val="20000"/>
                        </a:spcBef>
                        <a:buClr>
                          <a:schemeClr val="accent1"/>
                        </a:buClr>
                        <a:buSzPct val="50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9p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r>
                        <a:rPr kumimoji="0" lang="en-US" altLang="zh-CN" sz="2400" b="1" i="1" u="none" strike="noStrike" cap="none" normalizeH="0" baseline="0">
                          <a:ln>
                            <a:noFill/>
                          </a:ln>
                          <a:solidFill>
                            <a:schemeClr val="tx1"/>
                          </a:solidFill>
                          <a:effectLst/>
                          <a:latin typeface="Times New Roman" panose="02020603050405020304" pitchFamily="18" charset="0"/>
                          <a:ea typeface="黑体" panose="02010609060101010101" pitchFamily="49" charset="-122"/>
                        </a:rPr>
                        <a:t>E</a:t>
                      </a:r>
                      <a:r>
                        <a:rPr kumimoji="0" lang="en-US" altLang="zh-CN" sz="2400" b="1" i="0" u="none" strike="noStrike" cap="none" normalizeH="0" baseline="0">
                          <a:ln>
                            <a:noFill/>
                          </a:ln>
                          <a:solidFill>
                            <a:schemeClr val="tx1"/>
                          </a:solidFill>
                          <a:effectLst/>
                          <a:latin typeface="Times New Roman" panose="02020603050405020304" pitchFamily="18" charset="0"/>
                          <a:ea typeface="黑体" panose="02010609060101010101" pitchFamily="49" charset="-122"/>
                          <a:sym typeface="Symbol" panose="05050102010706020507" pitchFamily="18" charset="2"/>
                        </a:rPr>
                        <a:t></a:t>
                      </a:r>
                    </a:p>
                  </a:txBody>
                  <a:tcPr marL="54000" marR="54000" marT="28800" marB="28800" anchor="ct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3"/>
                  </a:ext>
                </a:extLst>
              </a:tr>
              <a:tr h="588963">
                <a:tc>
                  <a:txBody>
                    <a:bodyPr/>
                    <a:lstStyle>
                      <a:lvl1pPr algn="l">
                        <a:spcBef>
                          <a:spcPct val="20000"/>
                        </a:spcBef>
                        <a:buClr>
                          <a:schemeClr val="folHlink"/>
                        </a:buClr>
                        <a:buSzPct val="60000"/>
                        <a:buFont typeface="Wingdings" panose="05000000000000000000" pitchFamily="2" charset="2"/>
                        <a:defRPr sz="2800">
                          <a:solidFill>
                            <a:schemeClr val="tx1"/>
                          </a:solidFill>
                          <a:latin typeface="Times New Roman" panose="02020603050405020304" pitchFamily="18" charset="0"/>
                          <a:ea typeface="黑体" panose="02010609060101010101" pitchFamily="49" charset="-122"/>
                        </a:defRPr>
                      </a:lvl1pPr>
                      <a:lvl2pPr marL="742950" indent="-285750" algn="l">
                        <a:spcBef>
                          <a:spcPct val="20000"/>
                        </a:spcBef>
                        <a:buClr>
                          <a:schemeClr val="hlink"/>
                        </a:buClr>
                        <a:buSzPct val="55000"/>
                        <a:buFont typeface="Wingdings" panose="05000000000000000000" pitchFamily="2" charset="2"/>
                        <a:defRPr sz="2400">
                          <a:solidFill>
                            <a:schemeClr val="tx1"/>
                          </a:solidFill>
                          <a:latin typeface="Times New Roman" panose="02020603050405020304" pitchFamily="18" charset="0"/>
                          <a:ea typeface="黑体" panose="02010609060101010101" pitchFamily="49" charset="-122"/>
                        </a:defRPr>
                      </a:lvl2pPr>
                      <a:lvl3pPr marL="1143000" indent="-228600" algn="l">
                        <a:spcBef>
                          <a:spcPct val="20000"/>
                        </a:spcBef>
                        <a:buClr>
                          <a:schemeClr val="folHlink"/>
                        </a:buClr>
                        <a:buSzPct val="50000"/>
                        <a:buFont typeface="Wingdings" panose="05000000000000000000" pitchFamily="2" charset="2"/>
                        <a:defRPr sz="2000">
                          <a:solidFill>
                            <a:schemeClr val="tx1"/>
                          </a:solidFill>
                          <a:latin typeface="Times New Roman" panose="02020603050405020304" pitchFamily="18" charset="0"/>
                          <a:ea typeface="黑体" panose="02010609060101010101" pitchFamily="49" charset="-122"/>
                        </a:defRPr>
                      </a:lvl3pPr>
                      <a:lvl4pPr marL="1600200" indent="-228600" algn="l">
                        <a:spcBef>
                          <a:spcPct val="20000"/>
                        </a:spcBef>
                        <a:buClr>
                          <a:schemeClr val="accent2"/>
                        </a:buClr>
                        <a:buSzPct val="55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4pPr>
                      <a:lvl5pPr marL="2057400" indent="-228600" algn="l">
                        <a:spcBef>
                          <a:spcPct val="20000"/>
                        </a:spcBef>
                        <a:buClr>
                          <a:schemeClr val="accent1"/>
                        </a:buClr>
                        <a:buSzPct val="50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9p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r>
                        <a:rPr kumimoji="0" lang="en-US" altLang="zh-CN" sz="2400" b="1" i="1" u="none" strike="noStrike" cap="none" normalizeH="0" baseline="0">
                          <a:ln>
                            <a:noFill/>
                          </a:ln>
                          <a:solidFill>
                            <a:schemeClr val="tx1"/>
                          </a:solidFill>
                          <a:effectLst/>
                          <a:latin typeface="Times New Roman" panose="02020603050405020304" pitchFamily="18" charset="0"/>
                          <a:ea typeface="黑体" panose="02010609060101010101" pitchFamily="49" charset="-122"/>
                        </a:rPr>
                        <a:t>T</a:t>
                      </a:r>
                    </a:p>
                  </a:txBody>
                  <a:tcPr marL="54000" marR="54000" marT="28800" marB="28800" anchor="ct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lgn="l">
                        <a:spcBef>
                          <a:spcPct val="20000"/>
                        </a:spcBef>
                        <a:buClr>
                          <a:schemeClr val="folHlink"/>
                        </a:buClr>
                        <a:buSzPct val="60000"/>
                        <a:buFont typeface="Wingdings" panose="05000000000000000000" pitchFamily="2" charset="2"/>
                        <a:defRPr sz="2800">
                          <a:solidFill>
                            <a:schemeClr val="tx1"/>
                          </a:solidFill>
                          <a:latin typeface="Times New Roman" panose="02020603050405020304" pitchFamily="18" charset="0"/>
                          <a:ea typeface="黑体" panose="02010609060101010101" pitchFamily="49" charset="-122"/>
                        </a:defRPr>
                      </a:lvl1pPr>
                      <a:lvl2pPr marL="742950" indent="-285750" algn="l">
                        <a:spcBef>
                          <a:spcPct val="20000"/>
                        </a:spcBef>
                        <a:buClr>
                          <a:schemeClr val="hlink"/>
                        </a:buClr>
                        <a:buSzPct val="55000"/>
                        <a:buFont typeface="Wingdings" panose="05000000000000000000" pitchFamily="2" charset="2"/>
                        <a:defRPr sz="2400">
                          <a:solidFill>
                            <a:schemeClr val="tx1"/>
                          </a:solidFill>
                          <a:latin typeface="Times New Roman" panose="02020603050405020304" pitchFamily="18" charset="0"/>
                          <a:ea typeface="黑体" panose="02010609060101010101" pitchFamily="49" charset="-122"/>
                        </a:defRPr>
                      </a:lvl2pPr>
                      <a:lvl3pPr marL="1143000" indent="-228600" algn="l">
                        <a:spcBef>
                          <a:spcPct val="20000"/>
                        </a:spcBef>
                        <a:buClr>
                          <a:schemeClr val="folHlink"/>
                        </a:buClr>
                        <a:buSzPct val="50000"/>
                        <a:buFont typeface="Wingdings" panose="05000000000000000000" pitchFamily="2" charset="2"/>
                        <a:defRPr sz="2000">
                          <a:solidFill>
                            <a:schemeClr val="tx1"/>
                          </a:solidFill>
                          <a:latin typeface="Times New Roman" panose="02020603050405020304" pitchFamily="18" charset="0"/>
                          <a:ea typeface="黑体" panose="02010609060101010101" pitchFamily="49" charset="-122"/>
                        </a:defRPr>
                      </a:lvl3pPr>
                      <a:lvl4pPr marL="1600200" indent="-228600" algn="l">
                        <a:spcBef>
                          <a:spcPct val="20000"/>
                        </a:spcBef>
                        <a:buClr>
                          <a:schemeClr val="accent2"/>
                        </a:buClr>
                        <a:buSzPct val="55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4pPr>
                      <a:lvl5pPr marL="2057400" indent="-228600" algn="l">
                        <a:spcBef>
                          <a:spcPct val="20000"/>
                        </a:spcBef>
                        <a:buClr>
                          <a:schemeClr val="accent1"/>
                        </a:buClr>
                        <a:buSzPct val="50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9p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r>
                        <a:rPr kumimoji="0" lang="en-US" altLang="zh-CN" sz="2400" b="1" i="1" u="none" strike="noStrike" cap="none" normalizeH="0" baseline="0">
                          <a:ln>
                            <a:noFill/>
                          </a:ln>
                          <a:solidFill>
                            <a:schemeClr val="tx1"/>
                          </a:solidFill>
                          <a:effectLst/>
                          <a:latin typeface="Times New Roman" panose="02020603050405020304" pitchFamily="18" charset="0"/>
                          <a:ea typeface="黑体" panose="02010609060101010101" pitchFamily="49" charset="-122"/>
                        </a:rPr>
                        <a:t>T</a:t>
                      </a:r>
                      <a:r>
                        <a:rPr kumimoji="0" lang="en-US" altLang="zh-CN" sz="2400" b="1" i="0" u="none" strike="noStrike" cap="none" normalizeH="0" baseline="0">
                          <a:ln>
                            <a:noFill/>
                          </a:ln>
                          <a:solidFill>
                            <a:schemeClr val="tx1"/>
                          </a:solidFill>
                          <a:effectLst/>
                          <a:latin typeface="Times New Roman" panose="02020603050405020304" pitchFamily="18" charset="0"/>
                          <a:ea typeface="黑体" panose="02010609060101010101" pitchFamily="49" charset="-122"/>
                          <a:sym typeface="Symbol" panose="05050102010706020507" pitchFamily="18" charset="2"/>
                        </a:rPr>
                        <a:t></a:t>
                      </a:r>
                      <a:r>
                        <a:rPr kumimoji="0" lang="en-US" altLang="zh-CN" sz="2400" b="1" i="1" u="none" strike="noStrike" cap="none" normalizeH="0" baseline="0">
                          <a:ln>
                            <a:noFill/>
                          </a:ln>
                          <a:solidFill>
                            <a:schemeClr val="tx1"/>
                          </a:solidFill>
                          <a:effectLst/>
                          <a:latin typeface="Times New Roman" panose="02020603050405020304" pitchFamily="18" charset="0"/>
                          <a:ea typeface="黑体" panose="02010609060101010101" pitchFamily="49" charset="-122"/>
                          <a:sym typeface="Symbol" panose="05050102010706020507" pitchFamily="18" charset="2"/>
                        </a:rPr>
                        <a:t>FT</a:t>
                      </a:r>
                      <a:r>
                        <a:rPr kumimoji="0" lang="en-US" altLang="zh-CN" sz="2400" b="1" i="0" u="none" strike="noStrike" cap="none" normalizeH="0" baseline="0">
                          <a:ln>
                            <a:noFill/>
                          </a:ln>
                          <a:solidFill>
                            <a:schemeClr val="tx1"/>
                          </a:solidFill>
                          <a:effectLst/>
                          <a:latin typeface="Times New Roman" panose="02020603050405020304" pitchFamily="18" charset="0"/>
                          <a:ea typeface="黑体" panose="02010609060101010101" pitchFamily="49" charset="-122"/>
                          <a:sym typeface="Symbol" panose="05050102010706020507" pitchFamily="18" charset="2"/>
                        </a:rPr>
                        <a:t></a:t>
                      </a:r>
                    </a:p>
                  </a:txBody>
                  <a:tcPr marL="54000" marR="54000" marT="28800" marB="2880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lgn="l">
                        <a:spcBef>
                          <a:spcPct val="20000"/>
                        </a:spcBef>
                        <a:buClr>
                          <a:schemeClr val="folHlink"/>
                        </a:buClr>
                        <a:buSzPct val="60000"/>
                        <a:buFont typeface="Wingdings" panose="05000000000000000000" pitchFamily="2" charset="2"/>
                        <a:defRPr sz="2800">
                          <a:solidFill>
                            <a:schemeClr val="tx1"/>
                          </a:solidFill>
                          <a:latin typeface="Times New Roman" panose="02020603050405020304" pitchFamily="18" charset="0"/>
                          <a:ea typeface="黑体" panose="02010609060101010101" pitchFamily="49" charset="-122"/>
                        </a:defRPr>
                      </a:lvl1pPr>
                      <a:lvl2pPr marL="742950" indent="-285750" algn="l">
                        <a:spcBef>
                          <a:spcPct val="20000"/>
                        </a:spcBef>
                        <a:buClr>
                          <a:schemeClr val="hlink"/>
                        </a:buClr>
                        <a:buSzPct val="55000"/>
                        <a:buFont typeface="Wingdings" panose="05000000000000000000" pitchFamily="2" charset="2"/>
                        <a:defRPr sz="2400">
                          <a:solidFill>
                            <a:schemeClr val="tx1"/>
                          </a:solidFill>
                          <a:latin typeface="Times New Roman" panose="02020603050405020304" pitchFamily="18" charset="0"/>
                          <a:ea typeface="黑体" panose="02010609060101010101" pitchFamily="49" charset="-122"/>
                        </a:defRPr>
                      </a:lvl2pPr>
                      <a:lvl3pPr marL="1143000" indent="-228600" algn="l">
                        <a:spcBef>
                          <a:spcPct val="20000"/>
                        </a:spcBef>
                        <a:buClr>
                          <a:schemeClr val="folHlink"/>
                        </a:buClr>
                        <a:buSzPct val="50000"/>
                        <a:buFont typeface="Wingdings" panose="05000000000000000000" pitchFamily="2" charset="2"/>
                        <a:defRPr sz="2000">
                          <a:solidFill>
                            <a:schemeClr val="tx1"/>
                          </a:solidFill>
                          <a:latin typeface="Times New Roman" panose="02020603050405020304" pitchFamily="18" charset="0"/>
                          <a:ea typeface="黑体" panose="02010609060101010101" pitchFamily="49" charset="-122"/>
                        </a:defRPr>
                      </a:lvl3pPr>
                      <a:lvl4pPr marL="1600200" indent="-228600" algn="l">
                        <a:spcBef>
                          <a:spcPct val="20000"/>
                        </a:spcBef>
                        <a:buClr>
                          <a:schemeClr val="accent2"/>
                        </a:buClr>
                        <a:buSzPct val="55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4pPr>
                      <a:lvl5pPr marL="2057400" indent="-228600" algn="l">
                        <a:spcBef>
                          <a:spcPct val="20000"/>
                        </a:spcBef>
                        <a:buClr>
                          <a:schemeClr val="accent1"/>
                        </a:buClr>
                        <a:buSzPct val="50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9p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endParaRPr kumimoji="0" lang="zh-CN" altLang="zh-CN" sz="2400" b="0" i="0" u="none" strike="noStrike" cap="none" normalizeH="0" baseline="0">
                        <a:ln>
                          <a:noFill/>
                        </a:ln>
                        <a:solidFill>
                          <a:schemeClr val="tx1"/>
                        </a:solidFill>
                        <a:effectLst/>
                        <a:latin typeface="Times New Roman" panose="02020603050405020304" pitchFamily="18" charset="0"/>
                        <a:ea typeface="黑体" panose="02010609060101010101" pitchFamily="49" charset="-122"/>
                      </a:endParaRPr>
                    </a:p>
                  </a:txBody>
                  <a:tcPr marL="54000" marR="54000" marT="28800" marB="2880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lgn="l">
                        <a:spcBef>
                          <a:spcPct val="20000"/>
                        </a:spcBef>
                        <a:buClr>
                          <a:schemeClr val="folHlink"/>
                        </a:buClr>
                        <a:buSzPct val="60000"/>
                        <a:buFont typeface="Wingdings" panose="05000000000000000000" pitchFamily="2" charset="2"/>
                        <a:defRPr sz="2800">
                          <a:solidFill>
                            <a:schemeClr val="tx1"/>
                          </a:solidFill>
                          <a:latin typeface="Times New Roman" panose="02020603050405020304" pitchFamily="18" charset="0"/>
                          <a:ea typeface="黑体" panose="02010609060101010101" pitchFamily="49" charset="-122"/>
                        </a:defRPr>
                      </a:lvl1pPr>
                      <a:lvl2pPr marL="742950" indent="-285750" algn="l">
                        <a:spcBef>
                          <a:spcPct val="20000"/>
                        </a:spcBef>
                        <a:buClr>
                          <a:schemeClr val="hlink"/>
                        </a:buClr>
                        <a:buSzPct val="55000"/>
                        <a:buFont typeface="Wingdings" panose="05000000000000000000" pitchFamily="2" charset="2"/>
                        <a:defRPr sz="2400">
                          <a:solidFill>
                            <a:schemeClr val="tx1"/>
                          </a:solidFill>
                          <a:latin typeface="Times New Roman" panose="02020603050405020304" pitchFamily="18" charset="0"/>
                          <a:ea typeface="黑体" panose="02010609060101010101" pitchFamily="49" charset="-122"/>
                        </a:defRPr>
                      </a:lvl2pPr>
                      <a:lvl3pPr marL="1143000" indent="-228600" algn="l">
                        <a:spcBef>
                          <a:spcPct val="20000"/>
                        </a:spcBef>
                        <a:buClr>
                          <a:schemeClr val="folHlink"/>
                        </a:buClr>
                        <a:buSzPct val="50000"/>
                        <a:buFont typeface="Wingdings" panose="05000000000000000000" pitchFamily="2" charset="2"/>
                        <a:defRPr sz="2000">
                          <a:solidFill>
                            <a:schemeClr val="tx1"/>
                          </a:solidFill>
                          <a:latin typeface="Times New Roman" panose="02020603050405020304" pitchFamily="18" charset="0"/>
                          <a:ea typeface="黑体" panose="02010609060101010101" pitchFamily="49" charset="-122"/>
                        </a:defRPr>
                      </a:lvl3pPr>
                      <a:lvl4pPr marL="1600200" indent="-228600" algn="l">
                        <a:spcBef>
                          <a:spcPct val="20000"/>
                        </a:spcBef>
                        <a:buClr>
                          <a:schemeClr val="accent2"/>
                        </a:buClr>
                        <a:buSzPct val="55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4pPr>
                      <a:lvl5pPr marL="2057400" indent="-228600" algn="l">
                        <a:spcBef>
                          <a:spcPct val="20000"/>
                        </a:spcBef>
                        <a:buClr>
                          <a:schemeClr val="accent1"/>
                        </a:buClr>
                        <a:buSzPct val="50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9p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endParaRPr kumimoji="0" lang="zh-CN" altLang="zh-CN" sz="2400" b="0" i="0" u="none" strike="noStrike" cap="none" normalizeH="0" baseline="0">
                        <a:ln>
                          <a:noFill/>
                        </a:ln>
                        <a:solidFill>
                          <a:schemeClr val="tx1"/>
                        </a:solidFill>
                        <a:effectLst/>
                        <a:latin typeface="Times New Roman" panose="02020603050405020304" pitchFamily="18" charset="0"/>
                        <a:ea typeface="黑体" panose="02010609060101010101" pitchFamily="49" charset="-122"/>
                      </a:endParaRPr>
                    </a:p>
                  </a:txBody>
                  <a:tcPr marL="54000" marR="54000" marT="28800" marB="2880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lgn="l">
                        <a:spcBef>
                          <a:spcPct val="20000"/>
                        </a:spcBef>
                        <a:buClr>
                          <a:schemeClr val="folHlink"/>
                        </a:buClr>
                        <a:buSzPct val="60000"/>
                        <a:buFont typeface="Wingdings" panose="05000000000000000000" pitchFamily="2" charset="2"/>
                        <a:defRPr sz="2800">
                          <a:solidFill>
                            <a:schemeClr val="tx1"/>
                          </a:solidFill>
                          <a:latin typeface="Times New Roman" panose="02020603050405020304" pitchFamily="18" charset="0"/>
                          <a:ea typeface="黑体" panose="02010609060101010101" pitchFamily="49" charset="-122"/>
                        </a:defRPr>
                      </a:lvl1pPr>
                      <a:lvl2pPr marL="742950" indent="-285750" algn="l">
                        <a:spcBef>
                          <a:spcPct val="20000"/>
                        </a:spcBef>
                        <a:buClr>
                          <a:schemeClr val="hlink"/>
                        </a:buClr>
                        <a:buSzPct val="55000"/>
                        <a:buFont typeface="Wingdings" panose="05000000000000000000" pitchFamily="2" charset="2"/>
                        <a:defRPr sz="2400">
                          <a:solidFill>
                            <a:schemeClr val="tx1"/>
                          </a:solidFill>
                          <a:latin typeface="Times New Roman" panose="02020603050405020304" pitchFamily="18" charset="0"/>
                          <a:ea typeface="黑体" panose="02010609060101010101" pitchFamily="49" charset="-122"/>
                        </a:defRPr>
                      </a:lvl2pPr>
                      <a:lvl3pPr marL="1143000" indent="-228600" algn="l">
                        <a:spcBef>
                          <a:spcPct val="20000"/>
                        </a:spcBef>
                        <a:buClr>
                          <a:schemeClr val="folHlink"/>
                        </a:buClr>
                        <a:buSzPct val="50000"/>
                        <a:buFont typeface="Wingdings" panose="05000000000000000000" pitchFamily="2" charset="2"/>
                        <a:defRPr sz="2000">
                          <a:solidFill>
                            <a:schemeClr val="tx1"/>
                          </a:solidFill>
                          <a:latin typeface="Times New Roman" panose="02020603050405020304" pitchFamily="18" charset="0"/>
                          <a:ea typeface="黑体" panose="02010609060101010101" pitchFamily="49" charset="-122"/>
                        </a:defRPr>
                      </a:lvl3pPr>
                      <a:lvl4pPr marL="1600200" indent="-228600" algn="l">
                        <a:spcBef>
                          <a:spcPct val="20000"/>
                        </a:spcBef>
                        <a:buClr>
                          <a:schemeClr val="accent2"/>
                        </a:buClr>
                        <a:buSzPct val="55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4pPr>
                      <a:lvl5pPr marL="2057400" indent="-228600" algn="l">
                        <a:spcBef>
                          <a:spcPct val="20000"/>
                        </a:spcBef>
                        <a:buClr>
                          <a:schemeClr val="accent1"/>
                        </a:buClr>
                        <a:buSzPct val="50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9p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r>
                        <a:rPr kumimoji="0" lang="en-US" altLang="zh-CN" sz="2400" b="1" i="1" u="none" strike="noStrike" cap="none" normalizeH="0" baseline="0">
                          <a:ln>
                            <a:noFill/>
                          </a:ln>
                          <a:solidFill>
                            <a:schemeClr val="tx1"/>
                          </a:solidFill>
                          <a:effectLst/>
                          <a:latin typeface="Times New Roman" panose="02020603050405020304" pitchFamily="18" charset="0"/>
                          <a:ea typeface="黑体" panose="02010609060101010101" pitchFamily="49" charset="-122"/>
                        </a:rPr>
                        <a:t>T</a:t>
                      </a:r>
                      <a:r>
                        <a:rPr kumimoji="0" lang="en-US" altLang="zh-CN" sz="2400" b="1" i="0" u="none" strike="noStrike" cap="none" normalizeH="0" baseline="0">
                          <a:ln>
                            <a:noFill/>
                          </a:ln>
                          <a:solidFill>
                            <a:schemeClr val="tx1"/>
                          </a:solidFill>
                          <a:effectLst/>
                          <a:latin typeface="Times New Roman" panose="02020603050405020304" pitchFamily="18" charset="0"/>
                          <a:ea typeface="黑体" panose="02010609060101010101" pitchFamily="49" charset="-122"/>
                          <a:sym typeface="Symbol" panose="05050102010706020507" pitchFamily="18" charset="2"/>
                        </a:rPr>
                        <a:t></a:t>
                      </a:r>
                      <a:r>
                        <a:rPr kumimoji="0" lang="en-US" altLang="zh-CN" sz="2400" b="1" i="1" u="none" strike="noStrike" cap="none" normalizeH="0" baseline="0">
                          <a:ln>
                            <a:noFill/>
                          </a:ln>
                          <a:solidFill>
                            <a:schemeClr val="tx1"/>
                          </a:solidFill>
                          <a:effectLst/>
                          <a:latin typeface="Times New Roman" panose="02020603050405020304" pitchFamily="18" charset="0"/>
                          <a:ea typeface="黑体" panose="02010609060101010101" pitchFamily="49" charset="-122"/>
                          <a:sym typeface="Symbol" panose="05050102010706020507" pitchFamily="18" charset="2"/>
                        </a:rPr>
                        <a:t>FT</a:t>
                      </a:r>
                      <a:r>
                        <a:rPr kumimoji="0" lang="en-US" altLang="zh-CN" sz="2400" b="1" i="0" u="none" strike="noStrike" cap="none" normalizeH="0" baseline="0">
                          <a:ln>
                            <a:noFill/>
                          </a:ln>
                          <a:solidFill>
                            <a:schemeClr val="tx1"/>
                          </a:solidFill>
                          <a:effectLst/>
                          <a:latin typeface="Times New Roman" panose="02020603050405020304" pitchFamily="18" charset="0"/>
                          <a:ea typeface="黑体" panose="02010609060101010101" pitchFamily="49" charset="-122"/>
                          <a:sym typeface="Symbol" panose="05050102010706020507" pitchFamily="18" charset="2"/>
                        </a:rPr>
                        <a:t></a:t>
                      </a:r>
                    </a:p>
                  </a:txBody>
                  <a:tcPr marL="54000" marR="54000" marT="28800" marB="2880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lgn="l">
                        <a:spcBef>
                          <a:spcPct val="20000"/>
                        </a:spcBef>
                        <a:buClr>
                          <a:schemeClr val="folHlink"/>
                        </a:buClr>
                        <a:buSzPct val="60000"/>
                        <a:buFont typeface="Wingdings" panose="05000000000000000000" pitchFamily="2" charset="2"/>
                        <a:defRPr sz="2800">
                          <a:solidFill>
                            <a:schemeClr val="tx1"/>
                          </a:solidFill>
                          <a:latin typeface="Times New Roman" panose="02020603050405020304" pitchFamily="18" charset="0"/>
                          <a:ea typeface="黑体" panose="02010609060101010101" pitchFamily="49" charset="-122"/>
                        </a:defRPr>
                      </a:lvl1pPr>
                      <a:lvl2pPr marL="742950" indent="-285750" algn="l">
                        <a:spcBef>
                          <a:spcPct val="20000"/>
                        </a:spcBef>
                        <a:buClr>
                          <a:schemeClr val="hlink"/>
                        </a:buClr>
                        <a:buSzPct val="55000"/>
                        <a:buFont typeface="Wingdings" panose="05000000000000000000" pitchFamily="2" charset="2"/>
                        <a:defRPr sz="2400">
                          <a:solidFill>
                            <a:schemeClr val="tx1"/>
                          </a:solidFill>
                          <a:latin typeface="Times New Roman" panose="02020603050405020304" pitchFamily="18" charset="0"/>
                          <a:ea typeface="黑体" panose="02010609060101010101" pitchFamily="49" charset="-122"/>
                        </a:defRPr>
                      </a:lvl2pPr>
                      <a:lvl3pPr marL="1143000" indent="-228600" algn="l">
                        <a:spcBef>
                          <a:spcPct val="20000"/>
                        </a:spcBef>
                        <a:buClr>
                          <a:schemeClr val="folHlink"/>
                        </a:buClr>
                        <a:buSzPct val="50000"/>
                        <a:buFont typeface="Wingdings" panose="05000000000000000000" pitchFamily="2" charset="2"/>
                        <a:defRPr sz="2000">
                          <a:solidFill>
                            <a:schemeClr val="tx1"/>
                          </a:solidFill>
                          <a:latin typeface="Times New Roman" panose="02020603050405020304" pitchFamily="18" charset="0"/>
                          <a:ea typeface="黑体" panose="02010609060101010101" pitchFamily="49" charset="-122"/>
                        </a:defRPr>
                      </a:lvl3pPr>
                      <a:lvl4pPr marL="1600200" indent="-228600" algn="l">
                        <a:spcBef>
                          <a:spcPct val="20000"/>
                        </a:spcBef>
                        <a:buClr>
                          <a:schemeClr val="accent2"/>
                        </a:buClr>
                        <a:buSzPct val="55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4pPr>
                      <a:lvl5pPr marL="2057400" indent="-228600" algn="l">
                        <a:spcBef>
                          <a:spcPct val="20000"/>
                        </a:spcBef>
                        <a:buClr>
                          <a:schemeClr val="accent1"/>
                        </a:buClr>
                        <a:buSzPct val="50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9p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endParaRPr kumimoji="0" lang="zh-CN" altLang="zh-CN" sz="2400" b="0" i="0" u="none" strike="noStrike" cap="none" normalizeH="0" baseline="0">
                        <a:ln>
                          <a:noFill/>
                        </a:ln>
                        <a:solidFill>
                          <a:schemeClr val="tx1"/>
                        </a:solidFill>
                        <a:effectLst/>
                        <a:latin typeface="Times New Roman" panose="02020603050405020304" pitchFamily="18" charset="0"/>
                        <a:ea typeface="黑体" panose="02010609060101010101" pitchFamily="49" charset="-122"/>
                      </a:endParaRPr>
                    </a:p>
                  </a:txBody>
                  <a:tcPr marL="54000" marR="54000" marT="28800" marB="2880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lgn="l">
                        <a:spcBef>
                          <a:spcPct val="20000"/>
                        </a:spcBef>
                        <a:buClr>
                          <a:schemeClr val="folHlink"/>
                        </a:buClr>
                        <a:buSzPct val="60000"/>
                        <a:buFont typeface="Wingdings" panose="05000000000000000000" pitchFamily="2" charset="2"/>
                        <a:defRPr sz="2800">
                          <a:solidFill>
                            <a:schemeClr val="tx1"/>
                          </a:solidFill>
                          <a:latin typeface="Times New Roman" panose="02020603050405020304" pitchFamily="18" charset="0"/>
                          <a:ea typeface="黑体" panose="02010609060101010101" pitchFamily="49" charset="-122"/>
                        </a:defRPr>
                      </a:lvl1pPr>
                      <a:lvl2pPr marL="742950" indent="-285750" algn="l">
                        <a:spcBef>
                          <a:spcPct val="20000"/>
                        </a:spcBef>
                        <a:buClr>
                          <a:schemeClr val="hlink"/>
                        </a:buClr>
                        <a:buSzPct val="55000"/>
                        <a:buFont typeface="Wingdings" panose="05000000000000000000" pitchFamily="2" charset="2"/>
                        <a:defRPr sz="2400">
                          <a:solidFill>
                            <a:schemeClr val="tx1"/>
                          </a:solidFill>
                          <a:latin typeface="Times New Roman" panose="02020603050405020304" pitchFamily="18" charset="0"/>
                          <a:ea typeface="黑体" panose="02010609060101010101" pitchFamily="49" charset="-122"/>
                        </a:defRPr>
                      </a:lvl2pPr>
                      <a:lvl3pPr marL="1143000" indent="-228600" algn="l">
                        <a:spcBef>
                          <a:spcPct val="20000"/>
                        </a:spcBef>
                        <a:buClr>
                          <a:schemeClr val="folHlink"/>
                        </a:buClr>
                        <a:buSzPct val="50000"/>
                        <a:buFont typeface="Wingdings" panose="05000000000000000000" pitchFamily="2" charset="2"/>
                        <a:defRPr sz="2000">
                          <a:solidFill>
                            <a:schemeClr val="tx1"/>
                          </a:solidFill>
                          <a:latin typeface="Times New Roman" panose="02020603050405020304" pitchFamily="18" charset="0"/>
                          <a:ea typeface="黑体" panose="02010609060101010101" pitchFamily="49" charset="-122"/>
                        </a:defRPr>
                      </a:lvl3pPr>
                      <a:lvl4pPr marL="1600200" indent="-228600" algn="l">
                        <a:spcBef>
                          <a:spcPct val="20000"/>
                        </a:spcBef>
                        <a:buClr>
                          <a:schemeClr val="accent2"/>
                        </a:buClr>
                        <a:buSzPct val="55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4pPr>
                      <a:lvl5pPr marL="2057400" indent="-228600" algn="l">
                        <a:spcBef>
                          <a:spcPct val="20000"/>
                        </a:spcBef>
                        <a:buClr>
                          <a:schemeClr val="accent1"/>
                        </a:buClr>
                        <a:buSzPct val="50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9p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endParaRPr kumimoji="0" lang="zh-CN" altLang="zh-CN" sz="2400" b="0" i="0" u="none" strike="noStrike" cap="none" normalizeH="0" baseline="0">
                        <a:ln>
                          <a:noFill/>
                        </a:ln>
                        <a:solidFill>
                          <a:schemeClr val="tx1"/>
                        </a:solidFill>
                        <a:effectLst/>
                        <a:latin typeface="Times New Roman" panose="02020603050405020304" pitchFamily="18" charset="0"/>
                        <a:ea typeface="黑体" panose="02010609060101010101" pitchFamily="49" charset="-122"/>
                      </a:endParaRPr>
                    </a:p>
                  </a:txBody>
                  <a:tcPr marL="54000" marR="54000" marT="28800" marB="28800" anchor="ct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4"/>
                  </a:ext>
                </a:extLst>
              </a:tr>
              <a:tr h="585788">
                <a:tc>
                  <a:txBody>
                    <a:bodyPr/>
                    <a:lstStyle>
                      <a:lvl1pPr algn="l">
                        <a:spcBef>
                          <a:spcPct val="20000"/>
                        </a:spcBef>
                        <a:buClr>
                          <a:schemeClr val="folHlink"/>
                        </a:buClr>
                        <a:buSzPct val="60000"/>
                        <a:buFont typeface="Wingdings" panose="05000000000000000000" pitchFamily="2" charset="2"/>
                        <a:defRPr sz="2800">
                          <a:solidFill>
                            <a:schemeClr val="tx1"/>
                          </a:solidFill>
                          <a:latin typeface="Times New Roman" panose="02020603050405020304" pitchFamily="18" charset="0"/>
                          <a:ea typeface="黑体" panose="02010609060101010101" pitchFamily="49" charset="-122"/>
                        </a:defRPr>
                      </a:lvl1pPr>
                      <a:lvl2pPr marL="742950" indent="-285750" algn="l">
                        <a:spcBef>
                          <a:spcPct val="20000"/>
                        </a:spcBef>
                        <a:buClr>
                          <a:schemeClr val="hlink"/>
                        </a:buClr>
                        <a:buSzPct val="55000"/>
                        <a:buFont typeface="Wingdings" panose="05000000000000000000" pitchFamily="2" charset="2"/>
                        <a:defRPr sz="2400">
                          <a:solidFill>
                            <a:schemeClr val="tx1"/>
                          </a:solidFill>
                          <a:latin typeface="Times New Roman" panose="02020603050405020304" pitchFamily="18" charset="0"/>
                          <a:ea typeface="黑体" panose="02010609060101010101" pitchFamily="49" charset="-122"/>
                        </a:defRPr>
                      </a:lvl2pPr>
                      <a:lvl3pPr marL="1143000" indent="-228600" algn="l">
                        <a:spcBef>
                          <a:spcPct val="20000"/>
                        </a:spcBef>
                        <a:buClr>
                          <a:schemeClr val="folHlink"/>
                        </a:buClr>
                        <a:buSzPct val="50000"/>
                        <a:buFont typeface="Wingdings" panose="05000000000000000000" pitchFamily="2" charset="2"/>
                        <a:defRPr sz="2000">
                          <a:solidFill>
                            <a:schemeClr val="tx1"/>
                          </a:solidFill>
                          <a:latin typeface="Times New Roman" panose="02020603050405020304" pitchFamily="18" charset="0"/>
                          <a:ea typeface="黑体" panose="02010609060101010101" pitchFamily="49" charset="-122"/>
                        </a:defRPr>
                      </a:lvl3pPr>
                      <a:lvl4pPr marL="1600200" indent="-228600" algn="l">
                        <a:spcBef>
                          <a:spcPct val="20000"/>
                        </a:spcBef>
                        <a:buClr>
                          <a:schemeClr val="accent2"/>
                        </a:buClr>
                        <a:buSzPct val="55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4pPr>
                      <a:lvl5pPr marL="2057400" indent="-228600" algn="l">
                        <a:spcBef>
                          <a:spcPct val="20000"/>
                        </a:spcBef>
                        <a:buClr>
                          <a:schemeClr val="accent1"/>
                        </a:buClr>
                        <a:buSzPct val="50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9p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r>
                        <a:rPr kumimoji="0" lang="en-US" altLang="zh-CN" sz="2400" b="1" i="1" u="none" strike="noStrike" cap="none" normalizeH="0" baseline="0">
                          <a:ln>
                            <a:noFill/>
                          </a:ln>
                          <a:solidFill>
                            <a:schemeClr val="tx1"/>
                          </a:solidFill>
                          <a:effectLst/>
                          <a:latin typeface="Times New Roman" panose="02020603050405020304" pitchFamily="18" charset="0"/>
                          <a:ea typeface="黑体" panose="02010609060101010101" pitchFamily="49" charset="-122"/>
                        </a:rPr>
                        <a:t>T </a:t>
                      </a:r>
                      <a:r>
                        <a:rPr kumimoji="0" lang="en-US" altLang="zh-CN" sz="2400" b="1" i="0" u="none" strike="noStrike" cap="none" normalizeH="0" baseline="0">
                          <a:ln>
                            <a:noFill/>
                          </a:ln>
                          <a:solidFill>
                            <a:schemeClr val="tx1"/>
                          </a:solidFill>
                          <a:effectLst/>
                          <a:latin typeface="Times New Roman" panose="02020603050405020304" pitchFamily="18" charset="0"/>
                          <a:ea typeface="黑体" panose="02010609060101010101" pitchFamily="49" charset="-122"/>
                          <a:sym typeface="Symbol" panose="05050102010706020507" pitchFamily="18" charset="2"/>
                        </a:rPr>
                        <a:t></a:t>
                      </a:r>
                    </a:p>
                  </a:txBody>
                  <a:tcPr marL="54000" marR="54000" marT="28800" marB="28800" anchor="ct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lgn="l">
                        <a:spcBef>
                          <a:spcPct val="20000"/>
                        </a:spcBef>
                        <a:buClr>
                          <a:schemeClr val="folHlink"/>
                        </a:buClr>
                        <a:buSzPct val="60000"/>
                        <a:buFont typeface="Wingdings" panose="05000000000000000000" pitchFamily="2" charset="2"/>
                        <a:defRPr sz="2800">
                          <a:solidFill>
                            <a:schemeClr val="tx1"/>
                          </a:solidFill>
                          <a:latin typeface="Times New Roman" panose="02020603050405020304" pitchFamily="18" charset="0"/>
                          <a:ea typeface="黑体" panose="02010609060101010101" pitchFamily="49" charset="-122"/>
                        </a:defRPr>
                      </a:lvl1pPr>
                      <a:lvl2pPr marL="742950" indent="-285750" algn="l">
                        <a:spcBef>
                          <a:spcPct val="20000"/>
                        </a:spcBef>
                        <a:buClr>
                          <a:schemeClr val="hlink"/>
                        </a:buClr>
                        <a:buSzPct val="55000"/>
                        <a:buFont typeface="Wingdings" panose="05000000000000000000" pitchFamily="2" charset="2"/>
                        <a:defRPr sz="2400">
                          <a:solidFill>
                            <a:schemeClr val="tx1"/>
                          </a:solidFill>
                          <a:latin typeface="Times New Roman" panose="02020603050405020304" pitchFamily="18" charset="0"/>
                          <a:ea typeface="黑体" panose="02010609060101010101" pitchFamily="49" charset="-122"/>
                        </a:defRPr>
                      </a:lvl2pPr>
                      <a:lvl3pPr marL="1143000" indent="-228600" algn="l">
                        <a:spcBef>
                          <a:spcPct val="20000"/>
                        </a:spcBef>
                        <a:buClr>
                          <a:schemeClr val="folHlink"/>
                        </a:buClr>
                        <a:buSzPct val="50000"/>
                        <a:buFont typeface="Wingdings" panose="05000000000000000000" pitchFamily="2" charset="2"/>
                        <a:defRPr sz="2000">
                          <a:solidFill>
                            <a:schemeClr val="tx1"/>
                          </a:solidFill>
                          <a:latin typeface="Times New Roman" panose="02020603050405020304" pitchFamily="18" charset="0"/>
                          <a:ea typeface="黑体" panose="02010609060101010101" pitchFamily="49" charset="-122"/>
                        </a:defRPr>
                      </a:lvl3pPr>
                      <a:lvl4pPr marL="1600200" indent="-228600" algn="l">
                        <a:spcBef>
                          <a:spcPct val="20000"/>
                        </a:spcBef>
                        <a:buClr>
                          <a:schemeClr val="accent2"/>
                        </a:buClr>
                        <a:buSzPct val="55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4pPr>
                      <a:lvl5pPr marL="2057400" indent="-228600" algn="l">
                        <a:spcBef>
                          <a:spcPct val="20000"/>
                        </a:spcBef>
                        <a:buClr>
                          <a:schemeClr val="accent1"/>
                        </a:buClr>
                        <a:buSzPct val="50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9p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endParaRPr kumimoji="0" lang="zh-CN" altLang="zh-CN" sz="2400" b="0" i="0" u="none" strike="noStrike" cap="none" normalizeH="0" baseline="0">
                        <a:ln>
                          <a:noFill/>
                        </a:ln>
                        <a:solidFill>
                          <a:schemeClr val="tx1"/>
                        </a:solidFill>
                        <a:effectLst/>
                        <a:latin typeface="Times New Roman" panose="02020603050405020304" pitchFamily="18" charset="0"/>
                        <a:ea typeface="黑体" panose="02010609060101010101" pitchFamily="49" charset="-122"/>
                      </a:endParaRPr>
                    </a:p>
                  </a:txBody>
                  <a:tcPr marL="54000" marR="54000" marT="28800" marB="2880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lgn="l">
                        <a:spcBef>
                          <a:spcPct val="20000"/>
                        </a:spcBef>
                        <a:buClr>
                          <a:schemeClr val="folHlink"/>
                        </a:buClr>
                        <a:buSzPct val="60000"/>
                        <a:buFont typeface="Wingdings" panose="05000000000000000000" pitchFamily="2" charset="2"/>
                        <a:defRPr sz="2800">
                          <a:solidFill>
                            <a:schemeClr val="tx1"/>
                          </a:solidFill>
                          <a:latin typeface="Times New Roman" panose="02020603050405020304" pitchFamily="18" charset="0"/>
                          <a:ea typeface="黑体" panose="02010609060101010101" pitchFamily="49" charset="-122"/>
                        </a:defRPr>
                      </a:lvl1pPr>
                      <a:lvl2pPr marL="742950" indent="-285750" algn="l">
                        <a:spcBef>
                          <a:spcPct val="20000"/>
                        </a:spcBef>
                        <a:buClr>
                          <a:schemeClr val="hlink"/>
                        </a:buClr>
                        <a:buSzPct val="55000"/>
                        <a:buFont typeface="Wingdings" panose="05000000000000000000" pitchFamily="2" charset="2"/>
                        <a:defRPr sz="2400">
                          <a:solidFill>
                            <a:schemeClr val="tx1"/>
                          </a:solidFill>
                          <a:latin typeface="Times New Roman" panose="02020603050405020304" pitchFamily="18" charset="0"/>
                          <a:ea typeface="黑体" panose="02010609060101010101" pitchFamily="49" charset="-122"/>
                        </a:defRPr>
                      </a:lvl2pPr>
                      <a:lvl3pPr marL="1143000" indent="-228600" algn="l">
                        <a:spcBef>
                          <a:spcPct val="20000"/>
                        </a:spcBef>
                        <a:buClr>
                          <a:schemeClr val="folHlink"/>
                        </a:buClr>
                        <a:buSzPct val="50000"/>
                        <a:buFont typeface="Wingdings" panose="05000000000000000000" pitchFamily="2" charset="2"/>
                        <a:defRPr sz="2000">
                          <a:solidFill>
                            <a:schemeClr val="tx1"/>
                          </a:solidFill>
                          <a:latin typeface="Times New Roman" panose="02020603050405020304" pitchFamily="18" charset="0"/>
                          <a:ea typeface="黑体" panose="02010609060101010101" pitchFamily="49" charset="-122"/>
                        </a:defRPr>
                      </a:lvl3pPr>
                      <a:lvl4pPr marL="1600200" indent="-228600" algn="l">
                        <a:spcBef>
                          <a:spcPct val="20000"/>
                        </a:spcBef>
                        <a:buClr>
                          <a:schemeClr val="accent2"/>
                        </a:buClr>
                        <a:buSzPct val="55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4pPr>
                      <a:lvl5pPr marL="2057400" indent="-228600" algn="l">
                        <a:spcBef>
                          <a:spcPct val="20000"/>
                        </a:spcBef>
                        <a:buClr>
                          <a:schemeClr val="accent1"/>
                        </a:buClr>
                        <a:buSzPct val="50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9p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r>
                        <a:rPr kumimoji="0" lang="en-US" altLang="zh-CN" sz="2400" b="1" i="1" u="none" strike="noStrike" cap="none" normalizeH="0" baseline="0">
                          <a:ln>
                            <a:noFill/>
                          </a:ln>
                          <a:solidFill>
                            <a:schemeClr val="tx1"/>
                          </a:solidFill>
                          <a:effectLst/>
                          <a:latin typeface="Times New Roman" panose="02020603050405020304" pitchFamily="18" charset="0"/>
                          <a:ea typeface="黑体" panose="02010609060101010101" pitchFamily="49" charset="-122"/>
                        </a:rPr>
                        <a:t>T</a:t>
                      </a:r>
                      <a:r>
                        <a:rPr kumimoji="0" lang="en-US" altLang="zh-CN" sz="2400" b="1" i="0" u="none" strike="noStrike" cap="none" normalizeH="0" baseline="0">
                          <a:ln>
                            <a:noFill/>
                          </a:ln>
                          <a:solidFill>
                            <a:schemeClr val="tx1"/>
                          </a:solidFill>
                          <a:effectLst/>
                          <a:latin typeface="Times New Roman" panose="02020603050405020304" pitchFamily="18" charset="0"/>
                          <a:ea typeface="黑体" panose="02010609060101010101" pitchFamily="49" charset="-122"/>
                          <a:sym typeface="Symbol" panose="05050102010706020507" pitchFamily="18" charset="2"/>
                        </a:rPr>
                        <a:t></a:t>
                      </a:r>
                    </a:p>
                  </a:txBody>
                  <a:tcPr marL="54000" marR="54000" marT="28800" marB="2880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lgn="l">
                        <a:spcBef>
                          <a:spcPct val="20000"/>
                        </a:spcBef>
                        <a:buClr>
                          <a:schemeClr val="folHlink"/>
                        </a:buClr>
                        <a:buSzPct val="60000"/>
                        <a:buFont typeface="Wingdings" panose="05000000000000000000" pitchFamily="2" charset="2"/>
                        <a:defRPr sz="2800">
                          <a:solidFill>
                            <a:schemeClr val="tx1"/>
                          </a:solidFill>
                          <a:latin typeface="Times New Roman" panose="02020603050405020304" pitchFamily="18" charset="0"/>
                          <a:ea typeface="黑体" panose="02010609060101010101" pitchFamily="49" charset="-122"/>
                        </a:defRPr>
                      </a:lvl1pPr>
                      <a:lvl2pPr marL="742950" indent="-285750" algn="l">
                        <a:spcBef>
                          <a:spcPct val="20000"/>
                        </a:spcBef>
                        <a:buClr>
                          <a:schemeClr val="hlink"/>
                        </a:buClr>
                        <a:buSzPct val="55000"/>
                        <a:buFont typeface="Wingdings" panose="05000000000000000000" pitchFamily="2" charset="2"/>
                        <a:defRPr sz="2400">
                          <a:solidFill>
                            <a:schemeClr val="tx1"/>
                          </a:solidFill>
                          <a:latin typeface="Times New Roman" panose="02020603050405020304" pitchFamily="18" charset="0"/>
                          <a:ea typeface="黑体" panose="02010609060101010101" pitchFamily="49" charset="-122"/>
                        </a:defRPr>
                      </a:lvl2pPr>
                      <a:lvl3pPr marL="1143000" indent="-228600" algn="l">
                        <a:spcBef>
                          <a:spcPct val="20000"/>
                        </a:spcBef>
                        <a:buClr>
                          <a:schemeClr val="folHlink"/>
                        </a:buClr>
                        <a:buSzPct val="50000"/>
                        <a:buFont typeface="Wingdings" panose="05000000000000000000" pitchFamily="2" charset="2"/>
                        <a:defRPr sz="2000">
                          <a:solidFill>
                            <a:schemeClr val="tx1"/>
                          </a:solidFill>
                          <a:latin typeface="Times New Roman" panose="02020603050405020304" pitchFamily="18" charset="0"/>
                          <a:ea typeface="黑体" panose="02010609060101010101" pitchFamily="49" charset="-122"/>
                        </a:defRPr>
                      </a:lvl3pPr>
                      <a:lvl4pPr marL="1600200" indent="-228600" algn="l">
                        <a:spcBef>
                          <a:spcPct val="20000"/>
                        </a:spcBef>
                        <a:buClr>
                          <a:schemeClr val="accent2"/>
                        </a:buClr>
                        <a:buSzPct val="55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4pPr>
                      <a:lvl5pPr marL="2057400" indent="-228600" algn="l">
                        <a:spcBef>
                          <a:spcPct val="20000"/>
                        </a:spcBef>
                        <a:buClr>
                          <a:schemeClr val="accent1"/>
                        </a:buClr>
                        <a:buSzPct val="50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9p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r>
                        <a:rPr kumimoji="0" lang="en-US" altLang="zh-CN" sz="2400" b="1" i="1" u="none" strike="noStrike" cap="none" normalizeH="0" baseline="0">
                          <a:ln>
                            <a:noFill/>
                          </a:ln>
                          <a:solidFill>
                            <a:schemeClr val="tx1"/>
                          </a:solidFill>
                          <a:effectLst/>
                          <a:latin typeface="Times New Roman" panose="02020603050405020304" pitchFamily="18" charset="0"/>
                          <a:ea typeface="黑体" panose="02010609060101010101" pitchFamily="49" charset="-122"/>
                        </a:rPr>
                        <a:t>T</a:t>
                      </a:r>
                      <a:r>
                        <a:rPr kumimoji="0" lang="en-US" altLang="zh-CN" sz="2400" b="1" i="0" u="none" strike="noStrike" cap="none" normalizeH="0" baseline="0">
                          <a:ln>
                            <a:noFill/>
                          </a:ln>
                          <a:solidFill>
                            <a:schemeClr val="tx1"/>
                          </a:solidFill>
                          <a:effectLst/>
                          <a:latin typeface="Times New Roman" panose="02020603050405020304" pitchFamily="18" charset="0"/>
                          <a:ea typeface="黑体" panose="02010609060101010101" pitchFamily="49" charset="-122"/>
                          <a:sym typeface="Symbol" panose="05050102010706020507" pitchFamily="18" charset="2"/>
                        </a:rPr>
                        <a:t>*</a:t>
                      </a:r>
                      <a:r>
                        <a:rPr kumimoji="0" lang="en-US" altLang="zh-CN" sz="2400" b="1" i="1" u="none" strike="noStrike" cap="none" normalizeH="0" baseline="0">
                          <a:ln>
                            <a:noFill/>
                          </a:ln>
                          <a:solidFill>
                            <a:schemeClr val="tx1"/>
                          </a:solidFill>
                          <a:effectLst/>
                          <a:latin typeface="Times New Roman" panose="02020603050405020304" pitchFamily="18" charset="0"/>
                          <a:ea typeface="黑体" panose="02010609060101010101" pitchFamily="49" charset="-122"/>
                          <a:sym typeface="Symbol" panose="05050102010706020507" pitchFamily="18" charset="2"/>
                        </a:rPr>
                        <a:t>FT</a:t>
                      </a:r>
                      <a:r>
                        <a:rPr kumimoji="0" lang="en-US" altLang="zh-CN" sz="2400" b="1" i="0" u="none" strike="noStrike" cap="none" normalizeH="0" baseline="0">
                          <a:ln>
                            <a:noFill/>
                          </a:ln>
                          <a:solidFill>
                            <a:schemeClr val="tx1"/>
                          </a:solidFill>
                          <a:effectLst/>
                          <a:latin typeface="Times New Roman" panose="02020603050405020304" pitchFamily="18" charset="0"/>
                          <a:ea typeface="黑体" panose="02010609060101010101" pitchFamily="49" charset="-122"/>
                          <a:sym typeface="Symbol" panose="05050102010706020507" pitchFamily="18" charset="2"/>
                        </a:rPr>
                        <a:t></a:t>
                      </a:r>
                    </a:p>
                  </a:txBody>
                  <a:tcPr marL="54000" marR="54000" marT="28800" marB="2880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lgn="l">
                        <a:spcBef>
                          <a:spcPct val="20000"/>
                        </a:spcBef>
                        <a:buClr>
                          <a:schemeClr val="folHlink"/>
                        </a:buClr>
                        <a:buSzPct val="60000"/>
                        <a:buFont typeface="Wingdings" panose="05000000000000000000" pitchFamily="2" charset="2"/>
                        <a:defRPr sz="2800">
                          <a:solidFill>
                            <a:schemeClr val="tx1"/>
                          </a:solidFill>
                          <a:latin typeface="Times New Roman" panose="02020603050405020304" pitchFamily="18" charset="0"/>
                          <a:ea typeface="黑体" panose="02010609060101010101" pitchFamily="49" charset="-122"/>
                        </a:defRPr>
                      </a:lvl1pPr>
                      <a:lvl2pPr marL="742950" indent="-285750" algn="l">
                        <a:spcBef>
                          <a:spcPct val="20000"/>
                        </a:spcBef>
                        <a:buClr>
                          <a:schemeClr val="hlink"/>
                        </a:buClr>
                        <a:buSzPct val="55000"/>
                        <a:buFont typeface="Wingdings" panose="05000000000000000000" pitchFamily="2" charset="2"/>
                        <a:defRPr sz="2400">
                          <a:solidFill>
                            <a:schemeClr val="tx1"/>
                          </a:solidFill>
                          <a:latin typeface="Times New Roman" panose="02020603050405020304" pitchFamily="18" charset="0"/>
                          <a:ea typeface="黑体" panose="02010609060101010101" pitchFamily="49" charset="-122"/>
                        </a:defRPr>
                      </a:lvl2pPr>
                      <a:lvl3pPr marL="1143000" indent="-228600" algn="l">
                        <a:spcBef>
                          <a:spcPct val="20000"/>
                        </a:spcBef>
                        <a:buClr>
                          <a:schemeClr val="folHlink"/>
                        </a:buClr>
                        <a:buSzPct val="50000"/>
                        <a:buFont typeface="Wingdings" panose="05000000000000000000" pitchFamily="2" charset="2"/>
                        <a:defRPr sz="2000">
                          <a:solidFill>
                            <a:schemeClr val="tx1"/>
                          </a:solidFill>
                          <a:latin typeface="Times New Roman" panose="02020603050405020304" pitchFamily="18" charset="0"/>
                          <a:ea typeface="黑体" panose="02010609060101010101" pitchFamily="49" charset="-122"/>
                        </a:defRPr>
                      </a:lvl3pPr>
                      <a:lvl4pPr marL="1600200" indent="-228600" algn="l">
                        <a:spcBef>
                          <a:spcPct val="20000"/>
                        </a:spcBef>
                        <a:buClr>
                          <a:schemeClr val="accent2"/>
                        </a:buClr>
                        <a:buSzPct val="55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4pPr>
                      <a:lvl5pPr marL="2057400" indent="-228600" algn="l">
                        <a:spcBef>
                          <a:spcPct val="20000"/>
                        </a:spcBef>
                        <a:buClr>
                          <a:schemeClr val="accent1"/>
                        </a:buClr>
                        <a:buSzPct val="50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9p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endParaRPr kumimoji="0" lang="zh-CN" altLang="zh-CN" sz="2400" b="0" i="0" u="none" strike="noStrike" cap="none" normalizeH="0" baseline="0">
                        <a:ln>
                          <a:noFill/>
                        </a:ln>
                        <a:solidFill>
                          <a:schemeClr val="tx1"/>
                        </a:solidFill>
                        <a:effectLst/>
                        <a:latin typeface="Times New Roman" panose="02020603050405020304" pitchFamily="18" charset="0"/>
                        <a:ea typeface="黑体" panose="02010609060101010101" pitchFamily="49" charset="-122"/>
                      </a:endParaRPr>
                    </a:p>
                  </a:txBody>
                  <a:tcPr marL="54000" marR="54000" marT="28800" marB="2880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lgn="l">
                        <a:spcBef>
                          <a:spcPct val="20000"/>
                        </a:spcBef>
                        <a:buClr>
                          <a:schemeClr val="folHlink"/>
                        </a:buClr>
                        <a:buSzPct val="60000"/>
                        <a:buFont typeface="Wingdings" panose="05000000000000000000" pitchFamily="2" charset="2"/>
                        <a:defRPr sz="2800">
                          <a:solidFill>
                            <a:schemeClr val="tx1"/>
                          </a:solidFill>
                          <a:latin typeface="Times New Roman" panose="02020603050405020304" pitchFamily="18" charset="0"/>
                          <a:ea typeface="黑体" panose="02010609060101010101" pitchFamily="49" charset="-122"/>
                        </a:defRPr>
                      </a:lvl1pPr>
                      <a:lvl2pPr marL="742950" indent="-285750" algn="l">
                        <a:spcBef>
                          <a:spcPct val="20000"/>
                        </a:spcBef>
                        <a:buClr>
                          <a:schemeClr val="hlink"/>
                        </a:buClr>
                        <a:buSzPct val="55000"/>
                        <a:buFont typeface="Wingdings" panose="05000000000000000000" pitchFamily="2" charset="2"/>
                        <a:defRPr sz="2400">
                          <a:solidFill>
                            <a:schemeClr val="tx1"/>
                          </a:solidFill>
                          <a:latin typeface="Times New Roman" panose="02020603050405020304" pitchFamily="18" charset="0"/>
                          <a:ea typeface="黑体" panose="02010609060101010101" pitchFamily="49" charset="-122"/>
                        </a:defRPr>
                      </a:lvl2pPr>
                      <a:lvl3pPr marL="1143000" indent="-228600" algn="l">
                        <a:spcBef>
                          <a:spcPct val="20000"/>
                        </a:spcBef>
                        <a:buClr>
                          <a:schemeClr val="folHlink"/>
                        </a:buClr>
                        <a:buSzPct val="50000"/>
                        <a:buFont typeface="Wingdings" panose="05000000000000000000" pitchFamily="2" charset="2"/>
                        <a:defRPr sz="2000">
                          <a:solidFill>
                            <a:schemeClr val="tx1"/>
                          </a:solidFill>
                          <a:latin typeface="Times New Roman" panose="02020603050405020304" pitchFamily="18" charset="0"/>
                          <a:ea typeface="黑体" panose="02010609060101010101" pitchFamily="49" charset="-122"/>
                        </a:defRPr>
                      </a:lvl3pPr>
                      <a:lvl4pPr marL="1600200" indent="-228600" algn="l">
                        <a:spcBef>
                          <a:spcPct val="20000"/>
                        </a:spcBef>
                        <a:buClr>
                          <a:schemeClr val="accent2"/>
                        </a:buClr>
                        <a:buSzPct val="55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4pPr>
                      <a:lvl5pPr marL="2057400" indent="-228600" algn="l">
                        <a:spcBef>
                          <a:spcPct val="20000"/>
                        </a:spcBef>
                        <a:buClr>
                          <a:schemeClr val="accent1"/>
                        </a:buClr>
                        <a:buSzPct val="50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9p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r>
                        <a:rPr kumimoji="0" lang="en-US" altLang="zh-CN" sz="2400" b="1" i="1" u="none" strike="noStrike" cap="none" normalizeH="0" baseline="0">
                          <a:ln>
                            <a:noFill/>
                          </a:ln>
                          <a:solidFill>
                            <a:schemeClr val="tx1"/>
                          </a:solidFill>
                          <a:effectLst/>
                          <a:latin typeface="Times New Roman" panose="02020603050405020304" pitchFamily="18" charset="0"/>
                          <a:ea typeface="黑体" panose="02010609060101010101" pitchFamily="49" charset="-122"/>
                        </a:rPr>
                        <a:t>T</a:t>
                      </a:r>
                      <a:r>
                        <a:rPr kumimoji="0" lang="en-US" altLang="zh-CN" sz="2400" b="1" i="0" u="none" strike="noStrike" cap="none" normalizeH="0" baseline="0">
                          <a:ln>
                            <a:noFill/>
                          </a:ln>
                          <a:solidFill>
                            <a:schemeClr val="tx1"/>
                          </a:solidFill>
                          <a:effectLst/>
                          <a:latin typeface="Times New Roman" panose="02020603050405020304" pitchFamily="18" charset="0"/>
                          <a:ea typeface="黑体" panose="02010609060101010101" pitchFamily="49" charset="-122"/>
                          <a:sym typeface="Symbol" panose="05050102010706020507" pitchFamily="18" charset="2"/>
                        </a:rPr>
                        <a:t></a:t>
                      </a:r>
                    </a:p>
                  </a:txBody>
                  <a:tcPr marL="54000" marR="54000" marT="28800" marB="2880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lgn="l">
                        <a:spcBef>
                          <a:spcPct val="20000"/>
                        </a:spcBef>
                        <a:buClr>
                          <a:schemeClr val="folHlink"/>
                        </a:buClr>
                        <a:buSzPct val="60000"/>
                        <a:buFont typeface="Wingdings" panose="05000000000000000000" pitchFamily="2" charset="2"/>
                        <a:defRPr sz="2800">
                          <a:solidFill>
                            <a:schemeClr val="tx1"/>
                          </a:solidFill>
                          <a:latin typeface="Times New Roman" panose="02020603050405020304" pitchFamily="18" charset="0"/>
                          <a:ea typeface="黑体" panose="02010609060101010101" pitchFamily="49" charset="-122"/>
                        </a:defRPr>
                      </a:lvl1pPr>
                      <a:lvl2pPr marL="742950" indent="-285750" algn="l">
                        <a:spcBef>
                          <a:spcPct val="20000"/>
                        </a:spcBef>
                        <a:buClr>
                          <a:schemeClr val="hlink"/>
                        </a:buClr>
                        <a:buSzPct val="55000"/>
                        <a:buFont typeface="Wingdings" panose="05000000000000000000" pitchFamily="2" charset="2"/>
                        <a:defRPr sz="2400">
                          <a:solidFill>
                            <a:schemeClr val="tx1"/>
                          </a:solidFill>
                          <a:latin typeface="Times New Roman" panose="02020603050405020304" pitchFamily="18" charset="0"/>
                          <a:ea typeface="黑体" panose="02010609060101010101" pitchFamily="49" charset="-122"/>
                        </a:defRPr>
                      </a:lvl2pPr>
                      <a:lvl3pPr marL="1143000" indent="-228600" algn="l">
                        <a:spcBef>
                          <a:spcPct val="20000"/>
                        </a:spcBef>
                        <a:buClr>
                          <a:schemeClr val="folHlink"/>
                        </a:buClr>
                        <a:buSzPct val="50000"/>
                        <a:buFont typeface="Wingdings" panose="05000000000000000000" pitchFamily="2" charset="2"/>
                        <a:defRPr sz="2000">
                          <a:solidFill>
                            <a:schemeClr val="tx1"/>
                          </a:solidFill>
                          <a:latin typeface="Times New Roman" panose="02020603050405020304" pitchFamily="18" charset="0"/>
                          <a:ea typeface="黑体" panose="02010609060101010101" pitchFamily="49" charset="-122"/>
                        </a:defRPr>
                      </a:lvl3pPr>
                      <a:lvl4pPr marL="1600200" indent="-228600" algn="l">
                        <a:spcBef>
                          <a:spcPct val="20000"/>
                        </a:spcBef>
                        <a:buClr>
                          <a:schemeClr val="accent2"/>
                        </a:buClr>
                        <a:buSzPct val="55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4pPr>
                      <a:lvl5pPr marL="2057400" indent="-228600" algn="l">
                        <a:spcBef>
                          <a:spcPct val="20000"/>
                        </a:spcBef>
                        <a:buClr>
                          <a:schemeClr val="accent1"/>
                        </a:buClr>
                        <a:buSzPct val="50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9p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r>
                        <a:rPr kumimoji="0" lang="en-US" altLang="zh-CN" sz="2400" b="1" i="1" u="none" strike="noStrike" cap="none" normalizeH="0" baseline="0">
                          <a:ln>
                            <a:noFill/>
                          </a:ln>
                          <a:solidFill>
                            <a:schemeClr val="tx1"/>
                          </a:solidFill>
                          <a:effectLst/>
                          <a:latin typeface="Times New Roman" panose="02020603050405020304" pitchFamily="18" charset="0"/>
                          <a:ea typeface="黑体" panose="02010609060101010101" pitchFamily="49" charset="-122"/>
                        </a:rPr>
                        <a:t>T</a:t>
                      </a:r>
                      <a:r>
                        <a:rPr kumimoji="0" lang="en-US" altLang="zh-CN" sz="2400" b="1" i="0" u="none" strike="noStrike" cap="none" normalizeH="0" baseline="0">
                          <a:ln>
                            <a:noFill/>
                          </a:ln>
                          <a:solidFill>
                            <a:schemeClr val="tx1"/>
                          </a:solidFill>
                          <a:effectLst/>
                          <a:latin typeface="Times New Roman" panose="02020603050405020304" pitchFamily="18" charset="0"/>
                          <a:ea typeface="黑体" panose="02010609060101010101" pitchFamily="49" charset="-122"/>
                          <a:sym typeface="Symbol" panose="05050102010706020507" pitchFamily="18" charset="2"/>
                        </a:rPr>
                        <a:t></a:t>
                      </a:r>
                    </a:p>
                  </a:txBody>
                  <a:tcPr marL="54000" marR="54000" marT="28800" marB="28800" anchor="ct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5"/>
                  </a:ext>
                </a:extLst>
              </a:tr>
              <a:tr h="588963">
                <a:tc>
                  <a:txBody>
                    <a:bodyPr/>
                    <a:lstStyle>
                      <a:lvl1pPr algn="l">
                        <a:spcBef>
                          <a:spcPct val="20000"/>
                        </a:spcBef>
                        <a:buClr>
                          <a:schemeClr val="folHlink"/>
                        </a:buClr>
                        <a:buSzPct val="60000"/>
                        <a:buFont typeface="Wingdings" panose="05000000000000000000" pitchFamily="2" charset="2"/>
                        <a:defRPr sz="2800">
                          <a:solidFill>
                            <a:schemeClr val="tx1"/>
                          </a:solidFill>
                          <a:latin typeface="Times New Roman" panose="02020603050405020304" pitchFamily="18" charset="0"/>
                          <a:ea typeface="黑体" panose="02010609060101010101" pitchFamily="49" charset="-122"/>
                        </a:defRPr>
                      </a:lvl1pPr>
                      <a:lvl2pPr marL="742950" indent="-285750" algn="l">
                        <a:spcBef>
                          <a:spcPct val="20000"/>
                        </a:spcBef>
                        <a:buClr>
                          <a:schemeClr val="hlink"/>
                        </a:buClr>
                        <a:buSzPct val="55000"/>
                        <a:buFont typeface="Wingdings" panose="05000000000000000000" pitchFamily="2" charset="2"/>
                        <a:defRPr sz="2400">
                          <a:solidFill>
                            <a:schemeClr val="tx1"/>
                          </a:solidFill>
                          <a:latin typeface="Times New Roman" panose="02020603050405020304" pitchFamily="18" charset="0"/>
                          <a:ea typeface="黑体" panose="02010609060101010101" pitchFamily="49" charset="-122"/>
                        </a:defRPr>
                      </a:lvl2pPr>
                      <a:lvl3pPr marL="1143000" indent="-228600" algn="l">
                        <a:spcBef>
                          <a:spcPct val="20000"/>
                        </a:spcBef>
                        <a:buClr>
                          <a:schemeClr val="folHlink"/>
                        </a:buClr>
                        <a:buSzPct val="50000"/>
                        <a:buFont typeface="Wingdings" panose="05000000000000000000" pitchFamily="2" charset="2"/>
                        <a:defRPr sz="2000">
                          <a:solidFill>
                            <a:schemeClr val="tx1"/>
                          </a:solidFill>
                          <a:latin typeface="Times New Roman" panose="02020603050405020304" pitchFamily="18" charset="0"/>
                          <a:ea typeface="黑体" panose="02010609060101010101" pitchFamily="49" charset="-122"/>
                        </a:defRPr>
                      </a:lvl3pPr>
                      <a:lvl4pPr marL="1600200" indent="-228600" algn="l">
                        <a:spcBef>
                          <a:spcPct val="20000"/>
                        </a:spcBef>
                        <a:buClr>
                          <a:schemeClr val="accent2"/>
                        </a:buClr>
                        <a:buSzPct val="55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4pPr>
                      <a:lvl5pPr marL="2057400" indent="-228600" algn="l">
                        <a:spcBef>
                          <a:spcPct val="20000"/>
                        </a:spcBef>
                        <a:buClr>
                          <a:schemeClr val="accent1"/>
                        </a:buClr>
                        <a:buSzPct val="50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9p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r>
                        <a:rPr kumimoji="0" lang="en-US" altLang="zh-CN" sz="2400" b="1" i="1" u="none" strike="noStrike" cap="none" normalizeH="0" baseline="0">
                          <a:ln>
                            <a:noFill/>
                          </a:ln>
                          <a:solidFill>
                            <a:schemeClr val="tx1"/>
                          </a:solidFill>
                          <a:effectLst/>
                          <a:latin typeface="Times New Roman" panose="02020603050405020304" pitchFamily="18" charset="0"/>
                          <a:ea typeface="黑体" panose="02010609060101010101" pitchFamily="49" charset="-122"/>
                        </a:rPr>
                        <a:t>F</a:t>
                      </a:r>
                    </a:p>
                  </a:txBody>
                  <a:tcPr marL="54000" marR="54000" marT="28800" marB="28800" anchor="ct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lgn="l">
                        <a:spcBef>
                          <a:spcPct val="20000"/>
                        </a:spcBef>
                        <a:buClr>
                          <a:schemeClr val="folHlink"/>
                        </a:buClr>
                        <a:buSzPct val="60000"/>
                        <a:buFont typeface="Wingdings" panose="05000000000000000000" pitchFamily="2" charset="2"/>
                        <a:defRPr sz="2800">
                          <a:solidFill>
                            <a:schemeClr val="tx1"/>
                          </a:solidFill>
                          <a:latin typeface="Times New Roman" panose="02020603050405020304" pitchFamily="18" charset="0"/>
                          <a:ea typeface="黑体" panose="02010609060101010101" pitchFamily="49" charset="-122"/>
                        </a:defRPr>
                      </a:lvl1pPr>
                      <a:lvl2pPr marL="742950" indent="-285750" algn="l">
                        <a:spcBef>
                          <a:spcPct val="20000"/>
                        </a:spcBef>
                        <a:buClr>
                          <a:schemeClr val="hlink"/>
                        </a:buClr>
                        <a:buSzPct val="55000"/>
                        <a:buFont typeface="Wingdings" panose="05000000000000000000" pitchFamily="2" charset="2"/>
                        <a:defRPr sz="2400">
                          <a:solidFill>
                            <a:schemeClr val="tx1"/>
                          </a:solidFill>
                          <a:latin typeface="Times New Roman" panose="02020603050405020304" pitchFamily="18" charset="0"/>
                          <a:ea typeface="黑体" panose="02010609060101010101" pitchFamily="49" charset="-122"/>
                        </a:defRPr>
                      </a:lvl2pPr>
                      <a:lvl3pPr marL="1143000" indent="-228600" algn="l">
                        <a:spcBef>
                          <a:spcPct val="20000"/>
                        </a:spcBef>
                        <a:buClr>
                          <a:schemeClr val="folHlink"/>
                        </a:buClr>
                        <a:buSzPct val="50000"/>
                        <a:buFont typeface="Wingdings" panose="05000000000000000000" pitchFamily="2" charset="2"/>
                        <a:defRPr sz="2000">
                          <a:solidFill>
                            <a:schemeClr val="tx1"/>
                          </a:solidFill>
                          <a:latin typeface="Times New Roman" panose="02020603050405020304" pitchFamily="18" charset="0"/>
                          <a:ea typeface="黑体" panose="02010609060101010101" pitchFamily="49" charset="-122"/>
                        </a:defRPr>
                      </a:lvl3pPr>
                      <a:lvl4pPr marL="1600200" indent="-228600" algn="l">
                        <a:spcBef>
                          <a:spcPct val="20000"/>
                        </a:spcBef>
                        <a:buClr>
                          <a:schemeClr val="accent2"/>
                        </a:buClr>
                        <a:buSzPct val="55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4pPr>
                      <a:lvl5pPr marL="2057400" indent="-228600" algn="l">
                        <a:spcBef>
                          <a:spcPct val="20000"/>
                        </a:spcBef>
                        <a:buClr>
                          <a:schemeClr val="accent1"/>
                        </a:buClr>
                        <a:buSzPct val="50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9p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r>
                        <a:rPr kumimoji="0" lang="en-US" altLang="zh-CN" sz="2400" b="1" i="1" u="none" strike="noStrike" cap="none" normalizeH="0" baseline="0" err="1">
                          <a:ln>
                            <a:noFill/>
                          </a:ln>
                          <a:solidFill>
                            <a:schemeClr val="tx1"/>
                          </a:solidFill>
                          <a:effectLst/>
                          <a:latin typeface="Times New Roman" panose="02020603050405020304" pitchFamily="18" charset="0"/>
                          <a:ea typeface="黑体" panose="02010609060101010101" pitchFamily="49" charset="-122"/>
                        </a:rPr>
                        <a:t>F</a:t>
                      </a:r>
                      <a:r>
                        <a:rPr kumimoji="0" lang="en-US" altLang="zh-CN" sz="2400" b="1" i="0" u="none" strike="noStrike" cap="none" normalizeH="0" baseline="0" err="1">
                          <a:ln>
                            <a:noFill/>
                          </a:ln>
                          <a:solidFill>
                            <a:schemeClr val="tx1"/>
                          </a:solidFill>
                          <a:effectLst/>
                          <a:latin typeface="Times New Roman" panose="02020603050405020304" pitchFamily="18" charset="0"/>
                          <a:ea typeface="黑体" panose="02010609060101010101" pitchFamily="49" charset="-122"/>
                          <a:sym typeface="Symbol" panose="05050102010706020507" pitchFamily="18" charset="2"/>
                        </a:rPr>
                        <a:t>id</a:t>
                      </a:r>
                      <a:endParaRPr kumimoji="0" lang="en-US" altLang="zh-CN" sz="2400" b="1" i="0" u="none" strike="noStrike" cap="none" normalizeH="0" baseline="0">
                        <a:ln>
                          <a:noFill/>
                        </a:ln>
                        <a:solidFill>
                          <a:schemeClr val="tx1"/>
                        </a:solidFill>
                        <a:effectLst/>
                        <a:latin typeface="Times New Roman" panose="02020603050405020304" pitchFamily="18" charset="0"/>
                        <a:ea typeface="黑体" panose="02010609060101010101" pitchFamily="49" charset="-122"/>
                        <a:sym typeface="Symbol" panose="05050102010706020507" pitchFamily="18" charset="2"/>
                      </a:endParaRPr>
                    </a:p>
                  </a:txBody>
                  <a:tcPr marL="54000" marR="54000" marT="28800" marB="2880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lgn="l">
                        <a:spcBef>
                          <a:spcPct val="20000"/>
                        </a:spcBef>
                        <a:buClr>
                          <a:schemeClr val="folHlink"/>
                        </a:buClr>
                        <a:buSzPct val="60000"/>
                        <a:buFont typeface="Wingdings" panose="05000000000000000000" pitchFamily="2" charset="2"/>
                        <a:defRPr sz="2800">
                          <a:solidFill>
                            <a:schemeClr val="tx1"/>
                          </a:solidFill>
                          <a:latin typeface="Times New Roman" panose="02020603050405020304" pitchFamily="18" charset="0"/>
                          <a:ea typeface="黑体" panose="02010609060101010101" pitchFamily="49" charset="-122"/>
                        </a:defRPr>
                      </a:lvl1pPr>
                      <a:lvl2pPr marL="742950" indent="-285750" algn="l">
                        <a:spcBef>
                          <a:spcPct val="20000"/>
                        </a:spcBef>
                        <a:buClr>
                          <a:schemeClr val="hlink"/>
                        </a:buClr>
                        <a:buSzPct val="55000"/>
                        <a:buFont typeface="Wingdings" panose="05000000000000000000" pitchFamily="2" charset="2"/>
                        <a:defRPr sz="2400">
                          <a:solidFill>
                            <a:schemeClr val="tx1"/>
                          </a:solidFill>
                          <a:latin typeface="Times New Roman" panose="02020603050405020304" pitchFamily="18" charset="0"/>
                          <a:ea typeface="黑体" panose="02010609060101010101" pitchFamily="49" charset="-122"/>
                        </a:defRPr>
                      </a:lvl2pPr>
                      <a:lvl3pPr marL="1143000" indent="-228600" algn="l">
                        <a:spcBef>
                          <a:spcPct val="20000"/>
                        </a:spcBef>
                        <a:buClr>
                          <a:schemeClr val="folHlink"/>
                        </a:buClr>
                        <a:buSzPct val="50000"/>
                        <a:buFont typeface="Wingdings" panose="05000000000000000000" pitchFamily="2" charset="2"/>
                        <a:defRPr sz="2000">
                          <a:solidFill>
                            <a:schemeClr val="tx1"/>
                          </a:solidFill>
                          <a:latin typeface="Times New Roman" panose="02020603050405020304" pitchFamily="18" charset="0"/>
                          <a:ea typeface="黑体" panose="02010609060101010101" pitchFamily="49" charset="-122"/>
                        </a:defRPr>
                      </a:lvl3pPr>
                      <a:lvl4pPr marL="1600200" indent="-228600" algn="l">
                        <a:spcBef>
                          <a:spcPct val="20000"/>
                        </a:spcBef>
                        <a:buClr>
                          <a:schemeClr val="accent2"/>
                        </a:buClr>
                        <a:buSzPct val="55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4pPr>
                      <a:lvl5pPr marL="2057400" indent="-228600" algn="l">
                        <a:spcBef>
                          <a:spcPct val="20000"/>
                        </a:spcBef>
                        <a:buClr>
                          <a:schemeClr val="accent1"/>
                        </a:buClr>
                        <a:buSzPct val="50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9p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endParaRPr kumimoji="0" lang="zh-CN" altLang="zh-CN" sz="2400" b="0" i="0" u="none" strike="noStrike" cap="none" normalizeH="0" baseline="0">
                        <a:ln>
                          <a:noFill/>
                        </a:ln>
                        <a:solidFill>
                          <a:schemeClr val="tx1"/>
                        </a:solidFill>
                        <a:effectLst/>
                        <a:latin typeface="Times New Roman" panose="02020603050405020304" pitchFamily="18" charset="0"/>
                        <a:ea typeface="黑体" panose="02010609060101010101" pitchFamily="49" charset="-122"/>
                      </a:endParaRPr>
                    </a:p>
                  </a:txBody>
                  <a:tcPr marL="54000" marR="54000" marT="28800" marB="2880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lgn="l">
                        <a:spcBef>
                          <a:spcPct val="20000"/>
                        </a:spcBef>
                        <a:buClr>
                          <a:schemeClr val="folHlink"/>
                        </a:buClr>
                        <a:buSzPct val="60000"/>
                        <a:buFont typeface="Wingdings" panose="05000000000000000000" pitchFamily="2" charset="2"/>
                        <a:defRPr sz="2800">
                          <a:solidFill>
                            <a:schemeClr val="tx1"/>
                          </a:solidFill>
                          <a:latin typeface="Times New Roman" panose="02020603050405020304" pitchFamily="18" charset="0"/>
                          <a:ea typeface="黑体" panose="02010609060101010101" pitchFamily="49" charset="-122"/>
                        </a:defRPr>
                      </a:lvl1pPr>
                      <a:lvl2pPr marL="742950" indent="-285750" algn="l">
                        <a:spcBef>
                          <a:spcPct val="20000"/>
                        </a:spcBef>
                        <a:buClr>
                          <a:schemeClr val="hlink"/>
                        </a:buClr>
                        <a:buSzPct val="55000"/>
                        <a:buFont typeface="Wingdings" panose="05000000000000000000" pitchFamily="2" charset="2"/>
                        <a:defRPr sz="2400">
                          <a:solidFill>
                            <a:schemeClr val="tx1"/>
                          </a:solidFill>
                          <a:latin typeface="Times New Roman" panose="02020603050405020304" pitchFamily="18" charset="0"/>
                          <a:ea typeface="黑体" panose="02010609060101010101" pitchFamily="49" charset="-122"/>
                        </a:defRPr>
                      </a:lvl2pPr>
                      <a:lvl3pPr marL="1143000" indent="-228600" algn="l">
                        <a:spcBef>
                          <a:spcPct val="20000"/>
                        </a:spcBef>
                        <a:buClr>
                          <a:schemeClr val="folHlink"/>
                        </a:buClr>
                        <a:buSzPct val="50000"/>
                        <a:buFont typeface="Wingdings" panose="05000000000000000000" pitchFamily="2" charset="2"/>
                        <a:defRPr sz="2000">
                          <a:solidFill>
                            <a:schemeClr val="tx1"/>
                          </a:solidFill>
                          <a:latin typeface="Times New Roman" panose="02020603050405020304" pitchFamily="18" charset="0"/>
                          <a:ea typeface="黑体" panose="02010609060101010101" pitchFamily="49" charset="-122"/>
                        </a:defRPr>
                      </a:lvl3pPr>
                      <a:lvl4pPr marL="1600200" indent="-228600" algn="l">
                        <a:spcBef>
                          <a:spcPct val="20000"/>
                        </a:spcBef>
                        <a:buClr>
                          <a:schemeClr val="accent2"/>
                        </a:buClr>
                        <a:buSzPct val="55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4pPr>
                      <a:lvl5pPr marL="2057400" indent="-228600" algn="l">
                        <a:spcBef>
                          <a:spcPct val="20000"/>
                        </a:spcBef>
                        <a:buClr>
                          <a:schemeClr val="accent1"/>
                        </a:buClr>
                        <a:buSzPct val="50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9p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endParaRPr kumimoji="0" lang="zh-CN" altLang="zh-CN" sz="2400" b="0" i="0" u="none" strike="noStrike" cap="none" normalizeH="0" baseline="0">
                        <a:ln>
                          <a:noFill/>
                        </a:ln>
                        <a:solidFill>
                          <a:schemeClr val="tx1"/>
                        </a:solidFill>
                        <a:effectLst/>
                        <a:latin typeface="Times New Roman" panose="02020603050405020304" pitchFamily="18" charset="0"/>
                        <a:ea typeface="黑体" panose="02010609060101010101" pitchFamily="49" charset="-122"/>
                      </a:endParaRPr>
                    </a:p>
                  </a:txBody>
                  <a:tcPr marL="54000" marR="54000" marT="28800" marB="2880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lgn="l">
                        <a:spcBef>
                          <a:spcPct val="20000"/>
                        </a:spcBef>
                        <a:buClr>
                          <a:schemeClr val="folHlink"/>
                        </a:buClr>
                        <a:buSzPct val="60000"/>
                        <a:buFont typeface="Wingdings" panose="05000000000000000000" pitchFamily="2" charset="2"/>
                        <a:defRPr sz="2800">
                          <a:solidFill>
                            <a:schemeClr val="tx1"/>
                          </a:solidFill>
                          <a:latin typeface="Times New Roman" panose="02020603050405020304" pitchFamily="18" charset="0"/>
                          <a:ea typeface="黑体" panose="02010609060101010101" pitchFamily="49" charset="-122"/>
                        </a:defRPr>
                      </a:lvl1pPr>
                      <a:lvl2pPr marL="742950" indent="-285750" algn="l">
                        <a:spcBef>
                          <a:spcPct val="20000"/>
                        </a:spcBef>
                        <a:buClr>
                          <a:schemeClr val="hlink"/>
                        </a:buClr>
                        <a:buSzPct val="55000"/>
                        <a:buFont typeface="Wingdings" panose="05000000000000000000" pitchFamily="2" charset="2"/>
                        <a:defRPr sz="2400">
                          <a:solidFill>
                            <a:schemeClr val="tx1"/>
                          </a:solidFill>
                          <a:latin typeface="Times New Roman" panose="02020603050405020304" pitchFamily="18" charset="0"/>
                          <a:ea typeface="黑体" panose="02010609060101010101" pitchFamily="49" charset="-122"/>
                        </a:defRPr>
                      </a:lvl2pPr>
                      <a:lvl3pPr marL="1143000" indent="-228600" algn="l">
                        <a:spcBef>
                          <a:spcPct val="20000"/>
                        </a:spcBef>
                        <a:buClr>
                          <a:schemeClr val="folHlink"/>
                        </a:buClr>
                        <a:buSzPct val="50000"/>
                        <a:buFont typeface="Wingdings" panose="05000000000000000000" pitchFamily="2" charset="2"/>
                        <a:defRPr sz="2000">
                          <a:solidFill>
                            <a:schemeClr val="tx1"/>
                          </a:solidFill>
                          <a:latin typeface="Times New Roman" panose="02020603050405020304" pitchFamily="18" charset="0"/>
                          <a:ea typeface="黑体" panose="02010609060101010101" pitchFamily="49" charset="-122"/>
                        </a:defRPr>
                      </a:lvl3pPr>
                      <a:lvl4pPr marL="1600200" indent="-228600" algn="l">
                        <a:spcBef>
                          <a:spcPct val="20000"/>
                        </a:spcBef>
                        <a:buClr>
                          <a:schemeClr val="accent2"/>
                        </a:buClr>
                        <a:buSzPct val="55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4pPr>
                      <a:lvl5pPr marL="2057400" indent="-228600" algn="l">
                        <a:spcBef>
                          <a:spcPct val="20000"/>
                        </a:spcBef>
                        <a:buClr>
                          <a:schemeClr val="accent1"/>
                        </a:buClr>
                        <a:buSzPct val="50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9p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r>
                        <a:rPr kumimoji="0" lang="en-US" altLang="zh-CN" sz="2400" b="1" i="1" u="none" strike="noStrike" cap="none" normalizeH="0" baseline="0">
                          <a:ln>
                            <a:noFill/>
                          </a:ln>
                          <a:solidFill>
                            <a:schemeClr val="tx1"/>
                          </a:solidFill>
                          <a:effectLst/>
                          <a:latin typeface="Times New Roman" panose="02020603050405020304" pitchFamily="18" charset="0"/>
                          <a:ea typeface="黑体" panose="02010609060101010101" pitchFamily="49" charset="-122"/>
                        </a:rPr>
                        <a:t>F</a:t>
                      </a:r>
                      <a:r>
                        <a:rPr kumimoji="0" lang="en-US" altLang="zh-CN" sz="2400" b="1" i="0" u="none" strike="noStrike" cap="none" normalizeH="0" baseline="0">
                          <a:ln>
                            <a:noFill/>
                          </a:ln>
                          <a:solidFill>
                            <a:schemeClr val="tx1"/>
                          </a:solidFill>
                          <a:effectLst/>
                          <a:latin typeface="Times New Roman" panose="02020603050405020304" pitchFamily="18" charset="0"/>
                          <a:ea typeface="黑体" panose="02010609060101010101" pitchFamily="49" charset="-122"/>
                          <a:sym typeface="Symbol" panose="05050102010706020507" pitchFamily="18" charset="2"/>
                        </a:rPr>
                        <a:t>(</a:t>
                      </a:r>
                      <a:r>
                        <a:rPr kumimoji="0" lang="en-US" altLang="zh-CN" sz="2400" b="1" i="1" u="none" strike="noStrike" cap="none" normalizeH="0" baseline="0">
                          <a:ln>
                            <a:noFill/>
                          </a:ln>
                          <a:solidFill>
                            <a:schemeClr val="tx1"/>
                          </a:solidFill>
                          <a:effectLst/>
                          <a:latin typeface="Times New Roman" panose="02020603050405020304" pitchFamily="18" charset="0"/>
                          <a:ea typeface="黑体" panose="02010609060101010101" pitchFamily="49" charset="-122"/>
                          <a:sym typeface="Symbol" panose="05050102010706020507" pitchFamily="18" charset="2"/>
                        </a:rPr>
                        <a:t>E</a:t>
                      </a:r>
                      <a:r>
                        <a:rPr kumimoji="0" lang="en-US" altLang="zh-CN" sz="2400" b="1" i="0" u="none" strike="noStrike" cap="none" normalizeH="0" baseline="0">
                          <a:ln>
                            <a:noFill/>
                          </a:ln>
                          <a:solidFill>
                            <a:schemeClr val="tx1"/>
                          </a:solidFill>
                          <a:effectLst/>
                          <a:latin typeface="Times New Roman" panose="02020603050405020304" pitchFamily="18" charset="0"/>
                          <a:ea typeface="黑体" panose="02010609060101010101" pitchFamily="49" charset="-122"/>
                          <a:sym typeface="Symbol" panose="05050102010706020507" pitchFamily="18" charset="2"/>
                        </a:rPr>
                        <a:t>)</a:t>
                      </a:r>
                    </a:p>
                  </a:txBody>
                  <a:tcPr marL="54000" marR="54000" marT="28800" marB="2880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lgn="l">
                        <a:spcBef>
                          <a:spcPct val="20000"/>
                        </a:spcBef>
                        <a:buClr>
                          <a:schemeClr val="folHlink"/>
                        </a:buClr>
                        <a:buSzPct val="60000"/>
                        <a:buFont typeface="Wingdings" panose="05000000000000000000" pitchFamily="2" charset="2"/>
                        <a:defRPr sz="2800">
                          <a:solidFill>
                            <a:schemeClr val="tx1"/>
                          </a:solidFill>
                          <a:latin typeface="Times New Roman" panose="02020603050405020304" pitchFamily="18" charset="0"/>
                          <a:ea typeface="黑体" panose="02010609060101010101" pitchFamily="49" charset="-122"/>
                        </a:defRPr>
                      </a:lvl1pPr>
                      <a:lvl2pPr marL="742950" indent="-285750" algn="l">
                        <a:spcBef>
                          <a:spcPct val="20000"/>
                        </a:spcBef>
                        <a:buClr>
                          <a:schemeClr val="hlink"/>
                        </a:buClr>
                        <a:buSzPct val="55000"/>
                        <a:buFont typeface="Wingdings" panose="05000000000000000000" pitchFamily="2" charset="2"/>
                        <a:defRPr sz="2400">
                          <a:solidFill>
                            <a:schemeClr val="tx1"/>
                          </a:solidFill>
                          <a:latin typeface="Times New Roman" panose="02020603050405020304" pitchFamily="18" charset="0"/>
                          <a:ea typeface="黑体" panose="02010609060101010101" pitchFamily="49" charset="-122"/>
                        </a:defRPr>
                      </a:lvl2pPr>
                      <a:lvl3pPr marL="1143000" indent="-228600" algn="l">
                        <a:spcBef>
                          <a:spcPct val="20000"/>
                        </a:spcBef>
                        <a:buClr>
                          <a:schemeClr val="folHlink"/>
                        </a:buClr>
                        <a:buSzPct val="50000"/>
                        <a:buFont typeface="Wingdings" panose="05000000000000000000" pitchFamily="2" charset="2"/>
                        <a:defRPr sz="2000">
                          <a:solidFill>
                            <a:schemeClr val="tx1"/>
                          </a:solidFill>
                          <a:latin typeface="Times New Roman" panose="02020603050405020304" pitchFamily="18" charset="0"/>
                          <a:ea typeface="黑体" panose="02010609060101010101" pitchFamily="49" charset="-122"/>
                        </a:defRPr>
                      </a:lvl3pPr>
                      <a:lvl4pPr marL="1600200" indent="-228600" algn="l">
                        <a:spcBef>
                          <a:spcPct val="20000"/>
                        </a:spcBef>
                        <a:buClr>
                          <a:schemeClr val="accent2"/>
                        </a:buClr>
                        <a:buSzPct val="55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4pPr>
                      <a:lvl5pPr marL="2057400" indent="-228600" algn="l">
                        <a:spcBef>
                          <a:spcPct val="20000"/>
                        </a:spcBef>
                        <a:buClr>
                          <a:schemeClr val="accent1"/>
                        </a:buClr>
                        <a:buSzPct val="50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9p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endParaRPr kumimoji="0" lang="zh-CN" altLang="zh-CN" sz="2400" b="0" i="0" u="none" strike="noStrike" cap="none" normalizeH="0" baseline="0">
                        <a:ln>
                          <a:noFill/>
                        </a:ln>
                        <a:solidFill>
                          <a:schemeClr val="tx1"/>
                        </a:solidFill>
                        <a:effectLst/>
                        <a:latin typeface="Times New Roman" panose="02020603050405020304" pitchFamily="18" charset="0"/>
                        <a:ea typeface="黑体" panose="02010609060101010101" pitchFamily="49" charset="-122"/>
                      </a:endParaRPr>
                    </a:p>
                  </a:txBody>
                  <a:tcPr marL="54000" marR="54000" marT="28800" marB="2880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lgn="l">
                        <a:spcBef>
                          <a:spcPct val="20000"/>
                        </a:spcBef>
                        <a:buClr>
                          <a:schemeClr val="folHlink"/>
                        </a:buClr>
                        <a:buSzPct val="60000"/>
                        <a:buFont typeface="Wingdings" panose="05000000000000000000" pitchFamily="2" charset="2"/>
                        <a:defRPr sz="2800">
                          <a:solidFill>
                            <a:schemeClr val="tx1"/>
                          </a:solidFill>
                          <a:latin typeface="Times New Roman" panose="02020603050405020304" pitchFamily="18" charset="0"/>
                          <a:ea typeface="黑体" panose="02010609060101010101" pitchFamily="49" charset="-122"/>
                        </a:defRPr>
                      </a:lvl1pPr>
                      <a:lvl2pPr marL="742950" indent="-285750" algn="l">
                        <a:spcBef>
                          <a:spcPct val="20000"/>
                        </a:spcBef>
                        <a:buClr>
                          <a:schemeClr val="hlink"/>
                        </a:buClr>
                        <a:buSzPct val="55000"/>
                        <a:buFont typeface="Wingdings" panose="05000000000000000000" pitchFamily="2" charset="2"/>
                        <a:defRPr sz="2400">
                          <a:solidFill>
                            <a:schemeClr val="tx1"/>
                          </a:solidFill>
                          <a:latin typeface="Times New Roman" panose="02020603050405020304" pitchFamily="18" charset="0"/>
                          <a:ea typeface="黑体" panose="02010609060101010101" pitchFamily="49" charset="-122"/>
                        </a:defRPr>
                      </a:lvl2pPr>
                      <a:lvl3pPr marL="1143000" indent="-228600" algn="l">
                        <a:spcBef>
                          <a:spcPct val="20000"/>
                        </a:spcBef>
                        <a:buClr>
                          <a:schemeClr val="folHlink"/>
                        </a:buClr>
                        <a:buSzPct val="50000"/>
                        <a:buFont typeface="Wingdings" panose="05000000000000000000" pitchFamily="2" charset="2"/>
                        <a:defRPr sz="2000">
                          <a:solidFill>
                            <a:schemeClr val="tx1"/>
                          </a:solidFill>
                          <a:latin typeface="Times New Roman" panose="02020603050405020304" pitchFamily="18" charset="0"/>
                          <a:ea typeface="黑体" panose="02010609060101010101" pitchFamily="49" charset="-122"/>
                        </a:defRPr>
                      </a:lvl3pPr>
                      <a:lvl4pPr marL="1600200" indent="-228600" algn="l">
                        <a:spcBef>
                          <a:spcPct val="20000"/>
                        </a:spcBef>
                        <a:buClr>
                          <a:schemeClr val="accent2"/>
                        </a:buClr>
                        <a:buSzPct val="55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4pPr>
                      <a:lvl5pPr marL="2057400" indent="-228600" algn="l">
                        <a:spcBef>
                          <a:spcPct val="20000"/>
                        </a:spcBef>
                        <a:buClr>
                          <a:schemeClr val="accent1"/>
                        </a:buClr>
                        <a:buSzPct val="50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9p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endParaRPr kumimoji="0" lang="zh-CN" altLang="zh-CN" sz="2400" b="0" i="0" u="none" strike="noStrike" cap="none" normalizeH="0" baseline="0" dirty="0">
                        <a:ln>
                          <a:noFill/>
                        </a:ln>
                        <a:solidFill>
                          <a:schemeClr val="tx1"/>
                        </a:solidFill>
                        <a:effectLst/>
                        <a:latin typeface="Times New Roman" panose="02020603050405020304" pitchFamily="18" charset="0"/>
                        <a:ea typeface="黑体" panose="02010609060101010101" pitchFamily="49" charset="-122"/>
                      </a:endParaRPr>
                    </a:p>
                  </a:txBody>
                  <a:tcPr marL="54000" marR="54000" marT="28800" marB="28800" anchor="ct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6"/>
                  </a:ext>
                </a:extLst>
              </a:tr>
            </a:tbl>
          </a:graphicData>
        </a:graphic>
      </p:graphicFrame>
      <p:sp>
        <p:nvSpPr>
          <p:cNvPr id="2" name="日期占位符 1">
            <a:extLst>
              <a:ext uri="{FF2B5EF4-FFF2-40B4-BE49-F238E27FC236}">
                <a16:creationId xmlns:a16="http://schemas.microsoft.com/office/drawing/2014/main" id="{DA7F8244-0FBC-EB2A-F995-EE9E90854A59}"/>
              </a:ext>
            </a:extLst>
          </p:cNvPr>
          <p:cNvSpPr>
            <a:spLocks noGrp="1"/>
          </p:cNvSpPr>
          <p:nvPr>
            <p:ph type="dt" sz="half" idx="10"/>
          </p:nvPr>
        </p:nvSpPr>
        <p:spPr/>
        <p:txBody>
          <a:bodyPr/>
          <a:lstStyle/>
          <a:p>
            <a:fld id="{65B68181-8A40-4816-8A11-70018C51F809}" type="datetime2">
              <a:rPr lang="zh-CN" altLang="en-US" smtClean="0"/>
              <a:pPr/>
              <a:t>2025年11月26日</a:t>
            </a:fld>
            <a:endParaRPr lang="zh-CN" altLang="en-US"/>
          </a:p>
        </p:txBody>
      </p:sp>
      <p:sp>
        <p:nvSpPr>
          <p:cNvPr id="3" name="页脚占位符 2">
            <a:extLst>
              <a:ext uri="{FF2B5EF4-FFF2-40B4-BE49-F238E27FC236}">
                <a16:creationId xmlns:a16="http://schemas.microsoft.com/office/drawing/2014/main" id="{90A73765-A02D-AEE3-B25A-582FB1ABAA54}"/>
              </a:ext>
            </a:extLst>
          </p:cNvPr>
          <p:cNvSpPr>
            <a:spLocks noGrp="1"/>
          </p:cNvSpPr>
          <p:nvPr>
            <p:ph type="ftr" sz="quarter" idx="11"/>
          </p:nvPr>
        </p:nvSpPr>
        <p:spPr/>
        <p:txBody>
          <a:bodyPr/>
          <a:lstStyle/>
          <a:p>
            <a:r>
              <a:rPr lang="zh-CN" altLang="en-US"/>
              <a:t>编译原理</a:t>
            </a:r>
            <a:r>
              <a:rPr lang="en-US" altLang="zh-CN"/>
              <a:t>-</a:t>
            </a:r>
            <a:r>
              <a:rPr lang="zh-CN" altLang="en-US"/>
              <a:t>王欣捷</a:t>
            </a:r>
            <a:r>
              <a:rPr lang="en-US" altLang="zh-CN"/>
              <a:t>-</a:t>
            </a:r>
            <a:r>
              <a:rPr lang="zh-CN" altLang="en-US"/>
              <a:t>第三章 语法分析</a:t>
            </a:r>
            <a:r>
              <a:rPr lang="en-US" altLang="zh-CN"/>
              <a:t>(4)</a:t>
            </a:r>
            <a:endParaRPr lang="zh-CN" altLang="en-US"/>
          </a:p>
        </p:txBody>
      </p:sp>
      <p:sp>
        <p:nvSpPr>
          <p:cNvPr id="5" name="灯片编号占位符 4">
            <a:extLst>
              <a:ext uri="{FF2B5EF4-FFF2-40B4-BE49-F238E27FC236}">
                <a16:creationId xmlns:a16="http://schemas.microsoft.com/office/drawing/2014/main" id="{70A48193-910F-6210-C2F7-B20ED833DAC2}"/>
              </a:ext>
            </a:extLst>
          </p:cNvPr>
          <p:cNvSpPr>
            <a:spLocks noGrp="1"/>
          </p:cNvSpPr>
          <p:nvPr>
            <p:ph type="sldNum" sz="quarter" idx="12"/>
          </p:nvPr>
        </p:nvSpPr>
        <p:spPr/>
        <p:txBody>
          <a:bodyPr/>
          <a:lstStyle/>
          <a:p>
            <a:fld id="{094DEB03-EFC6-4C20-8FC8-295189A5386F}" type="slidenum">
              <a:rPr lang="zh-CN" altLang="en-US" smtClean="0"/>
              <a:pPr/>
              <a:t>86</a:t>
            </a:fld>
            <a:endParaRPr lang="zh-CN" altLang="en-US"/>
          </a:p>
        </p:txBody>
      </p:sp>
    </p:spTree>
  </p:cSld>
  <p:clrMapOvr>
    <a:masterClrMapping/>
  </p:clrMapOvr>
</p:sld>
</file>

<file path=ppt/slides/slide8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5234" name="Rectangle 2">
            <a:extLst>
              <a:ext uri="{FF2B5EF4-FFF2-40B4-BE49-F238E27FC236}">
                <a16:creationId xmlns:a16="http://schemas.microsoft.com/office/drawing/2014/main" id="{BEEBC6C4-D4E9-48CF-9637-42D2E5197221}"/>
              </a:ext>
            </a:extLst>
          </p:cNvPr>
          <p:cNvSpPr>
            <a:spLocks noGrp="1" noChangeArrowheads="1"/>
          </p:cNvSpPr>
          <p:nvPr>
            <p:ph type="title"/>
          </p:nvPr>
        </p:nvSpPr>
        <p:spPr/>
        <p:txBody>
          <a:bodyPr/>
          <a:lstStyle/>
          <a:p>
            <a:r>
              <a:rPr lang="en-US" altLang="zh-CN"/>
              <a:t>3.3.6 </a:t>
            </a:r>
            <a:r>
              <a:rPr lang="zh-CN" altLang="en-US"/>
              <a:t>预测分析的错误恢复</a:t>
            </a:r>
          </a:p>
        </p:txBody>
      </p:sp>
      <p:sp>
        <p:nvSpPr>
          <p:cNvPr id="6" name="内容占位符 5">
            <a:extLst>
              <a:ext uri="{FF2B5EF4-FFF2-40B4-BE49-F238E27FC236}">
                <a16:creationId xmlns:a16="http://schemas.microsoft.com/office/drawing/2014/main" id="{4CF1D9B9-887A-4F7B-A2B3-43CC5193FC56}"/>
              </a:ext>
            </a:extLst>
          </p:cNvPr>
          <p:cNvSpPr>
            <a:spLocks noGrp="1"/>
          </p:cNvSpPr>
          <p:nvPr>
            <p:ph idx="1"/>
          </p:nvPr>
        </p:nvSpPr>
        <p:spPr/>
        <p:txBody>
          <a:bodyPr/>
          <a:lstStyle/>
          <a:p>
            <a:r>
              <a:rPr lang="en-US" altLang="zh-CN" sz="3200" b="1">
                <a:solidFill>
                  <a:schemeClr val="accent2"/>
                </a:solidFill>
                <a:ea typeface="宋体" panose="02010600030101010101" pitchFamily="2" charset="-122"/>
              </a:rPr>
              <a:t>FOLLOW(</a:t>
            </a:r>
            <a:r>
              <a:rPr lang="en-US" altLang="zh-CN" sz="3200" b="1" i="1">
                <a:solidFill>
                  <a:schemeClr val="accent2"/>
                </a:solidFill>
                <a:ea typeface="宋体" panose="02010600030101010101" pitchFamily="2" charset="-122"/>
              </a:rPr>
              <a:t>T </a:t>
            </a:r>
            <a:r>
              <a:rPr lang="en-US" altLang="zh-CN" sz="3200" b="1">
                <a:solidFill>
                  <a:schemeClr val="accent2"/>
                </a:solidFill>
                <a:ea typeface="宋体" panose="02010600030101010101" pitchFamily="2" charset="-122"/>
              </a:rPr>
              <a:t>) { +, ), $}</a:t>
            </a:r>
          </a:p>
        </p:txBody>
      </p:sp>
      <p:graphicFrame>
        <p:nvGraphicFramePr>
          <p:cNvPr id="10" name="Group 3">
            <a:extLst>
              <a:ext uri="{FF2B5EF4-FFF2-40B4-BE49-F238E27FC236}">
                <a16:creationId xmlns:a16="http://schemas.microsoft.com/office/drawing/2014/main" id="{563DA12C-A200-4666-B21C-18ACCD0A0856}"/>
              </a:ext>
            </a:extLst>
          </p:cNvPr>
          <p:cNvGraphicFramePr>
            <a:graphicFrameLocks/>
          </p:cNvGraphicFramePr>
          <p:nvPr>
            <p:extLst>
              <p:ext uri="{D42A27DB-BD31-4B8C-83A1-F6EECF244321}">
                <p14:modId xmlns:p14="http://schemas.microsoft.com/office/powerpoint/2010/main" val="3023060716"/>
              </p:ext>
            </p:extLst>
          </p:nvPr>
        </p:nvGraphicFramePr>
        <p:xfrm>
          <a:off x="208756" y="2160000"/>
          <a:ext cx="8726488" cy="4114803"/>
        </p:xfrm>
        <a:graphic>
          <a:graphicData uri="http://schemas.openxmlformats.org/drawingml/2006/table">
            <a:tbl>
              <a:tblPr/>
              <a:tblGrid>
                <a:gridCol w="1066800">
                  <a:extLst>
                    <a:ext uri="{9D8B030D-6E8A-4147-A177-3AD203B41FA5}">
                      <a16:colId xmlns:a16="http://schemas.microsoft.com/office/drawing/2014/main" val="20000"/>
                    </a:ext>
                  </a:extLst>
                </a:gridCol>
                <a:gridCol w="1295400">
                  <a:extLst>
                    <a:ext uri="{9D8B030D-6E8A-4147-A177-3AD203B41FA5}">
                      <a16:colId xmlns:a16="http://schemas.microsoft.com/office/drawing/2014/main" val="20001"/>
                    </a:ext>
                  </a:extLst>
                </a:gridCol>
                <a:gridCol w="1379538">
                  <a:extLst>
                    <a:ext uri="{9D8B030D-6E8A-4147-A177-3AD203B41FA5}">
                      <a16:colId xmlns:a16="http://schemas.microsoft.com/office/drawing/2014/main" val="20002"/>
                    </a:ext>
                  </a:extLst>
                </a:gridCol>
                <a:gridCol w="1516062">
                  <a:extLst>
                    <a:ext uri="{9D8B030D-6E8A-4147-A177-3AD203B41FA5}">
                      <a16:colId xmlns:a16="http://schemas.microsoft.com/office/drawing/2014/main" val="20003"/>
                    </a:ext>
                  </a:extLst>
                </a:gridCol>
                <a:gridCol w="1143000">
                  <a:extLst>
                    <a:ext uri="{9D8B030D-6E8A-4147-A177-3AD203B41FA5}">
                      <a16:colId xmlns:a16="http://schemas.microsoft.com/office/drawing/2014/main" val="20004"/>
                    </a:ext>
                  </a:extLst>
                </a:gridCol>
                <a:gridCol w="1219200">
                  <a:extLst>
                    <a:ext uri="{9D8B030D-6E8A-4147-A177-3AD203B41FA5}">
                      <a16:colId xmlns:a16="http://schemas.microsoft.com/office/drawing/2014/main" val="20005"/>
                    </a:ext>
                  </a:extLst>
                </a:gridCol>
                <a:gridCol w="1106488">
                  <a:extLst>
                    <a:ext uri="{9D8B030D-6E8A-4147-A177-3AD203B41FA5}">
                      <a16:colId xmlns:a16="http://schemas.microsoft.com/office/drawing/2014/main" val="20006"/>
                    </a:ext>
                  </a:extLst>
                </a:gridCol>
              </a:tblGrid>
              <a:tr h="588963">
                <a:tc rowSpan="2">
                  <a:txBody>
                    <a:bodyPr/>
                    <a:lstStyle>
                      <a:lvl1pPr algn="l">
                        <a:spcBef>
                          <a:spcPct val="20000"/>
                        </a:spcBef>
                        <a:buClr>
                          <a:schemeClr val="folHlink"/>
                        </a:buClr>
                        <a:buSzPct val="60000"/>
                        <a:buFont typeface="Wingdings" panose="05000000000000000000" pitchFamily="2" charset="2"/>
                        <a:defRPr sz="2800">
                          <a:solidFill>
                            <a:schemeClr val="tx1"/>
                          </a:solidFill>
                          <a:latin typeface="Times New Roman" panose="02020603050405020304" pitchFamily="18" charset="0"/>
                          <a:ea typeface="黑体" panose="02010609060101010101" pitchFamily="49" charset="-122"/>
                        </a:defRPr>
                      </a:lvl1pPr>
                      <a:lvl2pPr marL="742950" indent="-285750" algn="l">
                        <a:spcBef>
                          <a:spcPct val="20000"/>
                        </a:spcBef>
                        <a:buClr>
                          <a:schemeClr val="hlink"/>
                        </a:buClr>
                        <a:buSzPct val="55000"/>
                        <a:buFont typeface="Wingdings" panose="05000000000000000000" pitchFamily="2" charset="2"/>
                        <a:defRPr sz="2400">
                          <a:solidFill>
                            <a:schemeClr val="tx1"/>
                          </a:solidFill>
                          <a:latin typeface="Times New Roman" panose="02020603050405020304" pitchFamily="18" charset="0"/>
                          <a:ea typeface="黑体" panose="02010609060101010101" pitchFamily="49" charset="-122"/>
                        </a:defRPr>
                      </a:lvl2pPr>
                      <a:lvl3pPr marL="1143000" indent="-228600" algn="l">
                        <a:spcBef>
                          <a:spcPct val="20000"/>
                        </a:spcBef>
                        <a:buClr>
                          <a:schemeClr val="folHlink"/>
                        </a:buClr>
                        <a:buSzPct val="50000"/>
                        <a:buFont typeface="Wingdings" panose="05000000000000000000" pitchFamily="2" charset="2"/>
                        <a:defRPr sz="2000">
                          <a:solidFill>
                            <a:schemeClr val="tx1"/>
                          </a:solidFill>
                          <a:latin typeface="Times New Roman" panose="02020603050405020304" pitchFamily="18" charset="0"/>
                          <a:ea typeface="黑体" panose="02010609060101010101" pitchFamily="49" charset="-122"/>
                        </a:defRPr>
                      </a:lvl3pPr>
                      <a:lvl4pPr marL="1600200" indent="-228600" algn="l">
                        <a:spcBef>
                          <a:spcPct val="20000"/>
                        </a:spcBef>
                        <a:buClr>
                          <a:schemeClr val="accent2"/>
                        </a:buClr>
                        <a:buSzPct val="55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4pPr>
                      <a:lvl5pPr marL="2057400" indent="-228600" algn="l">
                        <a:spcBef>
                          <a:spcPct val="20000"/>
                        </a:spcBef>
                        <a:buClr>
                          <a:schemeClr val="accent1"/>
                        </a:buClr>
                        <a:buSzPct val="50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9p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r>
                        <a:rPr kumimoji="0" lang="zh-CN" altLang="en-US" sz="2400" b="0" i="0" u="none" strike="noStrike" cap="none" normalizeH="0" baseline="0">
                          <a:ln>
                            <a:noFill/>
                          </a:ln>
                          <a:solidFill>
                            <a:schemeClr val="tx1"/>
                          </a:solidFill>
                          <a:effectLst/>
                          <a:latin typeface="Times New Roman" panose="02020603050405020304" pitchFamily="18" charset="0"/>
                          <a:ea typeface="黑体" panose="02010609060101010101" pitchFamily="49" charset="-122"/>
                        </a:rPr>
                        <a:t>非 终结 符</a:t>
                      </a:r>
                    </a:p>
                  </a:txBody>
                  <a:tcPr marL="54000" marR="54000" marT="28800" marB="28800" anchor="ct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gridSpan="6">
                  <a:txBody>
                    <a:bodyPr/>
                    <a:lstStyle>
                      <a:lvl1pPr algn="l">
                        <a:spcBef>
                          <a:spcPct val="20000"/>
                        </a:spcBef>
                        <a:buClr>
                          <a:schemeClr val="folHlink"/>
                        </a:buClr>
                        <a:buSzPct val="60000"/>
                        <a:buFont typeface="Wingdings" panose="05000000000000000000" pitchFamily="2" charset="2"/>
                        <a:defRPr sz="2800">
                          <a:solidFill>
                            <a:schemeClr val="tx1"/>
                          </a:solidFill>
                          <a:latin typeface="Times New Roman" panose="02020603050405020304" pitchFamily="18" charset="0"/>
                          <a:ea typeface="黑体" panose="02010609060101010101" pitchFamily="49" charset="-122"/>
                        </a:defRPr>
                      </a:lvl1pPr>
                      <a:lvl2pPr marL="742950" indent="-285750" algn="l">
                        <a:spcBef>
                          <a:spcPct val="20000"/>
                        </a:spcBef>
                        <a:buClr>
                          <a:schemeClr val="hlink"/>
                        </a:buClr>
                        <a:buSzPct val="55000"/>
                        <a:buFont typeface="Wingdings" panose="05000000000000000000" pitchFamily="2" charset="2"/>
                        <a:defRPr sz="2400">
                          <a:solidFill>
                            <a:schemeClr val="tx1"/>
                          </a:solidFill>
                          <a:latin typeface="Times New Roman" panose="02020603050405020304" pitchFamily="18" charset="0"/>
                          <a:ea typeface="黑体" panose="02010609060101010101" pitchFamily="49" charset="-122"/>
                        </a:defRPr>
                      </a:lvl2pPr>
                      <a:lvl3pPr marL="1143000" indent="-228600" algn="l">
                        <a:spcBef>
                          <a:spcPct val="20000"/>
                        </a:spcBef>
                        <a:buClr>
                          <a:schemeClr val="folHlink"/>
                        </a:buClr>
                        <a:buSzPct val="50000"/>
                        <a:buFont typeface="Wingdings" panose="05000000000000000000" pitchFamily="2" charset="2"/>
                        <a:defRPr sz="2000">
                          <a:solidFill>
                            <a:schemeClr val="tx1"/>
                          </a:solidFill>
                          <a:latin typeface="Times New Roman" panose="02020603050405020304" pitchFamily="18" charset="0"/>
                          <a:ea typeface="黑体" panose="02010609060101010101" pitchFamily="49" charset="-122"/>
                        </a:defRPr>
                      </a:lvl3pPr>
                      <a:lvl4pPr marL="1600200" indent="-228600" algn="l">
                        <a:spcBef>
                          <a:spcPct val="20000"/>
                        </a:spcBef>
                        <a:buClr>
                          <a:schemeClr val="accent2"/>
                        </a:buClr>
                        <a:buSzPct val="55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4pPr>
                      <a:lvl5pPr marL="2057400" indent="-228600" algn="l">
                        <a:spcBef>
                          <a:spcPct val="20000"/>
                        </a:spcBef>
                        <a:buClr>
                          <a:schemeClr val="accent1"/>
                        </a:buClr>
                        <a:buSzPct val="50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9p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r>
                        <a:rPr kumimoji="0" lang="zh-CN" altLang="en-US" sz="2400" b="0" i="0" u="none" strike="noStrike" cap="none" normalizeH="0" baseline="0">
                          <a:ln>
                            <a:noFill/>
                          </a:ln>
                          <a:solidFill>
                            <a:schemeClr val="tx1"/>
                          </a:solidFill>
                          <a:effectLst/>
                          <a:latin typeface="Times New Roman" panose="02020603050405020304" pitchFamily="18" charset="0"/>
                          <a:ea typeface="黑体" panose="02010609060101010101" pitchFamily="49" charset="-122"/>
                        </a:rPr>
                        <a:t>输 入 符 号</a:t>
                      </a:r>
                    </a:p>
                  </a:txBody>
                  <a:tcPr marL="54000" marR="54000" marT="28800" marB="28800" anchor="ct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extLst>
                  <a:ext uri="{0D108BD9-81ED-4DB2-BD59-A6C34878D82A}">
                    <a16:rowId xmlns:a16="http://schemas.microsoft.com/office/drawing/2014/main" val="10000"/>
                  </a:ext>
                </a:extLst>
              </a:tr>
              <a:tr h="585788">
                <a:tc vMerge="1">
                  <a:txBody>
                    <a:bodyPr/>
                    <a:lstStyle/>
                    <a:p>
                      <a:endParaRPr lang="zh-CN" altLang="en-US"/>
                    </a:p>
                  </a:txBody>
                  <a:tcPr/>
                </a:tc>
                <a:tc>
                  <a:txBody>
                    <a:bodyPr/>
                    <a:lstStyle>
                      <a:lvl1pPr algn="l">
                        <a:spcBef>
                          <a:spcPct val="20000"/>
                        </a:spcBef>
                        <a:buClr>
                          <a:schemeClr val="folHlink"/>
                        </a:buClr>
                        <a:buSzPct val="60000"/>
                        <a:buFont typeface="Wingdings" panose="05000000000000000000" pitchFamily="2" charset="2"/>
                        <a:defRPr sz="2800">
                          <a:solidFill>
                            <a:schemeClr val="tx1"/>
                          </a:solidFill>
                          <a:latin typeface="Times New Roman" panose="02020603050405020304" pitchFamily="18" charset="0"/>
                          <a:ea typeface="黑体" panose="02010609060101010101" pitchFamily="49" charset="-122"/>
                        </a:defRPr>
                      </a:lvl1pPr>
                      <a:lvl2pPr marL="742950" indent="-285750" algn="l">
                        <a:spcBef>
                          <a:spcPct val="20000"/>
                        </a:spcBef>
                        <a:buClr>
                          <a:schemeClr val="hlink"/>
                        </a:buClr>
                        <a:buSzPct val="55000"/>
                        <a:buFont typeface="Wingdings" panose="05000000000000000000" pitchFamily="2" charset="2"/>
                        <a:defRPr sz="2400">
                          <a:solidFill>
                            <a:schemeClr val="tx1"/>
                          </a:solidFill>
                          <a:latin typeface="Times New Roman" panose="02020603050405020304" pitchFamily="18" charset="0"/>
                          <a:ea typeface="黑体" panose="02010609060101010101" pitchFamily="49" charset="-122"/>
                        </a:defRPr>
                      </a:lvl2pPr>
                      <a:lvl3pPr marL="1143000" indent="-228600" algn="l">
                        <a:spcBef>
                          <a:spcPct val="20000"/>
                        </a:spcBef>
                        <a:buClr>
                          <a:schemeClr val="folHlink"/>
                        </a:buClr>
                        <a:buSzPct val="50000"/>
                        <a:buFont typeface="Wingdings" panose="05000000000000000000" pitchFamily="2" charset="2"/>
                        <a:defRPr sz="2000">
                          <a:solidFill>
                            <a:schemeClr val="tx1"/>
                          </a:solidFill>
                          <a:latin typeface="Times New Roman" panose="02020603050405020304" pitchFamily="18" charset="0"/>
                          <a:ea typeface="黑体" panose="02010609060101010101" pitchFamily="49" charset="-122"/>
                        </a:defRPr>
                      </a:lvl3pPr>
                      <a:lvl4pPr marL="1600200" indent="-228600" algn="l">
                        <a:spcBef>
                          <a:spcPct val="20000"/>
                        </a:spcBef>
                        <a:buClr>
                          <a:schemeClr val="accent2"/>
                        </a:buClr>
                        <a:buSzPct val="55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4pPr>
                      <a:lvl5pPr marL="2057400" indent="-228600" algn="l">
                        <a:spcBef>
                          <a:spcPct val="20000"/>
                        </a:spcBef>
                        <a:buClr>
                          <a:schemeClr val="accent1"/>
                        </a:buClr>
                        <a:buSzPct val="50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9p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r>
                        <a:rPr kumimoji="0" lang="en-US" altLang="zh-CN" sz="2400" b="1" i="0" u="none" strike="noStrike" cap="none" normalizeH="0" baseline="0">
                          <a:ln>
                            <a:noFill/>
                          </a:ln>
                          <a:solidFill>
                            <a:schemeClr val="tx1"/>
                          </a:solidFill>
                          <a:effectLst/>
                          <a:latin typeface="Times New Roman" panose="02020603050405020304" pitchFamily="18" charset="0"/>
                          <a:ea typeface="黑体" panose="02010609060101010101" pitchFamily="49" charset="-122"/>
                        </a:rPr>
                        <a:t>id</a:t>
                      </a:r>
                    </a:p>
                  </a:txBody>
                  <a:tcPr marL="54000" marR="54000" marT="28800" marB="2880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lgn="l">
                        <a:spcBef>
                          <a:spcPct val="20000"/>
                        </a:spcBef>
                        <a:buClr>
                          <a:schemeClr val="folHlink"/>
                        </a:buClr>
                        <a:buSzPct val="60000"/>
                        <a:buFont typeface="Wingdings" panose="05000000000000000000" pitchFamily="2" charset="2"/>
                        <a:defRPr sz="2800">
                          <a:solidFill>
                            <a:schemeClr val="tx1"/>
                          </a:solidFill>
                          <a:latin typeface="Times New Roman" panose="02020603050405020304" pitchFamily="18" charset="0"/>
                          <a:ea typeface="黑体" panose="02010609060101010101" pitchFamily="49" charset="-122"/>
                        </a:defRPr>
                      </a:lvl1pPr>
                      <a:lvl2pPr marL="742950" indent="-285750" algn="l">
                        <a:spcBef>
                          <a:spcPct val="20000"/>
                        </a:spcBef>
                        <a:buClr>
                          <a:schemeClr val="hlink"/>
                        </a:buClr>
                        <a:buSzPct val="55000"/>
                        <a:buFont typeface="Wingdings" panose="05000000000000000000" pitchFamily="2" charset="2"/>
                        <a:defRPr sz="2400">
                          <a:solidFill>
                            <a:schemeClr val="tx1"/>
                          </a:solidFill>
                          <a:latin typeface="Times New Roman" panose="02020603050405020304" pitchFamily="18" charset="0"/>
                          <a:ea typeface="黑体" panose="02010609060101010101" pitchFamily="49" charset="-122"/>
                        </a:defRPr>
                      </a:lvl2pPr>
                      <a:lvl3pPr marL="1143000" indent="-228600" algn="l">
                        <a:spcBef>
                          <a:spcPct val="20000"/>
                        </a:spcBef>
                        <a:buClr>
                          <a:schemeClr val="folHlink"/>
                        </a:buClr>
                        <a:buSzPct val="50000"/>
                        <a:buFont typeface="Wingdings" panose="05000000000000000000" pitchFamily="2" charset="2"/>
                        <a:defRPr sz="2000">
                          <a:solidFill>
                            <a:schemeClr val="tx1"/>
                          </a:solidFill>
                          <a:latin typeface="Times New Roman" panose="02020603050405020304" pitchFamily="18" charset="0"/>
                          <a:ea typeface="黑体" panose="02010609060101010101" pitchFamily="49" charset="-122"/>
                        </a:defRPr>
                      </a:lvl3pPr>
                      <a:lvl4pPr marL="1600200" indent="-228600" algn="l">
                        <a:spcBef>
                          <a:spcPct val="20000"/>
                        </a:spcBef>
                        <a:buClr>
                          <a:schemeClr val="accent2"/>
                        </a:buClr>
                        <a:buSzPct val="55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4pPr>
                      <a:lvl5pPr marL="2057400" indent="-228600" algn="l">
                        <a:spcBef>
                          <a:spcPct val="20000"/>
                        </a:spcBef>
                        <a:buClr>
                          <a:schemeClr val="accent1"/>
                        </a:buClr>
                        <a:buSzPct val="50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9p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r>
                        <a:rPr kumimoji="0" lang="en-US" altLang="zh-CN" sz="2400" b="1" i="0" u="none" strike="noStrike" cap="none" normalizeH="0" baseline="0">
                          <a:ln>
                            <a:noFill/>
                          </a:ln>
                          <a:solidFill>
                            <a:schemeClr val="tx1"/>
                          </a:solidFill>
                          <a:effectLst/>
                          <a:latin typeface="Times New Roman" panose="02020603050405020304" pitchFamily="18" charset="0"/>
                          <a:ea typeface="黑体" panose="02010609060101010101" pitchFamily="49" charset="-122"/>
                        </a:rPr>
                        <a:t>+</a:t>
                      </a:r>
                    </a:p>
                  </a:txBody>
                  <a:tcPr marL="54000" marR="54000" marT="28800" marB="2880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lgn="l">
                        <a:spcBef>
                          <a:spcPct val="20000"/>
                        </a:spcBef>
                        <a:buClr>
                          <a:schemeClr val="folHlink"/>
                        </a:buClr>
                        <a:buSzPct val="60000"/>
                        <a:buFont typeface="Wingdings" panose="05000000000000000000" pitchFamily="2" charset="2"/>
                        <a:defRPr sz="2800">
                          <a:solidFill>
                            <a:schemeClr val="tx1"/>
                          </a:solidFill>
                          <a:latin typeface="Times New Roman" panose="02020603050405020304" pitchFamily="18" charset="0"/>
                          <a:ea typeface="黑体" panose="02010609060101010101" pitchFamily="49" charset="-122"/>
                        </a:defRPr>
                      </a:lvl1pPr>
                      <a:lvl2pPr marL="742950" indent="-285750" algn="l">
                        <a:spcBef>
                          <a:spcPct val="20000"/>
                        </a:spcBef>
                        <a:buClr>
                          <a:schemeClr val="hlink"/>
                        </a:buClr>
                        <a:buSzPct val="55000"/>
                        <a:buFont typeface="Wingdings" panose="05000000000000000000" pitchFamily="2" charset="2"/>
                        <a:defRPr sz="2400">
                          <a:solidFill>
                            <a:schemeClr val="tx1"/>
                          </a:solidFill>
                          <a:latin typeface="Times New Roman" panose="02020603050405020304" pitchFamily="18" charset="0"/>
                          <a:ea typeface="黑体" panose="02010609060101010101" pitchFamily="49" charset="-122"/>
                        </a:defRPr>
                      </a:lvl2pPr>
                      <a:lvl3pPr marL="1143000" indent="-228600" algn="l">
                        <a:spcBef>
                          <a:spcPct val="20000"/>
                        </a:spcBef>
                        <a:buClr>
                          <a:schemeClr val="folHlink"/>
                        </a:buClr>
                        <a:buSzPct val="50000"/>
                        <a:buFont typeface="Wingdings" panose="05000000000000000000" pitchFamily="2" charset="2"/>
                        <a:defRPr sz="2000">
                          <a:solidFill>
                            <a:schemeClr val="tx1"/>
                          </a:solidFill>
                          <a:latin typeface="Times New Roman" panose="02020603050405020304" pitchFamily="18" charset="0"/>
                          <a:ea typeface="黑体" panose="02010609060101010101" pitchFamily="49" charset="-122"/>
                        </a:defRPr>
                      </a:lvl3pPr>
                      <a:lvl4pPr marL="1600200" indent="-228600" algn="l">
                        <a:spcBef>
                          <a:spcPct val="20000"/>
                        </a:spcBef>
                        <a:buClr>
                          <a:schemeClr val="accent2"/>
                        </a:buClr>
                        <a:buSzPct val="55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4pPr>
                      <a:lvl5pPr marL="2057400" indent="-228600" algn="l">
                        <a:spcBef>
                          <a:spcPct val="20000"/>
                        </a:spcBef>
                        <a:buClr>
                          <a:schemeClr val="accent1"/>
                        </a:buClr>
                        <a:buSzPct val="50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9p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r>
                        <a:rPr kumimoji="0" lang="en-US" altLang="zh-CN" sz="2400" b="1" i="0" u="none" strike="noStrike" cap="none" normalizeH="0" baseline="0">
                          <a:ln>
                            <a:noFill/>
                          </a:ln>
                          <a:solidFill>
                            <a:schemeClr val="tx1"/>
                          </a:solidFill>
                          <a:effectLst/>
                          <a:latin typeface="Times New Roman" panose="02020603050405020304" pitchFamily="18" charset="0"/>
                          <a:ea typeface="黑体" panose="02010609060101010101" pitchFamily="49" charset="-122"/>
                        </a:rPr>
                        <a:t>*</a:t>
                      </a:r>
                    </a:p>
                  </a:txBody>
                  <a:tcPr marL="54000" marR="54000" marT="28800" marB="2880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lgn="l">
                        <a:spcBef>
                          <a:spcPct val="20000"/>
                        </a:spcBef>
                        <a:buClr>
                          <a:schemeClr val="folHlink"/>
                        </a:buClr>
                        <a:buSzPct val="60000"/>
                        <a:buFont typeface="Wingdings" panose="05000000000000000000" pitchFamily="2" charset="2"/>
                        <a:defRPr sz="2800">
                          <a:solidFill>
                            <a:schemeClr val="tx1"/>
                          </a:solidFill>
                          <a:latin typeface="Times New Roman" panose="02020603050405020304" pitchFamily="18" charset="0"/>
                          <a:ea typeface="黑体" panose="02010609060101010101" pitchFamily="49" charset="-122"/>
                        </a:defRPr>
                      </a:lvl1pPr>
                      <a:lvl2pPr marL="742950" indent="-285750" algn="l">
                        <a:spcBef>
                          <a:spcPct val="20000"/>
                        </a:spcBef>
                        <a:buClr>
                          <a:schemeClr val="hlink"/>
                        </a:buClr>
                        <a:buSzPct val="55000"/>
                        <a:buFont typeface="Wingdings" panose="05000000000000000000" pitchFamily="2" charset="2"/>
                        <a:defRPr sz="2400">
                          <a:solidFill>
                            <a:schemeClr val="tx1"/>
                          </a:solidFill>
                          <a:latin typeface="Times New Roman" panose="02020603050405020304" pitchFamily="18" charset="0"/>
                          <a:ea typeface="黑体" panose="02010609060101010101" pitchFamily="49" charset="-122"/>
                        </a:defRPr>
                      </a:lvl2pPr>
                      <a:lvl3pPr marL="1143000" indent="-228600" algn="l">
                        <a:spcBef>
                          <a:spcPct val="20000"/>
                        </a:spcBef>
                        <a:buClr>
                          <a:schemeClr val="folHlink"/>
                        </a:buClr>
                        <a:buSzPct val="50000"/>
                        <a:buFont typeface="Wingdings" panose="05000000000000000000" pitchFamily="2" charset="2"/>
                        <a:defRPr sz="2000">
                          <a:solidFill>
                            <a:schemeClr val="tx1"/>
                          </a:solidFill>
                          <a:latin typeface="Times New Roman" panose="02020603050405020304" pitchFamily="18" charset="0"/>
                          <a:ea typeface="黑体" panose="02010609060101010101" pitchFamily="49" charset="-122"/>
                        </a:defRPr>
                      </a:lvl3pPr>
                      <a:lvl4pPr marL="1600200" indent="-228600" algn="l">
                        <a:spcBef>
                          <a:spcPct val="20000"/>
                        </a:spcBef>
                        <a:buClr>
                          <a:schemeClr val="accent2"/>
                        </a:buClr>
                        <a:buSzPct val="55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4pPr>
                      <a:lvl5pPr marL="2057400" indent="-228600" algn="l">
                        <a:spcBef>
                          <a:spcPct val="20000"/>
                        </a:spcBef>
                        <a:buClr>
                          <a:schemeClr val="accent1"/>
                        </a:buClr>
                        <a:buSzPct val="50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9p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r>
                        <a:rPr kumimoji="0" lang="en-US" altLang="zh-CN" sz="2400" b="1" i="0" u="none" strike="noStrike" cap="none" normalizeH="0" baseline="0">
                          <a:ln>
                            <a:noFill/>
                          </a:ln>
                          <a:solidFill>
                            <a:schemeClr val="tx1"/>
                          </a:solidFill>
                          <a:effectLst/>
                          <a:latin typeface="Times New Roman" panose="02020603050405020304" pitchFamily="18" charset="0"/>
                          <a:ea typeface="黑体" panose="02010609060101010101" pitchFamily="49" charset="-122"/>
                        </a:rPr>
                        <a:t>(</a:t>
                      </a:r>
                    </a:p>
                  </a:txBody>
                  <a:tcPr marL="54000" marR="54000" marT="28800" marB="2880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lgn="l">
                        <a:spcBef>
                          <a:spcPct val="20000"/>
                        </a:spcBef>
                        <a:buClr>
                          <a:schemeClr val="folHlink"/>
                        </a:buClr>
                        <a:buSzPct val="60000"/>
                        <a:buFont typeface="Wingdings" panose="05000000000000000000" pitchFamily="2" charset="2"/>
                        <a:defRPr sz="2800">
                          <a:solidFill>
                            <a:schemeClr val="tx1"/>
                          </a:solidFill>
                          <a:latin typeface="Times New Roman" panose="02020603050405020304" pitchFamily="18" charset="0"/>
                          <a:ea typeface="黑体" panose="02010609060101010101" pitchFamily="49" charset="-122"/>
                        </a:defRPr>
                      </a:lvl1pPr>
                      <a:lvl2pPr marL="742950" indent="-285750" algn="l">
                        <a:spcBef>
                          <a:spcPct val="20000"/>
                        </a:spcBef>
                        <a:buClr>
                          <a:schemeClr val="hlink"/>
                        </a:buClr>
                        <a:buSzPct val="55000"/>
                        <a:buFont typeface="Wingdings" panose="05000000000000000000" pitchFamily="2" charset="2"/>
                        <a:defRPr sz="2400">
                          <a:solidFill>
                            <a:schemeClr val="tx1"/>
                          </a:solidFill>
                          <a:latin typeface="Times New Roman" panose="02020603050405020304" pitchFamily="18" charset="0"/>
                          <a:ea typeface="黑体" panose="02010609060101010101" pitchFamily="49" charset="-122"/>
                        </a:defRPr>
                      </a:lvl2pPr>
                      <a:lvl3pPr marL="1143000" indent="-228600" algn="l">
                        <a:spcBef>
                          <a:spcPct val="20000"/>
                        </a:spcBef>
                        <a:buClr>
                          <a:schemeClr val="folHlink"/>
                        </a:buClr>
                        <a:buSzPct val="50000"/>
                        <a:buFont typeface="Wingdings" panose="05000000000000000000" pitchFamily="2" charset="2"/>
                        <a:defRPr sz="2000">
                          <a:solidFill>
                            <a:schemeClr val="tx1"/>
                          </a:solidFill>
                          <a:latin typeface="Times New Roman" panose="02020603050405020304" pitchFamily="18" charset="0"/>
                          <a:ea typeface="黑体" panose="02010609060101010101" pitchFamily="49" charset="-122"/>
                        </a:defRPr>
                      </a:lvl3pPr>
                      <a:lvl4pPr marL="1600200" indent="-228600" algn="l">
                        <a:spcBef>
                          <a:spcPct val="20000"/>
                        </a:spcBef>
                        <a:buClr>
                          <a:schemeClr val="accent2"/>
                        </a:buClr>
                        <a:buSzPct val="55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4pPr>
                      <a:lvl5pPr marL="2057400" indent="-228600" algn="l">
                        <a:spcBef>
                          <a:spcPct val="20000"/>
                        </a:spcBef>
                        <a:buClr>
                          <a:schemeClr val="accent1"/>
                        </a:buClr>
                        <a:buSzPct val="50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9p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r>
                        <a:rPr kumimoji="0" lang="en-US" altLang="zh-CN" sz="2400" b="1" i="0" u="none" strike="noStrike" cap="none" normalizeH="0" baseline="0">
                          <a:ln>
                            <a:noFill/>
                          </a:ln>
                          <a:solidFill>
                            <a:schemeClr val="tx1"/>
                          </a:solidFill>
                          <a:effectLst/>
                          <a:latin typeface="Times New Roman" panose="02020603050405020304" pitchFamily="18" charset="0"/>
                          <a:ea typeface="黑体" panose="02010609060101010101" pitchFamily="49" charset="-122"/>
                        </a:rPr>
                        <a:t>)</a:t>
                      </a:r>
                    </a:p>
                  </a:txBody>
                  <a:tcPr marL="54000" marR="54000" marT="28800" marB="2880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lgn="l">
                        <a:spcBef>
                          <a:spcPct val="20000"/>
                        </a:spcBef>
                        <a:buClr>
                          <a:schemeClr val="folHlink"/>
                        </a:buClr>
                        <a:buSzPct val="60000"/>
                        <a:buFont typeface="Wingdings" panose="05000000000000000000" pitchFamily="2" charset="2"/>
                        <a:defRPr sz="2800">
                          <a:solidFill>
                            <a:schemeClr val="tx1"/>
                          </a:solidFill>
                          <a:latin typeface="Times New Roman" panose="02020603050405020304" pitchFamily="18" charset="0"/>
                          <a:ea typeface="黑体" panose="02010609060101010101" pitchFamily="49" charset="-122"/>
                        </a:defRPr>
                      </a:lvl1pPr>
                      <a:lvl2pPr marL="742950" indent="-285750" algn="l">
                        <a:spcBef>
                          <a:spcPct val="20000"/>
                        </a:spcBef>
                        <a:buClr>
                          <a:schemeClr val="hlink"/>
                        </a:buClr>
                        <a:buSzPct val="55000"/>
                        <a:buFont typeface="Wingdings" panose="05000000000000000000" pitchFamily="2" charset="2"/>
                        <a:defRPr sz="2400">
                          <a:solidFill>
                            <a:schemeClr val="tx1"/>
                          </a:solidFill>
                          <a:latin typeface="Times New Roman" panose="02020603050405020304" pitchFamily="18" charset="0"/>
                          <a:ea typeface="黑体" panose="02010609060101010101" pitchFamily="49" charset="-122"/>
                        </a:defRPr>
                      </a:lvl2pPr>
                      <a:lvl3pPr marL="1143000" indent="-228600" algn="l">
                        <a:spcBef>
                          <a:spcPct val="20000"/>
                        </a:spcBef>
                        <a:buClr>
                          <a:schemeClr val="folHlink"/>
                        </a:buClr>
                        <a:buSzPct val="50000"/>
                        <a:buFont typeface="Wingdings" panose="05000000000000000000" pitchFamily="2" charset="2"/>
                        <a:defRPr sz="2000">
                          <a:solidFill>
                            <a:schemeClr val="tx1"/>
                          </a:solidFill>
                          <a:latin typeface="Times New Roman" panose="02020603050405020304" pitchFamily="18" charset="0"/>
                          <a:ea typeface="黑体" panose="02010609060101010101" pitchFamily="49" charset="-122"/>
                        </a:defRPr>
                      </a:lvl3pPr>
                      <a:lvl4pPr marL="1600200" indent="-228600" algn="l">
                        <a:spcBef>
                          <a:spcPct val="20000"/>
                        </a:spcBef>
                        <a:buClr>
                          <a:schemeClr val="accent2"/>
                        </a:buClr>
                        <a:buSzPct val="55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4pPr>
                      <a:lvl5pPr marL="2057400" indent="-228600" algn="l">
                        <a:spcBef>
                          <a:spcPct val="20000"/>
                        </a:spcBef>
                        <a:buClr>
                          <a:schemeClr val="accent1"/>
                        </a:buClr>
                        <a:buSzPct val="50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9p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r>
                        <a:rPr kumimoji="0" lang="en-US" altLang="zh-CN" sz="2400" b="1" i="0" u="none" strike="noStrike" cap="none" normalizeH="0" baseline="0">
                          <a:ln>
                            <a:noFill/>
                          </a:ln>
                          <a:solidFill>
                            <a:schemeClr val="tx1"/>
                          </a:solidFill>
                          <a:effectLst/>
                          <a:latin typeface="Times New Roman" panose="02020603050405020304" pitchFamily="18" charset="0"/>
                          <a:ea typeface="黑体" panose="02010609060101010101" pitchFamily="49" charset="-122"/>
                        </a:rPr>
                        <a:t>$</a:t>
                      </a:r>
                    </a:p>
                  </a:txBody>
                  <a:tcPr marL="54000" marR="54000" marT="28800" marB="28800" anchor="ct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1"/>
                  </a:ext>
                </a:extLst>
              </a:tr>
              <a:tr h="588963">
                <a:tc>
                  <a:txBody>
                    <a:bodyPr/>
                    <a:lstStyle>
                      <a:lvl1pPr algn="l">
                        <a:spcBef>
                          <a:spcPct val="20000"/>
                        </a:spcBef>
                        <a:buClr>
                          <a:schemeClr val="folHlink"/>
                        </a:buClr>
                        <a:buSzPct val="60000"/>
                        <a:buFont typeface="Wingdings" panose="05000000000000000000" pitchFamily="2" charset="2"/>
                        <a:defRPr sz="2800">
                          <a:solidFill>
                            <a:schemeClr val="tx1"/>
                          </a:solidFill>
                          <a:latin typeface="Times New Roman" panose="02020603050405020304" pitchFamily="18" charset="0"/>
                          <a:ea typeface="黑体" panose="02010609060101010101" pitchFamily="49" charset="-122"/>
                        </a:defRPr>
                      </a:lvl1pPr>
                      <a:lvl2pPr marL="742950" indent="-285750" algn="l">
                        <a:spcBef>
                          <a:spcPct val="20000"/>
                        </a:spcBef>
                        <a:buClr>
                          <a:schemeClr val="hlink"/>
                        </a:buClr>
                        <a:buSzPct val="55000"/>
                        <a:buFont typeface="Wingdings" panose="05000000000000000000" pitchFamily="2" charset="2"/>
                        <a:defRPr sz="2400">
                          <a:solidFill>
                            <a:schemeClr val="tx1"/>
                          </a:solidFill>
                          <a:latin typeface="Times New Roman" panose="02020603050405020304" pitchFamily="18" charset="0"/>
                          <a:ea typeface="黑体" panose="02010609060101010101" pitchFamily="49" charset="-122"/>
                        </a:defRPr>
                      </a:lvl2pPr>
                      <a:lvl3pPr marL="1143000" indent="-228600" algn="l">
                        <a:spcBef>
                          <a:spcPct val="20000"/>
                        </a:spcBef>
                        <a:buClr>
                          <a:schemeClr val="folHlink"/>
                        </a:buClr>
                        <a:buSzPct val="50000"/>
                        <a:buFont typeface="Wingdings" panose="05000000000000000000" pitchFamily="2" charset="2"/>
                        <a:defRPr sz="2000">
                          <a:solidFill>
                            <a:schemeClr val="tx1"/>
                          </a:solidFill>
                          <a:latin typeface="Times New Roman" panose="02020603050405020304" pitchFamily="18" charset="0"/>
                          <a:ea typeface="黑体" panose="02010609060101010101" pitchFamily="49" charset="-122"/>
                        </a:defRPr>
                      </a:lvl3pPr>
                      <a:lvl4pPr marL="1600200" indent="-228600" algn="l">
                        <a:spcBef>
                          <a:spcPct val="20000"/>
                        </a:spcBef>
                        <a:buClr>
                          <a:schemeClr val="accent2"/>
                        </a:buClr>
                        <a:buSzPct val="55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4pPr>
                      <a:lvl5pPr marL="2057400" indent="-228600" algn="l">
                        <a:spcBef>
                          <a:spcPct val="20000"/>
                        </a:spcBef>
                        <a:buClr>
                          <a:schemeClr val="accent1"/>
                        </a:buClr>
                        <a:buSzPct val="50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9p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r>
                        <a:rPr kumimoji="0" lang="en-US" altLang="zh-CN" sz="2400" b="1" i="1" u="none" strike="noStrike" cap="none" normalizeH="0" baseline="0">
                          <a:ln>
                            <a:noFill/>
                          </a:ln>
                          <a:solidFill>
                            <a:schemeClr val="tx1"/>
                          </a:solidFill>
                          <a:effectLst/>
                          <a:latin typeface="Times New Roman" panose="02020603050405020304" pitchFamily="18" charset="0"/>
                          <a:ea typeface="黑体" panose="02010609060101010101" pitchFamily="49" charset="-122"/>
                        </a:rPr>
                        <a:t>E</a:t>
                      </a:r>
                    </a:p>
                  </a:txBody>
                  <a:tcPr marL="54000" marR="54000" marT="28800" marB="28800" anchor="ct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lgn="l">
                        <a:spcBef>
                          <a:spcPct val="20000"/>
                        </a:spcBef>
                        <a:buClr>
                          <a:schemeClr val="folHlink"/>
                        </a:buClr>
                        <a:buSzPct val="60000"/>
                        <a:buFont typeface="Wingdings" panose="05000000000000000000" pitchFamily="2" charset="2"/>
                        <a:defRPr sz="2800">
                          <a:solidFill>
                            <a:schemeClr val="tx1"/>
                          </a:solidFill>
                          <a:latin typeface="Times New Roman" panose="02020603050405020304" pitchFamily="18" charset="0"/>
                          <a:ea typeface="黑体" panose="02010609060101010101" pitchFamily="49" charset="-122"/>
                        </a:defRPr>
                      </a:lvl1pPr>
                      <a:lvl2pPr marL="742950" indent="-285750" algn="l">
                        <a:spcBef>
                          <a:spcPct val="20000"/>
                        </a:spcBef>
                        <a:buClr>
                          <a:schemeClr val="hlink"/>
                        </a:buClr>
                        <a:buSzPct val="55000"/>
                        <a:buFont typeface="Wingdings" panose="05000000000000000000" pitchFamily="2" charset="2"/>
                        <a:defRPr sz="2400">
                          <a:solidFill>
                            <a:schemeClr val="tx1"/>
                          </a:solidFill>
                          <a:latin typeface="Times New Roman" panose="02020603050405020304" pitchFamily="18" charset="0"/>
                          <a:ea typeface="黑体" panose="02010609060101010101" pitchFamily="49" charset="-122"/>
                        </a:defRPr>
                      </a:lvl2pPr>
                      <a:lvl3pPr marL="1143000" indent="-228600" algn="l">
                        <a:spcBef>
                          <a:spcPct val="20000"/>
                        </a:spcBef>
                        <a:buClr>
                          <a:schemeClr val="folHlink"/>
                        </a:buClr>
                        <a:buSzPct val="50000"/>
                        <a:buFont typeface="Wingdings" panose="05000000000000000000" pitchFamily="2" charset="2"/>
                        <a:defRPr sz="2000">
                          <a:solidFill>
                            <a:schemeClr val="tx1"/>
                          </a:solidFill>
                          <a:latin typeface="Times New Roman" panose="02020603050405020304" pitchFamily="18" charset="0"/>
                          <a:ea typeface="黑体" panose="02010609060101010101" pitchFamily="49" charset="-122"/>
                        </a:defRPr>
                      </a:lvl3pPr>
                      <a:lvl4pPr marL="1600200" indent="-228600" algn="l">
                        <a:spcBef>
                          <a:spcPct val="20000"/>
                        </a:spcBef>
                        <a:buClr>
                          <a:schemeClr val="accent2"/>
                        </a:buClr>
                        <a:buSzPct val="55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4pPr>
                      <a:lvl5pPr marL="2057400" indent="-228600" algn="l">
                        <a:spcBef>
                          <a:spcPct val="20000"/>
                        </a:spcBef>
                        <a:buClr>
                          <a:schemeClr val="accent1"/>
                        </a:buClr>
                        <a:buSzPct val="50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9p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r>
                        <a:rPr kumimoji="0" lang="en-US" altLang="zh-CN" sz="2400" b="1" i="1" u="none" strike="noStrike" cap="none" normalizeH="0" baseline="0">
                          <a:ln>
                            <a:noFill/>
                          </a:ln>
                          <a:solidFill>
                            <a:schemeClr val="tx1"/>
                          </a:solidFill>
                          <a:effectLst/>
                          <a:latin typeface="Times New Roman" panose="02020603050405020304" pitchFamily="18" charset="0"/>
                          <a:ea typeface="黑体" panose="02010609060101010101" pitchFamily="49" charset="-122"/>
                        </a:rPr>
                        <a:t>E</a:t>
                      </a:r>
                      <a:r>
                        <a:rPr kumimoji="0" lang="en-US" altLang="zh-CN" sz="2400" b="1" i="0" u="none" strike="noStrike" cap="none" normalizeH="0" baseline="0">
                          <a:ln>
                            <a:noFill/>
                          </a:ln>
                          <a:solidFill>
                            <a:schemeClr val="tx1"/>
                          </a:solidFill>
                          <a:effectLst/>
                          <a:latin typeface="Times New Roman" panose="02020603050405020304" pitchFamily="18" charset="0"/>
                          <a:ea typeface="黑体" panose="02010609060101010101" pitchFamily="49" charset="-122"/>
                          <a:sym typeface="Symbol" panose="05050102010706020507" pitchFamily="18" charset="2"/>
                        </a:rPr>
                        <a:t></a:t>
                      </a:r>
                      <a:r>
                        <a:rPr kumimoji="0" lang="en-US" altLang="zh-CN" sz="2400" b="1" i="1" u="none" strike="noStrike" cap="none" normalizeH="0" baseline="0">
                          <a:ln>
                            <a:noFill/>
                          </a:ln>
                          <a:solidFill>
                            <a:schemeClr val="tx1"/>
                          </a:solidFill>
                          <a:effectLst/>
                          <a:latin typeface="Times New Roman" panose="02020603050405020304" pitchFamily="18" charset="0"/>
                          <a:ea typeface="黑体" panose="02010609060101010101" pitchFamily="49" charset="-122"/>
                          <a:sym typeface="Symbol" panose="05050102010706020507" pitchFamily="18" charset="2"/>
                        </a:rPr>
                        <a:t>TE</a:t>
                      </a:r>
                      <a:r>
                        <a:rPr kumimoji="0" lang="en-US" altLang="zh-CN" sz="2400" b="1" i="0" u="none" strike="noStrike" cap="none" normalizeH="0" baseline="0">
                          <a:ln>
                            <a:noFill/>
                          </a:ln>
                          <a:solidFill>
                            <a:schemeClr val="tx1"/>
                          </a:solidFill>
                          <a:effectLst/>
                          <a:latin typeface="Times New Roman" panose="02020603050405020304" pitchFamily="18" charset="0"/>
                          <a:ea typeface="黑体" panose="02010609060101010101" pitchFamily="49" charset="-122"/>
                          <a:sym typeface="Symbol" panose="05050102010706020507" pitchFamily="18" charset="2"/>
                        </a:rPr>
                        <a:t></a:t>
                      </a:r>
                    </a:p>
                  </a:txBody>
                  <a:tcPr marL="54000" marR="54000" marT="28800" marB="2880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lgn="l">
                        <a:spcBef>
                          <a:spcPct val="20000"/>
                        </a:spcBef>
                        <a:buClr>
                          <a:schemeClr val="folHlink"/>
                        </a:buClr>
                        <a:buSzPct val="60000"/>
                        <a:buFont typeface="Wingdings" panose="05000000000000000000" pitchFamily="2" charset="2"/>
                        <a:defRPr sz="2800">
                          <a:solidFill>
                            <a:schemeClr val="tx1"/>
                          </a:solidFill>
                          <a:latin typeface="Times New Roman" panose="02020603050405020304" pitchFamily="18" charset="0"/>
                          <a:ea typeface="黑体" panose="02010609060101010101" pitchFamily="49" charset="-122"/>
                        </a:defRPr>
                      </a:lvl1pPr>
                      <a:lvl2pPr marL="742950" indent="-285750" algn="l">
                        <a:spcBef>
                          <a:spcPct val="20000"/>
                        </a:spcBef>
                        <a:buClr>
                          <a:schemeClr val="hlink"/>
                        </a:buClr>
                        <a:buSzPct val="55000"/>
                        <a:buFont typeface="Wingdings" panose="05000000000000000000" pitchFamily="2" charset="2"/>
                        <a:defRPr sz="2400">
                          <a:solidFill>
                            <a:schemeClr val="tx1"/>
                          </a:solidFill>
                          <a:latin typeface="Times New Roman" panose="02020603050405020304" pitchFamily="18" charset="0"/>
                          <a:ea typeface="黑体" panose="02010609060101010101" pitchFamily="49" charset="-122"/>
                        </a:defRPr>
                      </a:lvl2pPr>
                      <a:lvl3pPr marL="1143000" indent="-228600" algn="l">
                        <a:spcBef>
                          <a:spcPct val="20000"/>
                        </a:spcBef>
                        <a:buClr>
                          <a:schemeClr val="folHlink"/>
                        </a:buClr>
                        <a:buSzPct val="50000"/>
                        <a:buFont typeface="Wingdings" panose="05000000000000000000" pitchFamily="2" charset="2"/>
                        <a:defRPr sz="2000">
                          <a:solidFill>
                            <a:schemeClr val="tx1"/>
                          </a:solidFill>
                          <a:latin typeface="Times New Roman" panose="02020603050405020304" pitchFamily="18" charset="0"/>
                          <a:ea typeface="黑体" panose="02010609060101010101" pitchFamily="49" charset="-122"/>
                        </a:defRPr>
                      </a:lvl3pPr>
                      <a:lvl4pPr marL="1600200" indent="-228600" algn="l">
                        <a:spcBef>
                          <a:spcPct val="20000"/>
                        </a:spcBef>
                        <a:buClr>
                          <a:schemeClr val="accent2"/>
                        </a:buClr>
                        <a:buSzPct val="55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4pPr>
                      <a:lvl5pPr marL="2057400" indent="-228600" algn="l">
                        <a:spcBef>
                          <a:spcPct val="20000"/>
                        </a:spcBef>
                        <a:buClr>
                          <a:schemeClr val="accent1"/>
                        </a:buClr>
                        <a:buSzPct val="50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9p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endParaRPr kumimoji="0" lang="zh-CN" altLang="zh-CN" sz="2400" b="0" i="0" u="none" strike="noStrike" cap="none" normalizeH="0" baseline="0">
                        <a:ln>
                          <a:noFill/>
                        </a:ln>
                        <a:solidFill>
                          <a:schemeClr val="tx1"/>
                        </a:solidFill>
                        <a:effectLst/>
                        <a:latin typeface="Times New Roman" panose="02020603050405020304" pitchFamily="18" charset="0"/>
                        <a:ea typeface="黑体" panose="02010609060101010101" pitchFamily="49" charset="-122"/>
                      </a:endParaRPr>
                    </a:p>
                  </a:txBody>
                  <a:tcPr marL="54000" marR="54000" marT="28800" marB="2880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lgn="l">
                        <a:spcBef>
                          <a:spcPct val="20000"/>
                        </a:spcBef>
                        <a:buClr>
                          <a:schemeClr val="folHlink"/>
                        </a:buClr>
                        <a:buSzPct val="60000"/>
                        <a:buFont typeface="Wingdings" panose="05000000000000000000" pitchFamily="2" charset="2"/>
                        <a:defRPr sz="2800">
                          <a:solidFill>
                            <a:schemeClr val="tx1"/>
                          </a:solidFill>
                          <a:latin typeface="Times New Roman" panose="02020603050405020304" pitchFamily="18" charset="0"/>
                          <a:ea typeface="黑体" panose="02010609060101010101" pitchFamily="49" charset="-122"/>
                        </a:defRPr>
                      </a:lvl1pPr>
                      <a:lvl2pPr marL="742950" indent="-285750" algn="l">
                        <a:spcBef>
                          <a:spcPct val="20000"/>
                        </a:spcBef>
                        <a:buClr>
                          <a:schemeClr val="hlink"/>
                        </a:buClr>
                        <a:buSzPct val="55000"/>
                        <a:buFont typeface="Wingdings" panose="05000000000000000000" pitchFamily="2" charset="2"/>
                        <a:defRPr sz="2400">
                          <a:solidFill>
                            <a:schemeClr val="tx1"/>
                          </a:solidFill>
                          <a:latin typeface="Times New Roman" panose="02020603050405020304" pitchFamily="18" charset="0"/>
                          <a:ea typeface="黑体" panose="02010609060101010101" pitchFamily="49" charset="-122"/>
                        </a:defRPr>
                      </a:lvl2pPr>
                      <a:lvl3pPr marL="1143000" indent="-228600" algn="l">
                        <a:spcBef>
                          <a:spcPct val="20000"/>
                        </a:spcBef>
                        <a:buClr>
                          <a:schemeClr val="folHlink"/>
                        </a:buClr>
                        <a:buSzPct val="50000"/>
                        <a:buFont typeface="Wingdings" panose="05000000000000000000" pitchFamily="2" charset="2"/>
                        <a:defRPr sz="2000">
                          <a:solidFill>
                            <a:schemeClr val="tx1"/>
                          </a:solidFill>
                          <a:latin typeface="Times New Roman" panose="02020603050405020304" pitchFamily="18" charset="0"/>
                          <a:ea typeface="黑体" panose="02010609060101010101" pitchFamily="49" charset="-122"/>
                        </a:defRPr>
                      </a:lvl3pPr>
                      <a:lvl4pPr marL="1600200" indent="-228600" algn="l">
                        <a:spcBef>
                          <a:spcPct val="20000"/>
                        </a:spcBef>
                        <a:buClr>
                          <a:schemeClr val="accent2"/>
                        </a:buClr>
                        <a:buSzPct val="55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4pPr>
                      <a:lvl5pPr marL="2057400" indent="-228600" algn="l">
                        <a:spcBef>
                          <a:spcPct val="20000"/>
                        </a:spcBef>
                        <a:buClr>
                          <a:schemeClr val="accent1"/>
                        </a:buClr>
                        <a:buSzPct val="50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9p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endParaRPr kumimoji="0" lang="zh-CN" altLang="zh-CN" sz="2400" b="0" i="0" u="none" strike="noStrike" cap="none" normalizeH="0" baseline="0">
                        <a:ln>
                          <a:noFill/>
                        </a:ln>
                        <a:solidFill>
                          <a:schemeClr val="tx1"/>
                        </a:solidFill>
                        <a:effectLst/>
                        <a:latin typeface="Times New Roman" panose="02020603050405020304" pitchFamily="18" charset="0"/>
                        <a:ea typeface="黑体" panose="02010609060101010101" pitchFamily="49" charset="-122"/>
                      </a:endParaRPr>
                    </a:p>
                  </a:txBody>
                  <a:tcPr marL="54000" marR="54000" marT="28800" marB="2880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lgn="l">
                        <a:spcBef>
                          <a:spcPct val="20000"/>
                        </a:spcBef>
                        <a:buClr>
                          <a:schemeClr val="folHlink"/>
                        </a:buClr>
                        <a:buSzPct val="60000"/>
                        <a:buFont typeface="Wingdings" panose="05000000000000000000" pitchFamily="2" charset="2"/>
                        <a:defRPr sz="2800">
                          <a:solidFill>
                            <a:schemeClr val="tx1"/>
                          </a:solidFill>
                          <a:latin typeface="Times New Roman" panose="02020603050405020304" pitchFamily="18" charset="0"/>
                          <a:ea typeface="黑体" panose="02010609060101010101" pitchFamily="49" charset="-122"/>
                        </a:defRPr>
                      </a:lvl1pPr>
                      <a:lvl2pPr marL="742950" indent="-285750" algn="l">
                        <a:spcBef>
                          <a:spcPct val="20000"/>
                        </a:spcBef>
                        <a:buClr>
                          <a:schemeClr val="hlink"/>
                        </a:buClr>
                        <a:buSzPct val="55000"/>
                        <a:buFont typeface="Wingdings" panose="05000000000000000000" pitchFamily="2" charset="2"/>
                        <a:defRPr sz="2400">
                          <a:solidFill>
                            <a:schemeClr val="tx1"/>
                          </a:solidFill>
                          <a:latin typeface="Times New Roman" panose="02020603050405020304" pitchFamily="18" charset="0"/>
                          <a:ea typeface="黑体" panose="02010609060101010101" pitchFamily="49" charset="-122"/>
                        </a:defRPr>
                      </a:lvl2pPr>
                      <a:lvl3pPr marL="1143000" indent="-228600" algn="l">
                        <a:spcBef>
                          <a:spcPct val="20000"/>
                        </a:spcBef>
                        <a:buClr>
                          <a:schemeClr val="folHlink"/>
                        </a:buClr>
                        <a:buSzPct val="50000"/>
                        <a:buFont typeface="Wingdings" panose="05000000000000000000" pitchFamily="2" charset="2"/>
                        <a:defRPr sz="2000">
                          <a:solidFill>
                            <a:schemeClr val="tx1"/>
                          </a:solidFill>
                          <a:latin typeface="Times New Roman" panose="02020603050405020304" pitchFamily="18" charset="0"/>
                          <a:ea typeface="黑体" panose="02010609060101010101" pitchFamily="49" charset="-122"/>
                        </a:defRPr>
                      </a:lvl3pPr>
                      <a:lvl4pPr marL="1600200" indent="-228600" algn="l">
                        <a:spcBef>
                          <a:spcPct val="20000"/>
                        </a:spcBef>
                        <a:buClr>
                          <a:schemeClr val="accent2"/>
                        </a:buClr>
                        <a:buSzPct val="55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4pPr>
                      <a:lvl5pPr marL="2057400" indent="-228600" algn="l">
                        <a:spcBef>
                          <a:spcPct val="20000"/>
                        </a:spcBef>
                        <a:buClr>
                          <a:schemeClr val="accent1"/>
                        </a:buClr>
                        <a:buSzPct val="50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9p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r>
                        <a:rPr kumimoji="0" lang="en-US" altLang="zh-CN" sz="2400" b="1" i="1" u="none" strike="noStrike" cap="none" normalizeH="0" baseline="0">
                          <a:ln>
                            <a:noFill/>
                          </a:ln>
                          <a:solidFill>
                            <a:schemeClr val="tx1"/>
                          </a:solidFill>
                          <a:effectLst/>
                          <a:latin typeface="Times New Roman" panose="02020603050405020304" pitchFamily="18" charset="0"/>
                          <a:ea typeface="黑体" panose="02010609060101010101" pitchFamily="49" charset="-122"/>
                        </a:rPr>
                        <a:t>E</a:t>
                      </a:r>
                      <a:r>
                        <a:rPr kumimoji="0" lang="en-US" altLang="zh-CN" sz="2400" b="1" i="1" u="none" strike="noStrike" cap="none" normalizeH="0" baseline="0">
                          <a:ln>
                            <a:noFill/>
                          </a:ln>
                          <a:solidFill>
                            <a:schemeClr val="tx1"/>
                          </a:solidFill>
                          <a:effectLst/>
                          <a:latin typeface="Times New Roman" panose="02020603050405020304" pitchFamily="18" charset="0"/>
                          <a:ea typeface="黑体" panose="02010609060101010101" pitchFamily="49" charset="-122"/>
                          <a:sym typeface="Symbol" panose="05050102010706020507" pitchFamily="18" charset="2"/>
                        </a:rPr>
                        <a:t>TE</a:t>
                      </a:r>
                      <a:r>
                        <a:rPr kumimoji="0" lang="en-US" altLang="zh-CN" sz="2400" b="1" i="0" u="none" strike="noStrike" cap="none" normalizeH="0" baseline="0">
                          <a:ln>
                            <a:noFill/>
                          </a:ln>
                          <a:solidFill>
                            <a:schemeClr val="tx1"/>
                          </a:solidFill>
                          <a:effectLst/>
                          <a:latin typeface="Times New Roman" panose="02020603050405020304" pitchFamily="18" charset="0"/>
                          <a:ea typeface="黑体" panose="02010609060101010101" pitchFamily="49" charset="-122"/>
                          <a:sym typeface="Symbol" panose="05050102010706020507" pitchFamily="18" charset="2"/>
                        </a:rPr>
                        <a:t></a:t>
                      </a:r>
                    </a:p>
                  </a:txBody>
                  <a:tcPr marL="54000" marR="54000" marT="28800" marB="2880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lgn="l">
                        <a:spcBef>
                          <a:spcPct val="20000"/>
                        </a:spcBef>
                        <a:buClr>
                          <a:schemeClr val="folHlink"/>
                        </a:buClr>
                        <a:buSzPct val="60000"/>
                        <a:buFont typeface="Wingdings" panose="05000000000000000000" pitchFamily="2" charset="2"/>
                        <a:defRPr sz="2800">
                          <a:solidFill>
                            <a:schemeClr val="tx1"/>
                          </a:solidFill>
                          <a:latin typeface="Times New Roman" panose="02020603050405020304" pitchFamily="18" charset="0"/>
                          <a:ea typeface="黑体" panose="02010609060101010101" pitchFamily="49" charset="-122"/>
                        </a:defRPr>
                      </a:lvl1pPr>
                      <a:lvl2pPr marL="742950" indent="-285750" algn="l">
                        <a:spcBef>
                          <a:spcPct val="20000"/>
                        </a:spcBef>
                        <a:buClr>
                          <a:schemeClr val="hlink"/>
                        </a:buClr>
                        <a:buSzPct val="55000"/>
                        <a:buFont typeface="Wingdings" panose="05000000000000000000" pitchFamily="2" charset="2"/>
                        <a:defRPr sz="2400">
                          <a:solidFill>
                            <a:schemeClr val="tx1"/>
                          </a:solidFill>
                          <a:latin typeface="Times New Roman" panose="02020603050405020304" pitchFamily="18" charset="0"/>
                          <a:ea typeface="黑体" panose="02010609060101010101" pitchFamily="49" charset="-122"/>
                        </a:defRPr>
                      </a:lvl2pPr>
                      <a:lvl3pPr marL="1143000" indent="-228600" algn="l">
                        <a:spcBef>
                          <a:spcPct val="20000"/>
                        </a:spcBef>
                        <a:buClr>
                          <a:schemeClr val="folHlink"/>
                        </a:buClr>
                        <a:buSzPct val="50000"/>
                        <a:buFont typeface="Wingdings" panose="05000000000000000000" pitchFamily="2" charset="2"/>
                        <a:defRPr sz="2000">
                          <a:solidFill>
                            <a:schemeClr val="tx1"/>
                          </a:solidFill>
                          <a:latin typeface="Times New Roman" panose="02020603050405020304" pitchFamily="18" charset="0"/>
                          <a:ea typeface="黑体" panose="02010609060101010101" pitchFamily="49" charset="-122"/>
                        </a:defRPr>
                      </a:lvl3pPr>
                      <a:lvl4pPr marL="1600200" indent="-228600" algn="l">
                        <a:spcBef>
                          <a:spcPct val="20000"/>
                        </a:spcBef>
                        <a:buClr>
                          <a:schemeClr val="accent2"/>
                        </a:buClr>
                        <a:buSzPct val="55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4pPr>
                      <a:lvl5pPr marL="2057400" indent="-228600" algn="l">
                        <a:spcBef>
                          <a:spcPct val="20000"/>
                        </a:spcBef>
                        <a:buClr>
                          <a:schemeClr val="accent1"/>
                        </a:buClr>
                        <a:buSzPct val="50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9p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r>
                        <a:rPr kumimoji="0" lang="en-US" altLang="zh-CN" sz="2400" b="1" i="0" u="none" strike="noStrike" cap="none" normalizeH="0" baseline="0">
                          <a:ln>
                            <a:noFill/>
                          </a:ln>
                          <a:solidFill>
                            <a:schemeClr val="accent2"/>
                          </a:solidFill>
                          <a:effectLst/>
                          <a:latin typeface="Times New Roman" panose="02020603050405020304" pitchFamily="18" charset="0"/>
                          <a:ea typeface="黑体" panose="02010609060101010101" pitchFamily="49" charset="-122"/>
                        </a:rPr>
                        <a:t>synch</a:t>
                      </a:r>
                    </a:p>
                  </a:txBody>
                  <a:tcPr marL="54000" marR="54000" marT="28800" marB="2880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lgn="l">
                        <a:spcBef>
                          <a:spcPct val="20000"/>
                        </a:spcBef>
                        <a:buClr>
                          <a:schemeClr val="folHlink"/>
                        </a:buClr>
                        <a:buSzPct val="60000"/>
                        <a:buFont typeface="Wingdings" panose="05000000000000000000" pitchFamily="2" charset="2"/>
                        <a:defRPr sz="2800">
                          <a:solidFill>
                            <a:schemeClr val="tx1"/>
                          </a:solidFill>
                          <a:latin typeface="Times New Roman" panose="02020603050405020304" pitchFamily="18" charset="0"/>
                          <a:ea typeface="黑体" panose="02010609060101010101" pitchFamily="49" charset="-122"/>
                        </a:defRPr>
                      </a:lvl1pPr>
                      <a:lvl2pPr marL="742950" indent="-285750" algn="l">
                        <a:spcBef>
                          <a:spcPct val="20000"/>
                        </a:spcBef>
                        <a:buClr>
                          <a:schemeClr val="hlink"/>
                        </a:buClr>
                        <a:buSzPct val="55000"/>
                        <a:buFont typeface="Wingdings" panose="05000000000000000000" pitchFamily="2" charset="2"/>
                        <a:defRPr sz="2400">
                          <a:solidFill>
                            <a:schemeClr val="tx1"/>
                          </a:solidFill>
                          <a:latin typeface="Times New Roman" panose="02020603050405020304" pitchFamily="18" charset="0"/>
                          <a:ea typeface="黑体" panose="02010609060101010101" pitchFamily="49" charset="-122"/>
                        </a:defRPr>
                      </a:lvl2pPr>
                      <a:lvl3pPr marL="1143000" indent="-228600" algn="l">
                        <a:spcBef>
                          <a:spcPct val="20000"/>
                        </a:spcBef>
                        <a:buClr>
                          <a:schemeClr val="folHlink"/>
                        </a:buClr>
                        <a:buSzPct val="50000"/>
                        <a:buFont typeface="Wingdings" panose="05000000000000000000" pitchFamily="2" charset="2"/>
                        <a:defRPr sz="2000">
                          <a:solidFill>
                            <a:schemeClr val="tx1"/>
                          </a:solidFill>
                          <a:latin typeface="Times New Roman" panose="02020603050405020304" pitchFamily="18" charset="0"/>
                          <a:ea typeface="黑体" panose="02010609060101010101" pitchFamily="49" charset="-122"/>
                        </a:defRPr>
                      </a:lvl3pPr>
                      <a:lvl4pPr marL="1600200" indent="-228600" algn="l">
                        <a:spcBef>
                          <a:spcPct val="20000"/>
                        </a:spcBef>
                        <a:buClr>
                          <a:schemeClr val="accent2"/>
                        </a:buClr>
                        <a:buSzPct val="55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4pPr>
                      <a:lvl5pPr marL="2057400" indent="-228600" algn="l">
                        <a:spcBef>
                          <a:spcPct val="20000"/>
                        </a:spcBef>
                        <a:buClr>
                          <a:schemeClr val="accent1"/>
                        </a:buClr>
                        <a:buSzPct val="50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9p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r>
                        <a:rPr kumimoji="0" lang="en-US" altLang="zh-CN" sz="2400" b="1" i="0" u="none" strike="noStrike" cap="none" normalizeH="0" baseline="0">
                          <a:ln>
                            <a:noFill/>
                          </a:ln>
                          <a:solidFill>
                            <a:schemeClr val="accent2"/>
                          </a:solidFill>
                          <a:effectLst/>
                          <a:latin typeface="Times New Roman" panose="02020603050405020304" pitchFamily="18" charset="0"/>
                          <a:ea typeface="黑体" panose="02010609060101010101" pitchFamily="49" charset="-122"/>
                        </a:rPr>
                        <a:t>synch</a:t>
                      </a:r>
                    </a:p>
                  </a:txBody>
                  <a:tcPr marL="54000" marR="54000" marT="28800" marB="28800" anchor="ct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2"/>
                  </a:ext>
                </a:extLst>
              </a:tr>
              <a:tr h="587375">
                <a:tc>
                  <a:txBody>
                    <a:bodyPr/>
                    <a:lstStyle>
                      <a:lvl1pPr algn="l">
                        <a:spcBef>
                          <a:spcPct val="20000"/>
                        </a:spcBef>
                        <a:buClr>
                          <a:schemeClr val="folHlink"/>
                        </a:buClr>
                        <a:buSzPct val="60000"/>
                        <a:buFont typeface="Wingdings" panose="05000000000000000000" pitchFamily="2" charset="2"/>
                        <a:defRPr sz="2800">
                          <a:solidFill>
                            <a:schemeClr val="tx1"/>
                          </a:solidFill>
                          <a:latin typeface="Times New Roman" panose="02020603050405020304" pitchFamily="18" charset="0"/>
                          <a:ea typeface="黑体" panose="02010609060101010101" pitchFamily="49" charset="-122"/>
                        </a:defRPr>
                      </a:lvl1pPr>
                      <a:lvl2pPr marL="742950" indent="-285750" algn="l">
                        <a:spcBef>
                          <a:spcPct val="20000"/>
                        </a:spcBef>
                        <a:buClr>
                          <a:schemeClr val="hlink"/>
                        </a:buClr>
                        <a:buSzPct val="55000"/>
                        <a:buFont typeface="Wingdings" panose="05000000000000000000" pitchFamily="2" charset="2"/>
                        <a:defRPr sz="2400">
                          <a:solidFill>
                            <a:schemeClr val="tx1"/>
                          </a:solidFill>
                          <a:latin typeface="Times New Roman" panose="02020603050405020304" pitchFamily="18" charset="0"/>
                          <a:ea typeface="黑体" panose="02010609060101010101" pitchFamily="49" charset="-122"/>
                        </a:defRPr>
                      </a:lvl2pPr>
                      <a:lvl3pPr marL="1143000" indent="-228600" algn="l">
                        <a:spcBef>
                          <a:spcPct val="20000"/>
                        </a:spcBef>
                        <a:buClr>
                          <a:schemeClr val="folHlink"/>
                        </a:buClr>
                        <a:buSzPct val="50000"/>
                        <a:buFont typeface="Wingdings" panose="05000000000000000000" pitchFamily="2" charset="2"/>
                        <a:defRPr sz="2000">
                          <a:solidFill>
                            <a:schemeClr val="tx1"/>
                          </a:solidFill>
                          <a:latin typeface="Times New Roman" panose="02020603050405020304" pitchFamily="18" charset="0"/>
                          <a:ea typeface="黑体" panose="02010609060101010101" pitchFamily="49" charset="-122"/>
                        </a:defRPr>
                      </a:lvl3pPr>
                      <a:lvl4pPr marL="1600200" indent="-228600" algn="l">
                        <a:spcBef>
                          <a:spcPct val="20000"/>
                        </a:spcBef>
                        <a:buClr>
                          <a:schemeClr val="accent2"/>
                        </a:buClr>
                        <a:buSzPct val="55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4pPr>
                      <a:lvl5pPr marL="2057400" indent="-228600" algn="l">
                        <a:spcBef>
                          <a:spcPct val="20000"/>
                        </a:spcBef>
                        <a:buClr>
                          <a:schemeClr val="accent1"/>
                        </a:buClr>
                        <a:buSzPct val="50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9p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r>
                        <a:rPr kumimoji="0" lang="en-US" altLang="zh-CN" sz="2400" b="1" i="1" u="none" strike="noStrike" cap="none" normalizeH="0" baseline="0">
                          <a:ln>
                            <a:noFill/>
                          </a:ln>
                          <a:solidFill>
                            <a:schemeClr val="tx1"/>
                          </a:solidFill>
                          <a:effectLst/>
                          <a:latin typeface="Times New Roman" panose="02020603050405020304" pitchFamily="18" charset="0"/>
                          <a:ea typeface="黑体" panose="02010609060101010101" pitchFamily="49" charset="-122"/>
                        </a:rPr>
                        <a:t>E </a:t>
                      </a:r>
                      <a:r>
                        <a:rPr kumimoji="0" lang="en-US" altLang="zh-CN" sz="2400" b="1" i="0" u="none" strike="noStrike" cap="none" normalizeH="0" baseline="0">
                          <a:ln>
                            <a:noFill/>
                          </a:ln>
                          <a:solidFill>
                            <a:schemeClr val="tx1"/>
                          </a:solidFill>
                          <a:effectLst/>
                          <a:latin typeface="Times New Roman" panose="02020603050405020304" pitchFamily="18" charset="0"/>
                          <a:ea typeface="黑体" panose="02010609060101010101" pitchFamily="49" charset="-122"/>
                          <a:sym typeface="Symbol" panose="05050102010706020507" pitchFamily="18" charset="2"/>
                        </a:rPr>
                        <a:t></a:t>
                      </a:r>
                    </a:p>
                  </a:txBody>
                  <a:tcPr marL="54000" marR="54000" marT="28800" marB="28800" anchor="ct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lgn="l">
                        <a:spcBef>
                          <a:spcPct val="20000"/>
                        </a:spcBef>
                        <a:buClr>
                          <a:schemeClr val="folHlink"/>
                        </a:buClr>
                        <a:buSzPct val="60000"/>
                        <a:buFont typeface="Wingdings" panose="05000000000000000000" pitchFamily="2" charset="2"/>
                        <a:defRPr sz="2800">
                          <a:solidFill>
                            <a:schemeClr val="tx1"/>
                          </a:solidFill>
                          <a:latin typeface="Times New Roman" panose="02020603050405020304" pitchFamily="18" charset="0"/>
                          <a:ea typeface="黑体" panose="02010609060101010101" pitchFamily="49" charset="-122"/>
                        </a:defRPr>
                      </a:lvl1pPr>
                      <a:lvl2pPr marL="742950" indent="-285750" algn="l">
                        <a:spcBef>
                          <a:spcPct val="20000"/>
                        </a:spcBef>
                        <a:buClr>
                          <a:schemeClr val="hlink"/>
                        </a:buClr>
                        <a:buSzPct val="55000"/>
                        <a:buFont typeface="Wingdings" panose="05000000000000000000" pitchFamily="2" charset="2"/>
                        <a:defRPr sz="2400">
                          <a:solidFill>
                            <a:schemeClr val="tx1"/>
                          </a:solidFill>
                          <a:latin typeface="Times New Roman" panose="02020603050405020304" pitchFamily="18" charset="0"/>
                          <a:ea typeface="黑体" panose="02010609060101010101" pitchFamily="49" charset="-122"/>
                        </a:defRPr>
                      </a:lvl2pPr>
                      <a:lvl3pPr marL="1143000" indent="-228600" algn="l">
                        <a:spcBef>
                          <a:spcPct val="20000"/>
                        </a:spcBef>
                        <a:buClr>
                          <a:schemeClr val="folHlink"/>
                        </a:buClr>
                        <a:buSzPct val="50000"/>
                        <a:buFont typeface="Wingdings" panose="05000000000000000000" pitchFamily="2" charset="2"/>
                        <a:defRPr sz="2000">
                          <a:solidFill>
                            <a:schemeClr val="tx1"/>
                          </a:solidFill>
                          <a:latin typeface="Times New Roman" panose="02020603050405020304" pitchFamily="18" charset="0"/>
                          <a:ea typeface="黑体" panose="02010609060101010101" pitchFamily="49" charset="-122"/>
                        </a:defRPr>
                      </a:lvl3pPr>
                      <a:lvl4pPr marL="1600200" indent="-228600" algn="l">
                        <a:spcBef>
                          <a:spcPct val="20000"/>
                        </a:spcBef>
                        <a:buClr>
                          <a:schemeClr val="accent2"/>
                        </a:buClr>
                        <a:buSzPct val="55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4pPr>
                      <a:lvl5pPr marL="2057400" indent="-228600" algn="l">
                        <a:spcBef>
                          <a:spcPct val="20000"/>
                        </a:spcBef>
                        <a:buClr>
                          <a:schemeClr val="accent1"/>
                        </a:buClr>
                        <a:buSzPct val="50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9p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endParaRPr kumimoji="0" lang="zh-CN" altLang="zh-CN" sz="2400" b="0" i="0" u="none" strike="noStrike" cap="none" normalizeH="0" baseline="0">
                        <a:ln>
                          <a:noFill/>
                        </a:ln>
                        <a:solidFill>
                          <a:schemeClr val="tx1"/>
                        </a:solidFill>
                        <a:effectLst/>
                        <a:latin typeface="Times New Roman" panose="02020603050405020304" pitchFamily="18" charset="0"/>
                        <a:ea typeface="黑体" panose="02010609060101010101" pitchFamily="49" charset="-122"/>
                      </a:endParaRPr>
                    </a:p>
                  </a:txBody>
                  <a:tcPr marL="54000" marR="54000" marT="28800" marB="2880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lgn="l">
                        <a:spcBef>
                          <a:spcPct val="20000"/>
                        </a:spcBef>
                        <a:buClr>
                          <a:schemeClr val="folHlink"/>
                        </a:buClr>
                        <a:buSzPct val="60000"/>
                        <a:buFont typeface="Wingdings" panose="05000000000000000000" pitchFamily="2" charset="2"/>
                        <a:defRPr sz="2800">
                          <a:solidFill>
                            <a:schemeClr val="tx1"/>
                          </a:solidFill>
                          <a:latin typeface="Times New Roman" panose="02020603050405020304" pitchFamily="18" charset="0"/>
                          <a:ea typeface="黑体" panose="02010609060101010101" pitchFamily="49" charset="-122"/>
                        </a:defRPr>
                      </a:lvl1pPr>
                      <a:lvl2pPr marL="742950" indent="-285750" algn="l">
                        <a:spcBef>
                          <a:spcPct val="20000"/>
                        </a:spcBef>
                        <a:buClr>
                          <a:schemeClr val="hlink"/>
                        </a:buClr>
                        <a:buSzPct val="55000"/>
                        <a:buFont typeface="Wingdings" panose="05000000000000000000" pitchFamily="2" charset="2"/>
                        <a:defRPr sz="2400">
                          <a:solidFill>
                            <a:schemeClr val="tx1"/>
                          </a:solidFill>
                          <a:latin typeface="Times New Roman" panose="02020603050405020304" pitchFamily="18" charset="0"/>
                          <a:ea typeface="黑体" panose="02010609060101010101" pitchFamily="49" charset="-122"/>
                        </a:defRPr>
                      </a:lvl2pPr>
                      <a:lvl3pPr marL="1143000" indent="-228600" algn="l">
                        <a:spcBef>
                          <a:spcPct val="20000"/>
                        </a:spcBef>
                        <a:buClr>
                          <a:schemeClr val="folHlink"/>
                        </a:buClr>
                        <a:buSzPct val="50000"/>
                        <a:buFont typeface="Wingdings" panose="05000000000000000000" pitchFamily="2" charset="2"/>
                        <a:defRPr sz="2000">
                          <a:solidFill>
                            <a:schemeClr val="tx1"/>
                          </a:solidFill>
                          <a:latin typeface="Times New Roman" panose="02020603050405020304" pitchFamily="18" charset="0"/>
                          <a:ea typeface="黑体" panose="02010609060101010101" pitchFamily="49" charset="-122"/>
                        </a:defRPr>
                      </a:lvl3pPr>
                      <a:lvl4pPr marL="1600200" indent="-228600" algn="l">
                        <a:spcBef>
                          <a:spcPct val="20000"/>
                        </a:spcBef>
                        <a:buClr>
                          <a:schemeClr val="accent2"/>
                        </a:buClr>
                        <a:buSzPct val="55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4pPr>
                      <a:lvl5pPr marL="2057400" indent="-228600" algn="l">
                        <a:spcBef>
                          <a:spcPct val="20000"/>
                        </a:spcBef>
                        <a:buClr>
                          <a:schemeClr val="accent1"/>
                        </a:buClr>
                        <a:buSzPct val="50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9p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r>
                        <a:rPr kumimoji="0" lang="en-US" altLang="zh-CN" sz="2400" b="1" i="1" u="none" strike="noStrike" cap="none" normalizeH="0" baseline="0">
                          <a:ln>
                            <a:noFill/>
                          </a:ln>
                          <a:solidFill>
                            <a:schemeClr val="tx1"/>
                          </a:solidFill>
                          <a:effectLst/>
                          <a:latin typeface="Times New Roman" panose="02020603050405020304" pitchFamily="18" charset="0"/>
                          <a:ea typeface="黑体" panose="02010609060101010101" pitchFamily="49" charset="-122"/>
                        </a:rPr>
                        <a:t>E</a:t>
                      </a:r>
                      <a:r>
                        <a:rPr kumimoji="0" lang="en-US" altLang="zh-CN" sz="2400" b="1" i="0" u="none" strike="noStrike" cap="none" normalizeH="0" baseline="0">
                          <a:ln>
                            <a:noFill/>
                          </a:ln>
                          <a:solidFill>
                            <a:schemeClr val="tx1"/>
                          </a:solidFill>
                          <a:effectLst/>
                          <a:latin typeface="Times New Roman" panose="02020603050405020304" pitchFamily="18" charset="0"/>
                          <a:ea typeface="黑体" panose="02010609060101010101" pitchFamily="49" charset="-122"/>
                          <a:sym typeface="Symbol" panose="05050102010706020507" pitchFamily="18" charset="2"/>
                        </a:rPr>
                        <a:t>+</a:t>
                      </a:r>
                      <a:r>
                        <a:rPr kumimoji="0" lang="en-US" altLang="zh-CN" sz="2400" b="1" i="1" u="none" strike="noStrike" cap="none" normalizeH="0" baseline="0">
                          <a:ln>
                            <a:noFill/>
                          </a:ln>
                          <a:solidFill>
                            <a:schemeClr val="tx1"/>
                          </a:solidFill>
                          <a:effectLst/>
                          <a:latin typeface="Times New Roman" panose="02020603050405020304" pitchFamily="18" charset="0"/>
                          <a:ea typeface="黑体" panose="02010609060101010101" pitchFamily="49" charset="-122"/>
                          <a:sym typeface="Symbol" panose="05050102010706020507" pitchFamily="18" charset="2"/>
                        </a:rPr>
                        <a:t>TE</a:t>
                      </a:r>
                      <a:r>
                        <a:rPr kumimoji="0" lang="en-US" altLang="zh-CN" sz="2400" b="1" i="0" u="none" strike="noStrike" cap="none" normalizeH="0" baseline="0">
                          <a:ln>
                            <a:noFill/>
                          </a:ln>
                          <a:solidFill>
                            <a:schemeClr val="tx1"/>
                          </a:solidFill>
                          <a:effectLst/>
                          <a:latin typeface="Times New Roman" panose="02020603050405020304" pitchFamily="18" charset="0"/>
                          <a:ea typeface="黑体" panose="02010609060101010101" pitchFamily="49" charset="-122"/>
                          <a:sym typeface="Symbol" panose="05050102010706020507" pitchFamily="18" charset="2"/>
                        </a:rPr>
                        <a:t></a:t>
                      </a:r>
                    </a:p>
                  </a:txBody>
                  <a:tcPr marL="54000" marR="54000" marT="28800" marB="2880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lgn="l">
                        <a:spcBef>
                          <a:spcPct val="20000"/>
                        </a:spcBef>
                        <a:buClr>
                          <a:schemeClr val="folHlink"/>
                        </a:buClr>
                        <a:buSzPct val="60000"/>
                        <a:buFont typeface="Wingdings" panose="05000000000000000000" pitchFamily="2" charset="2"/>
                        <a:defRPr sz="2800">
                          <a:solidFill>
                            <a:schemeClr val="tx1"/>
                          </a:solidFill>
                          <a:latin typeface="Times New Roman" panose="02020603050405020304" pitchFamily="18" charset="0"/>
                          <a:ea typeface="黑体" panose="02010609060101010101" pitchFamily="49" charset="-122"/>
                        </a:defRPr>
                      </a:lvl1pPr>
                      <a:lvl2pPr marL="742950" indent="-285750" algn="l">
                        <a:spcBef>
                          <a:spcPct val="20000"/>
                        </a:spcBef>
                        <a:buClr>
                          <a:schemeClr val="hlink"/>
                        </a:buClr>
                        <a:buSzPct val="55000"/>
                        <a:buFont typeface="Wingdings" panose="05000000000000000000" pitchFamily="2" charset="2"/>
                        <a:defRPr sz="2400">
                          <a:solidFill>
                            <a:schemeClr val="tx1"/>
                          </a:solidFill>
                          <a:latin typeface="Times New Roman" panose="02020603050405020304" pitchFamily="18" charset="0"/>
                          <a:ea typeface="黑体" panose="02010609060101010101" pitchFamily="49" charset="-122"/>
                        </a:defRPr>
                      </a:lvl2pPr>
                      <a:lvl3pPr marL="1143000" indent="-228600" algn="l">
                        <a:spcBef>
                          <a:spcPct val="20000"/>
                        </a:spcBef>
                        <a:buClr>
                          <a:schemeClr val="folHlink"/>
                        </a:buClr>
                        <a:buSzPct val="50000"/>
                        <a:buFont typeface="Wingdings" panose="05000000000000000000" pitchFamily="2" charset="2"/>
                        <a:defRPr sz="2000">
                          <a:solidFill>
                            <a:schemeClr val="tx1"/>
                          </a:solidFill>
                          <a:latin typeface="Times New Roman" panose="02020603050405020304" pitchFamily="18" charset="0"/>
                          <a:ea typeface="黑体" panose="02010609060101010101" pitchFamily="49" charset="-122"/>
                        </a:defRPr>
                      </a:lvl3pPr>
                      <a:lvl4pPr marL="1600200" indent="-228600" algn="l">
                        <a:spcBef>
                          <a:spcPct val="20000"/>
                        </a:spcBef>
                        <a:buClr>
                          <a:schemeClr val="accent2"/>
                        </a:buClr>
                        <a:buSzPct val="55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4pPr>
                      <a:lvl5pPr marL="2057400" indent="-228600" algn="l">
                        <a:spcBef>
                          <a:spcPct val="20000"/>
                        </a:spcBef>
                        <a:buClr>
                          <a:schemeClr val="accent1"/>
                        </a:buClr>
                        <a:buSzPct val="50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9p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endParaRPr kumimoji="0" lang="zh-CN" altLang="zh-CN" sz="2400" b="0" i="0" u="none" strike="noStrike" cap="none" normalizeH="0" baseline="0">
                        <a:ln>
                          <a:noFill/>
                        </a:ln>
                        <a:solidFill>
                          <a:schemeClr val="tx1"/>
                        </a:solidFill>
                        <a:effectLst/>
                        <a:latin typeface="Times New Roman" panose="02020603050405020304" pitchFamily="18" charset="0"/>
                        <a:ea typeface="黑体" panose="02010609060101010101" pitchFamily="49" charset="-122"/>
                      </a:endParaRPr>
                    </a:p>
                  </a:txBody>
                  <a:tcPr marL="54000" marR="54000" marT="28800" marB="2880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lgn="l">
                        <a:spcBef>
                          <a:spcPct val="20000"/>
                        </a:spcBef>
                        <a:buClr>
                          <a:schemeClr val="folHlink"/>
                        </a:buClr>
                        <a:buSzPct val="60000"/>
                        <a:buFont typeface="Wingdings" panose="05000000000000000000" pitchFamily="2" charset="2"/>
                        <a:defRPr sz="2800">
                          <a:solidFill>
                            <a:schemeClr val="tx1"/>
                          </a:solidFill>
                          <a:latin typeface="Times New Roman" panose="02020603050405020304" pitchFamily="18" charset="0"/>
                          <a:ea typeface="黑体" panose="02010609060101010101" pitchFamily="49" charset="-122"/>
                        </a:defRPr>
                      </a:lvl1pPr>
                      <a:lvl2pPr marL="742950" indent="-285750" algn="l">
                        <a:spcBef>
                          <a:spcPct val="20000"/>
                        </a:spcBef>
                        <a:buClr>
                          <a:schemeClr val="hlink"/>
                        </a:buClr>
                        <a:buSzPct val="55000"/>
                        <a:buFont typeface="Wingdings" panose="05000000000000000000" pitchFamily="2" charset="2"/>
                        <a:defRPr sz="2400">
                          <a:solidFill>
                            <a:schemeClr val="tx1"/>
                          </a:solidFill>
                          <a:latin typeface="Times New Roman" panose="02020603050405020304" pitchFamily="18" charset="0"/>
                          <a:ea typeface="黑体" panose="02010609060101010101" pitchFamily="49" charset="-122"/>
                        </a:defRPr>
                      </a:lvl2pPr>
                      <a:lvl3pPr marL="1143000" indent="-228600" algn="l">
                        <a:spcBef>
                          <a:spcPct val="20000"/>
                        </a:spcBef>
                        <a:buClr>
                          <a:schemeClr val="folHlink"/>
                        </a:buClr>
                        <a:buSzPct val="50000"/>
                        <a:buFont typeface="Wingdings" panose="05000000000000000000" pitchFamily="2" charset="2"/>
                        <a:defRPr sz="2000">
                          <a:solidFill>
                            <a:schemeClr val="tx1"/>
                          </a:solidFill>
                          <a:latin typeface="Times New Roman" panose="02020603050405020304" pitchFamily="18" charset="0"/>
                          <a:ea typeface="黑体" panose="02010609060101010101" pitchFamily="49" charset="-122"/>
                        </a:defRPr>
                      </a:lvl3pPr>
                      <a:lvl4pPr marL="1600200" indent="-228600" algn="l">
                        <a:spcBef>
                          <a:spcPct val="20000"/>
                        </a:spcBef>
                        <a:buClr>
                          <a:schemeClr val="accent2"/>
                        </a:buClr>
                        <a:buSzPct val="55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4pPr>
                      <a:lvl5pPr marL="2057400" indent="-228600" algn="l">
                        <a:spcBef>
                          <a:spcPct val="20000"/>
                        </a:spcBef>
                        <a:buClr>
                          <a:schemeClr val="accent1"/>
                        </a:buClr>
                        <a:buSzPct val="50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9p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endParaRPr kumimoji="0" lang="zh-CN" altLang="zh-CN" sz="2400" b="0" i="0" u="none" strike="noStrike" cap="none" normalizeH="0" baseline="0">
                        <a:ln>
                          <a:noFill/>
                        </a:ln>
                        <a:solidFill>
                          <a:schemeClr val="tx1"/>
                        </a:solidFill>
                        <a:effectLst/>
                        <a:latin typeface="Times New Roman" panose="02020603050405020304" pitchFamily="18" charset="0"/>
                        <a:ea typeface="黑体" panose="02010609060101010101" pitchFamily="49" charset="-122"/>
                      </a:endParaRPr>
                    </a:p>
                  </a:txBody>
                  <a:tcPr marL="54000" marR="54000" marT="28800" marB="2880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lgn="l">
                        <a:spcBef>
                          <a:spcPct val="20000"/>
                        </a:spcBef>
                        <a:buClr>
                          <a:schemeClr val="folHlink"/>
                        </a:buClr>
                        <a:buSzPct val="60000"/>
                        <a:buFont typeface="Wingdings" panose="05000000000000000000" pitchFamily="2" charset="2"/>
                        <a:defRPr sz="2800">
                          <a:solidFill>
                            <a:schemeClr val="tx1"/>
                          </a:solidFill>
                          <a:latin typeface="Times New Roman" panose="02020603050405020304" pitchFamily="18" charset="0"/>
                          <a:ea typeface="黑体" panose="02010609060101010101" pitchFamily="49" charset="-122"/>
                        </a:defRPr>
                      </a:lvl1pPr>
                      <a:lvl2pPr marL="742950" indent="-285750" algn="l">
                        <a:spcBef>
                          <a:spcPct val="20000"/>
                        </a:spcBef>
                        <a:buClr>
                          <a:schemeClr val="hlink"/>
                        </a:buClr>
                        <a:buSzPct val="55000"/>
                        <a:buFont typeface="Wingdings" panose="05000000000000000000" pitchFamily="2" charset="2"/>
                        <a:defRPr sz="2400">
                          <a:solidFill>
                            <a:schemeClr val="tx1"/>
                          </a:solidFill>
                          <a:latin typeface="Times New Roman" panose="02020603050405020304" pitchFamily="18" charset="0"/>
                          <a:ea typeface="黑体" panose="02010609060101010101" pitchFamily="49" charset="-122"/>
                        </a:defRPr>
                      </a:lvl2pPr>
                      <a:lvl3pPr marL="1143000" indent="-228600" algn="l">
                        <a:spcBef>
                          <a:spcPct val="20000"/>
                        </a:spcBef>
                        <a:buClr>
                          <a:schemeClr val="folHlink"/>
                        </a:buClr>
                        <a:buSzPct val="50000"/>
                        <a:buFont typeface="Wingdings" panose="05000000000000000000" pitchFamily="2" charset="2"/>
                        <a:defRPr sz="2000">
                          <a:solidFill>
                            <a:schemeClr val="tx1"/>
                          </a:solidFill>
                          <a:latin typeface="Times New Roman" panose="02020603050405020304" pitchFamily="18" charset="0"/>
                          <a:ea typeface="黑体" panose="02010609060101010101" pitchFamily="49" charset="-122"/>
                        </a:defRPr>
                      </a:lvl3pPr>
                      <a:lvl4pPr marL="1600200" indent="-228600" algn="l">
                        <a:spcBef>
                          <a:spcPct val="20000"/>
                        </a:spcBef>
                        <a:buClr>
                          <a:schemeClr val="accent2"/>
                        </a:buClr>
                        <a:buSzPct val="55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4pPr>
                      <a:lvl5pPr marL="2057400" indent="-228600" algn="l">
                        <a:spcBef>
                          <a:spcPct val="20000"/>
                        </a:spcBef>
                        <a:buClr>
                          <a:schemeClr val="accent1"/>
                        </a:buClr>
                        <a:buSzPct val="50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9p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r>
                        <a:rPr kumimoji="0" lang="en-US" altLang="zh-CN" sz="2400" b="1" i="1" u="none" strike="noStrike" cap="none" normalizeH="0" baseline="0">
                          <a:ln>
                            <a:noFill/>
                          </a:ln>
                          <a:solidFill>
                            <a:schemeClr val="tx1"/>
                          </a:solidFill>
                          <a:effectLst/>
                          <a:latin typeface="Times New Roman" panose="02020603050405020304" pitchFamily="18" charset="0"/>
                          <a:ea typeface="黑体" panose="02010609060101010101" pitchFamily="49" charset="-122"/>
                        </a:rPr>
                        <a:t>E</a:t>
                      </a:r>
                      <a:r>
                        <a:rPr kumimoji="0" lang="en-US" altLang="zh-CN" sz="2400" b="1" i="0" u="none" strike="noStrike" cap="none" normalizeH="0" baseline="0">
                          <a:ln>
                            <a:noFill/>
                          </a:ln>
                          <a:solidFill>
                            <a:schemeClr val="tx1"/>
                          </a:solidFill>
                          <a:effectLst/>
                          <a:latin typeface="Times New Roman" panose="02020603050405020304" pitchFamily="18" charset="0"/>
                          <a:ea typeface="黑体" panose="02010609060101010101" pitchFamily="49" charset="-122"/>
                          <a:sym typeface="Symbol" panose="05050102010706020507" pitchFamily="18" charset="2"/>
                        </a:rPr>
                        <a:t></a:t>
                      </a:r>
                    </a:p>
                  </a:txBody>
                  <a:tcPr marL="54000" marR="54000" marT="28800" marB="2880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lgn="l">
                        <a:spcBef>
                          <a:spcPct val="20000"/>
                        </a:spcBef>
                        <a:buClr>
                          <a:schemeClr val="folHlink"/>
                        </a:buClr>
                        <a:buSzPct val="60000"/>
                        <a:buFont typeface="Wingdings" panose="05000000000000000000" pitchFamily="2" charset="2"/>
                        <a:defRPr sz="2800">
                          <a:solidFill>
                            <a:schemeClr val="tx1"/>
                          </a:solidFill>
                          <a:latin typeface="Times New Roman" panose="02020603050405020304" pitchFamily="18" charset="0"/>
                          <a:ea typeface="黑体" panose="02010609060101010101" pitchFamily="49" charset="-122"/>
                        </a:defRPr>
                      </a:lvl1pPr>
                      <a:lvl2pPr marL="742950" indent="-285750" algn="l">
                        <a:spcBef>
                          <a:spcPct val="20000"/>
                        </a:spcBef>
                        <a:buClr>
                          <a:schemeClr val="hlink"/>
                        </a:buClr>
                        <a:buSzPct val="55000"/>
                        <a:buFont typeface="Wingdings" panose="05000000000000000000" pitchFamily="2" charset="2"/>
                        <a:defRPr sz="2400">
                          <a:solidFill>
                            <a:schemeClr val="tx1"/>
                          </a:solidFill>
                          <a:latin typeface="Times New Roman" panose="02020603050405020304" pitchFamily="18" charset="0"/>
                          <a:ea typeface="黑体" panose="02010609060101010101" pitchFamily="49" charset="-122"/>
                        </a:defRPr>
                      </a:lvl2pPr>
                      <a:lvl3pPr marL="1143000" indent="-228600" algn="l">
                        <a:spcBef>
                          <a:spcPct val="20000"/>
                        </a:spcBef>
                        <a:buClr>
                          <a:schemeClr val="folHlink"/>
                        </a:buClr>
                        <a:buSzPct val="50000"/>
                        <a:buFont typeface="Wingdings" panose="05000000000000000000" pitchFamily="2" charset="2"/>
                        <a:defRPr sz="2000">
                          <a:solidFill>
                            <a:schemeClr val="tx1"/>
                          </a:solidFill>
                          <a:latin typeface="Times New Roman" panose="02020603050405020304" pitchFamily="18" charset="0"/>
                          <a:ea typeface="黑体" panose="02010609060101010101" pitchFamily="49" charset="-122"/>
                        </a:defRPr>
                      </a:lvl3pPr>
                      <a:lvl4pPr marL="1600200" indent="-228600" algn="l">
                        <a:spcBef>
                          <a:spcPct val="20000"/>
                        </a:spcBef>
                        <a:buClr>
                          <a:schemeClr val="accent2"/>
                        </a:buClr>
                        <a:buSzPct val="55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4pPr>
                      <a:lvl5pPr marL="2057400" indent="-228600" algn="l">
                        <a:spcBef>
                          <a:spcPct val="20000"/>
                        </a:spcBef>
                        <a:buClr>
                          <a:schemeClr val="accent1"/>
                        </a:buClr>
                        <a:buSzPct val="50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9p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r>
                        <a:rPr kumimoji="0" lang="en-US" altLang="zh-CN" sz="2400" b="1" i="1" u="none" strike="noStrike" cap="none" normalizeH="0" baseline="0">
                          <a:ln>
                            <a:noFill/>
                          </a:ln>
                          <a:solidFill>
                            <a:schemeClr val="tx1"/>
                          </a:solidFill>
                          <a:effectLst/>
                          <a:latin typeface="Times New Roman" panose="02020603050405020304" pitchFamily="18" charset="0"/>
                          <a:ea typeface="黑体" panose="02010609060101010101" pitchFamily="49" charset="-122"/>
                        </a:rPr>
                        <a:t>E</a:t>
                      </a:r>
                      <a:r>
                        <a:rPr kumimoji="0" lang="en-US" altLang="zh-CN" sz="2400" b="1" i="0" u="none" strike="noStrike" cap="none" normalizeH="0" baseline="0">
                          <a:ln>
                            <a:noFill/>
                          </a:ln>
                          <a:solidFill>
                            <a:schemeClr val="tx1"/>
                          </a:solidFill>
                          <a:effectLst/>
                          <a:latin typeface="Times New Roman" panose="02020603050405020304" pitchFamily="18" charset="0"/>
                          <a:ea typeface="黑体" panose="02010609060101010101" pitchFamily="49" charset="-122"/>
                          <a:sym typeface="Symbol" panose="05050102010706020507" pitchFamily="18" charset="2"/>
                        </a:rPr>
                        <a:t></a:t>
                      </a:r>
                    </a:p>
                  </a:txBody>
                  <a:tcPr marL="54000" marR="54000" marT="28800" marB="28800" anchor="ct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3"/>
                  </a:ext>
                </a:extLst>
              </a:tr>
              <a:tr h="588963">
                <a:tc>
                  <a:txBody>
                    <a:bodyPr/>
                    <a:lstStyle>
                      <a:lvl1pPr algn="l">
                        <a:spcBef>
                          <a:spcPct val="20000"/>
                        </a:spcBef>
                        <a:buClr>
                          <a:schemeClr val="folHlink"/>
                        </a:buClr>
                        <a:buSzPct val="60000"/>
                        <a:buFont typeface="Wingdings" panose="05000000000000000000" pitchFamily="2" charset="2"/>
                        <a:defRPr sz="2800">
                          <a:solidFill>
                            <a:schemeClr val="tx1"/>
                          </a:solidFill>
                          <a:latin typeface="Times New Roman" panose="02020603050405020304" pitchFamily="18" charset="0"/>
                          <a:ea typeface="黑体" panose="02010609060101010101" pitchFamily="49" charset="-122"/>
                        </a:defRPr>
                      </a:lvl1pPr>
                      <a:lvl2pPr marL="742950" indent="-285750" algn="l">
                        <a:spcBef>
                          <a:spcPct val="20000"/>
                        </a:spcBef>
                        <a:buClr>
                          <a:schemeClr val="hlink"/>
                        </a:buClr>
                        <a:buSzPct val="55000"/>
                        <a:buFont typeface="Wingdings" panose="05000000000000000000" pitchFamily="2" charset="2"/>
                        <a:defRPr sz="2400">
                          <a:solidFill>
                            <a:schemeClr val="tx1"/>
                          </a:solidFill>
                          <a:latin typeface="Times New Roman" panose="02020603050405020304" pitchFamily="18" charset="0"/>
                          <a:ea typeface="黑体" panose="02010609060101010101" pitchFamily="49" charset="-122"/>
                        </a:defRPr>
                      </a:lvl2pPr>
                      <a:lvl3pPr marL="1143000" indent="-228600" algn="l">
                        <a:spcBef>
                          <a:spcPct val="20000"/>
                        </a:spcBef>
                        <a:buClr>
                          <a:schemeClr val="folHlink"/>
                        </a:buClr>
                        <a:buSzPct val="50000"/>
                        <a:buFont typeface="Wingdings" panose="05000000000000000000" pitchFamily="2" charset="2"/>
                        <a:defRPr sz="2000">
                          <a:solidFill>
                            <a:schemeClr val="tx1"/>
                          </a:solidFill>
                          <a:latin typeface="Times New Roman" panose="02020603050405020304" pitchFamily="18" charset="0"/>
                          <a:ea typeface="黑体" panose="02010609060101010101" pitchFamily="49" charset="-122"/>
                        </a:defRPr>
                      </a:lvl3pPr>
                      <a:lvl4pPr marL="1600200" indent="-228600" algn="l">
                        <a:spcBef>
                          <a:spcPct val="20000"/>
                        </a:spcBef>
                        <a:buClr>
                          <a:schemeClr val="accent2"/>
                        </a:buClr>
                        <a:buSzPct val="55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4pPr>
                      <a:lvl5pPr marL="2057400" indent="-228600" algn="l">
                        <a:spcBef>
                          <a:spcPct val="20000"/>
                        </a:spcBef>
                        <a:buClr>
                          <a:schemeClr val="accent1"/>
                        </a:buClr>
                        <a:buSzPct val="50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9p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r>
                        <a:rPr kumimoji="0" lang="en-US" altLang="zh-CN" sz="2400" b="1" i="1" u="none" strike="noStrike" cap="none" normalizeH="0" baseline="0">
                          <a:ln>
                            <a:noFill/>
                          </a:ln>
                          <a:solidFill>
                            <a:schemeClr val="tx1"/>
                          </a:solidFill>
                          <a:effectLst/>
                          <a:latin typeface="Times New Roman" panose="02020603050405020304" pitchFamily="18" charset="0"/>
                          <a:ea typeface="黑体" panose="02010609060101010101" pitchFamily="49" charset="-122"/>
                        </a:rPr>
                        <a:t>T</a:t>
                      </a:r>
                    </a:p>
                  </a:txBody>
                  <a:tcPr marL="54000" marR="54000" marT="28800" marB="28800" anchor="ct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lgn="l">
                        <a:spcBef>
                          <a:spcPct val="20000"/>
                        </a:spcBef>
                        <a:buClr>
                          <a:schemeClr val="folHlink"/>
                        </a:buClr>
                        <a:buSzPct val="60000"/>
                        <a:buFont typeface="Wingdings" panose="05000000000000000000" pitchFamily="2" charset="2"/>
                        <a:defRPr sz="2800">
                          <a:solidFill>
                            <a:schemeClr val="tx1"/>
                          </a:solidFill>
                          <a:latin typeface="Times New Roman" panose="02020603050405020304" pitchFamily="18" charset="0"/>
                          <a:ea typeface="黑体" panose="02010609060101010101" pitchFamily="49" charset="-122"/>
                        </a:defRPr>
                      </a:lvl1pPr>
                      <a:lvl2pPr marL="742950" indent="-285750" algn="l">
                        <a:spcBef>
                          <a:spcPct val="20000"/>
                        </a:spcBef>
                        <a:buClr>
                          <a:schemeClr val="hlink"/>
                        </a:buClr>
                        <a:buSzPct val="55000"/>
                        <a:buFont typeface="Wingdings" panose="05000000000000000000" pitchFamily="2" charset="2"/>
                        <a:defRPr sz="2400">
                          <a:solidFill>
                            <a:schemeClr val="tx1"/>
                          </a:solidFill>
                          <a:latin typeface="Times New Roman" panose="02020603050405020304" pitchFamily="18" charset="0"/>
                          <a:ea typeface="黑体" panose="02010609060101010101" pitchFamily="49" charset="-122"/>
                        </a:defRPr>
                      </a:lvl2pPr>
                      <a:lvl3pPr marL="1143000" indent="-228600" algn="l">
                        <a:spcBef>
                          <a:spcPct val="20000"/>
                        </a:spcBef>
                        <a:buClr>
                          <a:schemeClr val="folHlink"/>
                        </a:buClr>
                        <a:buSzPct val="50000"/>
                        <a:buFont typeface="Wingdings" panose="05000000000000000000" pitchFamily="2" charset="2"/>
                        <a:defRPr sz="2000">
                          <a:solidFill>
                            <a:schemeClr val="tx1"/>
                          </a:solidFill>
                          <a:latin typeface="Times New Roman" panose="02020603050405020304" pitchFamily="18" charset="0"/>
                          <a:ea typeface="黑体" panose="02010609060101010101" pitchFamily="49" charset="-122"/>
                        </a:defRPr>
                      </a:lvl3pPr>
                      <a:lvl4pPr marL="1600200" indent="-228600" algn="l">
                        <a:spcBef>
                          <a:spcPct val="20000"/>
                        </a:spcBef>
                        <a:buClr>
                          <a:schemeClr val="accent2"/>
                        </a:buClr>
                        <a:buSzPct val="55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4pPr>
                      <a:lvl5pPr marL="2057400" indent="-228600" algn="l">
                        <a:spcBef>
                          <a:spcPct val="20000"/>
                        </a:spcBef>
                        <a:buClr>
                          <a:schemeClr val="accent1"/>
                        </a:buClr>
                        <a:buSzPct val="50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9p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r>
                        <a:rPr kumimoji="0" lang="en-US" altLang="zh-CN" sz="2400" b="1" i="1" u="none" strike="noStrike" cap="none" normalizeH="0" baseline="0">
                          <a:ln>
                            <a:noFill/>
                          </a:ln>
                          <a:solidFill>
                            <a:schemeClr val="tx1"/>
                          </a:solidFill>
                          <a:effectLst/>
                          <a:latin typeface="Times New Roman" panose="02020603050405020304" pitchFamily="18" charset="0"/>
                          <a:ea typeface="黑体" panose="02010609060101010101" pitchFamily="49" charset="-122"/>
                        </a:rPr>
                        <a:t>T</a:t>
                      </a:r>
                      <a:r>
                        <a:rPr kumimoji="0" lang="en-US" altLang="zh-CN" sz="2400" b="1" i="0" u="none" strike="noStrike" cap="none" normalizeH="0" baseline="0">
                          <a:ln>
                            <a:noFill/>
                          </a:ln>
                          <a:solidFill>
                            <a:schemeClr val="tx1"/>
                          </a:solidFill>
                          <a:effectLst/>
                          <a:latin typeface="Times New Roman" panose="02020603050405020304" pitchFamily="18" charset="0"/>
                          <a:ea typeface="黑体" panose="02010609060101010101" pitchFamily="49" charset="-122"/>
                          <a:sym typeface="Symbol" panose="05050102010706020507" pitchFamily="18" charset="2"/>
                        </a:rPr>
                        <a:t></a:t>
                      </a:r>
                      <a:r>
                        <a:rPr kumimoji="0" lang="en-US" altLang="zh-CN" sz="2400" b="1" i="1" u="none" strike="noStrike" cap="none" normalizeH="0" baseline="0">
                          <a:ln>
                            <a:noFill/>
                          </a:ln>
                          <a:solidFill>
                            <a:schemeClr val="tx1"/>
                          </a:solidFill>
                          <a:effectLst/>
                          <a:latin typeface="Times New Roman" panose="02020603050405020304" pitchFamily="18" charset="0"/>
                          <a:ea typeface="黑体" panose="02010609060101010101" pitchFamily="49" charset="-122"/>
                          <a:sym typeface="Symbol" panose="05050102010706020507" pitchFamily="18" charset="2"/>
                        </a:rPr>
                        <a:t>FT</a:t>
                      </a:r>
                      <a:r>
                        <a:rPr kumimoji="0" lang="en-US" altLang="zh-CN" sz="2400" b="1" i="0" u="none" strike="noStrike" cap="none" normalizeH="0" baseline="0">
                          <a:ln>
                            <a:noFill/>
                          </a:ln>
                          <a:solidFill>
                            <a:schemeClr val="tx1"/>
                          </a:solidFill>
                          <a:effectLst/>
                          <a:latin typeface="Times New Roman" panose="02020603050405020304" pitchFamily="18" charset="0"/>
                          <a:ea typeface="黑体" panose="02010609060101010101" pitchFamily="49" charset="-122"/>
                          <a:sym typeface="Symbol" panose="05050102010706020507" pitchFamily="18" charset="2"/>
                        </a:rPr>
                        <a:t></a:t>
                      </a:r>
                    </a:p>
                  </a:txBody>
                  <a:tcPr marL="54000" marR="54000" marT="28800" marB="2880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lgn="l">
                        <a:spcBef>
                          <a:spcPct val="20000"/>
                        </a:spcBef>
                        <a:buClr>
                          <a:schemeClr val="folHlink"/>
                        </a:buClr>
                        <a:buSzPct val="60000"/>
                        <a:buFont typeface="Wingdings" panose="05000000000000000000" pitchFamily="2" charset="2"/>
                        <a:defRPr sz="2800">
                          <a:solidFill>
                            <a:schemeClr val="tx1"/>
                          </a:solidFill>
                          <a:latin typeface="Times New Roman" panose="02020603050405020304" pitchFamily="18" charset="0"/>
                          <a:ea typeface="黑体" panose="02010609060101010101" pitchFamily="49" charset="-122"/>
                        </a:defRPr>
                      </a:lvl1pPr>
                      <a:lvl2pPr marL="742950" indent="-285750" algn="l">
                        <a:spcBef>
                          <a:spcPct val="20000"/>
                        </a:spcBef>
                        <a:buClr>
                          <a:schemeClr val="hlink"/>
                        </a:buClr>
                        <a:buSzPct val="55000"/>
                        <a:buFont typeface="Wingdings" panose="05000000000000000000" pitchFamily="2" charset="2"/>
                        <a:defRPr sz="2400">
                          <a:solidFill>
                            <a:schemeClr val="tx1"/>
                          </a:solidFill>
                          <a:latin typeface="Times New Roman" panose="02020603050405020304" pitchFamily="18" charset="0"/>
                          <a:ea typeface="黑体" panose="02010609060101010101" pitchFamily="49" charset="-122"/>
                        </a:defRPr>
                      </a:lvl2pPr>
                      <a:lvl3pPr marL="1143000" indent="-228600" algn="l">
                        <a:spcBef>
                          <a:spcPct val="20000"/>
                        </a:spcBef>
                        <a:buClr>
                          <a:schemeClr val="folHlink"/>
                        </a:buClr>
                        <a:buSzPct val="50000"/>
                        <a:buFont typeface="Wingdings" panose="05000000000000000000" pitchFamily="2" charset="2"/>
                        <a:defRPr sz="2000">
                          <a:solidFill>
                            <a:schemeClr val="tx1"/>
                          </a:solidFill>
                          <a:latin typeface="Times New Roman" panose="02020603050405020304" pitchFamily="18" charset="0"/>
                          <a:ea typeface="黑体" panose="02010609060101010101" pitchFamily="49" charset="-122"/>
                        </a:defRPr>
                      </a:lvl3pPr>
                      <a:lvl4pPr marL="1600200" indent="-228600" algn="l">
                        <a:spcBef>
                          <a:spcPct val="20000"/>
                        </a:spcBef>
                        <a:buClr>
                          <a:schemeClr val="accent2"/>
                        </a:buClr>
                        <a:buSzPct val="55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4pPr>
                      <a:lvl5pPr marL="2057400" indent="-228600" algn="l">
                        <a:spcBef>
                          <a:spcPct val="20000"/>
                        </a:spcBef>
                        <a:buClr>
                          <a:schemeClr val="accent1"/>
                        </a:buClr>
                        <a:buSzPct val="50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9p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r>
                        <a:rPr kumimoji="0" lang="en-US" altLang="zh-CN" sz="2400" b="1" i="0" u="none" strike="noStrike" cap="none" normalizeH="0" baseline="0">
                          <a:ln>
                            <a:noFill/>
                          </a:ln>
                          <a:solidFill>
                            <a:schemeClr val="accent2"/>
                          </a:solidFill>
                          <a:effectLst/>
                          <a:latin typeface="Times New Roman" panose="02020603050405020304" pitchFamily="18" charset="0"/>
                          <a:ea typeface="黑体" panose="02010609060101010101" pitchFamily="49" charset="-122"/>
                        </a:rPr>
                        <a:t>synch</a:t>
                      </a:r>
                    </a:p>
                  </a:txBody>
                  <a:tcPr marL="54000" marR="54000" marT="28800" marB="2880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lgn="l">
                        <a:spcBef>
                          <a:spcPct val="20000"/>
                        </a:spcBef>
                        <a:buClr>
                          <a:schemeClr val="folHlink"/>
                        </a:buClr>
                        <a:buSzPct val="60000"/>
                        <a:buFont typeface="Wingdings" panose="05000000000000000000" pitchFamily="2" charset="2"/>
                        <a:defRPr sz="2800">
                          <a:solidFill>
                            <a:schemeClr val="tx1"/>
                          </a:solidFill>
                          <a:latin typeface="Times New Roman" panose="02020603050405020304" pitchFamily="18" charset="0"/>
                          <a:ea typeface="黑体" panose="02010609060101010101" pitchFamily="49" charset="-122"/>
                        </a:defRPr>
                      </a:lvl1pPr>
                      <a:lvl2pPr marL="742950" indent="-285750" algn="l">
                        <a:spcBef>
                          <a:spcPct val="20000"/>
                        </a:spcBef>
                        <a:buClr>
                          <a:schemeClr val="hlink"/>
                        </a:buClr>
                        <a:buSzPct val="55000"/>
                        <a:buFont typeface="Wingdings" panose="05000000000000000000" pitchFamily="2" charset="2"/>
                        <a:defRPr sz="2400">
                          <a:solidFill>
                            <a:schemeClr val="tx1"/>
                          </a:solidFill>
                          <a:latin typeface="Times New Roman" panose="02020603050405020304" pitchFamily="18" charset="0"/>
                          <a:ea typeface="黑体" panose="02010609060101010101" pitchFamily="49" charset="-122"/>
                        </a:defRPr>
                      </a:lvl2pPr>
                      <a:lvl3pPr marL="1143000" indent="-228600" algn="l">
                        <a:spcBef>
                          <a:spcPct val="20000"/>
                        </a:spcBef>
                        <a:buClr>
                          <a:schemeClr val="folHlink"/>
                        </a:buClr>
                        <a:buSzPct val="50000"/>
                        <a:buFont typeface="Wingdings" panose="05000000000000000000" pitchFamily="2" charset="2"/>
                        <a:defRPr sz="2000">
                          <a:solidFill>
                            <a:schemeClr val="tx1"/>
                          </a:solidFill>
                          <a:latin typeface="Times New Roman" panose="02020603050405020304" pitchFamily="18" charset="0"/>
                          <a:ea typeface="黑体" panose="02010609060101010101" pitchFamily="49" charset="-122"/>
                        </a:defRPr>
                      </a:lvl3pPr>
                      <a:lvl4pPr marL="1600200" indent="-228600" algn="l">
                        <a:spcBef>
                          <a:spcPct val="20000"/>
                        </a:spcBef>
                        <a:buClr>
                          <a:schemeClr val="accent2"/>
                        </a:buClr>
                        <a:buSzPct val="55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4pPr>
                      <a:lvl5pPr marL="2057400" indent="-228600" algn="l">
                        <a:spcBef>
                          <a:spcPct val="20000"/>
                        </a:spcBef>
                        <a:buClr>
                          <a:schemeClr val="accent1"/>
                        </a:buClr>
                        <a:buSzPct val="50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9p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endParaRPr kumimoji="0" lang="zh-CN" altLang="zh-CN" sz="2400" b="0" i="0" u="none" strike="noStrike" cap="none" normalizeH="0" baseline="0">
                        <a:ln>
                          <a:noFill/>
                        </a:ln>
                        <a:solidFill>
                          <a:schemeClr val="tx1"/>
                        </a:solidFill>
                        <a:effectLst/>
                        <a:latin typeface="Times New Roman" panose="02020603050405020304" pitchFamily="18" charset="0"/>
                        <a:ea typeface="黑体" panose="02010609060101010101" pitchFamily="49" charset="-122"/>
                      </a:endParaRPr>
                    </a:p>
                  </a:txBody>
                  <a:tcPr marL="54000" marR="54000" marT="28800" marB="2880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lgn="l">
                        <a:spcBef>
                          <a:spcPct val="20000"/>
                        </a:spcBef>
                        <a:buClr>
                          <a:schemeClr val="folHlink"/>
                        </a:buClr>
                        <a:buSzPct val="60000"/>
                        <a:buFont typeface="Wingdings" panose="05000000000000000000" pitchFamily="2" charset="2"/>
                        <a:defRPr sz="2800">
                          <a:solidFill>
                            <a:schemeClr val="tx1"/>
                          </a:solidFill>
                          <a:latin typeface="Times New Roman" panose="02020603050405020304" pitchFamily="18" charset="0"/>
                          <a:ea typeface="黑体" panose="02010609060101010101" pitchFamily="49" charset="-122"/>
                        </a:defRPr>
                      </a:lvl1pPr>
                      <a:lvl2pPr marL="742950" indent="-285750" algn="l">
                        <a:spcBef>
                          <a:spcPct val="20000"/>
                        </a:spcBef>
                        <a:buClr>
                          <a:schemeClr val="hlink"/>
                        </a:buClr>
                        <a:buSzPct val="55000"/>
                        <a:buFont typeface="Wingdings" panose="05000000000000000000" pitchFamily="2" charset="2"/>
                        <a:defRPr sz="2400">
                          <a:solidFill>
                            <a:schemeClr val="tx1"/>
                          </a:solidFill>
                          <a:latin typeface="Times New Roman" panose="02020603050405020304" pitchFamily="18" charset="0"/>
                          <a:ea typeface="黑体" panose="02010609060101010101" pitchFamily="49" charset="-122"/>
                        </a:defRPr>
                      </a:lvl2pPr>
                      <a:lvl3pPr marL="1143000" indent="-228600" algn="l">
                        <a:spcBef>
                          <a:spcPct val="20000"/>
                        </a:spcBef>
                        <a:buClr>
                          <a:schemeClr val="folHlink"/>
                        </a:buClr>
                        <a:buSzPct val="50000"/>
                        <a:buFont typeface="Wingdings" panose="05000000000000000000" pitchFamily="2" charset="2"/>
                        <a:defRPr sz="2000">
                          <a:solidFill>
                            <a:schemeClr val="tx1"/>
                          </a:solidFill>
                          <a:latin typeface="Times New Roman" panose="02020603050405020304" pitchFamily="18" charset="0"/>
                          <a:ea typeface="黑体" panose="02010609060101010101" pitchFamily="49" charset="-122"/>
                        </a:defRPr>
                      </a:lvl3pPr>
                      <a:lvl4pPr marL="1600200" indent="-228600" algn="l">
                        <a:spcBef>
                          <a:spcPct val="20000"/>
                        </a:spcBef>
                        <a:buClr>
                          <a:schemeClr val="accent2"/>
                        </a:buClr>
                        <a:buSzPct val="55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4pPr>
                      <a:lvl5pPr marL="2057400" indent="-228600" algn="l">
                        <a:spcBef>
                          <a:spcPct val="20000"/>
                        </a:spcBef>
                        <a:buClr>
                          <a:schemeClr val="accent1"/>
                        </a:buClr>
                        <a:buSzPct val="50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9p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r>
                        <a:rPr kumimoji="0" lang="en-US" altLang="zh-CN" sz="2400" b="1" i="1" u="none" strike="noStrike" cap="none" normalizeH="0" baseline="0">
                          <a:ln>
                            <a:noFill/>
                          </a:ln>
                          <a:solidFill>
                            <a:schemeClr val="tx1"/>
                          </a:solidFill>
                          <a:effectLst/>
                          <a:latin typeface="Times New Roman" panose="02020603050405020304" pitchFamily="18" charset="0"/>
                          <a:ea typeface="黑体" panose="02010609060101010101" pitchFamily="49" charset="-122"/>
                        </a:rPr>
                        <a:t>T</a:t>
                      </a:r>
                      <a:r>
                        <a:rPr kumimoji="0" lang="en-US" altLang="zh-CN" sz="2400" b="1" i="0" u="none" strike="noStrike" cap="none" normalizeH="0" baseline="0">
                          <a:ln>
                            <a:noFill/>
                          </a:ln>
                          <a:solidFill>
                            <a:schemeClr val="tx1"/>
                          </a:solidFill>
                          <a:effectLst/>
                          <a:latin typeface="Times New Roman" panose="02020603050405020304" pitchFamily="18" charset="0"/>
                          <a:ea typeface="黑体" panose="02010609060101010101" pitchFamily="49" charset="-122"/>
                          <a:sym typeface="Symbol" panose="05050102010706020507" pitchFamily="18" charset="2"/>
                        </a:rPr>
                        <a:t></a:t>
                      </a:r>
                      <a:r>
                        <a:rPr kumimoji="0" lang="en-US" altLang="zh-CN" sz="2400" b="1" i="1" u="none" strike="noStrike" cap="none" normalizeH="0" baseline="0">
                          <a:ln>
                            <a:noFill/>
                          </a:ln>
                          <a:solidFill>
                            <a:schemeClr val="tx1"/>
                          </a:solidFill>
                          <a:effectLst/>
                          <a:latin typeface="Times New Roman" panose="02020603050405020304" pitchFamily="18" charset="0"/>
                          <a:ea typeface="黑体" panose="02010609060101010101" pitchFamily="49" charset="-122"/>
                          <a:sym typeface="Symbol" panose="05050102010706020507" pitchFamily="18" charset="2"/>
                        </a:rPr>
                        <a:t>FT</a:t>
                      </a:r>
                      <a:r>
                        <a:rPr kumimoji="0" lang="en-US" altLang="zh-CN" sz="2400" b="1" i="0" u="none" strike="noStrike" cap="none" normalizeH="0" baseline="0">
                          <a:ln>
                            <a:noFill/>
                          </a:ln>
                          <a:solidFill>
                            <a:schemeClr val="tx1"/>
                          </a:solidFill>
                          <a:effectLst/>
                          <a:latin typeface="Times New Roman" panose="02020603050405020304" pitchFamily="18" charset="0"/>
                          <a:ea typeface="黑体" panose="02010609060101010101" pitchFamily="49" charset="-122"/>
                          <a:sym typeface="Symbol" panose="05050102010706020507" pitchFamily="18" charset="2"/>
                        </a:rPr>
                        <a:t></a:t>
                      </a:r>
                    </a:p>
                  </a:txBody>
                  <a:tcPr marL="54000" marR="54000" marT="28800" marB="2880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lgn="l">
                        <a:spcBef>
                          <a:spcPct val="20000"/>
                        </a:spcBef>
                        <a:buClr>
                          <a:schemeClr val="folHlink"/>
                        </a:buClr>
                        <a:buSzPct val="60000"/>
                        <a:buFont typeface="Wingdings" panose="05000000000000000000" pitchFamily="2" charset="2"/>
                        <a:defRPr sz="2800">
                          <a:solidFill>
                            <a:schemeClr val="tx1"/>
                          </a:solidFill>
                          <a:latin typeface="Times New Roman" panose="02020603050405020304" pitchFamily="18" charset="0"/>
                          <a:ea typeface="黑体" panose="02010609060101010101" pitchFamily="49" charset="-122"/>
                        </a:defRPr>
                      </a:lvl1pPr>
                      <a:lvl2pPr marL="742950" indent="-285750" algn="l">
                        <a:spcBef>
                          <a:spcPct val="20000"/>
                        </a:spcBef>
                        <a:buClr>
                          <a:schemeClr val="hlink"/>
                        </a:buClr>
                        <a:buSzPct val="55000"/>
                        <a:buFont typeface="Wingdings" panose="05000000000000000000" pitchFamily="2" charset="2"/>
                        <a:defRPr sz="2400">
                          <a:solidFill>
                            <a:schemeClr val="tx1"/>
                          </a:solidFill>
                          <a:latin typeface="Times New Roman" panose="02020603050405020304" pitchFamily="18" charset="0"/>
                          <a:ea typeface="黑体" panose="02010609060101010101" pitchFamily="49" charset="-122"/>
                        </a:defRPr>
                      </a:lvl2pPr>
                      <a:lvl3pPr marL="1143000" indent="-228600" algn="l">
                        <a:spcBef>
                          <a:spcPct val="20000"/>
                        </a:spcBef>
                        <a:buClr>
                          <a:schemeClr val="folHlink"/>
                        </a:buClr>
                        <a:buSzPct val="50000"/>
                        <a:buFont typeface="Wingdings" panose="05000000000000000000" pitchFamily="2" charset="2"/>
                        <a:defRPr sz="2000">
                          <a:solidFill>
                            <a:schemeClr val="tx1"/>
                          </a:solidFill>
                          <a:latin typeface="Times New Roman" panose="02020603050405020304" pitchFamily="18" charset="0"/>
                          <a:ea typeface="黑体" panose="02010609060101010101" pitchFamily="49" charset="-122"/>
                        </a:defRPr>
                      </a:lvl3pPr>
                      <a:lvl4pPr marL="1600200" indent="-228600" algn="l">
                        <a:spcBef>
                          <a:spcPct val="20000"/>
                        </a:spcBef>
                        <a:buClr>
                          <a:schemeClr val="accent2"/>
                        </a:buClr>
                        <a:buSzPct val="55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4pPr>
                      <a:lvl5pPr marL="2057400" indent="-228600" algn="l">
                        <a:spcBef>
                          <a:spcPct val="20000"/>
                        </a:spcBef>
                        <a:buClr>
                          <a:schemeClr val="accent1"/>
                        </a:buClr>
                        <a:buSzPct val="50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9p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r>
                        <a:rPr kumimoji="0" lang="en-US" altLang="zh-CN" sz="2400" b="1" i="0" u="none" strike="noStrike" cap="none" normalizeH="0" baseline="0">
                          <a:ln>
                            <a:noFill/>
                          </a:ln>
                          <a:solidFill>
                            <a:schemeClr val="accent2"/>
                          </a:solidFill>
                          <a:effectLst/>
                          <a:latin typeface="Times New Roman" panose="02020603050405020304" pitchFamily="18" charset="0"/>
                          <a:ea typeface="黑体" panose="02010609060101010101" pitchFamily="49" charset="-122"/>
                        </a:rPr>
                        <a:t>synch</a:t>
                      </a:r>
                    </a:p>
                  </a:txBody>
                  <a:tcPr marL="54000" marR="54000" marT="28800" marB="2880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lgn="l">
                        <a:spcBef>
                          <a:spcPct val="20000"/>
                        </a:spcBef>
                        <a:buClr>
                          <a:schemeClr val="folHlink"/>
                        </a:buClr>
                        <a:buSzPct val="60000"/>
                        <a:buFont typeface="Wingdings" panose="05000000000000000000" pitchFamily="2" charset="2"/>
                        <a:defRPr sz="2800">
                          <a:solidFill>
                            <a:schemeClr val="tx1"/>
                          </a:solidFill>
                          <a:latin typeface="Times New Roman" panose="02020603050405020304" pitchFamily="18" charset="0"/>
                          <a:ea typeface="黑体" panose="02010609060101010101" pitchFamily="49" charset="-122"/>
                        </a:defRPr>
                      </a:lvl1pPr>
                      <a:lvl2pPr marL="742950" indent="-285750" algn="l">
                        <a:spcBef>
                          <a:spcPct val="20000"/>
                        </a:spcBef>
                        <a:buClr>
                          <a:schemeClr val="hlink"/>
                        </a:buClr>
                        <a:buSzPct val="55000"/>
                        <a:buFont typeface="Wingdings" panose="05000000000000000000" pitchFamily="2" charset="2"/>
                        <a:defRPr sz="2400">
                          <a:solidFill>
                            <a:schemeClr val="tx1"/>
                          </a:solidFill>
                          <a:latin typeface="Times New Roman" panose="02020603050405020304" pitchFamily="18" charset="0"/>
                          <a:ea typeface="黑体" panose="02010609060101010101" pitchFamily="49" charset="-122"/>
                        </a:defRPr>
                      </a:lvl2pPr>
                      <a:lvl3pPr marL="1143000" indent="-228600" algn="l">
                        <a:spcBef>
                          <a:spcPct val="20000"/>
                        </a:spcBef>
                        <a:buClr>
                          <a:schemeClr val="folHlink"/>
                        </a:buClr>
                        <a:buSzPct val="50000"/>
                        <a:buFont typeface="Wingdings" panose="05000000000000000000" pitchFamily="2" charset="2"/>
                        <a:defRPr sz="2000">
                          <a:solidFill>
                            <a:schemeClr val="tx1"/>
                          </a:solidFill>
                          <a:latin typeface="Times New Roman" panose="02020603050405020304" pitchFamily="18" charset="0"/>
                          <a:ea typeface="黑体" panose="02010609060101010101" pitchFamily="49" charset="-122"/>
                        </a:defRPr>
                      </a:lvl3pPr>
                      <a:lvl4pPr marL="1600200" indent="-228600" algn="l">
                        <a:spcBef>
                          <a:spcPct val="20000"/>
                        </a:spcBef>
                        <a:buClr>
                          <a:schemeClr val="accent2"/>
                        </a:buClr>
                        <a:buSzPct val="55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4pPr>
                      <a:lvl5pPr marL="2057400" indent="-228600" algn="l">
                        <a:spcBef>
                          <a:spcPct val="20000"/>
                        </a:spcBef>
                        <a:buClr>
                          <a:schemeClr val="accent1"/>
                        </a:buClr>
                        <a:buSzPct val="50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9p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r>
                        <a:rPr kumimoji="0" lang="en-US" altLang="zh-CN" sz="2400" b="1" i="0" u="none" strike="noStrike" cap="none" normalizeH="0" baseline="0">
                          <a:ln>
                            <a:noFill/>
                          </a:ln>
                          <a:solidFill>
                            <a:schemeClr val="accent2"/>
                          </a:solidFill>
                          <a:effectLst/>
                          <a:latin typeface="Times New Roman" panose="02020603050405020304" pitchFamily="18" charset="0"/>
                          <a:ea typeface="黑体" panose="02010609060101010101" pitchFamily="49" charset="-122"/>
                        </a:rPr>
                        <a:t>synch</a:t>
                      </a:r>
                    </a:p>
                  </a:txBody>
                  <a:tcPr marL="54000" marR="54000" marT="28800" marB="28800" anchor="ct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4"/>
                  </a:ext>
                </a:extLst>
              </a:tr>
              <a:tr h="585788">
                <a:tc>
                  <a:txBody>
                    <a:bodyPr/>
                    <a:lstStyle>
                      <a:lvl1pPr algn="l">
                        <a:spcBef>
                          <a:spcPct val="20000"/>
                        </a:spcBef>
                        <a:buClr>
                          <a:schemeClr val="folHlink"/>
                        </a:buClr>
                        <a:buSzPct val="60000"/>
                        <a:buFont typeface="Wingdings" panose="05000000000000000000" pitchFamily="2" charset="2"/>
                        <a:defRPr sz="2800">
                          <a:solidFill>
                            <a:schemeClr val="tx1"/>
                          </a:solidFill>
                          <a:latin typeface="Times New Roman" panose="02020603050405020304" pitchFamily="18" charset="0"/>
                          <a:ea typeface="黑体" panose="02010609060101010101" pitchFamily="49" charset="-122"/>
                        </a:defRPr>
                      </a:lvl1pPr>
                      <a:lvl2pPr marL="742950" indent="-285750" algn="l">
                        <a:spcBef>
                          <a:spcPct val="20000"/>
                        </a:spcBef>
                        <a:buClr>
                          <a:schemeClr val="hlink"/>
                        </a:buClr>
                        <a:buSzPct val="55000"/>
                        <a:buFont typeface="Wingdings" panose="05000000000000000000" pitchFamily="2" charset="2"/>
                        <a:defRPr sz="2400">
                          <a:solidFill>
                            <a:schemeClr val="tx1"/>
                          </a:solidFill>
                          <a:latin typeface="Times New Roman" panose="02020603050405020304" pitchFamily="18" charset="0"/>
                          <a:ea typeface="黑体" panose="02010609060101010101" pitchFamily="49" charset="-122"/>
                        </a:defRPr>
                      </a:lvl2pPr>
                      <a:lvl3pPr marL="1143000" indent="-228600" algn="l">
                        <a:spcBef>
                          <a:spcPct val="20000"/>
                        </a:spcBef>
                        <a:buClr>
                          <a:schemeClr val="folHlink"/>
                        </a:buClr>
                        <a:buSzPct val="50000"/>
                        <a:buFont typeface="Wingdings" panose="05000000000000000000" pitchFamily="2" charset="2"/>
                        <a:defRPr sz="2000">
                          <a:solidFill>
                            <a:schemeClr val="tx1"/>
                          </a:solidFill>
                          <a:latin typeface="Times New Roman" panose="02020603050405020304" pitchFamily="18" charset="0"/>
                          <a:ea typeface="黑体" panose="02010609060101010101" pitchFamily="49" charset="-122"/>
                        </a:defRPr>
                      </a:lvl3pPr>
                      <a:lvl4pPr marL="1600200" indent="-228600" algn="l">
                        <a:spcBef>
                          <a:spcPct val="20000"/>
                        </a:spcBef>
                        <a:buClr>
                          <a:schemeClr val="accent2"/>
                        </a:buClr>
                        <a:buSzPct val="55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4pPr>
                      <a:lvl5pPr marL="2057400" indent="-228600" algn="l">
                        <a:spcBef>
                          <a:spcPct val="20000"/>
                        </a:spcBef>
                        <a:buClr>
                          <a:schemeClr val="accent1"/>
                        </a:buClr>
                        <a:buSzPct val="50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9p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r>
                        <a:rPr kumimoji="0" lang="en-US" altLang="zh-CN" sz="2400" b="1" i="1" u="none" strike="noStrike" cap="none" normalizeH="0" baseline="0">
                          <a:ln>
                            <a:noFill/>
                          </a:ln>
                          <a:solidFill>
                            <a:schemeClr val="tx1"/>
                          </a:solidFill>
                          <a:effectLst/>
                          <a:latin typeface="Times New Roman" panose="02020603050405020304" pitchFamily="18" charset="0"/>
                          <a:ea typeface="黑体" panose="02010609060101010101" pitchFamily="49" charset="-122"/>
                        </a:rPr>
                        <a:t>T </a:t>
                      </a:r>
                      <a:r>
                        <a:rPr kumimoji="0" lang="en-US" altLang="zh-CN" sz="2400" b="1" i="0" u="none" strike="noStrike" cap="none" normalizeH="0" baseline="0">
                          <a:ln>
                            <a:noFill/>
                          </a:ln>
                          <a:solidFill>
                            <a:schemeClr val="tx1"/>
                          </a:solidFill>
                          <a:effectLst/>
                          <a:latin typeface="Times New Roman" panose="02020603050405020304" pitchFamily="18" charset="0"/>
                          <a:ea typeface="黑体" panose="02010609060101010101" pitchFamily="49" charset="-122"/>
                          <a:sym typeface="Symbol" panose="05050102010706020507" pitchFamily="18" charset="2"/>
                        </a:rPr>
                        <a:t></a:t>
                      </a:r>
                    </a:p>
                  </a:txBody>
                  <a:tcPr marL="54000" marR="54000" marT="28800" marB="28800" anchor="ct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lgn="l">
                        <a:spcBef>
                          <a:spcPct val="20000"/>
                        </a:spcBef>
                        <a:buClr>
                          <a:schemeClr val="folHlink"/>
                        </a:buClr>
                        <a:buSzPct val="60000"/>
                        <a:buFont typeface="Wingdings" panose="05000000000000000000" pitchFamily="2" charset="2"/>
                        <a:defRPr sz="2800">
                          <a:solidFill>
                            <a:schemeClr val="tx1"/>
                          </a:solidFill>
                          <a:latin typeface="Times New Roman" panose="02020603050405020304" pitchFamily="18" charset="0"/>
                          <a:ea typeface="黑体" panose="02010609060101010101" pitchFamily="49" charset="-122"/>
                        </a:defRPr>
                      </a:lvl1pPr>
                      <a:lvl2pPr marL="742950" indent="-285750" algn="l">
                        <a:spcBef>
                          <a:spcPct val="20000"/>
                        </a:spcBef>
                        <a:buClr>
                          <a:schemeClr val="hlink"/>
                        </a:buClr>
                        <a:buSzPct val="55000"/>
                        <a:buFont typeface="Wingdings" panose="05000000000000000000" pitchFamily="2" charset="2"/>
                        <a:defRPr sz="2400">
                          <a:solidFill>
                            <a:schemeClr val="tx1"/>
                          </a:solidFill>
                          <a:latin typeface="Times New Roman" panose="02020603050405020304" pitchFamily="18" charset="0"/>
                          <a:ea typeface="黑体" panose="02010609060101010101" pitchFamily="49" charset="-122"/>
                        </a:defRPr>
                      </a:lvl2pPr>
                      <a:lvl3pPr marL="1143000" indent="-228600" algn="l">
                        <a:spcBef>
                          <a:spcPct val="20000"/>
                        </a:spcBef>
                        <a:buClr>
                          <a:schemeClr val="folHlink"/>
                        </a:buClr>
                        <a:buSzPct val="50000"/>
                        <a:buFont typeface="Wingdings" panose="05000000000000000000" pitchFamily="2" charset="2"/>
                        <a:defRPr sz="2000">
                          <a:solidFill>
                            <a:schemeClr val="tx1"/>
                          </a:solidFill>
                          <a:latin typeface="Times New Roman" panose="02020603050405020304" pitchFamily="18" charset="0"/>
                          <a:ea typeface="黑体" panose="02010609060101010101" pitchFamily="49" charset="-122"/>
                        </a:defRPr>
                      </a:lvl3pPr>
                      <a:lvl4pPr marL="1600200" indent="-228600" algn="l">
                        <a:spcBef>
                          <a:spcPct val="20000"/>
                        </a:spcBef>
                        <a:buClr>
                          <a:schemeClr val="accent2"/>
                        </a:buClr>
                        <a:buSzPct val="55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4pPr>
                      <a:lvl5pPr marL="2057400" indent="-228600" algn="l">
                        <a:spcBef>
                          <a:spcPct val="20000"/>
                        </a:spcBef>
                        <a:buClr>
                          <a:schemeClr val="accent1"/>
                        </a:buClr>
                        <a:buSzPct val="50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9p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endParaRPr kumimoji="0" lang="zh-CN" altLang="zh-CN" sz="2400" b="0" i="0" u="none" strike="noStrike" cap="none" normalizeH="0" baseline="0">
                        <a:ln>
                          <a:noFill/>
                        </a:ln>
                        <a:solidFill>
                          <a:schemeClr val="tx1"/>
                        </a:solidFill>
                        <a:effectLst/>
                        <a:latin typeface="Times New Roman" panose="02020603050405020304" pitchFamily="18" charset="0"/>
                        <a:ea typeface="黑体" panose="02010609060101010101" pitchFamily="49" charset="-122"/>
                      </a:endParaRPr>
                    </a:p>
                  </a:txBody>
                  <a:tcPr marL="54000" marR="54000" marT="28800" marB="2880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lgn="l">
                        <a:spcBef>
                          <a:spcPct val="20000"/>
                        </a:spcBef>
                        <a:buClr>
                          <a:schemeClr val="folHlink"/>
                        </a:buClr>
                        <a:buSzPct val="60000"/>
                        <a:buFont typeface="Wingdings" panose="05000000000000000000" pitchFamily="2" charset="2"/>
                        <a:defRPr sz="2800">
                          <a:solidFill>
                            <a:schemeClr val="tx1"/>
                          </a:solidFill>
                          <a:latin typeface="Times New Roman" panose="02020603050405020304" pitchFamily="18" charset="0"/>
                          <a:ea typeface="黑体" panose="02010609060101010101" pitchFamily="49" charset="-122"/>
                        </a:defRPr>
                      </a:lvl1pPr>
                      <a:lvl2pPr marL="742950" indent="-285750" algn="l">
                        <a:spcBef>
                          <a:spcPct val="20000"/>
                        </a:spcBef>
                        <a:buClr>
                          <a:schemeClr val="hlink"/>
                        </a:buClr>
                        <a:buSzPct val="55000"/>
                        <a:buFont typeface="Wingdings" panose="05000000000000000000" pitchFamily="2" charset="2"/>
                        <a:defRPr sz="2400">
                          <a:solidFill>
                            <a:schemeClr val="tx1"/>
                          </a:solidFill>
                          <a:latin typeface="Times New Roman" panose="02020603050405020304" pitchFamily="18" charset="0"/>
                          <a:ea typeface="黑体" panose="02010609060101010101" pitchFamily="49" charset="-122"/>
                        </a:defRPr>
                      </a:lvl2pPr>
                      <a:lvl3pPr marL="1143000" indent="-228600" algn="l">
                        <a:spcBef>
                          <a:spcPct val="20000"/>
                        </a:spcBef>
                        <a:buClr>
                          <a:schemeClr val="folHlink"/>
                        </a:buClr>
                        <a:buSzPct val="50000"/>
                        <a:buFont typeface="Wingdings" panose="05000000000000000000" pitchFamily="2" charset="2"/>
                        <a:defRPr sz="2000">
                          <a:solidFill>
                            <a:schemeClr val="tx1"/>
                          </a:solidFill>
                          <a:latin typeface="Times New Roman" panose="02020603050405020304" pitchFamily="18" charset="0"/>
                          <a:ea typeface="黑体" panose="02010609060101010101" pitchFamily="49" charset="-122"/>
                        </a:defRPr>
                      </a:lvl3pPr>
                      <a:lvl4pPr marL="1600200" indent="-228600" algn="l">
                        <a:spcBef>
                          <a:spcPct val="20000"/>
                        </a:spcBef>
                        <a:buClr>
                          <a:schemeClr val="accent2"/>
                        </a:buClr>
                        <a:buSzPct val="55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4pPr>
                      <a:lvl5pPr marL="2057400" indent="-228600" algn="l">
                        <a:spcBef>
                          <a:spcPct val="20000"/>
                        </a:spcBef>
                        <a:buClr>
                          <a:schemeClr val="accent1"/>
                        </a:buClr>
                        <a:buSzPct val="50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9p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r>
                        <a:rPr kumimoji="0" lang="en-US" altLang="zh-CN" sz="2400" b="1" i="1" u="none" strike="noStrike" cap="none" normalizeH="0" baseline="0">
                          <a:ln>
                            <a:noFill/>
                          </a:ln>
                          <a:solidFill>
                            <a:schemeClr val="tx1"/>
                          </a:solidFill>
                          <a:effectLst/>
                          <a:latin typeface="Times New Roman" panose="02020603050405020304" pitchFamily="18" charset="0"/>
                          <a:ea typeface="黑体" panose="02010609060101010101" pitchFamily="49" charset="-122"/>
                        </a:rPr>
                        <a:t>T</a:t>
                      </a:r>
                      <a:r>
                        <a:rPr kumimoji="0" lang="en-US" altLang="zh-CN" sz="2400" b="1" i="0" u="none" strike="noStrike" cap="none" normalizeH="0" baseline="0">
                          <a:ln>
                            <a:noFill/>
                          </a:ln>
                          <a:solidFill>
                            <a:schemeClr val="tx1"/>
                          </a:solidFill>
                          <a:effectLst/>
                          <a:latin typeface="Times New Roman" panose="02020603050405020304" pitchFamily="18" charset="0"/>
                          <a:ea typeface="黑体" panose="02010609060101010101" pitchFamily="49" charset="-122"/>
                          <a:sym typeface="Symbol" panose="05050102010706020507" pitchFamily="18" charset="2"/>
                        </a:rPr>
                        <a:t></a:t>
                      </a:r>
                    </a:p>
                  </a:txBody>
                  <a:tcPr marL="54000" marR="54000" marT="28800" marB="2880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lgn="l">
                        <a:spcBef>
                          <a:spcPct val="20000"/>
                        </a:spcBef>
                        <a:buClr>
                          <a:schemeClr val="folHlink"/>
                        </a:buClr>
                        <a:buSzPct val="60000"/>
                        <a:buFont typeface="Wingdings" panose="05000000000000000000" pitchFamily="2" charset="2"/>
                        <a:defRPr sz="2800">
                          <a:solidFill>
                            <a:schemeClr val="tx1"/>
                          </a:solidFill>
                          <a:latin typeface="Times New Roman" panose="02020603050405020304" pitchFamily="18" charset="0"/>
                          <a:ea typeface="黑体" panose="02010609060101010101" pitchFamily="49" charset="-122"/>
                        </a:defRPr>
                      </a:lvl1pPr>
                      <a:lvl2pPr marL="742950" indent="-285750" algn="l">
                        <a:spcBef>
                          <a:spcPct val="20000"/>
                        </a:spcBef>
                        <a:buClr>
                          <a:schemeClr val="hlink"/>
                        </a:buClr>
                        <a:buSzPct val="55000"/>
                        <a:buFont typeface="Wingdings" panose="05000000000000000000" pitchFamily="2" charset="2"/>
                        <a:defRPr sz="2400">
                          <a:solidFill>
                            <a:schemeClr val="tx1"/>
                          </a:solidFill>
                          <a:latin typeface="Times New Roman" panose="02020603050405020304" pitchFamily="18" charset="0"/>
                          <a:ea typeface="黑体" panose="02010609060101010101" pitchFamily="49" charset="-122"/>
                        </a:defRPr>
                      </a:lvl2pPr>
                      <a:lvl3pPr marL="1143000" indent="-228600" algn="l">
                        <a:spcBef>
                          <a:spcPct val="20000"/>
                        </a:spcBef>
                        <a:buClr>
                          <a:schemeClr val="folHlink"/>
                        </a:buClr>
                        <a:buSzPct val="50000"/>
                        <a:buFont typeface="Wingdings" panose="05000000000000000000" pitchFamily="2" charset="2"/>
                        <a:defRPr sz="2000">
                          <a:solidFill>
                            <a:schemeClr val="tx1"/>
                          </a:solidFill>
                          <a:latin typeface="Times New Roman" panose="02020603050405020304" pitchFamily="18" charset="0"/>
                          <a:ea typeface="黑体" panose="02010609060101010101" pitchFamily="49" charset="-122"/>
                        </a:defRPr>
                      </a:lvl3pPr>
                      <a:lvl4pPr marL="1600200" indent="-228600" algn="l">
                        <a:spcBef>
                          <a:spcPct val="20000"/>
                        </a:spcBef>
                        <a:buClr>
                          <a:schemeClr val="accent2"/>
                        </a:buClr>
                        <a:buSzPct val="55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4pPr>
                      <a:lvl5pPr marL="2057400" indent="-228600" algn="l">
                        <a:spcBef>
                          <a:spcPct val="20000"/>
                        </a:spcBef>
                        <a:buClr>
                          <a:schemeClr val="accent1"/>
                        </a:buClr>
                        <a:buSzPct val="50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9p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r>
                        <a:rPr kumimoji="0" lang="en-US" altLang="zh-CN" sz="2400" b="1" i="1" u="none" strike="noStrike" cap="none" normalizeH="0" baseline="0">
                          <a:ln>
                            <a:noFill/>
                          </a:ln>
                          <a:solidFill>
                            <a:schemeClr val="tx1"/>
                          </a:solidFill>
                          <a:effectLst/>
                          <a:latin typeface="Times New Roman" panose="02020603050405020304" pitchFamily="18" charset="0"/>
                          <a:ea typeface="黑体" panose="02010609060101010101" pitchFamily="49" charset="-122"/>
                        </a:rPr>
                        <a:t>T</a:t>
                      </a:r>
                      <a:r>
                        <a:rPr kumimoji="0" lang="en-US" altLang="zh-CN" sz="2400" b="1" i="0" u="none" strike="noStrike" cap="none" normalizeH="0" baseline="0">
                          <a:ln>
                            <a:noFill/>
                          </a:ln>
                          <a:solidFill>
                            <a:schemeClr val="tx1"/>
                          </a:solidFill>
                          <a:effectLst/>
                          <a:latin typeface="Times New Roman" panose="02020603050405020304" pitchFamily="18" charset="0"/>
                          <a:ea typeface="黑体" panose="02010609060101010101" pitchFamily="49" charset="-122"/>
                          <a:sym typeface="Symbol" panose="05050102010706020507" pitchFamily="18" charset="2"/>
                        </a:rPr>
                        <a:t>*</a:t>
                      </a:r>
                      <a:r>
                        <a:rPr kumimoji="0" lang="en-US" altLang="zh-CN" sz="2400" b="1" i="1" u="none" strike="noStrike" cap="none" normalizeH="0" baseline="0">
                          <a:ln>
                            <a:noFill/>
                          </a:ln>
                          <a:solidFill>
                            <a:schemeClr val="tx1"/>
                          </a:solidFill>
                          <a:effectLst/>
                          <a:latin typeface="Times New Roman" panose="02020603050405020304" pitchFamily="18" charset="0"/>
                          <a:ea typeface="黑体" panose="02010609060101010101" pitchFamily="49" charset="-122"/>
                          <a:sym typeface="Symbol" panose="05050102010706020507" pitchFamily="18" charset="2"/>
                        </a:rPr>
                        <a:t>FT</a:t>
                      </a:r>
                      <a:r>
                        <a:rPr kumimoji="0" lang="en-US" altLang="zh-CN" sz="2400" b="1" i="0" u="none" strike="noStrike" cap="none" normalizeH="0" baseline="0">
                          <a:ln>
                            <a:noFill/>
                          </a:ln>
                          <a:solidFill>
                            <a:schemeClr val="tx1"/>
                          </a:solidFill>
                          <a:effectLst/>
                          <a:latin typeface="Times New Roman" panose="02020603050405020304" pitchFamily="18" charset="0"/>
                          <a:ea typeface="黑体" panose="02010609060101010101" pitchFamily="49" charset="-122"/>
                          <a:sym typeface="Symbol" panose="05050102010706020507" pitchFamily="18" charset="2"/>
                        </a:rPr>
                        <a:t></a:t>
                      </a:r>
                    </a:p>
                  </a:txBody>
                  <a:tcPr marL="54000" marR="54000" marT="28800" marB="2880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lgn="l">
                        <a:spcBef>
                          <a:spcPct val="20000"/>
                        </a:spcBef>
                        <a:buClr>
                          <a:schemeClr val="folHlink"/>
                        </a:buClr>
                        <a:buSzPct val="60000"/>
                        <a:buFont typeface="Wingdings" panose="05000000000000000000" pitchFamily="2" charset="2"/>
                        <a:defRPr sz="2800">
                          <a:solidFill>
                            <a:schemeClr val="tx1"/>
                          </a:solidFill>
                          <a:latin typeface="Times New Roman" panose="02020603050405020304" pitchFamily="18" charset="0"/>
                          <a:ea typeface="黑体" panose="02010609060101010101" pitchFamily="49" charset="-122"/>
                        </a:defRPr>
                      </a:lvl1pPr>
                      <a:lvl2pPr marL="742950" indent="-285750" algn="l">
                        <a:spcBef>
                          <a:spcPct val="20000"/>
                        </a:spcBef>
                        <a:buClr>
                          <a:schemeClr val="hlink"/>
                        </a:buClr>
                        <a:buSzPct val="55000"/>
                        <a:buFont typeface="Wingdings" panose="05000000000000000000" pitchFamily="2" charset="2"/>
                        <a:defRPr sz="2400">
                          <a:solidFill>
                            <a:schemeClr val="tx1"/>
                          </a:solidFill>
                          <a:latin typeface="Times New Roman" panose="02020603050405020304" pitchFamily="18" charset="0"/>
                          <a:ea typeface="黑体" panose="02010609060101010101" pitchFamily="49" charset="-122"/>
                        </a:defRPr>
                      </a:lvl2pPr>
                      <a:lvl3pPr marL="1143000" indent="-228600" algn="l">
                        <a:spcBef>
                          <a:spcPct val="20000"/>
                        </a:spcBef>
                        <a:buClr>
                          <a:schemeClr val="folHlink"/>
                        </a:buClr>
                        <a:buSzPct val="50000"/>
                        <a:buFont typeface="Wingdings" panose="05000000000000000000" pitchFamily="2" charset="2"/>
                        <a:defRPr sz="2000">
                          <a:solidFill>
                            <a:schemeClr val="tx1"/>
                          </a:solidFill>
                          <a:latin typeface="Times New Roman" panose="02020603050405020304" pitchFamily="18" charset="0"/>
                          <a:ea typeface="黑体" panose="02010609060101010101" pitchFamily="49" charset="-122"/>
                        </a:defRPr>
                      </a:lvl3pPr>
                      <a:lvl4pPr marL="1600200" indent="-228600" algn="l">
                        <a:spcBef>
                          <a:spcPct val="20000"/>
                        </a:spcBef>
                        <a:buClr>
                          <a:schemeClr val="accent2"/>
                        </a:buClr>
                        <a:buSzPct val="55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4pPr>
                      <a:lvl5pPr marL="2057400" indent="-228600" algn="l">
                        <a:spcBef>
                          <a:spcPct val="20000"/>
                        </a:spcBef>
                        <a:buClr>
                          <a:schemeClr val="accent1"/>
                        </a:buClr>
                        <a:buSzPct val="50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9p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endParaRPr kumimoji="0" lang="zh-CN" altLang="zh-CN" sz="2400" b="0" i="0" u="none" strike="noStrike" cap="none" normalizeH="0" baseline="0">
                        <a:ln>
                          <a:noFill/>
                        </a:ln>
                        <a:solidFill>
                          <a:schemeClr val="tx1"/>
                        </a:solidFill>
                        <a:effectLst/>
                        <a:latin typeface="Times New Roman" panose="02020603050405020304" pitchFamily="18" charset="0"/>
                        <a:ea typeface="黑体" panose="02010609060101010101" pitchFamily="49" charset="-122"/>
                      </a:endParaRPr>
                    </a:p>
                  </a:txBody>
                  <a:tcPr marL="54000" marR="54000" marT="28800" marB="2880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lgn="l">
                        <a:spcBef>
                          <a:spcPct val="20000"/>
                        </a:spcBef>
                        <a:buClr>
                          <a:schemeClr val="folHlink"/>
                        </a:buClr>
                        <a:buSzPct val="60000"/>
                        <a:buFont typeface="Wingdings" panose="05000000000000000000" pitchFamily="2" charset="2"/>
                        <a:defRPr sz="2800">
                          <a:solidFill>
                            <a:schemeClr val="tx1"/>
                          </a:solidFill>
                          <a:latin typeface="Times New Roman" panose="02020603050405020304" pitchFamily="18" charset="0"/>
                          <a:ea typeface="黑体" panose="02010609060101010101" pitchFamily="49" charset="-122"/>
                        </a:defRPr>
                      </a:lvl1pPr>
                      <a:lvl2pPr marL="742950" indent="-285750" algn="l">
                        <a:spcBef>
                          <a:spcPct val="20000"/>
                        </a:spcBef>
                        <a:buClr>
                          <a:schemeClr val="hlink"/>
                        </a:buClr>
                        <a:buSzPct val="55000"/>
                        <a:buFont typeface="Wingdings" panose="05000000000000000000" pitchFamily="2" charset="2"/>
                        <a:defRPr sz="2400">
                          <a:solidFill>
                            <a:schemeClr val="tx1"/>
                          </a:solidFill>
                          <a:latin typeface="Times New Roman" panose="02020603050405020304" pitchFamily="18" charset="0"/>
                          <a:ea typeface="黑体" panose="02010609060101010101" pitchFamily="49" charset="-122"/>
                        </a:defRPr>
                      </a:lvl2pPr>
                      <a:lvl3pPr marL="1143000" indent="-228600" algn="l">
                        <a:spcBef>
                          <a:spcPct val="20000"/>
                        </a:spcBef>
                        <a:buClr>
                          <a:schemeClr val="folHlink"/>
                        </a:buClr>
                        <a:buSzPct val="50000"/>
                        <a:buFont typeface="Wingdings" panose="05000000000000000000" pitchFamily="2" charset="2"/>
                        <a:defRPr sz="2000">
                          <a:solidFill>
                            <a:schemeClr val="tx1"/>
                          </a:solidFill>
                          <a:latin typeface="Times New Roman" panose="02020603050405020304" pitchFamily="18" charset="0"/>
                          <a:ea typeface="黑体" panose="02010609060101010101" pitchFamily="49" charset="-122"/>
                        </a:defRPr>
                      </a:lvl3pPr>
                      <a:lvl4pPr marL="1600200" indent="-228600" algn="l">
                        <a:spcBef>
                          <a:spcPct val="20000"/>
                        </a:spcBef>
                        <a:buClr>
                          <a:schemeClr val="accent2"/>
                        </a:buClr>
                        <a:buSzPct val="55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4pPr>
                      <a:lvl5pPr marL="2057400" indent="-228600" algn="l">
                        <a:spcBef>
                          <a:spcPct val="20000"/>
                        </a:spcBef>
                        <a:buClr>
                          <a:schemeClr val="accent1"/>
                        </a:buClr>
                        <a:buSzPct val="50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9p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r>
                        <a:rPr kumimoji="0" lang="en-US" altLang="zh-CN" sz="2400" b="1" i="1" u="none" strike="noStrike" cap="none" normalizeH="0" baseline="0">
                          <a:ln>
                            <a:noFill/>
                          </a:ln>
                          <a:solidFill>
                            <a:schemeClr val="tx1"/>
                          </a:solidFill>
                          <a:effectLst/>
                          <a:latin typeface="Times New Roman" panose="02020603050405020304" pitchFamily="18" charset="0"/>
                          <a:ea typeface="黑体" panose="02010609060101010101" pitchFamily="49" charset="-122"/>
                        </a:rPr>
                        <a:t>T</a:t>
                      </a:r>
                      <a:r>
                        <a:rPr kumimoji="0" lang="en-US" altLang="zh-CN" sz="2400" b="1" i="0" u="none" strike="noStrike" cap="none" normalizeH="0" baseline="0">
                          <a:ln>
                            <a:noFill/>
                          </a:ln>
                          <a:solidFill>
                            <a:schemeClr val="tx1"/>
                          </a:solidFill>
                          <a:effectLst/>
                          <a:latin typeface="Times New Roman" panose="02020603050405020304" pitchFamily="18" charset="0"/>
                          <a:ea typeface="黑体" panose="02010609060101010101" pitchFamily="49" charset="-122"/>
                          <a:sym typeface="Symbol" panose="05050102010706020507" pitchFamily="18" charset="2"/>
                        </a:rPr>
                        <a:t></a:t>
                      </a:r>
                    </a:p>
                  </a:txBody>
                  <a:tcPr marL="54000" marR="54000" marT="28800" marB="2880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lgn="l">
                        <a:spcBef>
                          <a:spcPct val="20000"/>
                        </a:spcBef>
                        <a:buClr>
                          <a:schemeClr val="folHlink"/>
                        </a:buClr>
                        <a:buSzPct val="60000"/>
                        <a:buFont typeface="Wingdings" panose="05000000000000000000" pitchFamily="2" charset="2"/>
                        <a:defRPr sz="2800">
                          <a:solidFill>
                            <a:schemeClr val="tx1"/>
                          </a:solidFill>
                          <a:latin typeface="Times New Roman" panose="02020603050405020304" pitchFamily="18" charset="0"/>
                          <a:ea typeface="黑体" panose="02010609060101010101" pitchFamily="49" charset="-122"/>
                        </a:defRPr>
                      </a:lvl1pPr>
                      <a:lvl2pPr marL="742950" indent="-285750" algn="l">
                        <a:spcBef>
                          <a:spcPct val="20000"/>
                        </a:spcBef>
                        <a:buClr>
                          <a:schemeClr val="hlink"/>
                        </a:buClr>
                        <a:buSzPct val="55000"/>
                        <a:buFont typeface="Wingdings" panose="05000000000000000000" pitchFamily="2" charset="2"/>
                        <a:defRPr sz="2400">
                          <a:solidFill>
                            <a:schemeClr val="tx1"/>
                          </a:solidFill>
                          <a:latin typeface="Times New Roman" panose="02020603050405020304" pitchFamily="18" charset="0"/>
                          <a:ea typeface="黑体" panose="02010609060101010101" pitchFamily="49" charset="-122"/>
                        </a:defRPr>
                      </a:lvl2pPr>
                      <a:lvl3pPr marL="1143000" indent="-228600" algn="l">
                        <a:spcBef>
                          <a:spcPct val="20000"/>
                        </a:spcBef>
                        <a:buClr>
                          <a:schemeClr val="folHlink"/>
                        </a:buClr>
                        <a:buSzPct val="50000"/>
                        <a:buFont typeface="Wingdings" panose="05000000000000000000" pitchFamily="2" charset="2"/>
                        <a:defRPr sz="2000">
                          <a:solidFill>
                            <a:schemeClr val="tx1"/>
                          </a:solidFill>
                          <a:latin typeface="Times New Roman" panose="02020603050405020304" pitchFamily="18" charset="0"/>
                          <a:ea typeface="黑体" panose="02010609060101010101" pitchFamily="49" charset="-122"/>
                        </a:defRPr>
                      </a:lvl3pPr>
                      <a:lvl4pPr marL="1600200" indent="-228600" algn="l">
                        <a:spcBef>
                          <a:spcPct val="20000"/>
                        </a:spcBef>
                        <a:buClr>
                          <a:schemeClr val="accent2"/>
                        </a:buClr>
                        <a:buSzPct val="55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4pPr>
                      <a:lvl5pPr marL="2057400" indent="-228600" algn="l">
                        <a:spcBef>
                          <a:spcPct val="20000"/>
                        </a:spcBef>
                        <a:buClr>
                          <a:schemeClr val="accent1"/>
                        </a:buClr>
                        <a:buSzPct val="50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9p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r>
                        <a:rPr kumimoji="0" lang="en-US" altLang="zh-CN" sz="2400" b="1" i="1" u="none" strike="noStrike" cap="none" normalizeH="0" baseline="0">
                          <a:ln>
                            <a:noFill/>
                          </a:ln>
                          <a:solidFill>
                            <a:schemeClr val="tx1"/>
                          </a:solidFill>
                          <a:effectLst/>
                          <a:latin typeface="Times New Roman" panose="02020603050405020304" pitchFamily="18" charset="0"/>
                          <a:ea typeface="黑体" panose="02010609060101010101" pitchFamily="49" charset="-122"/>
                        </a:rPr>
                        <a:t>T</a:t>
                      </a:r>
                      <a:r>
                        <a:rPr kumimoji="0" lang="en-US" altLang="zh-CN" sz="2400" b="1" i="0" u="none" strike="noStrike" cap="none" normalizeH="0" baseline="0">
                          <a:ln>
                            <a:noFill/>
                          </a:ln>
                          <a:solidFill>
                            <a:schemeClr val="tx1"/>
                          </a:solidFill>
                          <a:effectLst/>
                          <a:latin typeface="Times New Roman" panose="02020603050405020304" pitchFamily="18" charset="0"/>
                          <a:ea typeface="黑体" panose="02010609060101010101" pitchFamily="49" charset="-122"/>
                          <a:sym typeface="Symbol" panose="05050102010706020507" pitchFamily="18" charset="2"/>
                        </a:rPr>
                        <a:t></a:t>
                      </a:r>
                    </a:p>
                  </a:txBody>
                  <a:tcPr marL="54000" marR="54000" marT="28800" marB="28800" anchor="ct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5"/>
                  </a:ext>
                </a:extLst>
              </a:tr>
              <a:tr h="588963">
                <a:tc>
                  <a:txBody>
                    <a:bodyPr/>
                    <a:lstStyle>
                      <a:lvl1pPr algn="l">
                        <a:spcBef>
                          <a:spcPct val="20000"/>
                        </a:spcBef>
                        <a:buClr>
                          <a:schemeClr val="folHlink"/>
                        </a:buClr>
                        <a:buSzPct val="60000"/>
                        <a:buFont typeface="Wingdings" panose="05000000000000000000" pitchFamily="2" charset="2"/>
                        <a:defRPr sz="2800">
                          <a:solidFill>
                            <a:schemeClr val="tx1"/>
                          </a:solidFill>
                          <a:latin typeface="Times New Roman" panose="02020603050405020304" pitchFamily="18" charset="0"/>
                          <a:ea typeface="黑体" panose="02010609060101010101" pitchFamily="49" charset="-122"/>
                        </a:defRPr>
                      </a:lvl1pPr>
                      <a:lvl2pPr marL="742950" indent="-285750" algn="l">
                        <a:spcBef>
                          <a:spcPct val="20000"/>
                        </a:spcBef>
                        <a:buClr>
                          <a:schemeClr val="hlink"/>
                        </a:buClr>
                        <a:buSzPct val="55000"/>
                        <a:buFont typeface="Wingdings" panose="05000000000000000000" pitchFamily="2" charset="2"/>
                        <a:defRPr sz="2400">
                          <a:solidFill>
                            <a:schemeClr val="tx1"/>
                          </a:solidFill>
                          <a:latin typeface="Times New Roman" panose="02020603050405020304" pitchFamily="18" charset="0"/>
                          <a:ea typeface="黑体" panose="02010609060101010101" pitchFamily="49" charset="-122"/>
                        </a:defRPr>
                      </a:lvl2pPr>
                      <a:lvl3pPr marL="1143000" indent="-228600" algn="l">
                        <a:spcBef>
                          <a:spcPct val="20000"/>
                        </a:spcBef>
                        <a:buClr>
                          <a:schemeClr val="folHlink"/>
                        </a:buClr>
                        <a:buSzPct val="50000"/>
                        <a:buFont typeface="Wingdings" panose="05000000000000000000" pitchFamily="2" charset="2"/>
                        <a:defRPr sz="2000">
                          <a:solidFill>
                            <a:schemeClr val="tx1"/>
                          </a:solidFill>
                          <a:latin typeface="Times New Roman" panose="02020603050405020304" pitchFamily="18" charset="0"/>
                          <a:ea typeface="黑体" panose="02010609060101010101" pitchFamily="49" charset="-122"/>
                        </a:defRPr>
                      </a:lvl3pPr>
                      <a:lvl4pPr marL="1600200" indent="-228600" algn="l">
                        <a:spcBef>
                          <a:spcPct val="20000"/>
                        </a:spcBef>
                        <a:buClr>
                          <a:schemeClr val="accent2"/>
                        </a:buClr>
                        <a:buSzPct val="55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4pPr>
                      <a:lvl5pPr marL="2057400" indent="-228600" algn="l">
                        <a:spcBef>
                          <a:spcPct val="20000"/>
                        </a:spcBef>
                        <a:buClr>
                          <a:schemeClr val="accent1"/>
                        </a:buClr>
                        <a:buSzPct val="50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9p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r>
                        <a:rPr kumimoji="0" lang="en-US" altLang="zh-CN" sz="2400" b="1" i="1" u="none" strike="noStrike" cap="none" normalizeH="0" baseline="0">
                          <a:ln>
                            <a:noFill/>
                          </a:ln>
                          <a:solidFill>
                            <a:schemeClr val="tx1"/>
                          </a:solidFill>
                          <a:effectLst/>
                          <a:latin typeface="Times New Roman" panose="02020603050405020304" pitchFamily="18" charset="0"/>
                          <a:ea typeface="黑体" panose="02010609060101010101" pitchFamily="49" charset="-122"/>
                        </a:rPr>
                        <a:t>F</a:t>
                      </a:r>
                    </a:p>
                  </a:txBody>
                  <a:tcPr marL="54000" marR="54000" marT="28800" marB="28800" anchor="ct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lgn="l">
                        <a:spcBef>
                          <a:spcPct val="20000"/>
                        </a:spcBef>
                        <a:buClr>
                          <a:schemeClr val="folHlink"/>
                        </a:buClr>
                        <a:buSzPct val="60000"/>
                        <a:buFont typeface="Wingdings" panose="05000000000000000000" pitchFamily="2" charset="2"/>
                        <a:defRPr sz="2800">
                          <a:solidFill>
                            <a:schemeClr val="tx1"/>
                          </a:solidFill>
                          <a:latin typeface="Times New Roman" panose="02020603050405020304" pitchFamily="18" charset="0"/>
                          <a:ea typeface="黑体" panose="02010609060101010101" pitchFamily="49" charset="-122"/>
                        </a:defRPr>
                      </a:lvl1pPr>
                      <a:lvl2pPr marL="742950" indent="-285750" algn="l">
                        <a:spcBef>
                          <a:spcPct val="20000"/>
                        </a:spcBef>
                        <a:buClr>
                          <a:schemeClr val="hlink"/>
                        </a:buClr>
                        <a:buSzPct val="55000"/>
                        <a:buFont typeface="Wingdings" panose="05000000000000000000" pitchFamily="2" charset="2"/>
                        <a:defRPr sz="2400">
                          <a:solidFill>
                            <a:schemeClr val="tx1"/>
                          </a:solidFill>
                          <a:latin typeface="Times New Roman" panose="02020603050405020304" pitchFamily="18" charset="0"/>
                          <a:ea typeface="黑体" panose="02010609060101010101" pitchFamily="49" charset="-122"/>
                        </a:defRPr>
                      </a:lvl2pPr>
                      <a:lvl3pPr marL="1143000" indent="-228600" algn="l">
                        <a:spcBef>
                          <a:spcPct val="20000"/>
                        </a:spcBef>
                        <a:buClr>
                          <a:schemeClr val="folHlink"/>
                        </a:buClr>
                        <a:buSzPct val="50000"/>
                        <a:buFont typeface="Wingdings" panose="05000000000000000000" pitchFamily="2" charset="2"/>
                        <a:defRPr sz="2000">
                          <a:solidFill>
                            <a:schemeClr val="tx1"/>
                          </a:solidFill>
                          <a:latin typeface="Times New Roman" panose="02020603050405020304" pitchFamily="18" charset="0"/>
                          <a:ea typeface="黑体" panose="02010609060101010101" pitchFamily="49" charset="-122"/>
                        </a:defRPr>
                      </a:lvl3pPr>
                      <a:lvl4pPr marL="1600200" indent="-228600" algn="l">
                        <a:spcBef>
                          <a:spcPct val="20000"/>
                        </a:spcBef>
                        <a:buClr>
                          <a:schemeClr val="accent2"/>
                        </a:buClr>
                        <a:buSzPct val="55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4pPr>
                      <a:lvl5pPr marL="2057400" indent="-228600" algn="l">
                        <a:spcBef>
                          <a:spcPct val="20000"/>
                        </a:spcBef>
                        <a:buClr>
                          <a:schemeClr val="accent1"/>
                        </a:buClr>
                        <a:buSzPct val="50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9p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r>
                        <a:rPr kumimoji="0" lang="en-US" altLang="zh-CN" sz="2400" b="1" i="1" u="none" strike="noStrike" cap="none" normalizeH="0" baseline="0">
                          <a:ln>
                            <a:noFill/>
                          </a:ln>
                          <a:solidFill>
                            <a:schemeClr val="tx1"/>
                          </a:solidFill>
                          <a:effectLst/>
                          <a:latin typeface="Times New Roman" panose="02020603050405020304" pitchFamily="18" charset="0"/>
                          <a:ea typeface="黑体" panose="02010609060101010101" pitchFamily="49" charset="-122"/>
                        </a:rPr>
                        <a:t>F</a:t>
                      </a:r>
                      <a:r>
                        <a:rPr kumimoji="0" lang="en-US" altLang="zh-CN" sz="2400" b="1" i="0" u="none" strike="noStrike" cap="none" normalizeH="0" baseline="0">
                          <a:ln>
                            <a:noFill/>
                          </a:ln>
                          <a:solidFill>
                            <a:schemeClr val="tx1"/>
                          </a:solidFill>
                          <a:effectLst/>
                          <a:latin typeface="Times New Roman" panose="02020603050405020304" pitchFamily="18" charset="0"/>
                          <a:ea typeface="黑体" panose="02010609060101010101" pitchFamily="49" charset="-122"/>
                          <a:sym typeface="Symbol" panose="05050102010706020507" pitchFamily="18" charset="2"/>
                        </a:rPr>
                        <a:t>id</a:t>
                      </a:r>
                    </a:p>
                  </a:txBody>
                  <a:tcPr marL="54000" marR="54000" marT="28800" marB="2880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lgn="l">
                        <a:spcBef>
                          <a:spcPct val="20000"/>
                        </a:spcBef>
                        <a:buClr>
                          <a:schemeClr val="folHlink"/>
                        </a:buClr>
                        <a:buSzPct val="60000"/>
                        <a:buFont typeface="Wingdings" panose="05000000000000000000" pitchFamily="2" charset="2"/>
                        <a:defRPr sz="2800">
                          <a:solidFill>
                            <a:schemeClr val="tx1"/>
                          </a:solidFill>
                          <a:latin typeface="Times New Roman" panose="02020603050405020304" pitchFamily="18" charset="0"/>
                          <a:ea typeface="黑体" panose="02010609060101010101" pitchFamily="49" charset="-122"/>
                        </a:defRPr>
                      </a:lvl1pPr>
                      <a:lvl2pPr marL="742950" indent="-285750" algn="l">
                        <a:spcBef>
                          <a:spcPct val="20000"/>
                        </a:spcBef>
                        <a:buClr>
                          <a:schemeClr val="hlink"/>
                        </a:buClr>
                        <a:buSzPct val="55000"/>
                        <a:buFont typeface="Wingdings" panose="05000000000000000000" pitchFamily="2" charset="2"/>
                        <a:defRPr sz="2400">
                          <a:solidFill>
                            <a:schemeClr val="tx1"/>
                          </a:solidFill>
                          <a:latin typeface="Times New Roman" panose="02020603050405020304" pitchFamily="18" charset="0"/>
                          <a:ea typeface="黑体" panose="02010609060101010101" pitchFamily="49" charset="-122"/>
                        </a:defRPr>
                      </a:lvl2pPr>
                      <a:lvl3pPr marL="1143000" indent="-228600" algn="l">
                        <a:spcBef>
                          <a:spcPct val="20000"/>
                        </a:spcBef>
                        <a:buClr>
                          <a:schemeClr val="folHlink"/>
                        </a:buClr>
                        <a:buSzPct val="50000"/>
                        <a:buFont typeface="Wingdings" panose="05000000000000000000" pitchFamily="2" charset="2"/>
                        <a:defRPr sz="2000">
                          <a:solidFill>
                            <a:schemeClr val="tx1"/>
                          </a:solidFill>
                          <a:latin typeface="Times New Roman" panose="02020603050405020304" pitchFamily="18" charset="0"/>
                          <a:ea typeface="黑体" panose="02010609060101010101" pitchFamily="49" charset="-122"/>
                        </a:defRPr>
                      </a:lvl3pPr>
                      <a:lvl4pPr marL="1600200" indent="-228600" algn="l">
                        <a:spcBef>
                          <a:spcPct val="20000"/>
                        </a:spcBef>
                        <a:buClr>
                          <a:schemeClr val="accent2"/>
                        </a:buClr>
                        <a:buSzPct val="55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4pPr>
                      <a:lvl5pPr marL="2057400" indent="-228600" algn="l">
                        <a:spcBef>
                          <a:spcPct val="20000"/>
                        </a:spcBef>
                        <a:buClr>
                          <a:schemeClr val="accent1"/>
                        </a:buClr>
                        <a:buSzPct val="50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9p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endParaRPr kumimoji="0" lang="zh-CN" altLang="zh-CN" sz="2400" b="0" i="0" u="none" strike="noStrike" cap="none" normalizeH="0" baseline="0">
                        <a:ln>
                          <a:noFill/>
                        </a:ln>
                        <a:solidFill>
                          <a:schemeClr val="tx1"/>
                        </a:solidFill>
                        <a:effectLst/>
                        <a:latin typeface="Times New Roman" panose="02020603050405020304" pitchFamily="18" charset="0"/>
                        <a:ea typeface="黑体" panose="02010609060101010101" pitchFamily="49" charset="-122"/>
                      </a:endParaRPr>
                    </a:p>
                  </a:txBody>
                  <a:tcPr marL="54000" marR="54000" marT="28800" marB="2880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lgn="l">
                        <a:spcBef>
                          <a:spcPct val="20000"/>
                        </a:spcBef>
                        <a:buClr>
                          <a:schemeClr val="folHlink"/>
                        </a:buClr>
                        <a:buSzPct val="60000"/>
                        <a:buFont typeface="Wingdings" panose="05000000000000000000" pitchFamily="2" charset="2"/>
                        <a:defRPr sz="2800">
                          <a:solidFill>
                            <a:schemeClr val="tx1"/>
                          </a:solidFill>
                          <a:latin typeface="Times New Roman" panose="02020603050405020304" pitchFamily="18" charset="0"/>
                          <a:ea typeface="黑体" panose="02010609060101010101" pitchFamily="49" charset="-122"/>
                        </a:defRPr>
                      </a:lvl1pPr>
                      <a:lvl2pPr marL="742950" indent="-285750" algn="l">
                        <a:spcBef>
                          <a:spcPct val="20000"/>
                        </a:spcBef>
                        <a:buClr>
                          <a:schemeClr val="hlink"/>
                        </a:buClr>
                        <a:buSzPct val="55000"/>
                        <a:buFont typeface="Wingdings" panose="05000000000000000000" pitchFamily="2" charset="2"/>
                        <a:defRPr sz="2400">
                          <a:solidFill>
                            <a:schemeClr val="tx1"/>
                          </a:solidFill>
                          <a:latin typeface="Times New Roman" panose="02020603050405020304" pitchFamily="18" charset="0"/>
                          <a:ea typeface="黑体" panose="02010609060101010101" pitchFamily="49" charset="-122"/>
                        </a:defRPr>
                      </a:lvl2pPr>
                      <a:lvl3pPr marL="1143000" indent="-228600" algn="l">
                        <a:spcBef>
                          <a:spcPct val="20000"/>
                        </a:spcBef>
                        <a:buClr>
                          <a:schemeClr val="folHlink"/>
                        </a:buClr>
                        <a:buSzPct val="50000"/>
                        <a:buFont typeface="Wingdings" panose="05000000000000000000" pitchFamily="2" charset="2"/>
                        <a:defRPr sz="2000">
                          <a:solidFill>
                            <a:schemeClr val="tx1"/>
                          </a:solidFill>
                          <a:latin typeface="Times New Roman" panose="02020603050405020304" pitchFamily="18" charset="0"/>
                          <a:ea typeface="黑体" panose="02010609060101010101" pitchFamily="49" charset="-122"/>
                        </a:defRPr>
                      </a:lvl3pPr>
                      <a:lvl4pPr marL="1600200" indent="-228600" algn="l">
                        <a:spcBef>
                          <a:spcPct val="20000"/>
                        </a:spcBef>
                        <a:buClr>
                          <a:schemeClr val="accent2"/>
                        </a:buClr>
                        <a:buSzPct val="55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4pPr>
                      <a:lvl5pPr marL="2057400" indent="-228600" algn="l">
                        <a:spcBef>
                          <a:spcPct val="20000"/>
                        </a:spcBef>
                        <a:buClr>
                          <a:schemeClr val="accent1"/>
                        </a:buClr>
                        <a:buSzPct val="50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9p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endParaRPr kumimoji="0" lang="zh-CN" altLang="zh-CN" sz="2400" b="0" i="0" u="none" strike="noStrike" cap="none" normalizeH="0" baseline="0">
                        <a:ln>
                          <a:noFill/>
                        </a:ln>
                        <a:solidFill>
                          <a:schemeClr val="tx1"/>
                        </a:solidFill>
                        <a:effectLst/>
                        <a:latin typeface="Times New Roman" panose="02020603050405020304" pitchFamily="18" charset="0"/>
                        <a:ea typeface="黑体" panose="02010609060101010101" pitchFamily="49" charset="-122"/>
                      </a:endParaRPr>
                    </a:p>
                  </a:txBody>
                  <a:tcPr marL="54000" marR="54000" marT="28800" marB="2880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lgn="l">
                        <a:spcBef>
                          <a:spcPct val="20000"/>
                        </a:spcBef>
                        <a:buClr>
                          <a:schemeClr val="folHlink"/>
                        </a:buClr>
                        <a:buSzPct val="60000"/>
                        <a:buFont typeface="Wingdings" panose="05000000000000000000" pitchFamily="2" charset="2"/>
                        <a:defRPr sz="2800">
                          <a:solidFill>
                            <a:schemeClr val="tx1"/>
                          </a:solidFill>
                          <a:latin typeface="Times New Roman" panose="02020603050405020304" pitchFamily="18" charset="0"/>
                          <a:ea typeface="黑体" panose="02010609060101010101" pitchFamily="49" charset="-122"/>
                        </a:defRPr>
                      </a:lvl1pPr>
                      <a:lvl2pPr marL="742950" indent="-285750" algn="l">
                        <a:spcBef>
                          <a:spcPct val="20000"/>
                        </a:spcBef>
                        <a:buClr>
                          <a:schemeClr val="hlink"/>
                        </a:buClr>
                        <a:buSzPct val="55000"/>
                        <a:buFont typeface="Wingdings" panose="05000000000000000000" pitchFamily="2" charset="2"/>
                        <a:defRPr sz="2400">
                          <a:solidFill>
                            <a:schemeClr val="tx1"/>
                          </a:solidFill>
                          <a:latin typeface="Times New Roman" panose="02020603050405020304" pitchFamily="18" charset="0"/>
                          <a:ea typeface="黑体" panose="02010609060101010101" pitchFamily="49" charset="-122"/>
                        </a:defRPr>
                      </a:lvl2pPr>
                      <a:lvl3pPr marL="1143000" indent="-228600" algn="l">
                        <a:spcBef>
                          <a:spcPct val="20000"/>
                        </a:spcBef>
                        <a:buClr>
                          <a:schemeClr val="folHlink"/>
                        </a:buClr>
                        <a:buSzPct val="50000"/>
                        <a:buFont typeface="Wingdings" panose="05000000000000000000" pitchFamily="2" charset="2"/>
                        <a:defRPr sz="2000">
                          <a:solidFill>
                            <a:schemeClr val="tx1"/>
                          </a:solidFill>
                          <a:latin typeface="Times New Roman" panose="02020603050405020304" pitchFamily="18" charset="0"/>
                          <a:ea typeface="黑体" panose="02010609060101010101" pitchFamily="49" charset="-122"/>
                        </a:defRPr>
                      </a:lvl3pPr>
                      <a:lvl4pPr marL="1600200" indent="-228600" algn="l">
                        <a:spcBef>
                          <a:spcPct val="20000"/>
                        </a:spcBef>
                        <a:buClr>
                          <a:schemeClr val="accent2"/>
                        </a:buClr>
                        <a:buSzPct val="55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4pPr>
                      <a:lvl5pPr marL="2057400" indent="-228600" algn="l">
                        <a:spcBef>
                          <a:spcPct val="20000"/>
                        </a:spcBef>
                        <a:buClr>
                          <a:schemeClr val="accent1"/>
                        </a:buClr>
                        <a:buSzPct val="50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9p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r>
                        <a:rPr kumimoji="0" lang="en-US" altLang="zh-CN" sz="2400" b="1" i="1" u="none" strike="noStrike" cap="none" normalizeH="0" baseline="0">
                          <a:ln>
                            <a:noFill/>
                          </a:ln>
                          <a:solidFill>
                            <a:schemeClr val="tx1"/>
                          </a:solidFill>
                          <a:effectLst/>
                          <a:latin typeface="Times New Roman" panose="02020603050405020304" pitchFamily="18" charset="0"/>
                          <a:ea typeface="黑体" panose="02010609060101010101" pitchFamily="49" charset="-122"/>
                        </a:rPr>
                        <a:t>F</a:t>
                      </a:r>
                      <a:r>
                        <a:rPr kumimoji="0" lang="en-US" altLang="zh-CN" sz="2400" b="1" i="0" u="none" strike="noStrike" cap="none" normalizeH="0" baseline="0">
                          <a:ln>
                            <a:noFill/>
                          </a:ln>
                          <a:solidFill>
                            <a:schemeClr val="tx1"/>
                          </a:solidFill>
                          <a:effectLst/>
                          <a:latin typeface="Times New Roman" panose="02020603050405020304" pitchFamily="18" charset="0"/>
                          <a:ea typeface="黑体" panose="02010609060101010101" pitchFamily="49" charset="-122"/>
                          <a:sym typeface="Symbol" panose="05050102010706020507" pitchFamily="18" charset="2"/>
                        </a:rPr>
                        <a:t>(</a:t>
                      </a:r>
                      <a:r>
                        <a:rPr kumimoji="0" lang="en-US" altLang="zh-CN" sz="2400" b="1" i="1" u="none" strike="noStrike" cap="none" normalizeH="0" baseline="0">
                          <a:ln>
                            <a:noFill/>
                          </a:ln>
                          <a:solidFill>
                            <a:schemeClr val="tx1"/>
                          </a:solidFill>
                          <a:effectLst/>
                          <a:latin typeface="Times New Roman" panose="02020603050405020304" pitchFamily="18" charset="0"/>
                          <a:ea typeface="黑体" panose="02010609060101010101" pitchFamily="49" charset="-122"/>
                          <a:sym typeface="Symbol" panose="05050102010706020507" pitchFamily="18" charset="2"/>
                        </a:rPr>
                        <a:t>E</a:t>
                      </a:r>
                      <a:r>
                        <a:rPr kumimoji="0" lang="en-US" altLang="zh-CN" sz="2400" b="1" i="0" u="none" strike="noStrike" cap="none" normalizeH="0" baseline="0">
                          <a:ln>
                            <a:noFill/>
                          </a:ln>
                          <a:solidFill>
                            <a:schemeClr val="tx1"/>
                          </a:solidFill>
                          <a:effectLst/>
                          <a:latin typeface="Times New Roman" panose="02020603050405020304" pitchFamily="18" charset="0"/>
                          <a:ea typeface="黑体" panose="02010609060101010101" pitchFamily="49" charset="-122"/>
                          <a:sym typeface="Symbol" panose="05050102010706020507" pitchFamily="18" charset="2"/>
                        </a:rPr>
                        <a:t>)</a:t>
                      </a:r>
                    </a:p>
                  </a:txBody>
                  <a:tcPr marL="54000" marR="54000" marT="28800" marB="2880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lgn="l">
                        <a:spcBef>
                          <a:spcPct val="20000"/>
                        </a:spcBef>
                        <a:buClr>
                          <a:schemeClr val="folHlink"/>
                        </a:buClr>
                        <a:buSzPct val="60000"/>
                        <a:buFont typeface="Wingdings" panose="05000000000000000000" pitchFamily="2" charset="2"/>
                        <a:defRPr sz="2800">
                          <a:solidFill>
                            <a:schemeClr val="tx1"/>
                          </a:solidFill>
                          <a:latin typeface="Times New Roman" panose="02020603050405020304" pitchFamily="18" charset="0"/>
                          <a:ea typeface="黑体" panose="02010609060101010101" pitchFamily="49" charset="-122"/>
                        </a:defRPr>
                      </a:lvl1pPr>
                      <a:lvl2pPr marL="742950" indent="-285750" algn="l">
                        <a:spcBef>
                          <a:spcPct val="20000"/>
                        </a:spcBef>
                        <a:buClr>
                          <a:schemeClr val="hlink"/>
                        </a:buClr>
                        <a:buSzPct val="55000"/>
                        <a:buFont typeface="Wingdings" panose="05000000000000000000" pitchFamily="2" charset="2"/>
                        <a:defRPr sz="2400">
                          <a:solidFill>
                            <a:schemeClr val="tx1"/>
                          </a:solidFill>
                          <a:latin typeface="Times New Roman" panose="02020603050405020304" pitchFamily="18" charset="0"/>
                          <a:ea typeface="黑体" panose="02010609060101010101" pitchFamily="49" charset="-122"/>
                        </a:defRPr>
                      </a:lvl2pPr>
                      <a:lvl3pPr marL="1143000" indent="-228600" algn="l">
                        <a:spcBef>
                          <a:spcPct val="20000"/>
                        </a:spcBef>
                        <a:buClr>
                          <a:schemeClr val="folHlink"/>
                        </a:buClr>
                        <a:buSzPct val="50000"/>
                        <a:buFont typeface="Wingdings" panose="05000000000000000000" pitchFamily="2" charset="2"/>
                        <a:defRPr sz="2000">
                          <a:solidFill>
                            <a:schemeClr val="tx1"/>
                          </a:solidFill>
                          <a:latin typeface="Times New Roman" panose="02020603050405020304" pitchFamily="18" charset="0"/>
                          <a:ea typeface="黑体" panose="02010609060101010101" pitchFamily="49" charset="-122"/>
                        </a:defRPr>
                      </a:lvl3pPr>
                      <a:lvl4pPr marL="1600200" indent="-228600" algn="l">
                        <a:spcBef>
                          <a:spcPct val="20000"/>
                        </a:spcBef>
                        <a:buClr>
                          <a:schemeClr val="accent2"/>
                        </a:buClr>
                        <a:buSzPct val="55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4pPr>
                      <a:lvl5pPr marL="2057400" indent="-228600" algn="l">
                        <a:spcBef>
                          <a:spcPct val="20000"/>
                        </a:spcBef>
                        <a:buClr>
                          <a:schemeClr val="accent1"/>
                        </a:buClr>
                        <a:buSzPct val="50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9p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endParaRPr kumimoji="0" lang="zh-CN" altLang="zh-CN" sz="2400" b="0" i="0" u="none" strike="noStrike" cap="none" normalizeH="0" baseline="0">
                        <a:ln>
                          <a:noFill/>
                        </a:ln>
                        <a:solidFill>
                          <a:schemeClr val="tx1"/>
                        </a:solidFill>
                        <a:effectLst/>
                        <a:latin typeface="Times New Roman" panose="02020603050405020304" pitchFamily="18" charset="0"/>
                        <a:ea typeface="黑体" panose="02010609060101010101" pitchFamily="49" charset="-122"/>
                      </a:endParaRPr>
                    </a:p>
                  </a:txBody>
                  <a:tcPr marL="54000" marR="54000" marT="28800" marB="2880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lgn="l">
                        <a:spcBef>
                          <a:spcPct val="20000"/>
                        </a:spcBef>
                        <a:buClr>
                          <a:schemeClr val="folHlink"/>
                        </a:buClr>
                        <a:buSzPct val="60000"/>
                        <a:buFont typeface="Wingdings" panose="05000000000000000000" pitchFamily="2" charset="2"/>
                        <a:defRPr sz="2800">
                          <a:solidFill>
                            <a:schemeClr val="tx1"/>
                          </a:solidFill>
                          <a:latin typeface="Times New Roman" panose="02020603050405020304" pitchFamily="18" charset="0"/>
                          <a:ea typeface="黑体" panose="02010609060101010101" pitchFamily="49" charset="-122"/>
                        </a:defRPr>
                      </a:lvl1pPr>
                      <a:lvl2pPr marL="742950" indent="-285750" algn="l">
                        <a:spcBef>
                          <a:spcPct val="20000"/>
                        </a:spcBef>
                        <a:buClr>
                          <a:schemeClr val="hlink"/>
                        </a:buClr>
                        <a:buSzPct val="55000"/>
                        <a:buFont typeface="Wingdings" panose="05000000000000000000" pitchFamily="2" charset="2"/>
                        <a:defRPr sz="2400">
                          <a:solidFill>
                            <a:schemeClr val="tx1"/>
                          </a:solidFill>
                          <a:latin typeface="Times New Roman" panose="02020603050405020304" pitchFamily="18" charset="0"/>
                          <a:ea typeface="黑体" panose="02010609060101010101" pitchFamily="49" charset="-122"/>
                        </a:defRPr>
                      </a:lvl2pPr>
                      <a:lvl3pPr marL="1143000" indent="-228600" algn="l">
                        <a:spcBef>
                          <a:spcPct val="20000"/>
                        </a:spcBef>
                        <a:buClr>
                          <a:schemeClr val="folHlink"/>
                        </a:buClr>
                        <a:buSzPct val="50000"/>
                        <a:buFont typeface="Wingdings" panose="05000000000000000000" pitchFamily="2" charset="2"/>
                        <a:defRPr sz="2000">
                          <a:solidFill>
                            <a:schemeClr val="tx1"/>
                          </a:solidFill>
                          <a:latin typeface="Times New Roman" panose="02020603050405020304" pitchFamily="18" charset="0"/>
                          <a:ea typeface="黑体" panose="02010609060101010101" pitchFamily="49" charset="-122"/>
                        </a:defRPr>
                      </a:lvl3pPr>
                      <a:lvl4pPr marL="1600200" indent="-228600" algn="l">
                        <a:spcBef>
                          <a:spcPct val="20000"/>
                        </a:spcBef>
                        <a:buClr>
                          <a:schemeClr val="accent2"/>
                        </a:buClr>
                        <a:buSzPct val="55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4pPr>
                      <a:lvl5pPr marL="2057400" indent="-228600" algn="l">
                        <a:spcBef>
                          <a:spcPct val="20000"/>
                        </a:spcBef>
                        <a:buClr>
                          <a:schemeClr val="accent1"/>
                        </a:buClr>
                        <a:buSzPct val="50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9p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endParaRPr kumimoji="0" lang="zh-CN" altLang="zh-CN" sz="2400" b="0" i="0" u="none" strike="noStrike" cap="none" normalizeH="0" baseline="0" dirty="0">
                        <a:ln>
                          <a:noFill/>
                        </a:ln>
                        <a:solidFill>
                          <a:schemeClr val="tx1"/>
                        </a:solidFill>
                        <a:effectLst/>
                        <a:latin typeface="Times New Roman" panose="02020603050405020304" pitchFamily="18" charset="0"/>
                        <a:ea typeface="黑体" panose="02010609060101010101" pitchFamily="49" charset="-122"/>
                      </a:endParaRPr>
                    </a:p>
                  </a:txBody>
                  <a:tcPr marL="54000" marR="54000" marT="28800" marB="28800" anchor="ct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6"/>
                  </a:ext>
                </a:extLst>
              </a:tr>
            </a:tbl>
          </a:graphicData>
        </a:graphic>
      </p:graphicFrame>
      <p:sp>
        <p:nvSpPr>
          <p:cNvPr id="2" name="日期占位符 1">
            <a:extLst>
              <a:ext uri="{FF2B5EF4-FFF2-40B4-BE49-F238E27FC236}">
                <a16:creationId xmlns:a16="http://schemas.microsoft.com/office/drawing/2014/main" id="{3A58F1B8-9F99-398E-C3D0-36924255A0BF}"/>
              </a:ext>
            </a:extLst>
          </p:cNvPr>
          <p:cNvSpPr>
            <a:spLocks noGrp="1"/>
          </p:cNvSpPr>
          <p:nvPr>
            <p:ph type="dt" sz="half" idx="10"/>
          </p:nvPr>
        </p:nvSpPr>
        <p:spPr/>
        <p:txBody>
          <a:bodyPr/>
          <a:lstStyle/>
          <a:p>
            <a:fld id="{BE37DB73-97C5-4045-A8FA-099AA8E26D4E}" type="datetime2">
              <a:rPr lang="zh-CN" altLang="en-US" smtClean="0"/>
              <a:pPr/>
              <a:t>2025年11月26日</a:t>
            </a:fld>
            <a:endParaRPr lang="zh-CN" altLang="en-US"/>
          </a:p>
        </p:txBody>
      </p:sp>
      <p:sp>
        <p:nvSpPr>
          <p:cNvPr id="3" name="页脚占位符 2">
            <a:extLst>
              <a:ext uri="{FF2B5EF4-FFF2-40B4-BE49-F238E27FC236}">
                <a16:creationId xmlns:a16="http://schemas.microsoft.com/office/drawing/2014/main" id="{CB5EC41B-BF75-7711-F833-826545581CF2}"/>
              </a:ext>
            </a:extLst>
          </p:cNvPr>
          <p:cNvSpPr>
            <a:spLocks noGrp="1"/>
          </p:cNvSpPr>
          <p:nvPr>
            <p:ph type="ftr" sz="quarter" idx="11"/>
          </p:nvPr>
        </p:nvSpPr>
        <p:spPr/>
        <p:txBody>
          <a:bodyPr/>
          <a:lstStyle/>
          <a:p>
            <a:r>
              <a:rPr lang="zh-CN" altLang="en-US"/>
              <a:t>编译原理</a:t>
            </a:r>
            <a:r>
              <a:rPr lang="en-US" altLang="zh-CN"/>
              <a:t>-</a:t>
            </a:r>
            <a:r>
              <a:rPr lang="zh-CN" altLang="en-US"/>
              <a:t>王欣捷</a:t>
            </a:r>
            <a:r>
              <a:rPr lang="en-US" altLang="zh-CN"/>
              <a:t>-</a:t>
            </a:r>
            <a:r>
              <a:rPr lang="zh-CN" altLang="en-US"/>
              <a:t>第三章 语法分析</a:t>
            </a:r>
            <a:r>
              <a:rPr lang="en-US" altLang="zh-CN"/>
              <a:t>(4)</a:t>
            </a:r>
            <a:endParaRPr lang="zh-CN" altLang="en-US"/>
          </a:p>
        </p:txBody>
      </p:sp>
      <p:sp>
        <p:nvSpPr>
          <p:cNvPr id="4" name="灯片编号占位符 3">
            <a:extLst>
              <a:ext uri="{FF2B5EF4-FFF2-40B4-BE49-F238E27FC236}">
                <a16:creationId xmlns:a16="http://schemas.microsoft.com/office/drawing/2014/main" id="{088C0371-0451-1A68-26E0-5B209F77BE47}"/>
              </a:ext>
            </a:extLst>
          </p:cNvPr>
          <p:cNvSpPr>
            <a:spLocks noGrp="1"/>
          </p:cNvSpPr>
          <p:nvPr>
            <p:ph type="sldNum" sz="quarter" idx="12"/>
          </p:nvPr>
        </p:nvSpPr>
        <p:spPr/>
        <p:txBody>
          <a:bodyPr/>
          <a:lstStyle/>
          <a:p>
            <a:fld id="{094DEB03-EFC6-4C20-8FC8-295189A5386F}" type="slidenum">
              <a:rPr lang="zh-CN" altLang="en-US" smtClean="0"/>
              <a:pPr/>
              <a:t>87</a:t>
            </a:fld>
            <a:endParaRPr lang="zh-CN" altLang="en-US"/>
          </a:p>
        </p:txBody>
      </p:sp>
    </p:spTree>
  </p:cSld>
  <p:clrMapOvr>
    <a:masterClrMapping/>
  </p:clrMapOvr>
</p:sld>
</file>

<file path=ppt/slides/slide8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6258" name="Rectangle 2">
            <a:extLst>
              <a:ext uri="{FF2B5EF4-FFF2-40B4-BE49-F238E27FC236}">
                <a16:creationId xmlns:a16="http://schemas.microsoft.com/office/drawing/2014/main" id="{298E5283-5284-4171-8782-AFA1C79E9E79}"/>
              </a:ext>
            </a:extLst>
          </p:cNvPr>
          <p:cNvSpPr>
            <a:spLocks noGrp="1" noChangeArrowheads="1"/>
          </p:cNvSpPr>
          <p:nvPr>
            <p:ph type="title"/>
          </p:nvPr>
        </p:nvSpPr>
        <p:spPr/>
        <p:txBody>
          <a:bodyPr/>
          <a:lstStyle/>
          <a:p>
            <a:pPr eaLnBrk="1" hangingPunct="1"/>
            <a:r>
              <a:rPr lang="en-US" altLang="zh-CN"/>
              <a:t>3.3.6 </a:t>
            </a:r>
            <a:r>
              <a:rPr lang="zh-CN" altLang="en-US"/>
              <a:t>预测分析的错误恢复</a:t>
            </a:r>
          </a:p>
        </p:txBody>
      </p:sp>
      <p:sp>
        <p:nvSpPr>
          <p:cNvPr id="4" name="内容占位符 3">
            <a:extLst>
              <a:ext uri="{FF2B5EF4-FFF2-40B4-BE49-F238E27FC236}">
                <a16:creationId xmlns:a16="http://schemas.microsoft.com/office/drawing/2014/main" id="{1D173234-A7BB-4F52-81FB-4393C85B1814}"/>
              </a:ext>
            </a:extLst>
          </p:cNvPr>
          <p:cNvSpPr>
            <a:spLocks noGrp="1"/>
          </p:cNvSpPr>
          <p:nvPr>
            <p:ph idx="1"/>
          </p:nvPr>
        </p:nvSpPr>
        <p:spPr/>
        <p:txBody>
          <a:bodyPr/>
          <a:lstStyle/>
          <a:p>
            <a:r>
              <a:rPr lang="en-US" altLang="zh-CN" sz="3200" b="1">
                <a:solidFill>
                  <a:schemeClr val="accent2"/>
                </a:solidFill>
                <a:ea typeface="宋体" panose="02010600030101010101" pitchFamily="2" charset="-122"/>
              </a:rPr>
              <a:t>FOLLOW (</a:t>
            </a:r>
            <a:r>
              <a:rPr lang="en-US" altLang="zh-CN" sz="3200" b="1" i="1">
                <a:solidFill>
                  <a:schemeClr val="accent2"/>
                </a:solidFill>
                <a:ea typeface="宋体" panose="02010600030101010101" pitchFamily="2" charset="-122"/>
              </a:rPr>
              <a:t>T </a:t>
            </a:r>
            <a:r>
              <a:rPr lang="en-US" altLang="zh-CN" sz="3200" b="1">
                <a:solidFill>
                  <a:schemeClr val="accent2"/>
                </a:solidFill>
                <a:ea typeface="宋体" panose="02010600030101010101" pitchFamily="2" charset="-122"/>
                <a:sym typeface="Symbol" panose="05050102010706020507" pitchFamily="18" charset="2"/>
              </a:rPr>
              <a:t></a:t>
            </a:r>
            <a:r>
              <a:rPr lang="en-US" altLang="zh-CN" sz="3200" b="1">
                <a:solidFill>
                  <a:schemeClr val="accent2"/>
                </a:solidFill>
                <a:ea typeface="宋体" panose="02010600030101010101" pitchFamily="2" charset="-122"/>
              </a:rPr>
              <a:t>) = { +, ), $}</a:t>
            </a:r>
          </a:p>
        </p:txBody>
      </p:sp>
      <p:graphicFrame>
        <p:nvGraphicFramePr>
          <p:cNvPr id="8" name="Group 3">
            <a:extLst>
              <a:ext uri="{FF2B5EF4-FFF2-40B4-BE49-F238E27FC236}">
                <a16:creationId xmlns:a16="http://schemas.microsoft.com/office/drawing/2014/main" id="{34C88D1F-F506-4E90-ACAD-E54A6265B0E8}"/>
              </a:ext>
            </a:extLst>
          </p:cNvPr>
          <p:cNvGraphicFramePr>
            <a:graphicFrameLocks/>
          </p:cNvGraphicFramePr>
          <p:nvPr>
            <p:extLst>
              <p:ext uri="{D42A27DB-BD31-4B8C-83A1-F6EECF244321}">
                <p14:modId xmlns:p14="http://schemas.microsoft.com/office/powerpoint/2010/main" val="2835178619"/>
              </p:ext>
            </p:extLst>
          </p:nvPr>
        </p:nvGraphicFramePr>
        <p:xfrm>
          <a:off x="208756" y="2160000"/>
          <a:ext cx="8726488" cy="4114803"/>
        </p:xfrm>
        <a:graphic>
          <a:graphicData uri="http://schemas.openxmlformats.org/drawingml/2006/table">
            <a:tbl>
              <a:tblPr/>
              <a:tblGrid>
                <a:gridCol w="1066800">
                  <a:extLst>
                    <a:ext uri="{9D8B030D-6E8A-4147-A177-3AD203B41FA5}">
                      <a16:colId xmlns:a16="http://schemas.microsoft.com/office/drawing/2014/main" val="20000"/>
                    </a:ext>
                  </a:extLst>
                </a:gridCol>
                <a:gridCol w="1295400">
                  <a:extLst>
                    <a:ext uri="{9D8B030D-6E8A-4147-A177-3AD203B41FA5}">
                      <a16:colId xmlns:a16="http://schemas.microsoft.com/office/drawing/2014/main" val="20001"/>
                    </a:ext>
                  </a:extLst>
                </a:gridCol>
                <a:gridCol w="1379538">
                  <a:extLst>
                    <a:ext uri="{9D8B030D-6E8A-4147-A177-3AD203B41FA5}">
                      <a16:colId xmlns:a16="http://schemas.microsoft.com/office/drawing/2014/main" val="20002"/>
                    </a:ext>
                  </a:extLst>
                </a:gridCol>
                <a:gridCol w="1516062">
                  <a:extLst>
                    <a:ext uri="{9D8B030D-6E8A-4147-A177-3AD203B41FA5}">
                      <a16:colId xmlns:a16="http://schemas.microsoft.com/office/drawing/2014/main" val="20003"/>
                    </a:ext>
                  </a:extLst>
                </a:gridCol>
                <a:gridCol w="1143000">
                  <a:extLst>
                    <a:ext uri="{9D8B030D-6E8A-4147-A177-3AD203B41FA5}">
                      <a16:colId xmlns:a16="http://schemas.microsoft.com/office/drawing/2014/main" val="20004"/>
                    </a:ext>
                  </a:extLst>
                </a:gridCol>
                <a:gridCol w="1219200">
                  <a:extLst>
                    <a:ext uri="{9D8B030D-6E8A-4147-A177-3AD203B41FA5}">
                      <a16:colId xmlns:a16="http://schemas.microsoft.com/office/drawing/2014/main" val="20005"/>
                    </a:ext>
                  </a:extLst>
                </a:gridCol>
                <a:gridCol w="1106488">
                  <a:extLst>
                    <a:ext uri="{9D8B030D-6E8A-4147-A177-3AD203B41FA5}">
                      <a16:colId xmlns:a16="http://schemas.microsoft.com/office/drawing/2014/main" val="20006"/>
                    </a:ext>
                  </a:extLst>
                </a:gridCol>
              </a:tblGrid>
              <a:tr h="588963">
                <a:tc rowSpan="2">
                  <a:txBody>
                    <a:bodyPr/>
                    <a:lstStyle>
                      <a:lvl1pPr algn="l">
                        <a:spcBef>
                          <a:spcPct val="20000"/>
                        </a:spcBef>
                        <a:buClr>
                          <a:schemeClr val="folHlink"/>
                        </a:buClr>
                        <a:buSzPct val="60000"/>
                        <a:buFont typeface="Wingdings" panose="05000000000000000000" pitchFamily="2" charset="2"/>
                        <a:defRPr sz="2800">
                          <a:solidFill>
                            <a:schemeClr val="tx1"/>
                          </a:solidFill>
                          <a:latin typeface="Times New Roman" panose="02020603050405020304" pitchFamily="18" charset="0"/>
                          <a:ea typeface="黑体" panose="02010609060101010101" pitchFamily="49" charset="-122"/>
                        </a:defRPr>
                      </a:lvl1pPr>
                      <a:lvl2pPr marL="742950" indent="-285750" algn="l">
                        <a:spcBef>
                          <a:spcPct val="20000"/>
                        </a:spcBef>
                        <a:buClr>
                          <a:schemeClr val="hlink"/>
                        </a:buClr>
                        <a:buSzPct val="55000"/>
                        <a:buFont typeface="Wingdings" panose="05000000000000000000" pitchFamily="2" charset="2"/>
                        <a:defRPr sz="2400">
                          <a:solidFill>
                            <a:schemeClr val="tx1"/>
                          </a:solidFill>
                          <a:latin typeface="Times New Roman" panose="02020603050405020304" pitchFamily="18" charset="0"/>
                          <a:ea typeface="黑体" panose="02010609060101010101" pitchFamily="49" charset="-122"/>
                        </a:defRPr>
                      </a:lvl2pPr>
                      <a:lvl3pPr marL="1143000" indent="-228600" algn="l">
                        <a:spcBef>
                          <a:spcPct val="20000"/>
                        </a:spcBef>
                        <a:buClr>
                          <a:schemeClr val="folHlink"/>
                        </a:buClr>
                        <a:buSzPct val="50000"/>
                        <a:buFont typeface="Wingdings" panose="05000000000000000000" pitchFamily="2" charset="2"/>
                        <a:defRPr sz="2000">
                          <a:solidFill>
                            <a:schemeClr val="tx1"/>
                          </a:solidFill>
                          <a:latin typeface="Times New Roman" panose="02020603050405020304" pitchFamily="18" charset="0"/>
                          <a:ea typeface="黑体" panose="02010609060101010101" pitchFamily="49" charset="-122"/>
                        </a:defRPr>
                      </a:lvl3pPr>
                      <a:lvl4pPr marL="1600200" indent="-228600" algn="l">
                        <a:spcBef>
                          <a:spcPct val="20000"/>
                        </a:spcBef>
                        <a:buClr>
                          <a:schemeClr val="accent2"/>
                        </a:buClr>
                        <a:buSzPct val="55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4pPr>
                      <a:lvl5pPr marL="2057400" indent="-228600" algn="l">
                        <a:spcBef>
                          <a:spcPct val="20000"/>
                        </a:spcBef>
                        <a:buClr>
                          <a:schemeClr val="accent1"/>
                        </a:buClr>
                        <a:buSzPct val="50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9p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r>
                        <a:rPr kumimoji="0" lang="zh-CN" altLang="en-US" sz="2400" b="0" i="0" u="none" strike="noStrike" cap="none" normalizeH="0" baseline="0">
                          <a:ln>
                            <a:noFill/>
                          </a:ln>
                          <a:solidFill>
                            <a:schemeClr val="tx1"/>
                          </a:solidFill>
                          <a:effectLst/>
                          <a:latin typeface="Times New Roman" panose="02020603050405020304" pitchFamily="18" charset="0"/>
                          <a:ea typeface="黑体" panose="02010609060101010101" pitchFamily="49" charset="-122"/>
                        </a:rPr>
                        <a:t>非 终结 符</a:t>
                      </a:r>
                    </a:p>
                  </a:txBody>
                  <a:tcPr marL="54000" marR="54000" marT="28800" marB="28800" anchor="ct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gridSpan="6">
                  <a:txBody>
                    <a:bodyPr/>
                    <a:lstStyle>
                      <a:lvl1pPr algn="l">
                        <a:spcBef>
                          <a:spcPct val="20000"/>
                        </a:spcBef>
                        <a:buClr>
                          <a:schemeClr val="folHlink"/>
                        </a:buClr>
                        <a:buSzPct val="60000"/>
                        <a:buFont typeface="Wingdings" panose="05000000000000000000" pitchFamily="2" charset="2"/>
                        <a:defRPr sz="2800">
                          <a:solidFill>
                            <a:schemeClr val="tx1"/>
                          </a:solidFill>
                          <a:latin typeface="Times New Roman" panose="02020603050405020304" pitchFamily="18" charset="0"/>
                          <a:ea typeface="黑体" panose="02010609060101010101" pitchFamily="49" charset="-122"/>
                        </a:defRPr>
                      </a:lvl1pPr>
                      <a:lvl2pPr marL="742950" indent="-285750" algn="l">
                        <a:spcBef>
                          <a:spcPct val="20000"/>
                        </a:spcBef>
                        <a:buClr>
                          <a:schemeClr val="hlink"/>
                        </a:buClr>
                        <a:buSzPct val="55000"/>
                        <a:buFont typeface="Wingdings" panose="05000000000000000000" pitchFamily="2" charset="2"/>
                        <a:defRPr sz="2400">
                          <a:solidFill>
                            <a:schemeClr val="tx1"/>
                          </a:solidFill>
                          <a:latin typeface="Times New Roman" panose="02020603050405020304" pitchFamily="18" charset="0"/>
                          <a:ea typeface="黑体" panose="02010609060101010101" pitchFamily="49" charset="-122"/>
                        </a:defRPr>
                      </a:lvl2pPr>
                      <a:lvl3pPr marL="1143000" indent="-228600" algn="l">
                        <a:spcBef>
                          <a:spcPct val="20000"/>
                        </a:spcBef>
                        <a:buClr>
                          <a:schemeClr val="folHlink"/>
                        </a:buClr>
                        <a:buSzPct val="50000"/>
                        <a:buFont typeface="Wingdings" panose="05000000000000000000" pitchFamily="2" charset="2"/>
                        <a:defRPr sz="2000">
                          <a:solidFill>
                            <a:schemeClr val="tx1"/>
                          </a:solidFill>
                          <a:latin typeface="Times New Roman" panose="02020603050405020304" pitchFamily="18" charset="0"/>
                          <a:ea typeface="黑体" panose="02010609060101010101" pitchFamily="49" charset="-122"/>
                        </a:defRPr>
                      </a:lvl3pPr>
                      <a:lvl4pPr marL="1600200" indent="-228600" algn="l">
                        <a:spcBef>
                          <a:spcPct val="20000"/>
                        </a:spcBef>
                        <a:buClr>
                          <a:schemeClr val="accent2"/>
                        </a:buClr>
                        <a:buSzPct val="55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4pPr>
                      <a:lvl5pPr marL="2057400" indent="-228600" algn="l">
                        <a:spcBef>
                          <a:spcPct val="20000"/>
                        </a:spcBef>
                        <a:buClr>
                          <a:schemeClr val="accent1"/>
                        </a:buClr>
                        <a:buSzPct val="50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9p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r>
                        <a:rPr kumimoji="0" lang="zh-CN" altLang="en-US" sz="2400" b="0" i="0" u="none" strike="noStrike" cap="none" normalizeH="0" baseline="0">
                          <a:ln>
                            <a:noFill/>
                          </a:ln>
                          <a:solidFill>
                            <a:schemeClr val="tx1"/>
                          </a:solidFill>
                          <a:effectLst/>
                          <a:latin typeface="Times New Roman" panose="02020603050405020304" pitchFamily="18" charset="0"/>
                          <a:ea typeface="黑体" panose="02010609060101010101" pitchFamily="49" charset="-122"/>
                        </a:rPr>
                        <a:t>输 入 符 号</a:t>
                      </a:r>
                    </a:p>
                  </a:txBody>
                  <a:tcPr marL="54000" marR="54000" marT="28800" marB="28800" anchor="ct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extLst>
                  <a:ext uri="{0D108BD9-81ED-4DB2-BD59-A6C34878D82A}">
                    <a16:rowId xmlns:a16="http://schemas.microsoft.com/office/drawing/2014/main" val="10000"/>
                  </a:ext>
                </a:extLst>
              </a:tr>
              <a:tr h="585788">
                <a:tc vMerge="1">
                  <a:txBody>
                    <a:bodyPr/>
                    <a:lstStyle/>
                    <a:p>
                      <a:endParaRPr lang="zh-CN" altLang="en-US"/>
                    </a:p>
                  </a:txBody>
                  <a:tcPr/>
                </a:tc>
                <a:tc>
                  <a:txBody>
                    <a:bodyPr/>
                    <a:lstStyle>
                      <a:lvl1pPr algn="l">
                        <a:spcBef>
                          <a:spcPct val="20000"/>
                        </a:spcBef>
                        <a:buClr>
                          <a:schemeClr val="folHlink"/>
                        </a:buClr>
                        <a:buSzPct val="60000"/>
                        <a:buFont typeface="Wingdings" panose="05000000000000000000" pitchFamily="2" charset="2"/>
                        <a:defRPr sz="2800">
                          <a:solidFill>
                            <a:schemeClr val="tx1"/>
                          </a:solidFill>
                          <a:latin typeface="Times New Roman" panose="02020603050405020304" pitchFamily="18" charset="0"/>
                          <a:ea typeface="黑体" panose="02010609060101010101" pitchFamily="49" charset="-122"/>
                        </a:defRPr>
                      </a:lvl1pPr>
                      <a:lvl2pPr marL="742950" indent="-285750" algn="l">
                        <a:spcBef>
                          <a:spcPct val="20000"/>
                        </a:spcBef>
                        <a:buClr>
                          <a:schemeClr val="hlink"/>
                        </a:buClr>
                        <a:buSzPct val="55000"/>
                        <a:buFont typeface="Wingdings" panose="05000000000000000000" pitchFamily="2" charset="2"/>
                        <a:defRPr sz="2400">
                          <a:solidFill>
                            <a:schemeClr val="tx1"/>
                          </a:solidFill>
                          <a:latin typeface="Times New Roman" panose="02020603050405020304" pitchFamily="18" charset="0"/>
                          <a:ea typeface="黑体" panose="02010609060101010101" pitchFamily="49" charset="-122"/>
                        </a:defRPr>
                      </a:lvl2pPr>
                      <a:lvl3pPr marL="1143000" indent="-228600" algn="l">
                        <a:spcBef>
                          <a:spcPct val="20000"/>
                        </a:spcBef>
                        <a:buClr>
                          <a:schemeClr val="folHlink"/>
                        </a:buClr>
                        <a:buSzPct val="50000"/>
                        <a:buFont typeface="Wingdings" panose="05000000000000000000" pitchFamily="2" charset="2"/>
                        <a:defRPr sz="2000">
                          <a:solidFill>
                            <a:schemeClr val="tx1"/>
                          </a:solidFill>
                          <a:latin typeface="Times New Roman" panose="02020603050405020304" pitchFamily="18" charset="0"/>
                          <a:ea typeface="黑体" panose="02010609060101010101" pitchFamily="49" charset="-122"/>
                        </a:defRPr>
                      </a:lvl3pPr>
                      <a:lvl4pPr marL="1600200" indent="-228600" algn="l">
                        <a:spcBef>
                          <a:spcPct val="20000"/>
                        </a:spcBef>
                        <a:buClr>
                          <a:schemeClr val="accent2"/>
                        </a:buClr>
                        <a:buSzPct val="55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4pPr>
                      <a:lvl5pPr marL="2057400" indent="-228600" algn="l">
                        <a:spcBef>
                          <a:spcPct val="20000"/>
                        </a:spcBef>
                        <a:buClr>
                          <a:schemeClr val="accent1"/>
                        </a:buClr>
                        <a:buSzPct val="50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9p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r>
                        <a:rPr kumimoji="0" lang="en-US" altLang="zh-CN" sz="2400" b="1" i="0" u="none" strike="noStrike" cap="none" normalizeH="0" baseline="0">
                          <a:ln>
                            <a:noFill/>
                          </a:ln>
                          <a:solidFill>
                            <a:schemeClr val="tx1"/>
                          </a:solidFill>
                          <a:effectLst/>
                          <a:latin typeface="Times New Roman" panose="02020603050405020304" pitchFamily="18" charset="0"/>
                          <a:ea typeface="黑体" panose="02010609060101010101" pitchFamily="49" charset="-122"/>
                        </a:rPr>
                        <a:t>id</a:t>
                      </a:r>
                    </a:p>
                  </a:txBody>
                  <a:tcPr marL="54000" marR="54000" marT="28800" marB="2880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lgn="l">
                        <a:spcBef>
                          <a:spcPct val="20000"/>
                        </a:spcBef>
                        <a:buClr>
                          <a:schemeClr val="folHlink"/>
                        </a:buClr>
                        <a:buSzPct val="60000"/>
                        <a:buFont typeface="Wingdings" panose="05000000000000000000" pitchFamily="2" charset="2"/>
                        <a:defRPr sz="2800">
                          <a:solidFill>
                            <a:schemeClr val="tx1"/>
                          </a:solidFill>
                          <a:latin typeface="Times New Roman" panose="02020603050405020304" pitchFamily="18" charset="0"/>
                          <a:ea typeface="黑体" panose="02010609060101010101" pitchFamily="49" charset="-122"/>
                        </a:defRPr>
                      </a:lvl1pPr>
                      <a:lvl2pPr marL="742950" indent="-285750" algn="l">
                        <a:spcBef>
                          <a:spcPct val="20000"/>
                        </a:spcBef>
                        <a:buClr>
                          <a:schemeClr val="hlink"/>
                        </a:buClr>
                        <a:buSzPct val="55000"/>
                        <a:buFont typeface="Wingdings" panose="05000000000000000000" pitchFamily="2" charset="2"/>
                        <a:defRPr sz="2400">
                          <a:solidFill>
                            <a:schemeClr val="tx1"/>
                          </a:solidFill>
                          <a:latin typeface="Times New Roman" panose="02020603050405020304" pitchFamily="18" charset="0"/>
                          <a:ea typeface="黑体" panose="02010609060101010101" pitchFamily="49" charset="-122"/>
                        </a:defRPr>
                      </a:lvl2pPr>
                      <a:lvl3pPr marL="1143000" indent="-228600" algn="l">
                        <a:spcBef>
                          <a:spcPct val="20000"/>
                        </a:spcBef>
                        <a:buClr>
                          <a:schemeClr val="folHlink"/>
                        </a:buClr>
                        <a:buSzPct val="50000"/>
                        <a:buFont typeface="Wingdings" panose="05000000000000000000" pitchFamily="2" charset="2"/>
                        <a:defRPr sz="2000">
                          <a:solidFill>
                            <a:schemeClr val="tx1"/>
                          </a:solidFill>
                          <a:latin typeface="Times New Roman" panose="02020603050405020304" pitchFamily="18" charset="0"/>
                          <a:ea typeface="黑体" panose="02010609060101010101" pitchFamily="49" charset="-122"/>
                        </a:defRPr>
                      </a:lvl3pPr>
                      <a:lvl4pPr marL="1600200" indent="-228600" algn="l">
                        <a:spcBef>
                          <a:spcPct val="20000"/>
                        </a:spcBef>
                        <a:buClr>
                          <a:schemeClr val="accent2"/>
                        </a:buClr>
                        <a:buSzPct val="55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4pPr>
                      <a:lvl5pPr marL="2057400" indent="-228600" algn="l">
                        <a:spcBef>
                          <a:spcPct val="20000"/>
                        </a:spcBef>
                        <a:buClr>
                          <a:schemeClr val="accent1"/>
                        </a:buClr>
                        <a:buSzPct val="50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9p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r>
                        <a:rPr kumimoji="0" lang="en-US" altLang="zh-CN" sz="2400" b="1" i="0" u="none" strike="noStrike" cap="none" normalizeH="0" baseline="0">
                          <a:ln>
                            <a:noFill/>
                          </a:ln>
                          <a:solidFill>
                            <a:schemeClr val="tx1"/>
                          </a:solidFill>
                          <a:effectLst/>
                          <a:latin typeface="Times New Roman" panose="02020603050405020304" pitchFamily="18" charset="0"/>
                          <a:ea typeface="黑体" panose="02010609060101010101" pitchFamily="49" charset="-122"/>
                        </a:rPr>
                        <a:t>+</a:t>
                      </a:r>
                    </a:p>
                  </a:txBody>
                  <a:tcPr marL="54000" marR="54000" marT="28800" marB="2880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lgn="l">
                        <a:spcBef>
                          <a:spcPct val="20000"/>
                        </a:spcBef>
                        <a:buClr>
                          <a:schemeClr val="folHlink"/>
                        </a:buClr>
                        <a:buSzPct val="60000"/>
                        <a:buFont typeface="Wingdings" panose="05000000000000000000" pitchFamily="2" charset="2"/>
                        <a:defRPr sz="2800">
                          <a:solidFill>
                            <a:schemeClr val="tx1"/>
                          </a:solidFill>
                          <a:latin typeface="Times New Roman" panose="02020603050405020304" pitchFamily="18" charset="0"/>
                          <a:ea typeface="黑体" panose="02010609060101010101" pitchFamily="49" charset="-122"/>
                        </a:defRPr>
                      </a:lvl1pPr>
                      <a:lvl2pPr marL="742950" indent="-285750" algn="l">
                        <a:spcBef>
                          <a:spcPct val="20000"/>
                        </a:spcBef>
                        <a:buClr>
                          <a:schemeClr val="hlink"/>
                        </a:buClr>
                        <a:buSzPct val="55000"/>
                        <a:buFont typeface="Wingdings" panose="05000000000000000000" pitchFamily="2" charset="2"/>
                        <a:defRPr sz="2400">
                          <a:solidFill>
                            <a:schemeClr val="tx1"/>
                          </a:solidFill>
                          <a:latin typeface="Times New Roman" panose="02020603050405020304" pitchFamily="18" charset="0"/>
                          <a:ea typeface="黑体" panose="02010609060101010101" pitchFamily="49" charset="-122"/>
                        </a:defRPr>
                      </a:lvl2pPr>
                      <a:lvl3pPr marL="1143000" indent="-228600" algn="l">
                        <a:spcBef>
                          <a:spcPct val="20000"/>
                        </a:spcBef>
                        <a:buClr>
                          <a:schemeClr val="folHlink"/>
                        </a:buClr>
                        <a:buSzPct val="50000"/>
                        <a:buFont typeface="Wingdings" panose="05000000000000000000" pitchFamily="2" charset="2"/>
                        <a:defRPr sz="2000">
                          <a:solidFill>
                            <a:schemeClr val="tx1"/>
                          </a:solidFill>
                          <a:latin typeface="Times New Roman" panose="02020603050405020304" pitchFamily="18" charset="0"/>
                          <a:ea typeface="黑体" panose="02010609060101010101" pitchFamily="49" charset="-122"/>
                        </a:defRPr>
                      </a:lvl3pPr>
                      <a:lvl4pPr marL="1600200" indent="-228600" algn="l">
                        <a:spcBef>
                          <a:spcPct val="20000"/>
                        </a:spcBef>
                        <a:buClr>
                          <a:schemeClr val="accent2"/>
                        </a:buClr>
                        <a:buSzPct val="55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4pPr>
                      <a:lvl5pPr marL="2057400" indent="-228600" algn="l">
                        <a:spcBef>
                          <a:spcPct val="20000"/>
                        </a:spcBef>
                        <a:buClr>
                          <a:schemeClr val="accent1"/>
                        </a:buClr>
                        <a:buSzPct val="50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9p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r>
                        <a:rPr kumimoji="0" lang="en-US" altLang="zh-CN" sz="2400" b="1" i="0" u="none" strike="noStrike" cap="none" normalizeH="0" baseline="0">
                          <a:ln>
                            <a:noFill/>
                          </a:ln>
                          <a:solidFill>
                            <a:schemeClr val="tx1"/>
                          </a:solidFill>
                          <a:effectLst/>
                          <a:latin typeface="Times New Roman" panose="02020603050405020304" pitchFamily="18" charset="0"/>
                          <a:ea typeface="黑体" panose="02010609060101010101" pitchFamily="49" charset="-122"/>
                        </a:rPr>
                        <a:t>*</a:t>
                      </a:r>
                    </a:p>
                  </a:txBody>
                  <a:tcPr marL="54000" marR="54000" marT="28800" marB="2880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lgn="l">
                        <a:spcBef>
                          <a:spcPct val="20000"/>
                        </a:spcBef>
                        <a:buClr>
                          <a:schemeClr val="folHlink"/>
                        </a:buClr>
                        <a:buSzPct val="60000"/>
                        <a:buFont typeface="Wingdings" panose="05000000000000000000" pitchFamily="2" charset="2"/>
                        <a:defRPr sz="2800">
                          <a:solidFill>
                            <a:schemeClr val="tx1"/>
                          </a:solidFill>
                          <a:latin typeface="Times New Roman" panose="02020603050405020304" pitchFamily="18" charset="0"/>
                          <a:ea typeface="黑体" panose="02010609060101010101" pitchFamily="49" charset="-122"/>
                        </a:defRPr>
                      </a:lvl1pPr>
                      <a:lvl2pPr marL="742950" indent="-285750" algn="l">
                        <a:spcBef>
                          <a:spcPct val="20000"/>
                        </a:spcBef>
                        <a:buClr>
                          <a:schemeClr val="hlink"/>
                        </a:buClr>
                        <a:buSzPct val="55000"/>
                        <a:buFont typeface="Wingdings" panose="05000000000000000000" pitchFamily="2" charset="2"/>
                        <a:defRPr sz="2400">
                          <a:solidFill>
                            <a:schemeClr val="tx1"/>
                          </a:solidFill>
                          <a:latin typeface="Times New Roman" panose="02020603050405020304" pitchFamily="18" charset="0"/>
                          <a:ea typeface="黑体" panose="02010609060101010101" pitchFamily="49" charset="-122"/>
                        </a:defRPr>
                      </a:lvl2pPr>
                      <a:lvl3pPr marL="1143000" indent="-228600" algn="l">
                        <a:spcBef>
                          <a:spcPct val="20000"/>
                        </a:spcBef>
                        <a:buClr>
                          <a:schemeClr val="folHlink"/>
                        </a:buClr>
                        <a:buSzPct val="50000"/>
                        <a:buFont typeface="Wingdings" panose="05000000000000000000" pitchFamily="2" charset="2"/>
                        <a:defRPr sz="2000">
                          <a:solidFill>
                            <a:schemeClr val="tx1"/>
                          </a:solidFill>
                          <a:latin typeface="Times New Roman" panose="02020603050405020304" pitchFamily="18" charset="0"/>
                          <a:ea typeface="黑体" panose="02010609060101010101" pitchFamily="49" charset="-122"/>
                        </a:defRPr>
                      </a:lvl3pPr>
                      <a:lvl4pPr marL="1600200" indent="-228600" algn="l">
                        <a:spcBef>
                          <a:spcPct val="20000"/>
                        </a:spcBef>
                        <a:buClr>
                          <a:schemeClr val="accent2"/>
                        </a:buClr>
                        <a:buSzPct val="55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4pPr>
                      <a:lvl5pPr marL="2057400" indent="-228600" algn="l">
                        <a:spcBef>
                          <a:spcPct val="20000"/>
                        </a:spcBef>
                        <a:buClr>
                          <a:schemeClr val="accent1"/>
                        </a:buClr>
                        <a:buSzPct val="50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9p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r>
                        <a:rPr kumimoji="0" lang="en-US" altLang="zh-CN" sz="2400" b="1" i="0" u="none" strike="noStrike" cap="none" normalizeH="0" baseline="0">
                          <a:ln>
                            <a:noFill/>
                          </a:ln>
                          <a:solidFill>
                            <a:schemeClr val="tx1"/>
                          </a:solidFill>
                          <a:effectLst/>
                          <a:latin typeface="Times New Roman" panose="02020603050405020304" pitchFamily="18" charset="0"/>
                          <a:ea typeface="黑体" panose="02010609060101010101" pitchFamily="49" charset="-122"/>
                        </a:rPr>
                        <a:t>(</a:t>
                      </a:r>
                    </a:p>
                  </a:txBody>
                  <a:tcPr marL="54000" marR="54000" marT="28800" marB="2880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lgn="l">
                        <a:spcBef>
                          <a:spcPct val="20000"/>
                        </a:spcBef>
                        <a:buClr>
                          <a:schemeClr val="folHlink"/>
                        </a:buClr>
                        <a:buSzPct val="60000"/>
                        <a:buFont typeface="Wingdings" panose="05000000000000000000" pitchFamily="2" charset="2"/>
                        <a:defRPr sz="2800">
                          <a:solidFill>
                            <a:schemeClr val="tx1"/>
                          </a:solidFill>
                          <a:latin typeface="Times New Roman" panose="02020603050405020304" pitchFamily="18" charset="0"/>
                          <a:ea typeface="黑体" panose="02010609060101010101" pitchFamily="49" charset="-122"/>
                        </a:defRPr>
                      </a:lvl1pPr>
                      <a:lvl2pPr marL="742950" indent="-285750" algn="l">
                        <a:spcBef>
                          <a:spcPct val="20000"/>
                        </a:spcBef>
                        <a:buClr>
                          <a:schemeClr val="hlink"/>
                        </a:buClr>
                        <a:buSzPct val="55000"/>
                        <a:buFont typeface="Wingdings" panose="05000000000000000000" pitchFamily="2" charset="2"/>
                        <a:defRPr sz="2400">
                          <a:solidFill>
                            <a:schemeClr val="tx1"/>
                          </a:solidFill>
                          <a:latin typeface="Times New Roman" panose="02020603050405020304" pitchFamily="18" charset="0"/>
                          <a:ea typeface="黑体" panose="02010609060101010101" pitchFamily="49" charset="-122"/>
                        </a:defRPr>
                      </a:lvl2pPr>
                      <a:lvl3pPr marL="1143000" indent="-228600" algn="l">
                        <a:spcBef>
                          <a:spcPct val="20000"/>
                        </a:spcBef>
                        <a:buClr>
                          <a:schemeClr val="folHlink"/>
                        </a:buClr>
                        <a:buSzPct val="50000"/>
                        <a:buFont typeface="Wingdings" panose="05000000000000000000" pitchFamily="2" charset="2"/>
                        <a:defRPr sz="2000">
                          <a:solidFill>
                            <a:schemeClr val="tx1"/>
                          </a:solidFill>
                          <a:latin typeface="Times New Roman" panose="02020603050405020304" pitchFamily="18" charset="0"/>
                          <a:ea typeface="黑体" panose="02010609060101010101" pitchFamily="49" charset="-122"/>
                        </a:defRPr>
                      </a:lvl3pPr>
                      <a:lvl4pPr marL="1600200" indent="-228600" algn="l">
                        <a:spcBef>
                          <a:spcPct val="20000"/>
                        </a:spcBef>
                        <a:buClr>
                          <a:schemeClr val="accent2"/>
                        </a:buClr>
                        <a:buSzPct val="55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4pPr>
                      <a:lvl5pPr marL="2057400" indent="-228600" algn="l">
                        <a:spcBef>
                          <a:spcPct val="20000"/>
                        </a:spcBef>
                        <a:buClr>
                          <a:schemeClr val="accent1"/>
                        </a:buClr>
                        <a:buSzPct val="50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9p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r>
                        <a:rPr kumimoji="0" lang="en-US" altLang="zh-CN" sz="2400" b="1" i="0" u="none" strike="noStrike" cap="none" normalizeH="0" baseline="0">
                          <a:ln>
                            <a:noFill/>
                          </a:ln>
                          <a:solidFill>
                            <a:schemeClr val="tx1"/>
                          </a:solidFill>
                          <a:effectLst/>
                          <a:latin typeface="Times New Roman" panose="02020603050405020304" pitchFamily="18" charset="0"/>
                          <a:ea typeface="黑体" panose="02010609060101010101" pitchFamily="49" charset="-122"/>
                        </a:rPr>
                        <a:t>)</a:t>
                      </a:r>
                    </a:p>
                  </a:txBody>
                  <a:tcPr marL="54000" marR="54000" marT="28800" marB="2880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lgn="l">
                        <a:spcBef>
                          <a:spcPct val="20000"/>
                        </a:spcBef>
                        <a:buClr>
                          <a:schemeClr val="folHlink"/>
                        </a:buClr>
                        <a:buSzPct val="60000"/>
                        <a:buFont typeface="Wingdings" panose="05000000000000000000" pitchFamily="2" charset="2"/>
                        <a:defRPr sz="2800">
                          <a:solidFill>
                            <a:schemeClr val="tx1"/>
                          </a:solidFill>
                          <a:latin typeface="Times New Roman" panose="02020603050405020304" pitchFamily="18" charset="0"/>
                          <a:ea typeface="黑体" panose="02010609060101010101" pitchFamily="49" charset="-122"/>
                        </a:defRPr>
                      </a:lvl1pPr>
                      <a:lvl2pPr marL="742950" indent="-285750" algn="l">
                        <a:spcBef>
                          <a:spcPct val="20000"/>
                        </a:spcBef>
                        <a:buClr>
                          <a:schemeClr val="hlink"/>
                        </a:buClr>
                        <a:buSzPct val="55000"/>
                        <a:buFont typeface="Wingdings" panose="05000000000000000000" pitchFamily="2" charset="2"/>
                        <a:defRPr sz="2400">
                          <a:solidFill>
                            <a:schemeClr val="tx1"/>
                          </a:solidFill>
                          <a:latin typeface="Times New Roman" panose="02020603050405020304" pitchFamily="18" charset="0"/>
                          <a:ea typeface="黑体" panose="02010609060101010101" pitchFamily="49" charset="-122"/>
                        </a:defRPr>
                      </a:lvl2pPr>
                      <a:lvl3pPr marL="1143000" indent="-228600" algn="l">
                        <a:spcBef>
                          <a:spcPct val="20000"/>
                        </a:spcBef>
                        <a:buClr>
                          <a:schemeClr val="folHlink"/>
                        </a:buClr>
                        <a:buSzPct val="50000"/>
                        <a:buFont typeface="Wingdings" panose="05000000000000000000" pitchFamily="2" charset="2"/>
                        <a:defRPr sz="2000">
                          <a:solidFill>
                            <a:schemeClr val="tx1"/>
                          </a:solidFill>
                          <a:latin typeface="Times New Roman" panose="02020603050405020304" pitchFamily="18" charset="0"/>
                          <a:ea typeface="黑体" panose="02010609060101010101" pitchFamily="49" charset="-122"/>
                        </a:defRPr>
                      </a:lvl3pPr>
                      <a:lvl4pPr marL="1600200" indent="-228600" algn="l">
                        <a:spcBef>
                          <a:spcPct val="20000"/>
                        </a:spcBef>
                        <a:buClr>
                          <a:schemeClr val="accent2"/>
                        </a:buClr>
                        <a:buSzPct val="55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4pPr>
                      <a:lvl5pPr marL="2057400" indent="-228600" algn="l">
                        <a:spcBef>
                          <a:spcPct val="20000"/>
                        </a:spcBef>
                        <a:buClr>
                          <a:schemeClr val="accent1"/>
                        </a:buClr>
                        <a:buSzPct val="50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9p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r>
                        <a:rPr kumimoji="0" lang="en-US" altLang="zh-CN" sz="2400" b="1" i="0" u="none" strike="noStrike" cap="none" normalizeH="0" baseline="0">
                          <a:ln>
                            <a:noFill/>
                          </a:ln>
                          <a:solidFill>
                            <a:schemeClr val="tx1"/>
                          </a:solidFill>
                          <a:effectLst/>
                          <a:latin typeface="Times New Roman" panose="02020603050405020304" pitchFamily="18" charset="0"/>
                          <a:ea typeface="黑体" panose="02010609060101010101" pitchFamily="49" charset="-122"/>
                        </a:rPr>
                        <a:t>$</a:t>
                      </a:r>
                    </a:p>
                  </a:txBody>
                  <a:tcPr marL="54000" marR="54000" marT="28800" marB="28800" anchor="ct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1"/>
                  </a:ext>
                </a:extLst>
              </a:tr>
              <a:tr h="588963">
                <a:tc>
                  <a:txBody>
                    <a:bodyPr/>
                    <a:lstStyle>
                      <a:lvl1pPr algn="l">
                        <a:spcBef>
                          <a:spcPct val="20000"/>
                        </a:spcBef>
                        <a:buClr>
                          <a:schemeClr val="folHlink"/>
                        </a:buClr>
                        <a:buSzPct val="60000"/>
                        <a:buFont typeface="Wingdings" panose="05000000000000000000" pitchFamily="2" charset="2"/>
                        <a:defRPr sz="2800">
                          <a:solidFill>
                            <a:schemeClr val="tx1"/>
                          </a:solidFill>
                          <a:latin typeface="Times New Roman" panose="02020603050405020304" pitchFamily="18" charset="0"/>
                          <a:ea typeface="黑体" panose="02010609060101010101" pitchFamily="49" charset="-122"/>
                        </a:defRPr>
                      </a:lvl1pPr>
                      <a:lvl2pPr marL="742950" indent="-285750" algn="l">
                        <a:spcBef>
                          <a:spcPct val="20000"/>
                        </a:spcBef>
                        <a:buClr>
                          <a:schemeClr val="hlink"/>
                        </a:buClr>
                        <a:buSzPct val="55000"/>
                        <a:buFont typeface="Wingdings" panose="05000000000000000000" pitchFamily="2" charset="2"/>
                        <a:defRPr sz="2400">
                          <a:solidFill>
                            <a:schemeClr val="tx1"/>
                          </a:solidFill>
                          <a:latin typeface="Times New Roman" panose="02020603050405020304" pitchFamily="18" charset="0"/>
                          <a:ea typeface="黑体" panose="02010609060101010101" pitchFamily="49" charset="-122"/>
                        </a:defRPr>
                      </a:lvl2pPr>
                      <a:lvl3pPr marL="1143000" indent="-228600" algn="l">
                        <a:spcBef>
                          <a:spcPct val="20000"/>
                        </a:spcBef>
                        <a:buClr>
                          <a:schemeClr val="folHlink"/>
                        </a:buClr>
                        <a:buSzPct val="50000"/>
                        <a:buFont typeface="Wingdings" panose="05000000000000000000" pitchFamily="2" charset="2"/>
                        <a:defRPr sz="2000">
                          <a:solidFill>
                            <a:schemeClr val="tx1"/>
                          </a:solidFill>
                          <a:latin typeface="Times New Roman" panose="02020603050405020304" pitchFamily="18" charset="0"/>
                          <a:ea typeface="黑体" panose="02010609060101010101" pitchFamily="49" charset="-122"/>
                        </a:defRPr>
                      </a:lvl3pPr>
                      <a:lvl4pPr marL="1600200" indent="-228600" algn="l">
                        <a:spcBef>
                          <a:spcPct val="20000"/>
                        </a:spcBef>
                        <a:buClr>
                          <a:schemeClr val="accent2"/>
                        </a:buClr>
                        <a:buSzPct val="55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4pPr>
                      <a:lvl5pPr marL="2057400" indent="-228600" algn="l">
                        <a:spcBef>
                          <a:spcPct val="20000"/>
                        </a:spcBef>
                        <a:buClr>
                          <a:schemeClr val="accent1"/>
                        </a:buClr>
                        <a:buSzPct val="50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9p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r>
                        <a:rPr kumimoji="0" lang="en-US" altLang="zh-CN" sz="2400" b="1" i="1" u="none" strike="noStrike" cap="none" normalizeH="0" baseline="0">
                          <a:ln>
                            <a:noFill/>
                          </a:ln>
                          <a:solidFill>
                            <a:schemeClr val="tx1"/>
                          </a:solidFill>
                          <a:effectLst/>
                          <a:latin typeface="Times New Roman" panose="02020603050405020304" pitchFamily="18" charset="0"/>
                          <a:ea typeface="黑体" panose="02010609060101010101" pitchFamily="49" charset="-122"/>
                        </a:rPr>
                        <a:t>E</a:t>
                      </a:r>
                    </a:p>
                  </a:txBody>
                  <a:tcPr marL="54000" marR="54000" marT="28800" marB="28800" anchor="ct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lgn="l">
                        <a:spcBef>
                          <a:spcPct val="20000"/>
                        </a:spcBef>
                        <a:buClr>
                          <a:schemeClr val="folHlink"/>
                        </a:buClr>
                        <a:buSzPct val="60000"/>
                        <a:buFont typeface="Wingdings" panose="05000000000000000000" pitchFamily="2" charset="2"/>
                        <a:defRPr sz="2800">
                          <a:solidFill>
                            <a:schemeClr val="tx1"/>
                          </a:solidFill>
                          <a:latin typeface="Times New Roman" panose="02020603050405020304" pitchFamily="18" charset="0"/>
                          <a:ea typeface="黑体" panose="02010609060101010101" pitchFamily="49" charset="-122"/>
                        </a:defRPr>
                      </a:lvl1pPr>
                      <a:lvl2pPr marL="742950" indent="-285750" algn="l">
                        <a:spcBef>
                          <a:spcPct val="20000"/>
                        </a:spcBef>
                        <a:buClr>
                          <a:schemeClr val="hlink"/>
                        </a:buClr>
                        <a:buSzPct val="55000"/>
                        <a:buFont typeface="Wingdings" panose="05000000000000000000" pitchFamily="2" charset="2"/>
                        <a:defRPr sz="2400">
                          <a:solidFill>
                            <a:schemeClr val="tx1"/>
                          </a:solidFill>
                          <a:latin typeface="Times New Roman" panose="02020603050405020304" pitchFamily="18" charset="0"/>
                          <a:ea typeface="黑体" panose="02010609060101010101" pitchFamily="49" charset="-122"/>
                        </a:defRPr>
                      </a:lvl2pPr>
                      <a:lvl3pPr marL="1143000" indent="-228600" algn="l">
                        <a:spcBef>
                          <a:spcPct val="20000"/>
                        </a:spcBef>
                        <a:buClr>
                          <a:schemeClr val="folHlink"/>
                        </a:buClr>
                        <a:buSzPct val="50000"/>
                        <a:buFont typeface="Wingdings" panose="05000000000000000000" pitchFamily="2" charset="2"/>
                        <a:defRPr sz="2000">
                          <a:solidFill>
                            <a:schemeClr val="tx1"/>
                          </a:solidFill>
                          <a:latin typeface="Times New Roman" panose="02020603050405020304" pitchFamily="18" charset="0"/>
                          <a:ea typeface="黑体" panose="02010609060101010101" pitchFamily="49" charset="-122"/>
                        </a:defRPr>
                      </a:lvl3pPr>
                      <a:lvl4pPr marL="1600200" indent="-228600" algn="l">
                        <a:spcBef>
                          <a:spcPct val="20000"/>
                        </a:spcBef>
                        <a:buClr>
                          <a:schemeClr val="accent2"/>
                        </a:buClr>
                        <a:buSzPct val="55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4pPr>
                      <a:lvl5pPr marL="2057400" indent="-228600" algn="l">
                        <a:spcBef>
                          <a:spcPct val="20000"/>
                        </a:spcBef>
                        <a:buClr>
                          <a:schemeClr val="accent1"/>
                        </a:buClr>
                        <a:buSzPct val="50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9p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r>
                        <a:rPr kumimoji="0" lang="en-US" altLang="zh-CN" sz="2400" b="1" i="1" u="none" strike="noStrike" cap="none" normalizeH="0" baseline="0">
                          <a:ln>
                            <a:noFill/>
                          </a:ln>
                          <a:solidFill>
                            <a:schemeClr val="tx1"/>
                          </a:solidFill>
                          <a:effectLst/>
                          <a:latin typeface="Times New Roman" panose="02020603050405020304" pitchFamily="18" charset="0"/>
                          <a:ea typeface="黑体" panose="02010609060101010101" pitchFamily="49" charset="-122"/>
                        </a:rPr>
                        <a:t>E</a:t>
                      </a:r>
                      <a:r>
                        <a:rPr kumimoji="0" lang="en-US" altLang="zh-CN" sz="2400" b="1" i="0" u="none" strike="noStrike" cap="none" normalizeH="0" baseline="0">
                          <a:ln>
                            <a:noFill/>
                          </a:ln>
                          <a:solidFill>
                            <a:schemeClr val="tx1"/>
                          </a:solidFill>
                          <a:effectLst/>
                          <a:latin typeface="Times New Roman" panose="02020603050405020304" pitchFamily="18" charset="0"/>
                          <a:ea typeface="黑体" panose="02010609060101010101" pitchFamily="49" charset="-122"/>
                          <a:sym typeface="Symbol" panose="05050102010706020507" pitchFamily="18" charset="2"/>
                        </a:rPr>
                        <a:t></a:t>
                      </a:r>
                      <a:r>
                        <a:rPr kumimoji="0" lang="en-US" altLang="zh-CN" sz="2400" b="1" i="1" u="none" strike="noStrike" cap="none" normalizeH="0" baseline="0">
                          <a:ln>
                            <a:noFill/>
                          </a:ln>
                          <a:solidFill>
                            <a:schemeClr val="tx1"/>
                          </a:solidFill>
                          <a:effectLst/>
                          <a:latin typeface="Times New Roman" panose="02020603050405020304" pitchFamily="18" charset="0"/>
                          <a:ea typeface="黑体" panose="02010609060101010101" pitchFamily="49" charset="-122"/>
                          <a:sym typeface="Symbol" panose="05050102010706020507" pitchFamily="18" charset="2"/>
                        </a:rPr>
                        <a:t>TE</a:t>
                      </a:r>
                      <a:r>
                        <a:rPr kumimoji="0" lang="en-US" altLang="zh-CN" sz="2400" b="1" i="0" u="none" strike="noStrike" cap="none" normalizeH="0" baseline="0">
                          <a:ln>
                            <a:noFill/>
                          </a:ln>
                          <a:solidFill>
                            <a:schemeClr val="tx1"/>
                          </a:solidFill>
                          <a:effectLst/>
                          <a:latin typeface="Times New Roman" panose="02020603050405020304" pitchFamily="18" charset="0"/>
                          <a:ea typeface="黑体" panose="02010609060101010101" pitchFamily="49" charset="-122"/>
                          <a:sym typeface="Symbol" panose="05050102010706020507" pitchFamily="18" charset="2"/>
                        </a:rPr>
                        <a:t></a:t>
                      </a:r>
                    </a:p>
                  </a:txBody>
                  <a:tcPr marL="54000" marR="54000" marT="28800" marB="2880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lgn="l">
                        <a:spcBef>
                          <a:spcPct val="20000"/>
                        </a:spcBef>
                        <a:buClr>
                          <a:schemeClr val="folHlink"/>
                        </a:buClr>
                        <a:buSzPct val="60000"/>
                        <a:buFont typeface="Wingdings" panose="05000000000000000000" pitchFamily="2" charset="2"/>
                        <a:defRPr sz="2800">
                          <a:solidFill>
                            <a:schemeClr val="tx1"/>
                          </a:solidFill>
                          <a:latin typeface="Times New Roman" panose="02020603050405020304" pitchFamily="18" charset="0"/>
                          <a:ea typeface="黑体" panose="02010609060101010101" pitchFamily="49" charset="-122"/>
                        </a:defRPr>
                      </a:lvl1pPr>
                      <a:lvl2pPr marL="742950" indent="-285750" algn="l">
                        <a:spcBef>
                          <a:spcPct val="20000"/>
                        </a:spcBef>
                        <a:buClr>
                          <a:schemeClr val="hlink"/>
                        </a:buClr>
                        <a:buSzPct val="55000"/>
                        <a:buFont typeface="Wingdings" panose="05000000000000000000" pitchFamily="2" charset="2"/>
                        <a:defRPr sz="2400">
                          <a:solidFill>
                            <a:schemeClr val="tx1"/>
                          </a:solidFill>
                          <a:latin typeface="Times New Roman" panose="02020603050405020304" pitchFamily="18" charset="0"/>
                          <a:ea typeface="黑体" panose="02010609060101010101" pitchFamily="49" charset="-122"/>
                        </a:defRPr>
                      </a:lvl2pPr>
                      <a:lvl3pPr marL="1143000" indent="-228600" algn="l">
                        <a:spcBef>
                          <a:spcPct val="20000"/>
                        </a:spcBef>
                        <a:buClr>
                          <a:schemeClr val="folHlink"/>
                        </a:buClr>
                        <a:buSzPct val="50000"/>
                        <a:buFont typeface="Wingdings" panose="05000000000000000000" pitchFamily="2" charset="2"/>
                        <a:defRPr sz="2000">
                          <a:solidFill>
                            <a:schemeClr val="tx1"/>
                          </a:solidFill>
                          <a:latin typeface="Times New Roman" panose="02020603050405020304" pitchFamily="18" charset="0"/>
                          <a:ea typeface="黑体" panose="02010609060101010101" pitchFamily="49" charset="-122"/>
                        </a:defRPr>
                      </a:lvl3pPr>
                      <a:lvl4pPr marL="1600200" indent="-228600" algn="l">
                        <a:spcBef>
                          <a:spcPct val="20000"/>
                        </a:spcBef>
                        <a:buClr>
                          <a:schemeClr val="accent2"/>
                        </a:buClr>
                        <a:buSzPct val="55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4pPr>
                      <a:lvl5pPr marL="2057400" indent="-228600" algn="l">
                        <a:spcBef>
                          <a:spcPct val="20000"/>
                        </a:spcBef>
                        <a:buClr>
                          <a:schemeClr val="accent1"/>
                        </a:buClr>
                        <a:buSzPct val="50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9p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endParaRPr kumimoji="0" lang="zh-CN" altLang="zh-CN" sz="2400" b="0" i="0" u="none" strike="noStrike" cap="none" normalizeH="0" baseline="0">
                        <a:ln>
                          <a:noFill/>
                        </a:ln>
                        <a:solidFill>
                          <a:schemeClr val="tx1"/>
                        </a:solidFill>
                        <a:effectLst/>
                        <a:latin typeface="Times New Roman" panose="02020603050405020304" pitchFamily="18" charset="0"/>
                        <a:ea typeface="黑体" panose="02010609060101010101" pitchFamily="49" charset="-122"/>
                      </a:endParaRPr>
                    </a:p>
                  </a:txBody>
                  <a:tcPr marL="54000" marR="54000" marT="28800" marB="2880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lgn="l">
                        <a:spcBef>
                          <a:spcPct val="20000"/>
                        </a:spcBef>
                        <a:buClr>
                          <a:schemeClr val="folHlink"/>
                        </a:buClr>
                        <a:buSzPct val="60000"/>
                        <a:buFont typeface="Wingdings" panose="05000000000000000000" pitchFamily="2" charset="2"/>
                        <a:defRPr sz="2800">
                          <a:solidFill>
                            <a:schemeClr val="tx1"/>
                          </a:solidFill>
                          <a:latin typeface="Times New Roman" panose="02020603050405020304" pitchFamily="18" charset="0"/>
                          <a:ea typeface="黑体" panose="02010609060101010101" pitchFamily="49" charset="-122"/>
                        </a:defRPr>
                      </a:lvl1pPr>
                      <a:lvl2pPr marL="742950" indent="-285750" algn="l">
                        <a:spcBef>
                          <a:spcPct val="20000"/>
                        </a:spcBef>
                        <a:buClr>
                          <a:schemeClr val="hlink"/>
                        </a:buClr>
                        <a:buSzPct val="55000"/>
                        <a:buFont typeface="Wingdings" panose="05000000000000000000" pitchFamily="2" charset="2"/>
                        <a:defRPr sz="2400">
                          <a:solidFill>
                            <a:schemeClr val="tx1"/>
                          </a:solidFill>
                          <a:latin typeface="Times New Roman" panose="02020603050405020304" pitchFamily="18" charset="0"/>
                          <a:ea typeface="黑体" panose="02010609060101010101" pitchFamily="49" charset="-122"/>
                        </a:defRPr>
                      </a:lvl2pPr>
                      <a:lvl3pPr marL="1143000" indent="-228600" algn="l">
                        <a:spcBef>
                          <a:spcPct val="20000"/>
                        </a:spcBef>
                        <a:buClr>
                          <a:schemeClr val="folHlink"/>
                        </a:buClr>
                        <a:buSzPct val="50000"/>
                        <a:buFont typeface="Wingdings" panose="05000000000000000000" pitchFamily="2" charset="2"/>
                        <a:defRPr sz="2000">
                          <a:solidFill>
                            <a:schemeClr val="tx1"/>
                          </a:solidFill>
                          <a:latin typeface="Times New Roman" panose="02020603050405020304" pitchFamily="18" charset="0"/>
                          <a:ea typeface="黑体" panose="02010609060101010101" pitchFamily="49" charset="-122"/>
                        </a:defRPr>
                      </a:lvl3pPr>
                      <a:lvl4pPr marL="1600200" indent="-228600" algn="l">
                        <a:spcBef>
                          <a:spcPct val="20000"/>
                        </a:spcBef>
                        <a:buClr>
                          <a:schemeClr val="accent2"/>
                        </a:buClr>
                        <a:buSzPct val="55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4pPr>
                      <a:lvl5pPr marL="2057400" indent="-228600" algn="l">
                        <a:spcBef>
                          <a:spcPct val="20000"/>
                        </a:spcBef>
                        <a:buClr>
                          <a:schemeClr val="accent1"/>
                        </a:buClr>
                        <a:buSzPct val="50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9p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endParaRPr kumimoji="0" lang="zh-CN" altLang="zh-CN" sz="2400" b="0" i="0" u="none" strike="noStrike" cap="none" normalizeH="0" baseline="0">
                        <a:ln>
                          <a:noFill/>
                        </a:ln>
                        <a:solidFill>
                          <a:schemeClr val="tx1"/>
                        </a:solidFill>
                        <a:effectLst/>
                        <a:latin typeface="Times New Roman" panose="02020603050405020304" pitchFamily="18" charset="0"/>
                        <a:ea typeface="黑体" panose="02010609060101010101" pitchFamily="49" charset="-122"/>
                      </a:endParaRPr>
                    </a:p>
                  </a:txBody>
                  <a:tcPr marL="54000" marR="54000" marT="28800" marB="2880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lgn="l">
                        <a:spcBef>
                          <a:spcPct val="20000"/>
                        </a:spcBef>
                        <a:buClr>
                          <a:schemeClr val="folHlink"/>
                        </a:buClr>
                        <a:buSzPct val="60000"/>
                        <a:buFont typeface="Wingdings" panose="05000000000000000000" pitchFamily="2" charset="2"/>
                        <a:defRPr sz="2800">
                          <a:solidFill>
                            <a:schemeClr val="tx1"/>
                          </a:solidFill>
                          <a:latin typeface="Times New Roman" panose="02020603050405020304" pitchFamily="18" charset="0"/>
                          <a:ea typeface="黑体" panose="02010609060101010101" pitchFamily="49" charset="-122"/>
                        </a:defRPr>
                      </a:lvl1pPr>
                      <a:lvl2pPr marL="742950" indent="-285750" algn="l">
                        <a:spcBef>
                          <a:spcPct val="20000"/>
                        </a:spcBef>
                        <a:buClr>
                          <a:schemeClr val="hlink"/>
                        </a:buClr>
                        <a:buSzPct val="55000"/>
                        <a:buFont typeface="Wingdings" panose="05000000000000000000" pitchFamily="2" charset="2"/>
                        <a:defRPr sz="2400">
                          <a:solidFill>
                            <a:schemeClr val="tx1"/>
                          </a:solidFill>
                          <a:latin typeface="Times New Roman" panose="02020603050405020304" pitchFamily="18" charset="0"/>
                          <a:ea typeface="黑体" panose="02010609060101010101" pitchFamily="49" charset="-122"/>
                        </a:defRPr>
                      </a:lvl2pPr>
                      <a:lvl3pPr marL="1143000" indent="-228600" algn="l">
                        <a:spcBef>
                          <a:spcPct val="20000"/>
                        </a:spcBef>
                        <a:buClr>
                          <a:schemeClr val="folHlink"/>
                        </a:buClr>
                        <a:buSzPct val="50000"/>
                        <a:buFont typeface="Wingdings" panose="05000000000000000000" pitchFamily="2" charset="2"/>
                        <a:defRPr sz="2000">
                          <a:solidFill>
                            <a:schemeClr val="tx1"/>
                          </a:solidFill>
                          <a:latin typeface="Times New Roman" panose="02020603050405020304" pitchFamily="18" charset="0"/>
                          <a:ea typeface="黑体" panose="02010609060101010101" pitchFamily="49" charset="-122"/>
                        </a:defRPr>
                      </a:lvl3pPr>
                      <a:lvl4pPr marL="1600200" indent="-228600" algn="l">
                        <a:spcBef>
                          <a:spcPct val="20000"/>
                        </a:spcBef>
                        <a:buClr>
                          <a:schemeClr val="accent2"/>
                        </a:buClr>
                        <a:buSzPct val="55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4pPr>
                      <a:lvl5pPr marL="2057400" indent="-228600" algn="l">
                        <a:spcBef>
                          <a:spcPct val="20000"/>
                        </a:spcBef>
                        <a:buClr>
                          <a:schemeClr val="accent1"/>
                        </a:buClr>
                        <a:buSzPct val="50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9p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r>
                        <a:rPr kumimoji="0" lang="en-US" altLang="zh-CN" sz="2400" b="1" i="1" u="none" strike="noStrike" cap="none" normalizeH="0" baseline="0">
                          <a:ln>
                            <a:noFill/>
                          </a:ln>
                          <a:solidFill>
                            <a:schemeClr val="tx1"/>
                          </a:solidFill>
                          <a:effectLst/>
                          <a:latin typeface="Times New Roman" panose="02020603050405020304" pitchFamily="18" charset="0"/>
                          <a:ea typeface="黑体" panose="02010609060101010101" pitchFamily="49" charset="-122"/>
                        </a:rPr>
                        <a:t>E</a:t>
                      </a:r>
                      <a:r>
                        <a:rPr kumimoji="0" lang="en-US" altLang="zh-CN" sz="2400" b="1" i="1" u="none" strike="noStrike" cap="none" normalizeH="0" baseline="0">
                          <a:ln>
                            <a:noFill/>
                          </a:ln>
                          <a:solidFill>
                            <a:schemeClr val="tx1"/>
                          </a:solidFill>
                          <a:effectLst/>
                          <a:latin typeface="Times New Roman" panose="02020603050405020304" pitchFamily="18" charset="0"/>
                          <a:ea typeface="黑体" panose="02010609060101010101" pitchFamily="49" charset="-122"/>
                          <a:sym typeface="Symbol" panose="05050102010706020507" pitchFamily="18" charset="2"/>
                        </a:rPr>
                        <a:t>TE</a:t>
                      </a:r>
                      <a:r>
                        <a:rPr kumimoji="0" lang="en-US" altLang="zh-CN" sz="2400" b="1" i="0" u="none" strike="noStrike" cap="none" normalizeH="0" baseline="0">
                          <a:ln>
                            <a:noFill/>
                          </a:ln>
                          <a:solidFill>
                            <a:schemeClr val="tx1"/>
                          </a:solidFill>
                          <a:effectLst/>
                          <a:latin typeface="Times New Roman" panose="02020603050405020304" pitchFamily="18" charset="0"/>
                          <a:ea typeface="黑体" panose="02010609060101010101" pitchFamily="49" charset="-122"/>
                          <a:sym typeface="Symbol" panose="05050102010706020507" pitchFamily="18" charset="2"/>
                        </a:rPr>
                        <a:t></a:t>
                      </a:r>
                    </a:p>
                  </a:txBody>
                  <a:tcPr marL="54000" marR="54000" marT="28800" marB="2880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lgn="l">
                        <a:spcBef>
                          <a:spcPct val="20000"/>
                        </a:spcBef>
                        <a:buClr>
                          <a:schemeClr val="folHlink"/>
                        </a:buClr>
                        <a:buSzPct val="60000"/>
                        <a:buFont typeface="Wingdings" panose="05000000000000000000" pitchFamily="2" charset="2"/>
                        <a:defRPr sz="2800">
                          <a:solidFill>
                            <a:schemeClr val="tx1"/>
                          </a:solidFill>
                          <a:latin typeface="Times New Roman" panose="02020603050405020304" pitchFamily="18" charset="0"/>
                          <a:ea typeface="黑体" panose="02010609060101010101" pitchFamily="49" charset="-122"/>
                        </a:defRPr>
                      </a:lvl1pPr>
                      <a:lvl2pPr marL="742950" indent="-285750" algn="l">
                        <a:spcBef>
                          <a:spcPct val="20000"/>
                        </a:spcBef>
                        <a:buClr>
                          <a:schemeClr val="hlink"/>
                        </a:buClr>
                        <a:buSzPct val="55000"/>
                        <a:buFont typeface="Wingdings" panose="05000000000000000000" pitchFamily="2" charset="2"/>
                        <a:defRPr sz="2400">
                          <a:solidFill>
                            <a:schemeClr val="tx1"/>
                          </a:solidFill>
                          <a:latin typeface="Times New Roman" panose="02020603050405020304" pitchFamily="18" charset="0"/>
                          <a:ea typeface="黑体" panose="02010609060101010101" pitchFamily="49" charset="-122"/>
                        </a:defRPr>
                      </a:lvl2pPr>
                      <a:lvl3pPr marL="1143000" indent="-228600" algn="l">
                        <a:spcBef>
                          <a:spcPct val="20000"/>
                        </a:spcBef>
                        <a:buClr>
                          <a:schemeClr val="folHlink"/>
                        </a:buClr>
                        <a:buSzPct val="50000"/>
                        <a:buFont typeface="Wingdings" panose="05000000000000000000" pitchFamily="2" charset="2"/>
                        <a:defRPr sz="2000">
                          <a:solidFill>
                            <a:schemeClr val="tx1"/>
                          </a:solidFill>
                          <a:latin typeface="Times New Roman" panose="02020603050405020304" pitchFamily="18" charset="0"/>
                          <a:ea typeface="黑体" panose="02010609060101010101" pitchFamily="49" charset="-122"/>
                        </a:defRPr>
                      </a:lvl3pPr>
                      <a:lvl4pPr marL="1600200" indent="-228600" algn="l">
                        <a:spcBef>
                          <a:spcPct val="20000"/>
                        </a:spcBef>
                        <a:buClr>
                          <a:schemeClr val="accent2"/>
                        </a:buClr>
                        <a:buSzPct val="55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4pPr>
                      <a:lvl5pPr marL="2057400" indent="-228600" algn="l">
                        <a:spcBef>
                          <a:spcPct val="20000"/>
                        </a:spcBef>
                        <a:buClr>
                          <a:schemeClr val="accent1"/>
                        </a:buClr>
                        <a:buSzPct val="50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9p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r>
                        <a:rPr kumimoji="0" lang="en-US" altLang="zh-CN" sz="2400" b="1" i="0" u="none" strike="noStrike" cap="none" normalizeH="0" baseline="0">
                          <a:ln>
                            <a:noFill/>
                          </a:ln>
                          <a:solidFill>
                            <a:schemeClr val="accent2"/>
                          </a:solidFill>
                          <a:effectLst/>
                          <a:latin typeface="Times New Roman" panose="02020603050405020304" pitchFamily="18" charset="0"/>
                          <a:ea typeface="黑体" panose="02010609060101010101" pitchFamily="49" charset="-122"/>
                        </a:rPr>
                        <a:t>synch</a:t>
                      </a:r>
                    </a:p>
                  </a:txBody>
                  <a:tcPr marL="54000" marR="54000" marT="28800" marB="2880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lgn="l">
                        <a:spcBef>
                          <a:spcPct val="20000"/>
                        </a:spcBef>
                        <a:buClr>
                          <a:schemeClr val="folHlink"/>
                        </a:buClr>
                        <a:buSzPct val="60000"/>
                        <a:buFont typeface="Wingdings" panose="05000000000000000000" pitchFamily="2" charset="2"/>
                        <a:defRPr sz="2800">
                          <a:solidFill>
                            <a:schemeClr val="tx1"/>
                          </a:solidFill>
                          <a:latin typeface="Times New Roman" panose="02020603050405020304" pitchFamily="18" charset="0"/>
                          <a:ea typeface="黑体" panose="02010609060101010101" pitchFamily="49" charset="-122"/>
                        </a:defRPr>
                      </a:lvl1pPr>
                      <a:lvl2pPr marL="742950" indent="-285750" algn="l">
                        <a:spcBef>
                          <a:spcPct val="20000"/>
                        </a:spcBef>
                        <a:buClr>
                          <a:schemeClr val="hlink"/>
                        </a:buClr>
                        <a:buSzPct val="55000"/>
                        <a:buFont typeface="Wingdings" panose="05000000000000000000" pitchFamily="2" charset="2"/>
                        <a:defRPr sz="2400">
                          <a:solidFill>
                            <a:schemeClr val="tx1"/>
                          </a:solidFill>
                          <a:latin typeface="Times New Roman" panose="02020603050405020304" pitchFamily="18" charset="0"/>
                          <a:ea typeface="黑体" panose="02010609060101010101" pitchFamily="49" charset="-122"/>
                        </a:defRPr>
                      </a:lvl2pPr>
                      <a:lvl3pPr marL="1143000" indent="-228600" algn="l">
                        <a:spcBef>
                          <a:spcPct val="20000"/>
                        </a:spcBef>
                        <a:buClr>
                          <a:schemeClr val="folHlink"/>
                        </a:buClr>
                        <a:buSzPct val="50000"/>
                        <a:buFont typeface="Wingdings" panose="05000000000000000000" pitchFamily="2" charset="2"/>
                        <a:defRPr sz="2000">
                          <a:solidFill>
                            <a:schemeClr val="tx1"/>
                          </a:solidFill>
                          <a:latin typeface="Times New Roman" panose="02020603050405020304" pitchFamily="18" charset="0"/>
                          <a:ea typeface="黑体" panose="02010609060101010101" pitchFamily="49" charset="-122"/>
                        </a:defRPr>
                      </a:lvl3pPr>
                      <a:lvl4pPr marL="1600200" indent="-228600" algn="l">
                        <a:spcBef>
                          <a:spcPct val="20000"/>
                        </a:spcBef>
                        <a:buClr>
                          <a:schemeClr val="accent2"/>
                        </a:buClr>
                        <a:buSzPct val="55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4pPr>
                      <a:lvl5pPr marL="2057400" indent="-228600" algn="l">
                        <a:spcBef>
                          <a:spcPct val="20000"/>
                        </a:spcBef>
                        <a:buClr>
                          <a:schemeClr val="accent1"/>
                        </a:buClr>
                        <a:buSzPct val="50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9p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r>
                        <a:rPr kumimoji="0" lang="en-US" altLang="zh-CN" sz="2400" b="1" i="0" u="none" strike="noStrike" cap="none" normalizeH="0" baseline="0">
                          <a:ln>
                            <a:noFill/>
                          </a:ln>
                          <a:solidFill>
                            <a:schemeClr val="accent2"/>
                          </a:solidFill>
                          <a:effectLst/>
                          <a:latin typeface="Times New Roman" panose="02020603050405020304" pitchFamily="18" charset="0"/>
                          <a:ea typeface="黑体" panose="02010609060101010101" pitchFamily="49" charset="-122"/>
                        </a:rPr>
                        <a:t>synch</a:t>
                      </a:r>
                    </a:p>
                  </a:txBody>
                  <a:tcPr marL="54000" marR="54000" marT="28800" marB="28800" anchor="ct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2"/>
                  </a:ext>
                </a:extLst>
              </a:tr>
              <a:tr h="587375">
                <a:tc>
                  <a:txBody>
                    <a:bodyPr/>
                    <a:lstStyle>
                      <a:lvl1pPr algn="l">
                        <a:spcBef>
                          <a:spcPct val="20000"/>
                        </a:spcBef>
                        <a:buClr>
                          <a:schemeClr val="folHlink"/>
                        </a:buClr>
                        <a:buSzPct val="60000"/>
                        <a:buFont typeface="Wingdings" panose="05000000000000000000" pitchFamily="2" charset="2"/>
                        <a:defRPr sz="2800">
                          <a:solidFill>
                            <a:schemeClr val="tx1"/>
                          </a:solidFill>
                          <a:latin typeface="Times New Roman" panose="02020603050405020304" pitchFamily="18" charset="0"/>
                          <a:ea typeface="黑体" panose="02010609060101010101" pitchFamily="49" charset="-122"/>
                        </a:defRPr>
                      </a:lvl1pPr>
                      <a:lvl2pPr marL="742950" indent="-285750" algn="l">
                        <a:spcBef>
                          <a:spcPct val="20000"/>
                        </a:spcBef>
                        <a:buClr>
                          <a:schemeClr val="hlink"/>
                        </a:buClr>
                        <a:buSzPct val="55000"/>
                        <a:buFont typeface="Wingdings" panose="05000000000000000000" pitchFamily="2" charset="2"/>
                        <a:defRPr sz="2400">
                          <a:solidFill>
                            <a:schemeClr val="tx1"/>
                          </a:solidFill>
                          <a:latin typeface="Times New Roman" panose="02020603050405020304" pitchFamily="18" charset="0"/>
                          <a:ea typeface="黑体" panose="02010609060101010101" pitchFamily="49" charset="-122"/>
                        </a:defRPr>
                      </a:lvl2pPr>
                      <a:lvl3pPr marL="1143000" indent="-228600" algn="l">
                        <a:spcBef>
                          <a:spcPct val="20000"/>
                        </a:spcBef>
                        <a:buClr>
                          <a:schemeClr val="folHlink"/>
                        </a:buClr>
                        <a:buSzPct val="50000"/>
                        <a:buFont typeface="Wingdings" panose="05000000000000000000" pitchFamily="2" charset="2"/>
                        <a:defRPr sz="2000">
                          <a:solidFill>
                            <a:schemeClr val="tx1"/>
                          </a:solidFill>
                          <a:latin typeface="Times New Roman" panose="02020603050405020304" pitchFamily="18" charset="0"/>
                          <a:ea typeface="黑体" panose="02010609060101010101" pitchFamily="49" charset="-122"/>
                        </a:defRPr>
                      </a:lvl3pPr>
                      <a:lvl4pPr marL="1600200" indent="-228600" algn="l">
                        <a:spcBef>
                          <a:spcPct val="20000"/>
                        </a:spcBef>
                        <a:buClr>
                          <a:schemeClr val="accent2"/>
                        </a:buClr>
                        <a:buSzPct val="55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4pPr>
                      <a:lvl5pPr marL="2057400" indent="-228600" algn="l">
                        <a:spcBef>
                          <a:spcPct val="20000"/>
                        </a:spcBef>
                        <a:buClr>
                          <a:schemeClr val="accent1"/>
                        </a:buClr>
                        <a:buSzPct val="50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9p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r>
                        <a:rPr kumimoji="0" lang="en-US" altLang="zh-CN" sz="2400" b="1" i="1" u="none" strike="noStrike" cap="none" normalizeH="0" baseline="0">
                          <a:ln>
                            <a:noFill/>
                          </a:ln>
                          <a:solidFill>
                            <a:schemeClr val="tx1"/>
                          </a:solidFill>
                          <a:effectLst/>
                          <a:latin typeface="Times New Roman" panose="02020603050405020304" pitchFamily="18" charset="0"/>
                          <a:ea typeface="黑体" panose="02010609060101010101" pitchFamily="49" charset="-122"/>
                        </a:rPr>
                        <a:t>E </a:t>
                      </a:r>
                      <a:r>
                        <a:rPr kumimoji="0" lang="en-US" altLang="zh-CN" sz="2400" b="1" i="0" u="none" strike="noStrike" cap="none" normalizeH="0" baseline="0">
                          <a:ln>
                            <a:noFill/>
                          </a:ln>
                          <a:solidFill>
                            <a:schemeClr val="tx1"/>
                          </a:solidFill>
                          <a:effectLst/>
                          <a:latin typeface="Times New Roman" panose="02020603050405020304" pitchFamily="18" charset="0"/>
                          <a:ea typeface="黑体" panose="02010609060101010101" pitchFamily="49" charset="-122"/>
                          <a:sym typeface="Symbol" panose="05050102010706020507" pitchFamily="18" charset="2"/>
                        </a:rPr>
                        <a:t></a:t>
                      </a:r>
                    </a:p>
                  </a:txBody>
                  <a:tcPr marL="54000" marR="54000" marT="28800" marB="28800" anchor="ct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lgn="l">
                        <a:spcBef>
                          <a:spcPct val="20000"/>
                        </a:spcBef>
                        <a:buClr>
                          <a:schemeClr val="folHlink"/>
                        </a:buClr>
                        <a:buSzPct val="60000"/>
                        <a:buFont typeface="Wingdings" panose="05000000000000000000" pitchFamily="2" charset="2"/>
                        <a:defRPr sz="2800">
                          <a:solidFill>
                            <a:schemeClr val="tx1"/>
                          </a:solidFill>
                          <a:latin typeface="Times New Roman" panose="02020603050405020304" pitchFamily="18" charset="0"/>
                          <a:ea typeface="黑体" panose="02010609060101010101" pitchFamily="49" charset="-122"/>
                        </a:defRPr>
                      </a:lvl1pPr>
                      <a:lvl2pPr marL="742950" indent="-285750" algn="l">
                        <a:spcBef>
                          <a:spcPct val="20000"/>
                        </a:spcBef>
                        <a:buClr>
                          <a:schemeClr val="hlink"/>
                        </a:buClr>
                        <a:buSzPct val="55000"/>
                        <a:buFont typeface="Wingdings" panose="05000000000000000000" pitchFamily="2" charset="2"/>
                        <a:defRPr sz="2400">
                          <a:solidFill>
                            <a:schemeClr val="tx1"/>
                          </a:solidFill>
                          <a:latin typeface="Times New Roman" panose="02020603050405020304" pitchFamily="18" charset="0"/>
                          <a:ea typeface="黑体" panose="02010609060101010101" pitchFamily="49" charset="-122"/>
                        </a:defRPr>
                      </a:lvl2pPr>
                      <a:lvl3pPr marL="1143000" indent="-228600" algn="l">
                        <a:spcBef>
                          <a:spcPct val="20000"/>
                        </a:spcBef>
                        <a:buClr>
                          <a:schemeClr val="folHlink"/>
                        </a:buClr>
                        <a:buSzPct val="50000"/>
                        <a:buFont typeface="Wingdings" panose="05000000000000000000" pitchFamily="2" charset="2"/>
                        <a:defRPr sz="2000">
                          <a:solidFill>
                            <a:schemeClr val="tx1"/>
                          </a:solidFill>
                          <a:latin typeface="Times New Roman" panose="02020603050405020304" pitchFamily="18" charset="0"/>
                          <a:ea typeface="黑体" panose="02010609060101010101" pitchFamily="49" charset="-122"/>
                        </a:defRPr>
                      </a:lvl3pPr>
                      <a:lvl4pPr marL="1600200" indent="-228600" algn="l">
                        <a:spcBef>
                          <a:spcPct val="20000"/>
                        </a:spcBef>
                        <a:buClr>
                          <a:schemeClr val="accent2"/>
                        </a:buClr>
                        <a:buSzPct val="55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4pPr>
                      <a:lvl5pPr marL="2057400" indent="-228600" algn="l">
                        <a:spcBef>
                          <a:spcPct val="20000"/>
                        </a:spcBef>
                        <a:buClr>
                          <a:schemeClr val="accent1"/>
                        </a:buClr>
                        <a:buSzPct val="50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9p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endParaRPr kumimoji="0" lang="zh-CN" altLang="zh-CN" sz="2400" b="0" i="0" u="none" strike="noStrike" cap="none" normalizeH="0" baseline="0">
                        <a:ln>
                          <a:noFill/>
                        </a:ln>
                        <a:solidFill>
                          <a:schemeClr val="tx1"/>
                        </a:solidFill>
                        <a:effectLst/>
                        <a:latin typeface="Times New Roman" panose="02020603050405020304" pitchFamily="18" charset="0"/>
                        <a:ea typeface="黑体" panose="02010609060101010101" pitchFamily="49" charset="-122"/>
                      </a:endParaRPr>
                    </a:p>
                  </a:txBody>
                  <a:tcPr marL="54000" marR="54000" marT="28800" marB="2880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lgn="l">
                        <a:spcBef>
                          <a:spcPct val="20000"/>
                        </a:spcBef>
                        <a:buClr>
                          <a:schemeClr val="folHlink"/>
                        </a:buClr>
                        <a:buSzPct val="60000"/>
                        <a:buFont typeface="Wingdings" panose="05000000000000000000" pitchFamily="2" charset="2"/>
                        <a:defRPr sz="2800">
                          <a:solidFill>
                            <a:schemeClr val="tx1"/>
                          </a:solidFill>
                          <a:latin typeface="Times New Roman" panose="02020603050405020304" pitchFamily="18" charset="0"/>
                          <a:ea typeface="黑体" panose="02010609060101010101" pitchFamily="49" charset="-122"/>
                        </a:defRPr>
                      </a:lvl1pPr>
                      <a:lvl2pPr marL="742950" indent="-285750" algn="l">
                        <a:spcBef>
                          <a:spcPct val="20000"/>
                        </a:spcBef>
                        <a:buClr>
                          <a:schemeClr val="hlink"/>
                        </a:buClr>
                        <a:buSzPct val="55000"/>
                        <a:buFont typeface="Wingdings" panose="05000000000000000000" pitchFamily="2" charset="2"/>
                        <a:defRPr sz="2400">
                          <a:solidFill>
                            <a:schemeClr val="tx1"/>
                          </a:solidFill>
                          <a:latin typeface="Times New Roman" panose="02020603050405020304" pitchFamily="18" charset="0"/>
                          <a:ea typeface="黑体" panose="02010609060101010101" pitchFamily="49" charset="-122"/>
                        </a:defRPr>
                      </a:lvl2pPr>
                      <a:lvl3pPr marL="1143000" indent="-228600" algn="l">
                        <a:spcBef>
                          <a:spcPct val="20000"/>
                        </a:spcBef>
                        <a:buClr>
                          <a:schemeClr val="folHlink"/>
                        </a:buClr>
                        <a:buSzPct val="50000"/>
                        <a:buFont typeface="Wingdings" panose="05000000000000000000" pitchFamily="2" charset="2"/>
                        <a:defRPr sz="2000">
                          <a:solidFill>
                            <a:schemeClr val="tx1"/>
                          </a:solidFill>
                          <a:latin typeface="Times New Roman" panose="02020603050405020304" pitchFamily="18" charset="0"/>
                          <a:ea typeface="黑体" panose="02010609060101010101" pitchFamily="49" charset="-122"/>
                        </a:defRPr>
                      </a:lvl3pPr>
                      <a:lvl4pPr marL="1600200" indent="-228600" algn="l">
                        <a:spcBef>
                          <a:spcPct val="20000"/>
                        </a:spcBef>
                        <a:buClr>
                          <a:schemeClr val="accent2"/>
                        </a:buClr>
                        <a:buSzPct val="55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4pPr>
                      <a:lvl5pPr marL="2057400" indent="-228600" algn="l">
                        <a:spcBef>
                          <a:spcPct val="20000"/>
                        </a:spcBef>
                        <a:buClr>
                          <a:schemeClr val="accent1"/>
                        </a:buClr>
                        <a:buSzPct val="50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9p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r>
                        <a:rPr kumimoji="0" lang="en-US" altLang="zh-CN" sz="2400" b="1" i="1" u="none" strike="noStrike" cap="none" normalizeH="0" baseline="0">
                          <a:ln>
                            <a:noFill/>
                          </a:ln>
                          <a:solidFill>
                            <a:schemeClr val="tx1"/>
                          </a:solidFill>
                          <a:effectLst/>
                          <a:latin typeface="Times New Roman" panose="02020603050405020304" pitchFamily="18" charset="0"/>
                          <a:ea typeface="黑体" panose="02010609060101010101" pitchFamily="49" charset="-122"/>
                        </a:rPr>
                        <a:t>E</a:t>
                      </a:r>
                      <a:r>
                        <a:rPr kumimoji="0" lang="en-US" altLang="zh-CN" sz="2400" b="1" i="0" u="none" strike="noStrike" cap="none" normalizeH="0" baseline="0">
                          <a:ln>
                            <a:noFill/>
                          </a:ln>
                          <a:solidFill>
                            <a:schemeClr val="tx1"/>
                          </a:solidFill>
                          <a:effectLst/>
                          <a:latin typeface="Times New Roman" panose="02020603050405020304" pitchFamily="18" charset="0"/>
                          <a:ea typeface="黑体" panose="02010609060101010101" pitchFamily="49" charset="-122"/>
                          <a:sym typeface="Symbol" panose="05050102010706020507" pitchFamily="18" charset="2"/>
                        </a:rPr>
                        <a:t>+</a:t>
                      </a:r>
                      <a:r>
                        <a:rPr kumimoji="0" lang="en-US" altLang="zh-CN" sz="2400" b="1" i="1" u="none" strike="noStrike" cap="none" normalizeH="0" baseline="0">
                          <a:ln>
                            <a:noFill/>
                          </a:ln>
                          <a:solidFill>
                            <a:schemeClr val="tx1"/>
                          </a:solidFill>
                          <a:effectLst/>
                          <a:latin typeface="Times New Roman" panose="02020603050405020304" pitchFamily="18" charset="0"/>
                          <a:ea typeface="黑体" panose="02010609060101010101" pitchFamily="49" charset="-122"/>
                          <a:sym typeface="Symbol" panose="05050102010706020507" pitchFamily="18" charset="2"/>
                        </a:rPr>
                        <a:t>TE</a:t>
                      </a:r>
                      <a:r>
                        <a:rPr kumimoji="0" lang="en-US" altLang="zh-CN" sz="2400" b="1" i="0" u="none" strike="noStrike" cap="none" normalizeH="0" baseline="0">
                          <a:ln>
                            <a:noFill/>
                          </a:ln>
                          <a:solidFill>
                            <a:schemeClr val="tx1"/>
                          </a:solidFill>
                          <a:effectLst/>
                          <a:latin typeface="Times New Roman" panose="02020603050405020304" pitchFamily="18" charset="0"/>
                          <a:ea typeface="黑体" panose="02010609060101010101" pitchFamily="49" charset="-122"/>
                          <a:sym typeface="Symbol" panose="05050102010706020507" pitchFamily="18" charset="2"/>
                        </a:rPr>
                        <a:t></a:t>
                      </a:r>
                    </a:p>
                  </a:txBody>
                  <a:tcPr marL="54000" marR="54000" marT="28800" marB="2880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lgn="l">
                        <a:spcBef>
                          <a:spcPct val="20000"/>
                        </a:spcBef>
                        <a:buClr>
                          <a:schemeClr val="folHlink"/>
                        </a:buClr>
                        <a:buSzPct val="60000"/>
                        <a:buFont typeface="Wingdings" panose="05000000000000000000" pitchFamily="2" charset="2"/>
                        <a:defRPr sz="2800">
                          <a:solidFill>
                            <a:schemeClr val="tx1"/>
                          </a:solidFill>
                          <a:latin typeface="Times New Roman" panose="02020603050405020304" pitchFamily="18" charset="0"/>
                          <a:ea typeface="黑体" panose="02010609060101010101" pitchFamily="49" charset="-122"/>
                        </a:defRPr>
                      </a:lvl1pPr>
                      <a:lvl2pPr marL="742950" indent="-285750" algn="l">
                        <a:spcBef>
                          <a:spcPct val="20000"/>
                        </a:spcBef>
                        <a:buClr>
                          <a:schemeClr val="hlink"/>
                        </a:buClr>
                        <a:buSzPct val="55000"/>
                        <a:buFont typeface="Wingdings" panose="05000000000000000000" pitchFamily="2" charset="2"/>
                        <a:defRPr sz="2400">
                          <a:solidFill>
                            <a:schemeClr val="tx1"/>
                          </a:solidFill>
                          <a:latin typeface="Times New Roman" panose="02020603050405020304" pitchFamily="18" charset="0"/>
                          <a:ea typeface="黑体" panose="02010609060101010101" pitchFamily="49" charset="-122"/>
                        </a:defRPr>
                      </a:lvl2pPr>
                      <a:lvl3pPr marL="1143000" indent="-228600" algn="l">
                        <a:spcBef>
                          <a:spcPct val="20000"/>
                        </a:spcBef>
                        <a:buClr>
                          <a:schemeClr val="folHlink"/>
                        </a:buClr>
                        <a:buSzPct val="50000"/>
                        <a:buFont typeface="Wingdings" panose="05000000000000000000" pitchFamily="2" charset="2"/>
                        <a:defRPr sz="2000">
                          <a:solidFill>
                            <a:schemeClr val="tx1"/>
                          </a:solidFill>
                          <a:latin typeface="Times New Roman" panose="02020603050405020304" pitchFamily="18" charset="0"/>
                          <a:ea typeface="黑体" panose="02010609060101010101" pitchFamily="49" charset="-122"/>
                        </a:defRPr>
                      </a:lvl3pPr>
                      <a:lvl4pPr marL="1600200" indent="-228600" algn="l">
                        <a:spcBef>
                          <a:spcPct val="20000"/>
                        </a:spcBef>
                        <a:buClr>
                          <a:schemeClr val="accent2"/>
                        </a:buClr>
                        <a:buSzPct val="55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4pPr>
                      <a:lvl5pPr marL="2057400" indent="-228600" algn="l">
                        <a:spcBef>
                          <a:spcPct val="20000"/>
                        </a:spcBef>
                        <a:buClr>
                          <a:schemeClr val="accent1"/>
                        </a:buClr>
                        <a:buSzPct val="50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9p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endParaRPr kumimoji="0" lang="zh-CN" altLang="zh-CN" sz="2400" b="0" i="0" u="none" strike="noStrike" cap="none" normalizeH="0" baseline="0">
                        <a:ln>
                          <a:noFill/>
                        </a:ln>
                        <a:solidFill>
                          <a:schemeClr val="tx1"/>
                        </a:solidFill>
                        <a:effectLst/>
                        <a:latin typeface="Times New Roman" panose="02020603050405020304" pitchFamily="18" charset="0"/>
                        <a:ea typeface="黑体" panose="02010609060101010101" pitchFamily="49" charset="-122"/>
                      </a:endParaRPr>
                    </a:p>
                  </a:txBody>
                  <a:tcPr marL="54000" marR="54000" marT="28800" marB="2880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lgn="l">
                        <a:spcBef>
                          <a:spcPct val="20000"/>
                        </a:spcBef>
                        <a:buClr>
                          <a:schemeClr val="folHlink"/>
                        </a:buClr>
                        <a:buSzPct val="60000"/>
                        <a:buFont typeface="Wingdings" panose="05000000000000000000" pitchFamily="2" charset="2"/>
                        <a:defRPr sz="2800">
                          <a:solidFill>
                            <a:schemeClr val="tx1"/>
                          </a:solidFill>
                          <a:latin typeface="Times New Roman" panose="02020603050405020304" pitchFamily="18" charset="0"/>
                          <a:ea typeface="黑体" panose="02010609060101010101" pitchFamily="49" charset="-122"/>
                        </a:defRPr>
                      </a:lvl1pPr>
                      <a:lvl2pPr marL="742950" indent="-285750" algn="l">
                        <a:spcBef>
                          <a:spcPct val="20000"/>
                        </a:spcBef>
                        <a:buClr>
                          <a:schemeClr val="hlink"/>
                        </a:buClr>
                        <a:buSzPct val="55000"/>
                        <a:buFont typeface="Wingdings" panose="05000000000000000000" pitchFamily="2" charset="2"/>
                        <a:defRPr sz="2400">
                          <a:solidFill>
                            <a:schemeClr val="tx1"/>
                          </a:solidFill>
                          <a:latin typeface="Times New Roman" panose="02020603050405020304" pitchFamily="18" charset="0"/>
                          <a:ea typeface="黑体" panose="02010609060101010101" pitchFamily="49" charset="-122"/>
                        </a:defRPr>
                      </a:lvl2pPr>
                      <a:lvl3pPr marL="1143000" indent="-228600" algn="l">
                        <a:spcBef>
                          <a:spcPct val="20000"/>
                        </a:spcBef>
                        <a:buClr>
                          <a:schemeClr val="folHlink"/>
                        </a:buClr>
                        <a:buSzPct val="50000"/>
                        <a:buFont typeface="Wingdings" panose="05000000000000000000" pitchFamily="2" charset="2"/>
                        <a:defRPr sz="2000">
                          <a:solidFill>
                            <a:schemeClr val="tx1"/>
                          </a:solidFill>
                          <a:latin typeface="Times New Roman" panose="02020603050405020304" pitchFamily="18" charset="0"/>
                          <a:ea typeface="黑体" panose="02010609060101010101" pitchFamily="49" charset="-122"/>
                        </a:defRPr>
                      </a:lvl3pPr>
                      <a:lvl4pPr marL="1600200" indent="-228600" algn="l">
                        <a:spcBef>
                          <a:spcPct val="20000"/>
                        </a:spcBef>
                        <a:buClr>
                          <a:schemeClr val="accent2"/>
                        </a:buClr>
                        <a:buSzPct val="55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4pPr>
                      <a:lvl5pPr marL="2057400" indent="-228600" algn="l">
                        <a:spcBef>
                          <a:spcPct val="20000"/>
                        </a:spcBef>
                        <a:buClr>
                          <a:schemeClr val="accent1"/>
                        </a:buClr>
                        <a:buSzPct val="50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9p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endParaRPr kumimoji="0" lang="zh-CN" altLang="zh-CN" sz="2400" b="0" i="0" u="none" strike="noStrike" cap="none" normalizeH="0" baseline="0">
                        <a:ln>
                          <a:noFill/>
                        </a:ln>
                        <a:solidFill>
                          <a:schemeClr val="tx1"/>
                        </a:solidFill>
                        <a:effectLst/>
                        <a:latin typeface="Times New Roman" panose="02020603050405020304" pitchFamily="18" charset="0"/>
                        <a:ea typeface="黑体" panose="02010609060101010101" pitchFamily="49" charset="-122"/>
                      </a:endParaRPr>
                    </a:p>
                  </a:txBody>
                  <a:tcPr marL="54000" marR="54000" marT="28800" marB="2880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lgn="l">
                        <a:spcBef>
                          <a:spcPct val="20000"/>
                        </a:spcBef>
                        <a:buClr>
                          <a:schemeClr val="folHlink"/>
                        </a:buClr>
                        <a:buSzPct val="60000"/>
                        <a:buFont typeface="Wingdings" panose="05000000000000000000" pitchFamily="2" charset="2"/>
                        <a:defRPr sz="2800">
                          <a:solidFill>
                            <a:schemeClr val="tx1"/>
                          </a:solidFill>
                          <a:latin typeface="Times New Roman" panose="02020603050405020304" pitchFamily="18" charset="0"/>
                          <a:ea typeface="黑体" panose="02010609060101010101" pitchFamily="49" charset="-122"/>
                        </a:defRPr>
                      </a:lvl1pPr>
                      <a:lvl2pPr marL="742950" indent="-285750" algn="l">
                        <a:spcBef>
                          <a:spcPct val="20000"/>
                        </a:spcBef>
                        <a:buClr>
                          <a:schemeClr val="hlink"/>
                        </a:buClr>
                        <a:buSzPct val="55000"/>
                        <a:buFont typeface="Wingdings" panose="05000000000000000000" pitchFamily="2" charset="2"/>
                        <a:defRPr sz="2400">
                          <a:solidFill>
                            <a:schemeClr val="tx1"/>
                          </a:solidFill>
                          <a:latin typeface="Times New Roman" panose="02020603050405020304" pitchFamily="18" charset="0"/>
                          <a:ea typeface="黑体" panose="02010609060101010101" pitchFamily="49" charset="-122"/>
                        </a:defRPr>
                      </a:lvl2pPr>
                      <a:lvl3pPr marL="1143000" indent="-228600" algn="l">
                        <a:spcBef>
                          <a:spcPct val="20000"/>
                        </a:spcBef>
                        <a:buClr>
                          <a:schemeClr val="folHlink"/>
                        </a:buClr>
                        <a:buSzPct val="50000"/>
                        <a:buFont typeface="Wingdings" panose="05000000000000000000" pitchFamily="2" charset="2"/>
                        <a:defRPr sz="2000">
                          <a:solidFill>
                            <a:schemeClr val="tx1"/>
                          </a:solidFill>
                          <a:latin typeface="Times New Roman" panose="02020603050405020304" pitchFamily="18" charset="0"/>
                          <a:ea typeface="黑体" panose="02010609060101010101" pitchFamily="49" charset="-122"/>
                        </a:defRPr>
                      </a:lvl3pPr>
                      <a:lvl4pPr marL="1600200" indent="-228600" algn="l">
                        <a:spcBef>
                          <a:spcPct val="20000"/>
                        </a:spcBef>
                        <a:buClr>
                          <a:schemeClr val="accent2"/>
                        </a:buClr>
                        <a:buSzPct val="55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4pPr>
                      <a:lvl5pPr marL="2057400" indent="-228600" algn="l">
                        <a:spcBef>
                          <a:spcPct val="20000"/>
                        </a:spcBef>
                        <a:buClr>
                          <a:schemeClr val="accent1"/>
                        </a:buClr>
                        <a:buSzPct val="50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9p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r>
                        <a:rPr kumimoji="0" lang="en-US" altLang="zh-CN" sz="2400" b="1" i="1" u="none" strike="noStrike" cap="none" normalizeH="0" baseline="0">
                          <a:ln>
                            <a:noFill/>
                          </a:ln>
                          <a:solidFill>
                            <a:schemeClr val="tx1"/>
                          </a:solidFill>
                          <a:effectLst/>
                          <a:latin typeface="Times New Roman" panose="02020603050405020304" pitchFamily="18" charset="0"/>
                          <a:ea typeface="黑体" panose="02010609060101010101" pitchFamily="49" charset="-122"/>
                        </a:rPr>
                        <a:t>E</a:t>
                      </a:r>
                      <a:r>
                        <a:rPr kumimoji="0" lang="en-US" altLang="zh-CN" sz="2400" b="1" i="0" u="none" strike="noStrike" cap="none" normalizeH="0" baseline="0">
                          <a:ln>
                            <a:noFill/>
                          </a:ln>
                          <a:solidFill>
                            <a:schemeClr val="tx1"/>
                          </a:solidFill>
                          <a:effectLst/>
                          <a:latin typeface="Times New Roman" panose="02020603050405020304" pitchFamily="18" charset="0"/>
                          <a:ea typeface="黑体" panose="02010609060101010101" pitchFamily="49" charset="-122"/>
                          <a:sym typeface="Symbol" panose="05050102010706020507" pitchFamily="18" charset="2"/>
                        </a:rPr>
                        <a:t></a:t>
                      </a:r>
                    </a:p>
                  </a:txBody>
                  <a:tcPr marL="54000" marR="54000" marT="28800" marB="2880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lgn="l">
                        <a:spcBef>
                          <a:spcPct val="20000"/>
                        </a:spcBef>
                        <a:buClr>
                          <a:schemeClr val="folHlink"/>
                        </a:buClr>
                        <a:buSzPct val="60000"/>
                        <a:buFont typeface="Wingdings" panose="05000000000000000000" pitchFamily="2" charset="2"/>
                        <a:defRPr sz="2800">
                          <a:solidFill>
                            <a:schemeClr val="tx1"/>
                          </a:solidFill>
                          <a:latin typeface="Times New Roman" panose="02020603050405020304" pitchFamily="18" charset="0"/>
                          <a:ea typeface="黑体" panose="02010609060101010101" pitchFamily="49" charset="-122"/>
                        </a:defRPr>
                      </a:lvl1pPr>
                      <a:lvl2pPr marL="742950" indent="-285750" algn="l">
                        <a:spcBef>
                          <a:spcPct val="20000"/>
                        </a:spcBef>
                        <a:buClr>
                          <a:schemeClr val="hlink"/>
                        </a:buClr>
                        <a:buSzPct val="55000"/>
                        <a:buFont typeface="Wingdings" panose="05000000000000000000" pitchFamily="2" charset="2"/>
                        <a:defRPr sz="2400">
                          <a:solidFill>
                            <a:schemeClr val="tx1"/>
                          </a:solidFill>
                          <a:latin typeface="Times New Roman" panose="02020603050405020304" pitchFamily="18" charset="0"/>
                          <a:ea typeface="黑体" panose="02010609060101010101" pitchFamily="49" charset="-122"/>
                        </a:defRPr>
                      </a:lvl2pPr>
                      <a:lvl3pPr marL="1143000" indent="-228600" algn="l">
                        <a:spcBef>
                          <a:spcPct val="20000"/>
                        </a:spcBef>
                        <a:buClr>
                          <a:schemeClr val="folHlink"/>
                        </a:buClr>
                        <a:buSzPct val="50000"/>
                        <a:buFont typeface="Wingdings" panose="05000000000000000000" pitchFamily="2" charset="2"/>
                        <a:defRPr sz="2000">
                          <a:solidFill>
                            <a:schemeClr val="tx1"/>
                          </a:solidFill>
                          <a:latin typeface="Times New Roman" panose="02020603050405020304" pitchFamily="18" charset="0"/>
                          <a:ea typeface="黑体" panose="02010609060101010101" pitchFamily="49" charset="-122"/>
                        </a:defRPr>
                      </a:lvl3pPr>
                      <a:lvl4pPr marL="1600200" indent="-228600" algn="l">
                        <a:spcBef>
                          <a:spcPct val="20000"/>
                        </a:spcBef>
                        <a:buClr>
                          <a:schemeClr val="accent2"/>
                        </a:buClr>
                        <a:buSzPct val="55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4pPr>
                      <a:lvl5pPr marL="2057400" indent="-228600" algn="l">
                        <a:spcBef>
                          <a:spcPct val="20000"/>
                        </a:spcBef>
                        <a:buClr>
                          <a:schemeClr val="accent1"/>
                        </a:buClr>
                        <a:buSzPct val="50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9p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r>
                        <a:rPr kumimoji="0" lang="en-US" altLang="zh-CN" sz="2400" b="1" i="1" u="none" strike="noStrike" cap="none" normalizeH="0" baseline="0">
                          <a:ln>
                            <a:noFill/>
                          </a:ln>
                          <a:solidFill>
                            <a:schemeClr val="tx1"/>
                          </a:solidFill>
                          <a:effectLst/>
                          <a:latin typeface="Times New Roman" panose="02020603050405020304" pitchFamily="18" charset="0"/>
                          <a:ea typeface="黑体" panose="02010609060101010101" pitchFamily="49" charset="-122"/>
                        </a:rPr>
                        <a:t>E</a:t>
                      </a:r>
                      <a:r>
                        <a:rPr kumimoji="0" lang="en-US" altLang="zh-CN" sz="2400" b="1" i="0" u="none" strike="noStrike" cap="none" normalizeH="0" baseline="0">
                          <a:ln>
                            <a:noFill/>
                          </a:ln>
                          <a:solidFill>
                            <a:schemeClr val="tx1"/>
                          </a:solidFill>
                          <a:effectLst/>
                          <a:latin typeface="Times New Roman" panose="02020603050405020304" pitchFamily="18" charset="0"/>
                          <a:ea typeface="黑体" panose="02010609060101010101" pitchFamily="49" charset="-122"/>
                          <a:sym typeface="Symbol" panose="05050102010706020507" pitchFamily="18" charset="2"/>
                        </a:rPr>
                        <a:t></a:t>
                      </a:r>
                    </a:p>
                  </a:txBody>
                  <a:tcPr marL="54000" marR="54000" marT="28800" marB="28800" anchor="ct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3"/>
                  </a:ext>
                </a:extLst>
              </a:tr>
              <a:tr h="588963">
                <a:tc>
                  <a:txBody>
                    <a:bodyPr/>
                    <a:lstStyle>
                      <a:lvl1pPr algn="l">
                        <a:spcBef>
                          <a:spcPct val="20000"/>
                        </a:spcBef>
                        <a:buClr>
                          <a:schemeClr val="folHlink"/>
                        </a:buClr>
                        <a:buSzPct val="60000"/>
                        <a:buFont typeface="Wingdings" panose="05000000000000000000" pitchFamily="2" charset="2"/>
                        <a:defRPr sz="2800">
                          <a:solidFill>
                            <a:schemeClr val="tx1"/>
                          </a:solidFill>
                          <a:latin typeface="Times New Roman" panose="02020603050405020304" pitchFamily="18" charset="0"/>
                          <a:ea typeface="黑体" panose="02010609060101010101" pitchFamily="49" charset="-122"/>
                        </a:defRPr>
                      </a:lvl1pPr>
                      <a:lvl2pPr marL="742950" indent="-285750" algn="l">
                        <a:spcBef>
                          <a:spcPct val="20000"/>
                        </a:spcBef>
                        <a:buClr>
                          <a:schemeClr val="hlink"/>
                        </a:buClr>
                        <a:buSzPct val="55000"/>
                        <a:buFont typeface="Wingdings" panose="05000000000000000000" pitchFamily="2" charset="2"/>
                        <a:defRPr sz="2400">
                          <a:solidFill>
                            <a:schemeClr val="tx1"/>
                          </a:solidFill>
                          <a:latin typeface="Times New Roman" panose="02020603050405020304" pitchFamily="18" charset="0"/>
                          <a:ea typeface="黑体" panose="02010609060101010101" pitchFamily="49" charset="-122"/>
                        </a:defRPr>
                      </a:lvl2pPr>
                      <a:lvl3pPr marL="1143000" indent="-228600" algn="l">
                        <a:spcBef>
                          <a:spcPct val="20000"/>
                        </a:spcBef>
                        <a:buClr>
                          <a:schemeClr val="folHlink"/>
                        </a:buClr>
                        <a:buSzPct val="50000"/>
                        <a:buFont typeface="Wingdings" panose="05000000000000000000" pitchFamily="2" charset="2"/>
                        <a:defRPr sz="2000">
                          <a:solidFill>
                            <a:schemeClr val="tx1"/>
                          </a:solidFill>
                          <a:latin typeface="Times New Roman" panose="02020603050405020304" pitchFamily="18" charset="0"/>
                          <a:ea typeface="黑体" panose="02010609060101010101" pitchFamily="49" charset="-122"/>
                        </a:defRPr>
                      </a:lvl3pPr>
                      <a:lvl4pPr marL="1600200" indent="-228600" algn="l">
                        <a:spcBef>
                          <a:spcPct val="20000"/>
                        </a:spcBef>
                        <a:buClr>
                          <a:schemeClr val="accent2"/>
                        </a:buClr>
                        <a:buSzPct val="55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4pPr>
                      <a:lvl5pPr marL="2057400" indent="-228600" algn="l">
                        <a:spcBef>
                          <a:spcPct val="20000"/>
                        </a:spcBef>
                        <a:buClr>
                          <a:schemeClr val="accent1"/>
                        </a:buClr>
                        <a:buSzPct val="50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9p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r>
                        <a:rPr kumimoji="0" lang="en-US" altLang="zh-CN" sz="2400" b="1" i="1" u="none" strike="noStrike" cap="none" normalizeH="0" baseline="0">
                          <a:ln>
                            <a:noFill/>
                          </a:ln>
                          <a:solidFill>
                            <a:schemeClr val="tx1"/>
                          </a:solidFill>
                          <a:effectLst/>
                          <a:latin typeface="Times New Roman" panose="02020603050405020304" pitchFamily="18" charset="0"/>
                          <a:ea typeface="黑体" panose="02010609060101010101" pitchFamily="49" charset="-122"/>
                        </a:rPr>
                        <a:t>T</a:t>
                      </a:r>
                    </a:p>
                  </a:txBody>
                  <a:tcPr marL="54000" marR="54000" marT="28800" marB="28800" anchor="ct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lgn="l">
                        <a:spcBef>
                          <a:spcPct val="20000"/>
                        </a:spcBef>
                        <a:buClr>
                          <a:schemeClr val="folHlink"/>
                        </a:buClr>
                        <a:buSzPct val="60000"/>
                        <a:buFont typeface="Wingdings" panose="05000000000000000000" pitchFamily="2" charset="2"/>
                        <a:defRPr sz="2800">
                          <a:solidFill>
                            <a:schemeClr val="tx1"/>
                          </a:solidFill>
                          <a:latin typeface="Times New Roman" panose="02020603050405020304" pitchFamily="18" charset="0"/>
                          <a:ea typeface="黑体" panose="02010609060101010101" pitchFamily="49" charset="-122"/>
                        </a:defRPr>
                      </a:lvl1pPr>
                      <a:lvl2pPr marL="742950" indent="-285750" algn="l">
                        <a:spcBef>
                          <a:spcPct val="20000"/>
                        </a:spcBef>
                        <a:buClr>
                          <a:schemeClr val="hlink"/>
                        </a:buClr>
                        <a:buSzPct val="55000"/>
                        <a:buFont typeface="Wingdings" panose="05000000000000000000" pitchFamily="2" charset="2"/>
                        <a:defRPr sz="2400">
                          <a:solidFill>
                            <a:schemeClr val="tx1"/>
                          </a:solidFill>
                          <a:latin typeface="Times New Roman" panose="02020603050405020304" pitchFamily="18" charset="0"/>
                          <a:ea typeface="黑体" panose="02010609060101010101" pitchFamily="49" charset="-122"/>
                        </a:defRPr>
                      </a:lvl2pPr>
                      <a:lvl3pPr marL="1143000" indent="-228600" algn="l">
                        <a:spcBef>
                          <a:spcPct val="20000"/>
                        </a:spcBef>
                        <a:buClr>
                          <a:schemeClr val="folHlink"/>
                        </a:buClr>
                        <a:buSzPct val="50000"/>
                        <a:buFont typeface="Wingdings" panose="05000000000000000000" pitchFamily="2" charset="2"/>
                        <a:defRPr sz="2000">
                          <a:solidFill>
                            <a:schemeClr val="tx1"/>
                          </a:solidFill>
                          <a:latin typeface="Times New Roman" panose="02020603050405020304" pitchFamily="18" charset="0"/>
                          <a:ea typeface="黑体" panose="02010609060101010101" pitchFamily="49" charset="-122"/>
                        </a:defRPr>
                      </a:lvl3pPr>
                      <a:lvl4pPr marL="1600200" indent="-228600" algn="l">
                        <a:spcBef>
                          <a:spcPct val="20000"/>
                        </a:spcBef>
                        <a:buClr>
                          <a:schemeClr val="accent2"/>
                        </a:buClr>
                        <a:buSzPct val="55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4pPr>
                      <a:lvl5pPr marL="2057400" indent="-228600" algn="l">
                        <a:spcBef>
                          <a:spcPct val="20000"/>
                        </a:spcBef>
                        <a:buClr>
                          <a:schemeClr val="accent1"/>
                        </a:buClr>
                        <a:buSzPct val="50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9p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r>
                        <a:rPr kumimoji="0" lang="en-US" altLang="zh-CN" sz="2400" b="1" i="1" u="none" strike="noStrike" cap="none" normalizeH="0" baseline="0">
                          <a:ln>
                            <a:noFill/>
                          </a:ln>
                          <a:solidFill>
                            <a:schemeClr val="tx1"/>
                          </a:solidFill>
                          <a:effectLst/>
                          <a:latin typeface="Times New Roman" panose="02020603050405020304" pitchFamily="18" charset="0"/>
                          <a:ea typeface="黑体" panose="02010609060101010101" pitchFamily="49" charset="-122"/>
                        </a:rPr>
                        <a:t>T</a:t>
                      </a:r>
                      <a:r>
                        <a:rPr kumimoji="0" lang="en-US" altLang="zh-CN" sz="2400" b="1" i="0" u="none" strike="noStrike" cap="none" normalizeH="0" baseline="0">
                          <a:ln>
                            <a:noFill/>
                          </a:ln>
                          <a:solidFill>
                            <a:schemeClr val="tx1"/>
                          </a:solidFill>
                          <a:effectLst/>
                          <a:latin typeface="Times New Roman" panose="02020603050405020304" pitchFamily="18" charset="0"/>
                          <a:ea typeface="黑体" panose="02010609060101010101" pitchFamily="49" charset="-122"/>
                          <a:sym typeface="Symbol" panose="05050102010706020507" pitchFamily="18" charset="2"/>
                        </a:rPr>
                        <a:t></a:t>
                      </a:r>
                      <a:r>
                        <a:rPr kumimoji="0" lang="en-US" altLang="zh-CN" sz="2400" b="1" i="1" u="none" strike="noStrike" cap="none" normalizeH="0" baseline="0">
                          <a:ln>
                            <a:noFill/>
                          </a:ln>
                          <a:solidFill>
                            <a:schemeClr val="tx1"/>
                          </a:solidFill>
                          <a:effectLst/>
                          <a:latin typeface="Times New Roman" panose="02020603050405020304" pitchFamily="18" charset="0"/>
                          <a:ea typeface="黑体" panose="02010609060101010101" pitchFamily="49" charset="-122"/>
                          <a:sym typeface="Symbol" panose="05050102010706020507" pitchFamily="18" charset="2"/>
                        </a:rPr>
                        <a:t>FT</a:t>
                      </a:r>
                      <a:r>
                        <a:rPr kumimoji="0" lang="en-US" altLang="zh-CN" sz="2400" b="1" i="0" u="none" strike="noStrike" cap="none" normalizeH="0" baseline="0">
                          <a:ln>
                            <a:noFill/>
                          </a:ln>
                          <a:solidFill>
                            <a:schemeClr val="tx1"/>
                          </a:solidFill>
                          <a:effectLst/>
                          <a:latin typeface="Times New Roman" panose="02020603050405020304" pitchFamily="18" charset="0"/>
                          <a:ea typeface="黑体" panose="02010609060101010101" pitchFamily="49" charset="-122"/>
                          <a:sym typeface="Symbol" panose="05050102010706020507" pitchFamily="18" charset="2"/>
                        </a:rPr>
                        <a:t></a:t>
                      </a:r>
                    </a:p>
                  </a:txBody>
                  <a:tcPr marL="54000" marR="54000" marT="28800" marB="2880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lgn="l">
                        <a:spcBef>
                          <a:spcPct val="20000"/>
                        </a:spcBef>
                        <a:buClr>
                          <a:schemeClr val="folHlink"/>
                        </a:buClr>
                        <a:buSzPct val="60000"/>
                        <a:buFont typeface="Wingdings" panose="05000000000000000000" pitchFamily="2" charset="2"/>
                        <a:defRPr sz="2800">
                          <a:solidFill>
                            <a:schemeClr val="tx1"/>
                          </a:solidFill>
                          <a:latin typeface="Times New Roman" panose="02020603050405020304" pitchFamily="18" charset="0"/>
                          <a:ea typeface="黑体" panose="02010609060101010101" pitchFamily="49" charset="-122"/>
                        </a:defRPr>
                      </a:lvl1pPr>
                      <a:lvl2pPr marL="742950" indent="-285750" algn="l">
                        <a:spcBef>
                          <a:spcPct val="20000"/>
                        </a:spcBef>
                        <a:buClr>
                          <a:schemeClr val="hlink"/>
                        </a:buClr>
                        <a:buSzPct val="55000"/>
                        <a:buFont typeface="Wingdings" panose="05000000000000000000" pitchFamily="2" charset="2"/>
                        <a:defRPr sz="2400">
                          <a:solidFill>
                            <a:schemeClr val="tx1"/>
                          </a:solidFill>
                          <a:latin typeface="Times New Roman" panose="02020603050405020304" pitchFamily="18" charset="0"/>
                          <a:ea typeface="黑体" panose="02010609060101010101" pitchFamily="49" charset="-122"/>
                        </a:defRPr>
                      </a:lvl2pPr>
                      <a:lvl3pPr marL="1143000" indent="-228600" algn="l">
                        <a:spcBef>
                          <a:spcPct val="20000"/>
                        </a:spcBef>
                        <a:buClr>
                          <a:schemeClr val="folHlink"/>
                        </a:buClr>
                        <a:buSzPct val="50000"/>
                        <a:buFont typeface="Wingdings" panose="05000000000000000000" pitchFamily="2" charset="2"/>
                        <a:defRPr sz="2000">
                          <a:solidFill>
                            <a:schemeClr val="tx1"/>
                          </a:solidFill>
                          <a:latin typeface="Times New Roman" panose="02020603050405020304" pitchFamily="18" charset="0"/>
                          <a:ea typeface="黑体" panose="02010609060101010101" pitchFamily="49" charset="-122"/>
                        </a:defRPr>
                      </a:lvl3pPr>
                      <a:lvl4pPr marL="1600200" indent="-228600" algn="l">
                        <a:spcBef>
                          <a:spcPct val="20000"/>
                        </a:spcBef>
                        <a:buClr>
                          <a:schemeClr val="accent2"/>
                        </a:buClr>
                        <a:buSzPct val="55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4pPr>
                      <a:lvl5pPr marL="2057400" indent="-228600" algn="l">
                        <a:spcBef>
                          <a:spcPct val="20000"/>
                        </a:spcBef>
                        <a:buClr>
                          <a:schemeClr val="accent1"/>
                        </a:buClr>
                        <a:buSzPct val="50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9p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r>
                        <a:rPr kumimoji="0" lang="en-US" altLang="zh-CN" sz="2400" b="1" i="0" u="none" strike="noStrike" cap="none" normalizeH="0" baseline="0">
                          <a:ln>
                            <a:noFill/>
                          </a:ln>
                          <a:solidFill>
                            <a:schemeClr val="accent2"/>
                          </a:solidFill>
                          <a:effectLst/>
                          <a:latin typeface="Times New Roman" panose="02020603050405020304" pitchFamily="18" charset="0"/>
                          <a:ea typeface="黑体" panose="02010609060101010101" pitchFamily="49" charset="-122"/>
                        </a:rPr>
                        <a:t>synch</a:t>
                      </a:r>
                      <a:endParaRPr kumimoji="0" lang="en-US" altLang="zh-CN" sz="2400" b="0" i="0" u="none" strike="noStrike" cap="none" normalizeH="0" baseline="0">
                        <a:ln>
                          <a:noFill/>
                        </a:ln>
                        <a:solidFill>
                          <a:schemeClr val="accent2"/>
                        </a:solidFill>
                        <a:effectLst/>
                        <a:latin typeface="Times New Roman" panose="02020603050405020304" pitchFamily="18" charset="0"/>
                        <a:ea typeface="黑体" panose="02010609060101010101" pitchFamily="49" charset="-122"/>
                      </a:endParaRPr>
                    </a:p>
                  </a:txBody>
                  <a:tcPr marL="54000" marR="54000" marT="28800" marB="2880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lgn="l">
                        <a:spcBef>
                          <a:spcPct val="20000"/>
                        </a:spcBef>
                        <a:buClr>
                          <a:schemeClr val="folHlink"/>
                        </a:buClr>
                        <a:buSzPct val="60000"/>
                        <a:buFont typeface="Wingdings" panose="05000000000000000000" pitchFamily="2" charset="2"/>
                        <a:defRPr sz="2800">
                          <a:solidFill>
                            <a:schemeClr val="tx1"/>
                          </a:solidFill>
                          <a:latin typeface="Times New Roman" panose="02020603050405020304" pitchFamily="18" charset="0"/>
                          <a:ea typeface="黑体" panose="02010609060101010101" pitchFamily="49" charset="-122"/>
                        </a:defRPr>
                      </a:lvl1pPr>
                      <a:lvl2pPr marL="742950" indent="-285750" algn="l">
                        <a:spcBef>
                          <a:spcPct val="20000"/>
                        </a:spcBef>
                        <a:buClr>
                          <a:schemeClr val="hlink"/>
                        </a:buClr>
                        <a:buSzPct val="55000"/>
                        <a:buFont typeface="Wingdings" panose="05000000000000000000" pitchFamily="2" charset="2"/>
                        <a:defRPr sz="2400">
                          <a:solidFill>
                            <a:schemeClr val="tx1"/>
                          </a:solidFill>
                          <a:latin typeface="Times New Roman" panose="02020603050405020304" pitchFamily="18" charset="0"/>
                          <a:ea typeface="黑体" panose="02010609060101010101" pitchFamily="49" charset="-122"/>
                        </a:defRPr>
                      </a:lvl2pPr>
                      <a:lvl3pPr marL="1143000" indent="-228600" algn="l">
                        <a:spcBef>
                          <a:spcPct val="20000"/>
                        </a:spcBef>
                        <a:buClr>
                          <a:schemeClr val="folHlink"/>
                        </a:buClr>
                        <a:buSzPct val="50000"/>
                        <a:buFont typeface="Wingdings" panose="05000000000000000000" pitchFamily="2" charset="2"/>
                        <a:defRPr sz="2000">
                          <a:solidFill>
                            <a:schemeClr val="tx1"/>
                          </a:solidFill>
                          <a:latin typeface="Times New Roman" panose="02020603050405020304" pitchFamily="18" charset="0"/>
                          <a:ea typeface="黑体" panose="02010609060101010101" pitchFamily="49" charset="-122"/>
                        </a:defRPr>
                      </a:lvl3pPr>
                      <a:lvl4pPr marL="1600200" indent="-228600" algn="l">
                        <a:spcBef>
                          <a:spcPct val="20000"/>
                        </a:spcBef>
                        <a:buClr>
                          <a:schemeClr val="accent2"/>
                        </a:buClr>
                        <a:buSzPct val="55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4pPr>
                      <a:lvl5pPr marL="2057400" indent="-228600" algn="l">
                        <a:spcBef>
                          <a:spcPct val="20000"/>
                        </a:spcBef>
                        <a:buClr>
                          <a:schemeClr val="accent1"/>
                        </a:buClr>
                        <a:buSzPct val="50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9p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endParaRPr kumimoji="0" lang="zh-CN" altLang="zh-CN" sz="2400" b="0" i="0" u="none" strike="noStrike" cap="none" normalizeH="0" baseline="0">
                        <a:ln>
                          <a:noFill/>
                        </a:ln>
                        <a:solidFill>
                          <a:schemeClr val="tx1"/>
                        </a:solidFill>
                        <a:effectLst/>
                        <a:latin typeface="Times New Roman" panose="02020603050405020304" pitchFamily="18" charset="0"/>
                        <a:ea typeface="黑体" panose="02010609060101010101" pitchFamily="49" charset="-122"/>
                      </a:endParaRPr>
                    </a:p>
                  </a:txBody>
                  <a:tcPr marL="54000" marR="54000" marT="28800" marB="2880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lgn="l">
                        <a:spcBef>
                          <a:spcPct val="20000"/>
                        </a:spcBef>
                        <a:buClr>
                          <a:schemeClr val="folHlink"/>
                        </a:buClr>
                        <a:buSzPct val="60000"/>
                        <a:buFont typeface="Wingdings" panose="05000000000000000000" pitchFamily="2" charset="2"/>
                        <a:defRPr sz="2800">
                          <a:solidFill>
                            <a:schemeClr val="tx1"/>
                          </a:solidFill>
                          <a:latin typeface="Times New Roman" panose="02020603050405020304" pitchFamily="18" charset="0"/>
                          <a:ea typeface="黑体" panose="02010609060101010101" pitchFamily="49" charset="-122"/>
                        </a:defRPr>
                      </a:lvl1pPr>
                      <a:lvl2pPr marL="742950" indent="-285750" algn="l">
                        <a:spcBef>
                          <a:spcPct val="20000"/>
                        </a:spcBef>
                        <a:buClr>
                          <a:schemeClr val="hlink"/>
                        </a:buClr>
                        <a:buSzPct val="55000"/>
                        <a:buFont typeface="Wingdings" panose="05000000000000000000" pitchFamily="2" charset="2"/>
                        <a:defRPr sz="2400">
                          <a:solidFill>
                            <a:schemeClr val="tx1"/>
                          </a:solidFill>
                          <a:latin typeface="Times New Roman" panose="02020603050405020304" pitchFamily="18" charset="0"/>
                          <a:ea typeface="黑体" panose="02010609060101010101" pitchFamily="49" charset="-122"/>
                        </a:defRPr>
                      </a:lvl2pPr>
                      <a:lvl3pPr marL="1143000" indent="-228600" algn="l">
                        <a:spcBef>
                          <a:spcPct val="20000"/>
                        </a:spcBef>
                        <a:buClr>
                          <a:schemeClr val="folHlink"/>
                        </a:buClr>
                        <a:buSzPct val="50000"/>
                        <a:buFont typeface="Wingdings" panose="05000000000000000000" pitchFamily="2" charset="2"/>
                        <a:defRPr sz="2000">
                          <a:solidFill>
                            <a:schemeClr val="tx1"/>
                          </a:solidFill>
                          <a:latin typeface="Times New Roman" panose="02020603050405020304" pitchFamily="18" charset="0"/>
                          <a:ea typeface="黑体" panose="02010609060101010101" pitchFamily="49" charset="-122"/>
                        </a:defRPr>
                      </a:lvl3pPr>
                      <a:lvl4pPr marL="1600200" indent="-228600" algn="l">
                        <a:spcBef>
                          <a:spcPct val="20000"/>
                        </a:spcBef>
                        <a:buClr>
                          <a:schemeClr val="accent2"/>
                        </a:buClr>
                        <a:buSzPct val="55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4pPr>
                      <a:lvl5pPr marL="2057400" indent="-228600" algn="l">
                        <a:spcBef>
                          <a:spcPct val="20000"/>
                        </a:spcBef>
                        <a:buClr>
                          <a:schemeClr val="accent1"/>
                        </a:buClr>
                        <a:buSzPct val="50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9p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r>
                        <a:rPr kumimoji="0" lang="en-US" altLang="zh-CN" sz="2400" b="1" i="1" u="none" strike="noStrike" cap="none" normalizeH="0" baseline="0">
                          <a:ln>
                            <a:noFill/>
                          </a:ln>
                          <a:solidFill>
                            <a:schemeClr val="tx1"/>
                          </a:solidFill>
                          <a:effectLst/>
                          <a:latin typeface="Times New Roman" panose="02020603050405020304" pitchFamily="18" charset="0"/>
                          <a:ea typeface="黑体" panose="02010609060101010101" pitchFamily="49" charset="-122"/>
                        </a:rPr>
                        <a:t>T</a:t>
                      </a:r>
                      <a:r>
                        <a:rPr kumimoji="0" lang="en-US" altLang="zh-CN" sz="2400" b="1" i="0" u="none" strike="noStrike" cap="none" normalizeH="0" baseline="0">
                          <a:ln>
                            <a:noFill/>
                          </a:ln>
                          <a:solidFill>
                            <a:schemeClr val="tx1"/>
                          </a:solidFill>
                          <a:effectLst/>
                          <a:latin typeface="Times New Roman" panose="02020603050405020304" pitchFamily="18" charset="0"/>
                          <a:ea typeface="黑体" panose="02010609060101010101" pitchFamily="49" charset="-122"/>
                          <a:sym typeface="Symbol" panose="05050102010706020507" pitchFamily="18" charset="2"/>
                        </a:rPr>
                        <a:t></a:t>
                      </a:r>
                      <a:r>
                        <a:rPr kumimoji="0" lang="en-US" altLang="zh-CN" sz="2400" b="1" i="1" u="none" strike="noStrike" cap="none" normalizeH="0" baseline="0">
                          <a:ln>
                            <a:noFill/>
                          </a:ln>
                          <a:solidFill>
                            <a:schemeClr val="tx1"/>
                          </a:solidFill>
                          <a:effectLst/>
                          <a:latin typeface="Times New Roman" panose="02020603050405020304" pitchFamily="18" charset="0"/>
                          <a:ea typeface="黑体" panose="02010609060101010101" pitchFamily="49" charset="-122"/>
                          <a:sym typeface="Symbol" panose="05050102010706020507" pitchFamily="18" charset="2"/>
                        </a:rPr>
                        <a:t>FT</a:t>
                      </a:r>
                      <a:r>
                        <a:rPr kumimoji="0" lang="en-US" altLang="zh-CN" sz="2400" b="1" i="0" u="none" strike="noStrike" cap="none" normalizeH="0" baseline="0">
                          <a:ln>
                            <a:noFill/>
                          </a:ln>
                          <a:solidFill>
                            <a:schemeClr val="tx1"/>
                          </a:solidFill>
                          <a:effectLst/>
                          <a:latin typeface="Times New Roman" panose="02020603050405020304" pitchFamily="18" charset="0"/>
                          <a:ea typeface="黑体" panose="02010609060101010101" pitchFamily="49" charset="-122"/>
                          <a:sym typeface="Symbol" panose="05050102010706020507" pitchFamily="18" charset="2"/>
                        </a:rPr>
                        <a:t></a:t>
                      </a:r>
                    </a:p>
                  </a:txBody>
                  <a:tcPr marL="54000" marR="54000" marT="28800" marB="2880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lgn="l">
                        <a:spcBef>
                          <a:spcPct val="20000"/>
                        </a:spcBef>
                        <a:buClr>
                          <a:schemeClr val="folHlink"/>
                        </a:buClr>
                        <a:buSzPct val="60000"/>
                        <a:buFont typeface="Wingdings" panose="05000000000000000000" pitchFamily="2" charset="2"/>
                        <a:defRPr sz="2800">
                          <a:solidFill>
                            <a:schemeClr val="tx1"/>
                          </a:solidFill>
                          <a:latin typeface="Times New Roman" panose="02020603050405020304" pitchFamily="18" charset="0"/>
                          <a:ea typeface="黑体" panose="02010609060101010101" pitchFamily="49" charset="-122"/>
                        </a:defRPr>
                      </a:lvl1pPr>
                      <a:lvl2pPr marL="742950" indent="-285750" algn="l">
                        <a:spcBef>
                          <a:spcPct val="20000"/>
                        </a:spcBef>
                        <a:buClr>
                          <a:schemeClr val="hlink"/>
                        </a:buClr>
                        <a:buSzPct val="55000"/>
                        <a:buFont typeface="Wingdings" panose="05000000000000000000" pitchFamily="2" charset="2"/>
                        <a:defRPr sz="2400">
                          <a:solidFill>
                            <a:schemeClr val="tx1"/>
                          </a:solidFill>
                          <a:latin typeface="Times New Roman" panose="02020603050405020304" pitchFamily="18" charset="0"/>
                          <a:ea typeface="黑体" panose="02010609060101010101" pitchFamily="49" charset="-122"/>
                        </a:defRPr>
                      </a:lvl2pPr>
                      <a:lvl3pPr marL="1143000" indent="-228600" algn="l">
                        <a:spcBef>
                          <a:spcPct val="20000"/>
                        </a:spcBef>
                        <a:buClr>
                          <a:schemeClr val="folHlink"/>
                        </a:buClr>
                        <a:buSzPct val="50000"/>
                        <a:buFont typeface="Wingdings" panose="05000000000000000000" pitchFamily="2" charset="2"/>
                        <a:defRPr sz="2000">
                          <a:solidFill>
                            <a:schemeClr val="tx1"/>
                          </a:solidFill>
                          <a:latin typeface="Times New Roman" panose="02020603050405020304" pitchFamily="18" charset="0"/>
                          <a:ea typeface="黑体" panose="02010609060101010101" pitchFamily="49" charset="-122"/>
                        </a:defRPr>
                      </a:lvl3pPr>
                      <a:lvl4pPr marL="1600200" indent="-228600" algn="l">
                        <a:spcBef>
                          <a:spcPct val="20000"/>
                        </a:spcBef>
                        <a:buClr>
                          <a:schemeClr val="accent2"/>
                        </a:buClr>
                        <a:buSzPct val="55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4pPr>
                      <a:lvl5pPr marL="2057400" indent="-228600" algn="l">
                        <a:spcBef>
                          <a:spcPct val="20000"/>
                        </a:spcBef>
                        <a:buClr>
                          <a:schemeClr val="accent1"/>
                        </a:buClr>
                        <a:buSzPct val="50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9p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r>
                        <a:rPr kumimoji="0" lang="en-US" altLang="zh-CN" sz="2400" b="1" i="0" u="none" strike="noStrike" cap="none" normalizeH="0" baseline="0">
                          <a:ln>
                            <a:noFill/>
                          </a:ln>
                          <a:solidFill>
                            <a:schemeClr val="accent2"/>
                          </a:solidFill>
                          <a:effectLst/>
                          <a:latin typeface="Times New Roman" panose="02020603050405020304" pitchFamily="18" charset="0"/>
                          <a:ea typeface="黑体" panose="02010609060101010101" pitchFamily="49" charset="-122"/>
                        </a:rPr>
                        <a:t>synch</a:t>
                      </a:r>
                      <a:endParaRPr kumimoji="0" lang="en-US" altLang="zh-CN" sz="2400" b="0" i="0" u="none" strike="noStrike" cap="none" normalizeH="0" baseline="0">
                        <a:ln>
                          <a:noFill/>
                        </a:ln>
                        <a:solidFill>
                          <a:schemeClr val="accent2"/>
                        </a:solidFill>
                        <a:effectLst/>
                        <a:latin typeface="Times New Roman" panose="02020603050405020304" pitchFamily="18" charset="0"/>
                        <a:ea typeface="黑体" panose="02010609060101010101" pitchFamily="49" charset="-122"/>
                      </a:endParaRPr>
                    </a:p>
                  </a:txBody>
                  <a:tcPr marL="54000" marR="54000" marT="28800" marB="2880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lgn="l">
                        <a:spcBef>
                          <a:spcPct val="20000"/>
                        </a:spcBef>
                        <a:buClr>
                          <a:schemeClr val="folHlink"/>
                        </a:buClr>
                        <a:buSzPct val="60000"/>
                        <a:buFont typeface="Wingdings" panose="05000000000000000000" pitchFamily="2" charset="2"/>
                        <a:defRPr sz="2800">
                          <a:solidFill>
                            <a:schemeClr val="tx1"/>
                          </a:solidFill>
                          <a:latin typeface="Times New Roman" panose="02020603050405020304" pitchFamily="18" charset="0"/>
                          <a:ea typeface="黑体" panose="02010609060101010101" pitchFamily="49" charset="-122"/>
                        </a:defRPr>
                      </a:lvl1pPr>
                      <a:lvl2pPr marL="742950" indent="-285750" algn="l">
                        <a:spcBef>
                          <a:spcPct val="20000"/>
                        </a:spcBef>
                        <a:buClr>
                          <a:schemeClr val="hlink"/>
                        </a:buClr>
                        <a:buSzPct val="55000"/>
                        <a:buFont typeface="Wingdings" panose="05000000000000000000" pitchFamily="2" charset="2"/>
                        <a:defRPr sz="2400">
                          <a:solidFill>
                            <a:schemeClr val="tx1"/>
                          </a:solidFill>
                          <a:latin typeface="Times New Roman" panose="02020603050405020304" pitchFamily="18" charset="0"/>
                          <a:ea typeface="黑体" panose="02010609060101010101" pitchFamily="49" charset="-122"/>
                        </a:defRPr>
                      </a:lvl2pPr>
                      <a:lvl3pPr marL="1143000" indent="-228600" algn="l">
                        <a:spcBef>
                          <a:spcPct val="20000"/>
                        </a:spcBef>
                        <a:buClr>
                          <a:schemeClr val="folHlink"/>
                        </a:buClr>
                        <a:buSzPct val="50000"/>
                        <a:buFont typeface="Wingdings" panose="05000000000000000000" pitchFamily="2" charset="2"/>
                        <a:defRPr sz="2000">
                          <a:solidFill>
                            <a:schemeClr val="tx1"/>
                          </a:solidFill>
                          <a:latin typeface="Times New Roman" panose="02020603050405020304" pitchFamily="18" charset="0"/>
                          <a:ea typeface="黑体" panose="02010609060101010101" pitchFamily="49" charset="-122"/>
                        </a:defRPr>
                      </a:lvl3pPr>
                      <a:lvl4pPr marL="1600200" indent="-228600" algn="l">
                        <a:spcBef>
                          <a:spcPct val="20000"/>
                        </a:spcBef>
                        <a:buClr>
                          <a:schemeClr val="accent2"/>
                        </a:buClr>
                        <a:buSzPct val="55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4pPr>
                      <a:lvl5pPr marL="2057400" indent="-228600" algn="l">
                        <a:spcBef>
                          <a:spcPct val="20000"/>
                        </a:spcBef>
                        <a:buClr>
                          <a:schemeClr val="accent1"/>
                        </a:buClr>
                        <a:buSzPct val="50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9p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r>
                        <a:rPr kumimoji="0" lang="en-US" altLang="zh-CN" sz="2400" b="1" i="0" u="none" strike="noStrike" cap="none" normalizeH="0" baseline="0">
                          <a:ln>
                            <a:noFill/>
                          </a:ln>
                          <a:solidFill>
                            <a:schemeClr val="accent2"/>
                          </a:solidFill>
                          <a:effectLst/>
                          <a:latin typeface="Times New Roman" panose="02020603050405020304" pitchFamily="18" charset="0"/>
                          <a:ea typeface="黑体" panose="02010609060101010101" pitchFamily="49" charset="-122"/>
                        </a:rPr>
                        <a:t>synch</a:t>
                      </a:r>
                      <a:endParaRPr kumimoji="0" lang="en-US" altLang="zh-CN" sz="2400" b="0" i="0" u="none" strike="noStrike" cap="none" normalizeH="0" baseline="0">
                        <a:ln>
                          <a:noFill/>
                        </a:ln>
                        <a:solidFill>
                          <a:schemeClr val="accent2"/>
                        </a:solidFill>
                        <a:effectLst/>
                        <a:latin typeface="Times New Roman" panose="02020603050405020304" pitchFamily="18" charset="0"/>
                        <a:ea typeface="黑体" panose="02010609060101010101" pitchFamily="49" charset="-122"/>
                      </a:endParaRPr>
                    </a:p>
                  </a:txBody>
                  <a:tcPr marL="54000" marR="54000" marT="28800" marB="28800" anchor="ct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4"/>
                  </a:ext>
                </a:extLst>
              </a:tr>
              <a:tr h="585788">
                <a:tc>
                  <a:txBody>
                    <a:bodyPr/>
                    <a:lstStyle>
                      <a:lvl1pPr algn="l">
                        <a:spcBef>
                          <a:spcPct val="20000"/>
                        </a:spcBef>
                        <a:buClr>
                          <a:schemeClr val="folHlink"/>
                        </a:buClr>
                        <a:buSzPct val="60000"/>
                        <a:buFont typeface="Wingdings" panose="05000000000000000000" pitchFamily="2" charset="2"/>
                        <a:defRPr sz="2800">
                          <a:solidFill>
                            <a:schemeClr val="tx1"/>
                          </a:solidFill>
                          <a:latin typeface="Times New Roman" panose="02020603050405020304" pitchFamily="18" charset="0"/>
                          <a:ea typeface="黑体" panose="02010609060101010101" pitchFamily="49" charset="-122"/>
                        </a:defRPr>
                      </a:lvl1pPr>
                      <a:lvl2pPr marL="742950" indent="-285750" algn="l">
                        <a:spcBef>
                          <a:spcPct val="20000"/>
                        </a:spcBef>
                        <a:buClr>
                          <a:schemeClr val="hlink"/>
                        </a:buClr>
                        <a:buSzPct val="55000"/>
                        <a:buFont typeface="Wingdings" panose="05000000000000000000" pitchFamily="2" charset="2"/>
                        <a:defRPr sz="2400">
                          <a:solidFill>
                            <a:schemeClr val="tx1"/>
                          </a:solidFill>
                          <a:latin typeface="Times New Roman" panose="02020603050405020304" pitchFamily="18" charset="0"/>
                          <a:ea typeface="黑体" panose="02010609060101010101" pitchFamily="49" charset="-122"/>
                        </a:defRPr>
                      </a:lvl2pPr>
                      <a:lvl3pPr marL="1143000" indent="-228600" algn="l">
                        <a:spcBef>
                          <a:spcPct val="20000"/>
                        </a:spcBef>
                        <a:buClr>
                          <a:schemeClr val="folHlink"/>
                        </a:buClr>
                        <a:buSzPct val="50000"/>
                        <a:buFont typeface="Wingdings" panose="05000000000000000000" pitchFamily="2" charset="2"/>
                        <a:defRPr sz="2000">
                          <a:solidFill>
                            <a:schemeClr val="tx1"/>
                          </a:solidFill>
                          <a:latin typeface="Times New Roman" panose="02020603050405020304" pitchFamily="18" charset="0"/>
                          <a:ea typeface="黑体" panose="02010609060101010101" pitchFamily="49" charset="-122"/>
                        </a:defRPr>
                      </a:lvl3pPr>
                      <a:lvl4pPr marL="1600200" indent="-228600" algn="l">
                        <a:spcBef>
                          <a:spcPct val="20000"/>
                        </a:spcBef>
                        <a:buClr>
                          <a:schemeClr val="accent2"/>
                        </a:buClr>
                        <a:buSzPct val="55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4pPr>
                      <a:lvl5pPr marL="2057400" indent="-228600" algn="l">
                        <a:spcBef>
                          <a:spcPct val="20000"/>
                        </a:spcBef>
                        <a:buClr>
                          <a:schemeClr val="accent1"/>
                        </a:buClr>
                        <a:buSzPct val="50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9p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r>
                        <a:rPr kumimoji="0" lang="en-US" altLang="zh-CN" sz="2400" b="1" i="1" u="none" strike="noStrike" cap="none" normalizeH="0" baseline="0">
                          <a:ln>
                            <a:noFill/>
                          </a:ln>
                          <a:solidFill>
                            <a:schemeClr val="tx1"/>
                          </a:solidFill>
                          <a:effectLst/>
                          <a:latin typeface="Times New Roman" panose="02020603050405020304" pitchFamily="18" charset="0"/>
                          <a:ea typeface="黑体" panose="02010609060101010101" pitchFamily="49" charset="-122"/>
                        </a:rPr>
                        <a:t>T </a:t>
                      </a:r>
                      <a:r>
                        <a:rPr kumimoji="0" lang="en-US" altLang="zh-CN" sz="2400" b="1" i="0" u="none" strike="noStrike" cap="none" normalizeH="0" baseline="0">
                          <a:ln>
                            <a:noFill/>
                          </a:ln>
                          <a:solidFill>
                            <a:schemeClr val="tx1"/>
                          </a:solidFill>
                          <a:effectLst/>
                          <a:latin typeface="Times New Roman" panose="02020603050405020304" pitchFamily="18" charset="0"/>
                          <a:ea typeface="黑体" panose="02010609060101010101" pitchFamily="49" charset="-122"/>
                          <a:sym typeface="Symbol" panose="05050102010706020507" pitchFamily="18" charset="2"/>
                        </a:rPr>
                        <a:t></a:t>
                      </a:r>
                    </a:p>
                  </a:txBody>
                  <a:tcPr marL="54000" marR="54000" marT="28800" marB="28800" anchor="ct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lgn="l">
                        <a:spcBef>
                          <a:spcPct val="20000"/>
                        </a:spcBef>
                        <a:buClr>
                          <a:schemeClr val="folHlink"/>
                        </a:buClr>
                        <a:buSzPct val="60000"/>
                        <a:buFont typeface="Wingdings" panose="05000000000000000000" pitchFamily="2" charset="2"/>
                        <a:defRPr sz="2800">
                          <a:solidFill>
                            <a:schemeClr val="tx1"/>
                          </a:solidFill>
                          <a:latin typeface="Times New Roman" panose="02020603050405020304" pitchFamily="18" charset="0"/>
                          <a:ea typeface="黑体" panose="02010609060101010101" pitchFamily="49" charset="-122"/>
                        </a:defRPr>
                      </a:lvl1pPr>
                      <a:lvl2pPr marL="742950" indent="-285750" algn="l">
                        <a:spcBef>
                          <a:spcPct val="20000"/>
                        </a:spcBef>
                        <a:buClr>
                          <a:schemeClr val="hlink"/>
                        </a:buClr>
                        <a:buSzPct val="55000"/>
                        <a:buFont typeface="Wingdings" panose="05000000000000000000" pitchFamily="2" charset="2"/>
                        <a:defRPr sz="2400">
                          <a:solidFill>
                            <a:schemeClr val="tx1"/>
                          </a:solidFill>
                          <a:latin typeface="Times New Roman" panose="02020603050405020304" pitchFamily="18" charset="0"/>
                          <a:ea typeface="黑体" panose="02010609060101010101" pitchFamily="49" charset="-122"/>
                        </a:defRPr>
                      </a:lvl2pPr>
                      <a:lvl3pPr marL="1143000" indent="-228600" algn="l">
                        <a:spcBef>
                          <a:spcPct val="20000"/>
                        </a:spcBef>
                        <a:buClr>
                          <a:schemeClr val="folHlink"/>
                        </a:buClr>
                        <a:buSzPct val="50000"/>
                        <a:buFont typeface="Wingdings" panose="05000000000000000000" pitchFamily="2" charset="2"/>
                        <a:defRPr sz="2000">
                          <a:solidFill>
                            <a:schemeClr val="tx1"/>
                          </a:solidFill>
                          <a:latin typeface="Times New Roman" panose="02020603050405020304" pitchFamily="18" charset="0"/>
                          <a:ea typeface="黑体" panose="02010609060101010101" pitchFamily="49" charset="-122"/>
                        </a:defRPr>
                      </a:lvl3pPr>
                      <a:lvl4pPr marL="1600200" indent="-228600" algn="l">
                        <a:spcBef>
                          <a:spcPct val="20000"/>
                        </a:spcBef>
                        <a:buClr>
                          <a:schemeClr val="accent2"/>
                        </a:buClr>
                        <a:buSzPct val="55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4pPr>
                      <a:lvl5pPr marL="2057400" indent="-228600" algn="l">
                        <a:spcBef>
                          <a:spcPct val="20000"/>
                        </a:spcBef>
                        <a:buClr>
                          <a:schemeClr val="accent1"/>
                        </a:buClr>
                        <a:buSzPct val="50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9p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endParaRPr kumimoji="0" lang="zh-CN" altLang="zh-CN" sz="2400" b="0" i="0" u="none" strike="noStrike" cap="none" normalizeH="0" baseline="0">
                        <a:ln>
                          <a:noFill/>
                        </a:ln>
                        <a:solidFill>
                          <a:schemeClr val="tx1"/>
                        </a:solidFill>
                        <a:effectLst/>
                        <a:latin typeface="Times New Roman" panose="02020603050405020304" pitchFamily="18" charset="0"/>
                        <a:ea typeface="黑体" panose="02010609060101010101" pitchFamily="49" charset="-122"/>
                      </a:endParaRPr>
                    </a:p>
                  </a:txBody>
                  <a:tcPr marL="54000" marR="54000" marT="28800" marB="2880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lgn="l">
                        <a:spcBef>
                          <a:spcPct val="20000"/>
                        </a:spcBef>
                        <a:buClr>
                          <a:schemeClr val="folHlink"/>
                        </a:buClr>
                        <a:buSzPct val="60000"/>
                        <a:buFont typeface="Wingdings" panose="05000000000000000000" pitchFamily="2" charset="2"/>
                        <a:defRPr sz="2800">
                          <a:solidFill>
                            <a:schemeClr val="tx1"/>
                          </a:solidFill>
                          <a:latin typeface="Times New Roman" panose="02020603050405020304" pitchFamily="18" charset="0"/>
                          <a:ea typeface="黑体" panose="02010609060101010101" pitchFamily="49" charset="-122"/>
                        </a:defRPr>
                      </a:lvl1pPr>
                      <a:lvl2pPr marL="742950" indent="-285750" algn="l">
                        <a:spcBef>
                          <a:spcPct val="20000"/>
                        </a:spcBef>
                        <a:buClr>
                          <a:schemeClr val="hlink"/>
                        </a:buClr>
                        <a:buSzPct val="55000"/>
                        <a:buFont typeface="Wingdings" panose="05000000000000000000" pitchFamily="2" charset="2"/>
                        <a:defRPr sz="2400">
                          <a:solidFill>
                            <a:schemeClr val="tx1"/>
                          </a:solidFill>
                          <a:latin typeface="Times New Roman" panose="02020603050405020304" pitchFamily="18" charset="0"/>
                          <a:ea typeface="黑体" panose="02010609060101010101" pitchFamily="49" charset="-122"/>
                        </a:defRPr>
                      </a:lvl2pPr>
                      <a:lvl3pPr marL="1143000" indent="-228600" algn="l">
                        <a:spcBef>
                          <a:spcPct val="20000"/>
                        </a:spcBef>
                        <a:buClr>
                          <a:schemeClr val="folHlink"/>
                        </a:buClr>
                        <a:buSzPct val="50000"/>
                        <a:buFont typeface="Wingdings" panose="05000000000000000000" pitchFamily="2" charset="2"/>
                        <a:defRPr sz="2000">
                          <a:solidFill>
                            <a:schemeClr val="tx1"/>
                          </a:solidFill>
                          <a:latin typeface="Times New Roman" panose="02020603050405020304" pitchFamily="18" charset="0"/>
                          <a:ea typeface="黑体" panose="02010609060101010101" pitchFamily="49" charset="-122"/>
                        </a:defRPr>
                      </a:lvl3pPr>
                      <a:lvl4pPr marL="1600200" indent="-228600" algn="l">
                        <a:spcBef>
                          <a:spcPct val="20000"/>
                        </a:spcBef>
                        <a:buClr>
                          <a:schemeClr val="accent2"/>
                        </a:buClr>
                        <a:buSzPct val="55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4pPr>
                      <a:lvl5pPr marL="2057400" indent="-228600" algn="l">
                        <a:spcBef>
                          <a:spcPct val="20000"/>
                        </a:spcBef>
                        <a:buClr>
                          <a:schemeClr val="accent1"/>
                        </a:buClr>
                        <a:buSzPct val="50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9p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r>
                        <a:rPr kumimoji="0" lang="en-US" altLang="zh-CN" sz="2400" b="1" i="1" u="none" strike="noStrike" cap="none" normalizeH="0" baseline="0">
                          <a:ln>
                            <a:noFill/>
                          </a:ln>
                          <a:solidFill>
                            <a:schemeClr val="tx1"/>
                          </a:solidFill>
                          <a:effectLst/>
                          <a:latin typeface="Times New Roman" panose="02020603050405020304" pitchFamily="18" charset="0"/>
                          <a:ea typeface="黑体" panose="02010609060101010101" pitchFamily="49" charset="-122"/>
                        </a:rPr>
                        <a:t>T</a:t>
                      </a:r>
                      <a:r>
                        <a:rPr kumimoji="0" lang="en-US" altLang="zh-CN" sz="2400" b="1" i="0" u="none" strike="noStrike" cap="none" normalizeH="0" baseline="0">
                          <a:ln>
                            <a:noFill/>
                          </a:ln>
                          <a:solidFill>
                            <a:schemeClr val="tx1"/>
                          </a:solidFill>
                          <a:effectLst/>
                          <a:latin typeface="Times New Roman" panose="02020603050405020304" pitchFamily="18" charset="0"/>
                          <a:ea typeface="黑体" panose="02010609060101010101" pitchFamily="49" charset="-122"/>
                          <a:sym typeface="Symbol" panose="05050102010706020507" pitchFamily="18" charset="2"/>
                        </a:rPr>
                        <a:t></a:t>
                      </a:r>
                    </a:p>
                  </a:txBody>
                  <a:tcPr marL="54000" marR="54000" marT="28800" marB="2880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lgn="l">
                        <a:spcBef>
                          <a:spcPct val="20000"/>
                        </a:spcBef>
                        <a:buClr>
                          <a:schemeClr val="folHlink"/>
                        </a:buClr>
                        <a:buSzPct val="60000"/>
                        <a:buFont typeface="Wingdings" panose="05000000000000000000" pitchFamily="2" charset="2"/>
                        <a:defRPr sz="2800">
                          <a:solidFill>
                            <a:schemeClr val="tx1"/>
                          </a:solidFill>
                          <a:latin typeface="Times New Roman" panose="02020603050405020304" pitchFamily="18" charset="0"/>
                          <a:ea typeface="黑体" panose="02010609060101010101" pitchFamily="49" charset="-122"/>
                        </a:defRPr>
                      </a:lvl1pPr>
                      <a:lvl2pPr marL="742950" indent="-285750" algn="l">
                        <a:spcBef>
                          <a:spcPct val="20000"/>
                        </a:spcBef>
                        <a:buClr>
                          <a:schemeClr val="hlink"/>
                        </a:buClr>
                        <a:buSzPct val="55000"/>
                        <a:buFont typeface="Wingdings" panose="05000000000000000000" pitchFamily="2" charset="2"/>
                        <a:defRPr sz="2400">
                          <a:solidFill>
                            <a:schemeClr val="tx1"/>
                          </a:solidFill>
                          <a:latin typeface="Times New Roman" panose="02020603050405020304" pitchFamily="18" charset="0"/>
                          <a:ea typeface="黑体" panose="02010609060101010101" pitchFamily="49" charset="-122"/>
                        </a:defRPr>
                      </a:lvl2pPr>
                      <a:lvl3pPr marL="1143000" indent="-228600" algn="l">
                        <a:spcBef>
                          <a:spcPct val="20000"/>
                        </a:spcBef>
                        <a:buClr>
                          <a:schemeClr val="folHlink"/>
                        </a:buClr>
                        <a:buSzPct val="50000"/>
                        <a:buFont typeface="Wingdings" panose="05000000000000000000" pitchFamily="2" charset="2"/>
                        <a:defRPr sz="2000">
                          <a:solidFill>
                            <a:schemeClr val="tx1"/>
                          </a:solidFill>
                          <a:latin typeface="Times New Roman" panose="02020603050405020304" pitchFamily="18" charset="0"/>
                          <a:ea typeface="黑体" panose="02010609060101010101" pitchFamily="49" charset="-122"/>
                        </a:defRPr>
                      </a:lvl3pPr>
                      <a:lvl4pPr marL="1600200" indent="-228600" algn="l">
                        <a:spcBef>
                          <a:spcPct val="20000"/>
                        </a:spcBef>
                        <a:buClr>
                          <a:schemeClr val="accent2"/>
                        </a:buClr>
                        <a:buSzPct val="55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4pPr>
                      <a:lvl5pPr marL="2057400" indent="-228600" algn="l">
                        <a:spcBef>
                          <a:spcPct val="20000"/>
                        </a:spcBef>
                        <a:buClr>
                          <a:schemeClr val="accent1"/>
                        </a:buClr>
                        <a:buSzPct val="50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9p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r>
                        <a:rPr kumimoji="0" lang="en-US" altLang="zh-CN" sz="2400" b="1" i="1" u="none" strike="noStrike" cap="none" normalizeH="0" baseline="0">
                          <a:ln>
                            <a:noFill/>
                          </a:ln>
                          <a:solidFill>
                            <a:schemeClr val="tx1"/>
                          </a:solidFill>
                          <a:effectLst/>
                          <a:latin typeface="Times New Roman" panose="02020603050405020304" pitchFamily="18" charset="0"/>
                          <a:ea typeface="黑体" panose="02010609060101010101" pitchFamily="49" charset="-122"/>
                        </a:rPr>
                        <a:t>T</a:t>
                      </a:r>
                      <a:r>
                        <a:rPr kumimoji="0" lang="en-US" altLang="zh-CN" sz="2400" b="1" i="0" u="none" strike="noStrike" cap="none" normalizeH="0" baseline="0">
                          <a:ln>
                            <a:noFill/>
                          </a:ln>
                          <a:solidFill>
                            <a:schemeClr val="tx1"/>
                          </a:solidFill>
                          <a:effectLst/>
                          <a:latin typeface="Times New Roman" panose="02020603050405020304" pitchFamily="18" charset="0"/>
                          <a:ea typeface="黑体" panose="02010609060101010101" pitchFamily="49" charset="-122"/>
                          <a:sym typeface="Symbol" panose="05050102010706020507" pitchFamily="18" charset="2"/>
                        </a:rPr>
                        <a:t>*</a:t>
                      </a:r>
                      <a:r>
                        <a:rPr kumimoji="0" lang="en-US" altLang="zh-CN" sz="2400" b="1" i="1" u="none" strike="noStrike" cap="none" normalizeH="0" baseline="0">
                          <a:ln>
                            <a:noFill/>
                          </a:ln>
                          <a:solidFill>
                            <a:schemeClr val="tx1"/>
                          </a:solidFill>
                          <a:effectLst/>
                          <a:latin typeface="Times New Roman" panose="02020603050405020304" pitchFamily="18" charset="0"/>
                          <a:ea typeface="黑体" panose="02010609060101010101" pitchFamily="49" charset="-122"/>
                          <a:sym typeface="Symbol" panose="05050102010706020507" pitchFamily="18" charset="2"/>
                        </a:rPr>
                        <a:t>FT</a:t>
                      </a:r>
                      <a:r>
                        <a:rPr kumimoji="0" lang="en-US" altLang="zh-CN" sz="2400" b="1" i="0" u="none" strike="noStrike" cap="none" normalizeH="0" baseline="0">
                          <a:ln>
                            <a:noFill/>
                          </a:ln>
                          <a:solidFill>
                            <a:schemeClr val="tx1"/>
                          </a:solidFill>
                          <a:effectLst/>
                          <a:latin typeface="Times New Roman" panose="02020603050405020304" pitchFamily="18" charset="0"/>
                          <a:ea typeface="黑体" panose="02010609060101010101" pitchFamily="49" charset="-122"/>
                          <a:sym typeface="Symbol" panose="05050102010706020507" pitchFamily="18" charset="2"/>
                        </a:rPr>
                        <a:t></a:t>
                      </a:r>
                    </a:p>
                  </a:txBody>
                  <a:tcPr marL="54000" marR="54000" marT="28800" marB="2880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lgn="l">
                        <a:spcBef>
                          <a:spcPct val="20000"/>
                        </a:spcBef>
                        <a:buClr>
                          <a:schemeClr val="folHlink"/>
                        </a:buClr>
                        <a:buSzPct val="60000"/>
                        <a:buFont typeface="Wingdings" panose="05000000000000000000" pitchFamily="2" charset="2"/>
                        <a:defRPr sz="2800">
                          <a:solidFill>
                            <a:schemeClr val="tx1"/>
                          </a:solidFill>
                          <a:latin typeface="Times New Roman" panose="02020603050405020304" pitchFamily="18" charset="0"/>
                          <a:ea typeface="黑体" panose="02010609060101010101" pitchFamily="49" charset="-122"/>
                        </a:defRPr>
                      </a:lvl1pPr>
                      <a:lvl2pPr marL="742950" indent="-285750" algn="l">
                        <a:spcBef>
                          <a:spcPct val="20000"/>
                        </a:spcBef>
                        <a:buClr>
                          <a:schemeClr val="hlink"/>
                        </a:buClr>
                        <a:buSzPct val="55000"/>
                        <a:buFont typeface="Wingdings" panose="05000000000000000000" pitchFamily="2" charset="2"/>
                        <a:defRPr sz="2400">
                          <a:solidFill>
                            <a:schemeClr val="tx1"/>
                          </a:solidFill>
                          <a:latin typeface="Times New Roman" panose="02020603050405020304" pitchFamily="18" charset="0"/>
                          <a:ea typeface="黑体" panose="02010609060101010101" pitchFamily="49" charset="-122"/>
                        </a:defRPr>
                      </a:lvl2pPr>
                      <a:lvl3pPr marL="1143000" indent="-228600" algn="l">
                        <a:spcBef>
                          <a:spcPct val="20000"/>
                        </a:spcBef>
                        <a:buClr>
                          <a:schemeClr val="folHlink"/>
                        </a:buClr>
                        <a:buSzPct val="50000"/>
                        <a:buFont typeface="Wingdings" panose="05000000000000000000" pitchFamily="2" charset="2"/>
                        <a:defRPr sz="2000">
                          <a:solidFill>
                            <a:schemeClr val="tx1"/>
                          </a:solidFill>
                          <a:latin typeface="Times New Roman" panose="02020603050405020304" pitchFamily="18" charset="0"/>
                          <a:ea typeface="黑体" panose="02010609060101010101" pitchFamily="49" charset="-122"/>
                        </a:defRPr>
                      </a:lvl3pPr>
                      <a:lvl4pPr marL="1600200" indent="-228600" algn="l">
                        <a:spcBef>
                          <a:spcPct val="20000"/>
                        </a:spcBef>
                        <a:buClr>
                          <a:schemeClr val="accent2"/>
                        </a:buClr>
                        <a:buSzPct val="55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4pPr>
                      <a:lvl5pPr marL="2057400" indent="-228600" algn="l">
                        <a:spcBef>
                          <a:spcPct val="20000"/>
                        </a:spcBef>
                        <a:buClr>
                          <a:schemeClr val="accent1"/>
                        </a:buClr>
                        <a:buSzPct val="50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9p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endParaRPr kumimoji="0" lang="zh-CN" altLang="zh-CN" sz="2400" b="0" i="0" u="none" strike="noStrike" cap="none" normalizeH="0" baseline="0">
                        <a:ln>
                          <a:noFill/>
                        </a:ln>
                        <a:solidFill>
                          <a:schemeClr val="tx1"/>
                        </a:solidFill>
                        <a:effectLst/>
                        <a:latin typeface="Times New Roman" panose="02020603050405020304" pitchFamily="18" charset="0"/>
                        <a:ea typeface="黑体" panose="02010609060101010101" pitchFamily="49" charset="-122"/>
                      </a:endParaRPr>
                    </a:p>
                  </a:txBody>
                  <a:tcPr marL="54000" marR="54000" marT="28800" marB="2880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lgn="l">
                        <a:spcBef>
                          <a:spcPct val="20000"/>
                        </a:spcBef>
                        <a:buClr>
                          <a:schemeClr val="folHlink"/>
                        </a:buClr>
                        <a:buSzPct val="60000"/>
                        <a:buFont typeface="Wingdings" panose="05000000000000000000" pitchFamily="2" charset="2"/>
                        <a:defRPr sz="2800">
                          <a:solidFill>
                            <a:schemeClr val="tx1"/>
                          </a:solidFill>
                          <a:latin typeface="Times New Roman" panose="02020603050405020304" pitchFamily="18" charset="0"/>
                          <a:ea typeface="黑体" panose="02010609060101010101" pitchFamily="49" charset="-122"/>
                        </a:defRPr>
                      </a:lvl1pPr>
                      <a:lvl2pPr marL="742950" indent="-285750" algn="l">
                        <a:spcBef>
                          <a:spcPct val="20000"/>
                        </a:spcBef>
                        <a:buClr>
                          <a:schemeClr val="hlink"/>
                        </a:buClr>
                        <a:buSzPct val="55000"/>
                        <a:buFont typeface="Wingdings" panose="05000000000000000000" pitchFamily="2" charset="2"/>
                        <a:defRPr sz="2400">
                          <a:solidFill>
                            <a:schemeClr val="tx1"/>
                          </a:solidFill>
                          <a:latin typeface="Times New Roman" panose="02020603050405020304" pitchFamily="18" charset="0"/>
                          <a:ea typeface="黑体" panose="02010609060101010101" pitchFamily="49" charset="-122"/>
                        </a:defRPr>
                      </a:lvl2pPr>
                      <a:lvl3pPr marL="1143000" indent="-228600" algn="l">
                        <a:spcBef>
                          <a:spcPct val="20000"/>
                        </a:spcBef>
                        <a:buClr>
                          <a:schemeClr val="folHlink"/>
                        </a:buClr>
                        <a:buSzPct val="50000"/>
                        <a:buFont typeface="Wingdings" panose="05000000000000000000" pitchFamily="2" charset="2"/>
                        <a:defRPr sz="2000">
                          <a:solidFill>
                            <a:schemeClr val="tx1"/>
                          </a:solidFill>
                          <a:latin typeface="Times New Roman" panose="02020603050405020304" pitchFamily="18" charset="0"/>
                          <a:ea typeface="黑体" panose="02010609060101010101" pitchFamily="49" charset="-122"/>
                        </a:defRPr>
                      </a:lvl3pPr>
                      <a:lvl4pPr marL="1600200" indent="-228600" algn="l">
                        <a:spcBef>
                          <a:spcPct val="20000"/>
                        </a:spcBef>
                        <a:buClr>
                          <a:schemeClr val="accent2"/>
                        </a:buClr>
                        <a:buSzPct val="55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4pPr>
                      <a:lvl5pPr marL="2057400" indent="-228600" algn="l">
                        <a:spcBef>
                          <a:spcPct val="20000"/>
                        </a:spcBef>
                        <a:buClr>
                          <a:schemeClr val="accent1"/>
                        </a:buClr>
                        <a:buSzPct val="50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9p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r>
                        <a:rPr kumimoji="0" lang="en-US" altLang="zh-CN" sz="2400" b="1" i="1" u="none" strike="noStrike" cap="none" normalizeH="0" baseline="0">
                          <a:ln>
                            <a:noFill/>
                          </a:ln>
                          <a:solidFill>
                            <a:schemeClr val="tx1"/>
                          </a:solidFill>
                          <a:effectLst/>
                          <a:latin typeface="Times New Roman" panose="02020603050405020304" pitchFamily="18" charset="0"/>
                          <a:ea typeface="黑体" panose="02010609060101010101" pitchFamily="49" charset="-122"/>
                        </a:rPr>
                        <a:t>T</a:t>
                      </a:r>
                      <a:r>
                        <a:rPr kumimoji="0" lang="en-US" altLang="zh-CN" sz="2400" b="1" i="0" u="none" strike="noStrike" cap="none" normalizeH="0" baseline="0">
                          <a:ln>
                            <a:noFill/>
                          </a:ln>
                          <a:solidFill>
                            <a:schemeClr val="tx1"/>
                          </a:solidFill>
                          <a:effectLst/>
                          <a:latin typeface="Times New Roman" panose="02020603050405020304" pitchFamily="18" charset="0"/>
                          <a:ea typeface="黑体" panose="02010609060101010101" pitchFamily="49" charset="-122"/>
                          <a:sym typeface="Symbol" panose="05050102010706020507" pitchFamily="18" charset="2"/>
                        </a:rPr>
                        <a:t></a:t>
                      </a:r>
                    </a:p>
                  </a:txBody>
                  <a:tcPr marL="54000" marR="54000" marT="28800" marB="2880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lgn="l">
                        <a:spcBef>
                          <a:spcPct val="20000"/>
                        </a:spcBef>
                        <a:buClr>
                          <a:schemeClr val="folHlink"/>
                        </a:buClr>
                        <a:buSzPct val="60000"/>
                        <a:buFont typeface="Wingdings" panose="05000000000000000000" pitchFamily="2" charset="2"/>
                        <a:defRPr sz="2800">
                          <a:solidFill>
                            <a:schemeClr val="tx1"/>
                          </a:solidFill>
                          <a:latin typeface="Times New Roman" panose="02020603050405020304" pitchFamily="18" charset="0"/>
                          <a:ea typeface="黑体" panose="02010609060101010101" pitchFamily="49" charset="-122"/>
                        </a:defRPr>
                      </a:lvl1pPr>
                      <a:lvl2pPr marL="742950" indent="-285750" algn="l">
                        <a:spcBef>
                          <a:spcPct val="20000"/>
                        </a:spcBef>
                        <a:buClr>
                          <a:schemeClr val="hlink"/>
                        </a:buClr>
                        <a:buSzPct val="55000"/>
                        <a:buFont typeface="Wingdings" panose="05000000000000000000" pitchFamily="2" charset="2"/>
                        <a:defRPr sz="2400">
                          <a:solidFill>
                            <a:schemeClr val="tx1"/>
                          </a:solidFill>
                          <a:latin typeface="Times New Roman" panose="02020603050405020304" pitchFamily="18" charset="0"/>
                          <a:ea typeface="黑体" panose="02010609060101010101" pitchFamily="49" charset="-122"/>
                        </a:defRPr>
                      </a:lvl2pPr>
                      <a:lvl3pPr marL="1143000" indent="-228600" algn="l">
                        <a:spcBef>
                          <a:spcPct val="20000"/>
                        </a:spcBef>
                        <a:buClr>
                          <a:schemeClr val="folHlink"/>
                        </a:buClr>
                        <a:buSzPct val="50000"/>
                        <a:buFont typeface="Wingdings" panose="05000000000000000000" pitchFamily="2" charset="2"/>
                        <a:defRPr sz="2000">
                          <a:solidFill>
                            <a:schemeClr val="tx1"/>
                          </a:solidFill>
                          <a:latin typeface="Times New Roman" panose="02020603050405020304" pitchFamily="18" charset="0"/>
                          <a:ea typeface="黑体" panose="02010609060101010101" pitchFamily="49" charset="-122"/>
                        </a:defRPr>
                      </a:lvl3pPr>
                      <a:lvl4pPr marL="1600200" indent="-228600" algn="l">
                        <a:spcBef>
                          <a:spcPct val="20000"/>
                        </a:spcBef>
                        <a:buClr>
                          <a:schemeClr val="accent2"/>
                        </a:buClr>
                        <a:buSzPct val="55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4pPr>
                      <a:lvl5pPr marL="2057400" indent="-228600" algn="l">
                        <a:spcBef>
                          <a:spcPct val="20000"/>
                        </a:spcBef>
                        <a:buClr>
                          <a:schemeClr val="accent1"/>
                        </a:buClr>
                        <a:buSzPct val="50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9p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r>
                        <a:rPr kumimoji="0" lang="en-US" altLang="zh-CN" sz="2400" b="1" i="1" u="none" strike="noStrike" cap="none" normalizeH="0" baseline="0">
                          <a:ln>
                            <a:noFill/>
                          </a:ln>
                          <a:solidFill>
                            <a:schemeClr val="tx1"/>
                          </a:solidFill>
                          <a:effectLst/>
                          <a:latin typeface="Times New Roman" panose="02020603050405020304" pitchFamily="18" charset="0"/>
                          <a:ea typeface="黑体" panose="02010609060101010101" pitchFamily="49" charset="-122"/>
                        </a:rPr>
                        <a:t>T</a:t>
                      </a:r>
                      <a:r>
                        <a:rPr kumimoji="0" lang="en-US" altLang="zh-CN" sz="2400" b="1" i="0" u="none" strike="noStrike" cap="none" normalizeH="0" baseline="0">
                          <a:ln>
                            <a:noFill/>
                          </a:ln>
                          <a:solidFill>
                            <a:schemeClr val="tx1"/>
                          </a:solidFill>
                          <a:effectLst/>
                          <a:latin typeface="Times New Roman" panose="02020603050405020304" pitchFamily="18" charset="0"/>
                          <a:ea typeface="黑体" panose="02010609060101010101" pitchFamily="49" charset="-122"/>
                          <a:sym typeface="Symbol" panose="05050102010706020507" pitchFamily="18" charset="2"/>
                        </a:rPr>
                        <a:t></a:t>
                      </a:r>
                    </a:p>
                  </a:txBody>
                  <a:tcPr marL="54000" marR="54000" marT="28800" marB="28800" anchor="ct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5"/>
                  </a:ext>
                </a:extLst>
              </a:tr>
              <a:tr h="588963">
                <a:tc>
                  <a:txBody>
                    <a:bodyPr/>
                    <a:lstStyle>
                      <a:lvl1pPr algn="l">
                        <a:spcBef>
                          <a:spcPct val="20000"/>
                        </a:spcBef>
                        <a:buClr>
                          <a:schemeClr val="folHlink"/>
                        </a:buClr>
                        <a:buSzPct val="60000"/>
                        <a:buFont typeface="Wingdings" panose="05000000000000000000" pitchFamily="2" charset="2"/>
                        <a:defRPr sz="2800">
                          <a:solidFill>
                            <a:schemeClr val="tx1"/>
                          </a:solidFill>
                          <a:latin typeface="Times New Roman" panose="02020603050405020304" pitchFamily="18" charset="0"/>
                          <a:ea typeface="黑体" panose="02010609060101010101" pitchFamily="49" charset="-122"/>
                        </a:defRPr>
                      </a:lvl1pPr>
                      <a:lvl2pPr marL="742950" indent="-285750" algn="l">
                        <a:spcBef>
                          <a:spcPct val="20000"/>
                        </a:spcBef>
                        <a:buClr>
                          <a:schemeClr val="hlink"/>
                        </a:buClr>
                        <a:buSzPct val="55000"/>
                        <a:buFont typeface="Wingdings" panose="05000000000000000000" pitchFamily="2" charset="2"/>
                        <a:defRPr sz="2400">
                          <a:solidFill>
                            <a:schemeClr val="tx1"/>
                          </a:solidFill>
                          <a:latin typeface="Times New Roman" panose="02020603050405020304" pitchFamily="18" charset="0"/>
                          <a:ea typeface="黑体" panose="02010609060101010101" pitchFamily="49" charset="-122"/>
                        </a:defRPr>
                      </a:lvl2pPr>
                      <a:lvl3pPr marL="1143000" indent="-228600" algn="l">
                        <a:spcBef>
                          <a:spcPct val="20000"/>
                        </a:spcBef>
                        <a:buClr>
                          <a:schemeClr val="folHlink"/>
                        </a:buClr>
                        <a:buSzPct val="50000"/>
                        <a:buFont typeface="Wingdings" panose="05000000000000000000" pitchFamily="2" charset="2"/>
                        <a:defRPr sz="2000">
                          <a:solidFill>
                            <a:schemeClr val="tx1"/>
                          </a:solidFill>
                          <a:latin typeface="Times New Roman" panose="02020603050405020304" pitchFamily="18" charset="0"/>
                          <a:ea typeface="黑体" panose="02010609060101010101" pitchFamily="49" charset="-122"/>
                        </a:defRPr>
                      </a:lvl3pPr>
                      <a:lvl4pPr marL="1600200" indent="-228600" algn="l">
                        <a:spcBef>
                          <a:spcPct val="20000"/>
                        </a:spcBef>
                        <a:buClr>
                          <a:schemeClr val="accent2"/>
                        </a:buClr>
                        <a:buSzPct val="55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4pPr>
                      <a:lvl5pPr marL="2057400" indent="-228600" algn="l">
                        <a:spcBef>
                          <a:spcPct val="20000"/>
                        </a:spcBef>
                        <a:buClr>
                          <a:schemeClr val="accent1"/>
                        </a:buClr>
                        <a:buSzPct val="50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9p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r>
                        <a:rPr kumimoji="0" lang="en-US" altLang="zh-CN" sz="2400" b="1" i="1" u="none" strike="noStrike" cap="none" normalizeH="0" baseline="0">
                          <a:ln>
                            <a:noFill/>
                          </a:ln>
                          <a:solidFill>
                            <a:schemeClr val="tx1"/>
                          </a:solidFill>
                          <a:effectLst/>
                          <a:latin typeface="Times New Roman" panose="02020603050405020304" pitchFamily="18" charset="0"/>
                          <a:ea typeface="黑体" panose="02010609060101010101" pitchFamily="49" charset="-122"/>
                        </a:rPr>
                        <a:t>F</a:t>
                      </a:r>
                    </a:p>
                  </a:txBody>
                  <a:tcPr marL="54000" marR="54000" marT="28800" marB="28800" anchor="ct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lgn="l">
                        <a:spcBef>
                          <a:spcPct val="20000"/>
                        </a:spcBef>
                        <a:buClr>
                          <a:schemeClr val="folHlink"/>
                        </a:buClr>
                        <a:buSzPct val="60000"/>
                        <a:buFont typeface="Wingdings" panose="05000000000000000000" pitchFamily="2" charset="2"/>
                        <a:defRPr sz="2800">
                          <a:solidFill>
                            <a:schemeClr val="tx1"/>
                          </a:solidFill>
                          <a:latin typeface="Times New Roman" panose="02020603050405020304" pitchFamily="18" charset="0"/>
                          <a:ea typeface="黑体" panose="02010609060101010101" pitchFamily="49" charset="-122"/>
                        </a:defRPr>
                      </a:lvl1pPr>
                      <a:lvl2pPr marL="742950" indent="-285750" algn="l">
                        <a:spcBef>
                          <a:spcPct val="20000"/>
                        </a:spcBef>
                        <a:buClr>
                          <a:schemeClr val="hlink"/>
                        </a:buClr>
                        <a:buSzPct val="55000"/>
                        <a:buFont typeface="Wingdings" panose="05000000000000000000" pitchFamily="2" charset="2"/>
                        <a:defRPr sz="2400">
                          <a:solidFill>
                            <a:schemeClr val="tx1"/>
                          </a:solidFill>
                          <a:latin typeface="Times New Roman" panose="02020603050405020304" pitchFamily="18" charset="0"/>
                          <a:ea typeface="黑体" panose="02010609060101010101" pitchFamily="49" charset="-122"/>
                        </a:defRPr>
                      </a:lvl2pPr>
                      <a:lvl3pPr marL="1143000" indent="-228600" algn="l">
                        <a:spcBef>
                          <a:spcPct val="20000"/>
                        </a:spcBef>
                        <a:buClr>
                          <a:schemeClr val="folHlink"/>
                        </a:buClr>
                        <a:buSzPct val="50000"/>
                        <a:buFont typeface="Wingdings" panose="05000000000000000000" pitchFamily="2" charset="2"/>
                        <a:defRPr sz="2000">
                          <a:solidFill>
                            <a:schemeClr val="tx1"/>
                          </a:solidFill>
                          <a:latin typeface="Times New Roman" panose="02020603050405020304" pitchFamily="18" charset="0"/>
                          <a:ea typeface="黑体" panose="02010609060101010101" pitchFamily="49" charset="-122"/>
                        </a:defRPr>
                      </a:lvl3pPr>
                      <a:lvl4pPr marL="1600200" indent="-228600" algn="l">
                        <a:spcBef>
                          <a:spcPct val="20000"/>
                        </a:spcBef>
                        <a:buClr>
                          <a:schemeClr val="accent2"/>
                        </a:buClr>
                        <a:buSzPct val="55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4pPr>
                      <a:lvl5pPr marL="2057400" indent="-228600" algn="l">
                        <a:spcBef>
                          <a:spcPct val="20000"/>
                        </a:spcBef>
                        <a:buClr>
                          <a:schemeClr val="accent1"/>
                        </a:buClr>
                        <a:buSzPct val="50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9p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r>
                        <a:rPr kumimoji="0" lang="en-US" altLang="zh-CN" sz="2400" b="1" i="1" u="none" strike="noStrike" cap="none" normalizeH="0" baseline="0">
                          <a:ln>
                            <a:noFill/>
                          </a:ln>
                          <a:solidFill>
                            <a:schemeClr val="tx1"/>
                          </a:solidFill>
                          <a:effectLst/>
                          <a:latin typeface="Times New Roman" panose="02020603050405020304" pitchFamily="18" charset="0"/>
                          <a:ea typeface="黑体" panose="02010609060101010101" pitchFamily="49" charset="-122"/>
                        </a:rPr>
                        <a:t>F</a:t>
                      </a:r>
                      <a:r>
                        <a:rPr kumimoji="0" lang="en-US" altLang="zh-CN" sz="2400" b="1" i="0" u="none" strike="noStrike" cap="none" normalizeH="0" baseline="0">
                          <a:ln>
                            <a:noFill/>
                          </a:ln>
                          <a:solidFill>
                            <a:schemeClr val="tx1"/>
                          </a:solidFill>
                          <a:effectLst/>
                          <a:latin typeface="Times New Roman" panose="02020603050405020304" pitchFamily="18" charset="0"/>
                          <a:ea typeface="黑体" panose="02010609060101010101" pitchFamily="49" charset="-122"/>
                          <a:sym typeface="Symbol" panose="05050102010706020507" pitchFamily="18" charset="2"/>
                        </a:rPr>
                        <a:t>id</a:t>
                      </a:r>
                    </a:p>
                  </a:txBody>
                  <a:tcPr marL="54000" marR="54000" marT="28800" marB="2880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lgn="l">
                        <a:spcBef>
                          <a:spcPct val="20000"/>
                        </a:spcBef>
                        <a:buClr>
                          <a:schemeClr val="folHlink"/>
                        </a:buClr>
                        <a:buSzPct val="60000"/>
                        <a:buFont typeface="Wingdings" panose="05000000000000000000" pitchFamily="2" charset="2"/>
                        <a:defRPr sz="2800">
                          <a:solidFill>
                            <a:schemeClr val="tx1"/>
                          </a:solidFill>
                          <a:latin typeface="Times New Roman" panose="02020603050405020304" pitchFamily="18" charset="0"/>
                          <a:ea typeface="黑体" panose="02010609060101010101" pitchFamily="49" charset="-122"/>
                        </a:defRPr>
                      </a:lvl1pPr>
                      <a:lvl2pPr marL="742950" indent="-285750" algn="l">
                        <a:spcBef>
                          <a:spcPct val="20000"/>
                        </a:spcBef>
                        <a:buClr>
                          <a:schemeClr val="hlink"/>
                        </a:buClr>
                        <a:buSzPct val="55000"/>
                        <a:buFont typeface="Wingdings" panose="05000000000000000000" pitchFamily="2" charset="2"/>
                        <a:defRPr sz="2400">
                          <a:solidFill>
                            <a:schemeClr val="tx1"/>
                          </a:solidFill>
                          <a:latin typeface="Times New Roman" panose="02020603050405020304" pitchFamily="18" charset="0"/>
                          <a:ea typeface="黑体" panose="02010609060101010101" pitchFamily="49" charset="-122"/>
                        </a:defRPr>
                      </a:lvl2pPr>
                      <a:lvl3pPr marL="1143000" indent="-228600" algn="l">
                        <a:spcBef>
                          <a:spcPct val="20000"/>
                        </a:spcBef>
                        <a:buClr>
                          <a:schemeClr val="folHlink"/>
                        </a:buClr>
                        <a:buSzPct val="50000"/>
                        <a:buFont typeface="Wingdings" panose="05000000000000000000" pitchFamily="2" charset="2"/>
                        <a:defRPr sz="2000">
                          <a:solidFill>
                            <a:schemeClr val="tx1"/>
                          </a:solidFill>
                          <a:latin typeface="Times New Roman" panose="02020603050405020304" pitchFamily="18" charset="0"/>
                          <a:ea typeface="黑体" panose="02010609060101010101" pitchFamily="49" charset="-122"/>
                        </a:defRPr>
                      </a:lvl3pPr>
                      <a:lvl4pPr marL="1600200" indent="-228600" algn="l">
                        <a:spcBef>
                          <a:spcPct val="20000"/>
                        </a:spcBef>
                        <a:buClr>
                          <a:schemeClr val="accent2"/>
                        </a:buClr>
                        <a:buSzPct val="55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4pPr>
                      <a:lvl5pPr marL="2057400" indent="-228600" algn="l">
                        <a:spcBef>
                          <a:spcPct val="20000"/>
                        </a:spcBef>
                        <a:buClr>
                          <a:schemeClr val="accent1"/>
                        </a:buClr>
                        <a:buSzPct val="50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9p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endParaRPr kumimoji="0" lang="zh-CN" altLang="zh-CN" sz="2400" b="0" i="0" u="none" strike="noStrike" cap="none" normalizeH="0" baseline="0">
                        <a:ln>
                          <a:noFill/>
                        </a:ln>
                        <a:solidFill>
                          <a:schemeClr val="tx1"/>
                        </a:solidFill>
                        <a:effectLst/>
                        <a:latin typeface="Times New Roman" panose="02020603050405020304" pitchFamily="18" charset="0"/>
                        <a:ea typeface="黑体" panose="02010609060101010101" pitchFamily="49" charset="-122"/>
                      </a:endParaRPr>
                    </a:p>
                  </a:txBody>
                  <a:tcPr marL="54000" marR="54000" marT="28800" marB="2880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lgn="l">
                        <a:spcBef>
                          <a:spcPct val="20000"/>
                        </a:spcBef>
                        <a:buClr>
                          <a:schemeClr val="folHlink"/>
                        </a:buClr>
                        <a:buSzPct val="60000"/>
                        <a:buFont typeface="Wingdings" panose="05000000000000000000" pitchFamily="2" charset="2"/>
                        <a:defRPr sz="2800">
                          <a:solidFill>
                            <a:schemeClr val="tx1"/>
                          </a:solidFill>
                          <a:latin typeface="Times New Roman" panose="02020603050405020304" pitchFamily="18" charset="0"/>
                          <a:ea typeface="黑体" panose="02010609060101010101" pitchFamily="49" charset="-122"/>
                        </a:defRPr>
                      </a:lvl1pPr>
                      <a:lvl2pPr marL="742950" indent="-285750" algn="l">
                        <a:spcBef>
                          <a:spcPct val="20000"/>
                        </a:spcBef>
                        <a:buClr>
                          <a:schemeClr val="hlink"/>
                        </a:buClr>
                        <a:buSzPct val="55000"/>
                        <a:buFont typeface="Wingdings" panose="05000000000000000000" pitchFamily="2" charset="2"/>
                        <a:defRPr sz="2400">
                          <a:solidFill>
                            <a:schemeClr val="tx1"/>
                          </a:solidFill>
                          <a:latin typeface="Times New Roman" panose="02020603050405020304" pitchFamily="18" charset="0"/>
                          <a:ea typeface="黑体" panose="02010609060101010101" pitchFamily="49" charset="-122"/>
                        </a:defRPr>
                      </a:lvl2pPr>
                      <a:lvl3pPr marL="1143000" indent="-228600" algn="l">
                        <a:spcBef>
                          <a:spcPct val="20000"/>
                        </a:spcBef>
                        <a:buClr>
                          <a:schemeClr val="folHlink"/>
                        </a:buClr>
                        <a:buSzPct val="50000"/>
                        <a:buFont typeface="Wingdings" panose="05000000000000000000" pitchFamily="2" charset="2"/>
                        <a:defRPr sz="2000">
                          <a:solidFill>
                            <a:schemeClr val="tx1"/>
                          </a:solidFill>
                          <a:latin typeface="Times New Roman" panose="02020603050405020304" pitchFamily="18" charset="0"/>
                          <a:ea typeface="黑体" panose="02010609060101010101" pitchFamily="49" charset="-122"/>
                        </a:defRPr>
                      </a:lvl3pPr>
                      <a:lvl4pPr marL="1600200" indent="-228600" algn="l">
                        <a:spcBef>
                          <a:spcPct val="20000"/>
                        </a:spcBef>
                        <a:buClr>
                          <a:schemeClr val="accent2"/>
                        </a:buClr>
                        <a:buSzPct val="55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4pPr>
                      <a:lvl5pPr marL="2057400" indent="-228600" algn="l">
                        <a:spcBef>
                          <a:spcPct val="20000"/>
                        </a:spcBef>
                        <a:buClr>
                          <a:schemeClr val="accent1"/>
                        </a:buClr>
                        <a:buSzPct val="50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9p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endParaRPr kumimoji="0" lang="zh-CN" altLang="zh-CN" sz="2400" b="0" i="0" u="none" strike="noStrike" cap="none" normalizeH="0" baseline="0">
                        <a:ln>
                          <a:noFill/>
                        </a:ln>
                        <a:solidFill>
                          <a:schemeClr val="tx1"/>
                        </a:solidFill>
                        <a:effectLst/>
                        <a:latin typeface="Times New Roman" panose="02020603050405020304" pitchFamily="18" charset="0"/>
                        <a:ea typeface="黑体" panose="02010609060101010101" pitchFamily="49" charset="-122"/>
                      </a:endParaRPr>
                    </a:p>
                  </a:txBody>
                  <a:tcPr marL="54000" marR="54000" marT="28800" marB="2880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lgn="l">
                        <a:spcBef>
                          <a:spcPct val="20000"/>
                        </a:spcBef>
                        <a:buClr>
                          <a:schemeClr val="folHlink"/>
                        </a:buClr>
                        <a:buSzPct val="60000"/>
                        <a:buFont typeface="Wingdings" panose="05000000000000000000" pitchFamily="2" charset="2"/>
                        <a:defRPr sz="2800">
                          <a:solidFill>
                            <a:schemeClr val="tx1"/>
                          </a:solidFill>
                          <a:latin typeface="Times New Roman" panose="02020603050405020304" pitchFamily="18" charset="0"/>
                          <a:ea typeface="黑体" panose="02010609060101010101" pitchFamily="49" charset="-122"/>
                        </a:defRPr>
                      </a:lvl1pPr>
                      <a:lvl2pPr marL="742950" indent="-285750" algn="l">
                        <a:spcBef>
                          <a:spcPct val="20000"/>
                        </a:spcBef>
                        <a:buClr>
                          <a:schemeClr val="hlink"/>
                        </a:buClr>
                        <a:buSzPct val="55000"/>
                        <a:buFont typeface="Wingdings" panose="05000000000000000000" pitchFamily="2" charset="2"/>
                        <a:defRPr sz="2400">
                          <a:solidFill>
                            <a:schemeClr val="tx1"/>
                          </a:solidFill>
                          <a:latin typeface="Times New Roman" panose="02020603050405020304" pitchFamily="18" charset="0"/>
                          <a:ea typeface="黑体" panose="02010609060101010101" pitchFamily="49" charset="-122"/>
                        </a:defRPr>
                      </a:lvl2pPr>
                      <a:lvl3pPr marL="1143000" indent="-228600" algn="l">
                        <a:spcBef>
                          <a:spcPct val="20000"/>
                        </a:spcBef>
                        <a:buClr>
                          <a:schemeClr val="folHlink"/>
                        </a:buClr>
                        <a:buSzPct val="50000"/>
                        <a:buFont typeface="Wingdings" panose="05000000000000000000" pitchFamily="2" charset="2"/>
                        <a:defRPr sz="2000">
                          <a:solidFill>
                            <a:schemeClr val="tx1"/>
                          </a:solidFill>
                          <a:latin typeface="Times New Roman" panose="02020603050405020304" pitchFamily="18" charset="0"/>
                          <a:ea typeface="黑体" panose="02010609060101010101" pitchFamily="49" charset="-122"/>
                        </a:defRPr>
                      </a:lvl3pPr>
                      <a:lvl4pPr marL="1600200" indent="-228600" algn="l">
                        <a:spcBef>
                          <a:spcPct val="20000"/>
                        </a:spcBef>
                        <a:buClr>
                          <a:schemeClr val="accent2"/>
                        </a:buClr>
                        <a:buSzPct val="55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4pPr>
                      <a:lvl5pPr marL="2057400" indent="-228600" algn="l">
                        <a:spcBef>
                          <a:spcPct val="20000"/>
                        </a:spcBef>
                        <a:buClr>
                          <a:schemeClr val="accent1"/>
                        </a:buClr>
                        <a:buSzPct val="50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9p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r>
                        <a:rPr kumimoji="0" lang="en-US" altLang="zh-CN" sz="2400" b="1" i="1" u="none" strike="noStrike" cap="none" normalizeH="0" baseline="0">
                          <a:ln>
                            <a:noFill/>
                          </a:ln>
                          <a:solidFill>
                            <a:schemeClr val="tx1"/>
                          </a:solidFill>
                          <a:effectLst/>
                          <a:latin typeface="Times New Roman" panose="02020603050405020304" pitchFamily="18" charset="0"/>
                          <a:ea typeface="黑体" panose="02010609060101010101" pitchFamily="49" charset="-122"/>
                        </a:rPr>
                        <a:t>F</a:t>
                      </a:r>
                      <a:r>
                        <a:rPr kumimoji="0" lang="en-US" altLang="zh-CN" sz="2400" b="1" i="0" u="none" strike="noStrike" cap="none" normalizeH="0" baseline="0">
                          <a:ln>
                            <a:noFill/>
                          </a:ln>
                          <a:solidFill>
                            <a:schemeClr val="tx1"/>
                          </a:solidFill>
                          <a:effectLst/>
                          <a:latin typeface="Times New Roman" panose="02020603050405020304" pitchFamily="18" charset="0"/>
                          <a:ea typeface="黑体" panose="02010609060101010101" pitchFamily="49" charset="-122"/>
                          <a:sym typeface="Symbol" panose="05050102010706020507" pitchFamily="18" charset="2"/>
                        </a:rPr>
                        <a:t>(</a:t>
                      </a:r>
                      <a:r>
                        <a:rPr kumimoji="0" lang="en-US" altLang="zh-CN" sz="2400" b="1" i="1" u="none" strike="noStrike" cap="none" normalizeH="0" baseline="0">
                          <a:ln>
                            <a:noFill/>
                          </a:ln>
                          <a:solidFill>
                            <a:schemeClr val="tx1"/>
                          </a:solidFill>
                          <a:effectLst/>
                          <a:latin typeface="Times New Roman" panose="02020603050405020304" pitchFamily="18" charset="0"/>
                          <a:ea typeface="黑体" panose="02010609060101010101" pitchFamily="49" charset="-122"/>
                          <a:sym typeface="Symbol" panose="05050102010706020507" pitchFamily="18" charset="2"/>
                        </a:rPr>
                        <a:t>E</a:t>
                      </a:r>
                      <a:r>
                        <a:rPr kumimoji="0" lang="en-US" altLang="zh-CN" sz="2400" b="1" i="0" u="none" strike="noStrike" cap="none" normalizeH="0" baseline="0">
                          <a:ln>
                            <a:noFill/>
                          </a:ln>
                          <a:solidFill>
                            <a:schemeClr val="tx1"/>
                          </a:solidFill>
                          <a:effectLst/>
                          <a:latin typeface="Times New Roman" panose="02020603050405020304" pitchFamily="18" charset="0"/>
                          <a:ea typeface="黑体" panose="02010609060101010101" pitchFamily="49" charset="-122"/>
                          <a:sym typeface="Symbol" panose="05050102010706020507" pitchFamily="18" charset="2"/>
                        </a:rPr>
                        <a:t>)</a:t>
                      </a:r>
                    </a:p>
                  </a:txBody>
                  <a:tcPr marL="54000" marR="54000" marT="28800" marB="2880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lgn="l">
                        <a:spcBef>
                          <a:spcPct val="20000"/>
                        </a:spcBef>
                        <a:buClr>
                          <a:schemeClr val="folHlink"/>
                        </a:buClr>
                        <a:buSzPct val="60000"/>
                        <a:buFont typeface="Wingdings" panose="05000000000000000000" pitchFamily="2" charset="2"/>
                        <a:defRPr sz="2800">
                          <a:solidFill>
                            <a:schemeClr val="tx1"/>
                          </a:solidFill>
                          <a:latin typeface="Times New Roman" panose="02020603050405020304" pitchFamily="18" charset="0"/>
                          <a:ea typeface="黑体" panose="02010609060101010101" pitchFamily="49" charset="-122"/>
                        </a:defRPr>
                      </a:lvl1pPr>
                      <a:lvl2pPr marL="742950" indent="-285750" algn="l">
                        <a:spcBef>
                          <a:spcPct val="20000"/>
                        </a:spcBef>
                        <a:buClr>
                          <a:schemeClr val="hlink"/>
                        </a:buClr>
                        <a:buSzPct val="55000"/>
                        <a:buFont typeface="Wingdings" panose="05000000000000000000" pitchFamily="2" charset="2"/>
                        <a:defRPr sz="2400">
                          <a:solidFill>
                            <a:schemeClr val="tx1"/>
                          </a:solidFill>
                          <a:latin typeface="Times New Roman" panose="02020603050405020304" pitchFamily="18" charset="0"/>
                          <a:ea typeface="黑体" panose="02010609060101010101" pitchFamily="49" charset="-122"/>
                        </a:defRPr>
                      </a:lvl2pPr>
                      <a:lvl3pPr marL="1143000" indent="-228600" algn="l">
                        <a:spcBef>
                          <a:spcPct val="20000"/>
                        </a:spcBef>
                        <a:buClr>
                          <a:schemeClr val="folHlink"/>
                        </a:buClr>
                        <a:buSzPct val="50000"/>
                        <a:buFont typeface="Wingdings" panose="05000000000000000000" pitchFamily="2" charset="2"/>
                        <a:defRPr sz="2000">
                          <a:solidFill>
                            <a:schemeClr val="tx1"/>
                          </a:solidFill>
                          <a:latin typeface="Times New Roman" panose="02020603050405020304" pitchFamily="18" charset="0"/>
                          <a:ea typeface="黑体" panose="02010609060101010101" pitchFamily="49" charset="-122"/>
                        </a:defRPr>
                      </a:lvl3pPr>
                      <a:lvl4pPr marL="1600200" indent="-228600" algn="l">
                        <a:spcBef>
                          <a:spcPct val="20000"/>
                        </a:spcBef>
                        <a:buClr>
                          <a:schemeClr val="accent2"/>
                        </a:buClr>
                        <a:buSzPct val="55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4pPr>
                      <a:lvl5pPr marL="2057400" indent="-228600" algn="l">
                        <a:spcBef>
                          <a:spcPct val="20000"/>
                        </a:spcBef>
                        <a:buClr>
                          <a:schemeClr val="accent1"/>
                        </a:buClr>
                        <a:buSzPct val="50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9p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endParaRPr kumimoji="0" lang="zh-CN" altLang="zh-CN" sz="2400" b="0" i="0" u="none" strike="noStrike" cap="none" normalizeH="0" baseline="0">
                        <a:ln>
                          <a:noFill/>
                        </a:ln>
                        <a:solidFill>
                          <a:schemeClr val="tx1"/>
                        </a:solidFill>
                        <a:effectLst/>
                        <a:latin typeface="Times New Roman" panose="02020603050405020304" pitchFamily="18" charset="0"/>
                        <a:ea typeface="黑体" panose="02010609060101010101" pitchFamily="49" charset="-122"/>
                      </a:endParaRPr>
                    </a:p>
                  </a:txBody>
                  <a:tcPr marL="54000" marR="54000" marT="28800" marB="2880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lgn="l">
                        <a:spcBef>
                          <a:spcPct val="20000"/>
                        </a:spcBef>
                        <a:buClr>
                          <a:schemeClr val="folHlink"/>
                        </a:buClr>
                        <a:buSzPct val="60000"/>
                        <a:buFont typeface="Wingdings" panose="05000000000000000000" pitchFamily="2" charset="2"/>
                        <a:defRPr sz="2800">
                          <a:solidFill>
                            <a:schemeClr val="tx1"/>
                          </a:solidFill>
                          <a:latin typeface="Times New Roman" panose="02020603050405020304" pitchFamily="18" charset="0"/>
                          <a:ea typeface="黑体" panose="02010609060101010101" pitchFamily="49" charset="-122"/>
                        </a:defRPr>
                      </a:lvl1pPr>
                      <a:lvl2pPr marL="742950" indent="-285750" algn="l">
                        <a:spcBef>
                          <a:spcPct val="20000"/>
                        </a:spcBef>
                        <a:buClr>
                          <a:schemeClr val="hlink"/>
                        </a:buClr>
                        <a:buSzPct val="55000"/>
                        <a:buFont typeface="Wingdings" panose="05000000000000000000" pitchFamily="2" charset="2"/>
                        <a:defRPr sz="2400">
                          <a:solidFill>
                            <a:schemeClr val="tx1"/>
                          </a:solidFill>
                          <a:latin typeface="Times New Roman" panose="02020603050405020304" pitchFamily="18" charset="0"/>
                          <a:ea typeface="黑体" panose="02010609060101010101" pitchFamily="49" charset="-122"/>
                        </a:defRPr>
                      </a:lvl2pPr>
                      <a:lvl3pPr marL="1143000" indent="-228600" algn="l">
                        <a:spcBef>
                          <a:spcPct val="20000"/>
                        </a:spcBef>
                        <a:buClr>
                          <a:schemeClr val="folHlink"/>
                        </a:buClr>
                        <a:buSzPct val="50000"/>
                        <a:buFont typeface="Wingdings" panose="05000000000000000000" pitchFamily="2" charset="2"/>
                        <a:defRPr sz="2000">
                          <a:solidFill>
                            <a:schemeClr val="tx1"/>
                          </a:solidFill>
                          <a:latin typeface="Times New Roman" panose="02020603050405020304" pitchFamily="18" charset="0"/>
                          <a:ea typeface="黑体" panose="02010609060101010101" pitchFamily="49" charset="-122"/>
                        </a:defRPr>
                      </a:lvl3pPr>
                      <a:lvl4pPr marL="1600200" indent="-228600" algn="l">
                        <a:spcBef>
                          <a:spcPct val="20000"/>
                        </a:spcBef>
                        <a:buClr>
                          <a:schemeClr val="accent2"/>
                        </a:buClr>
                        <a:buSzPct val="55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4pPr>
                      <a:lvl5pPr marL="2057400" indent="-228600" algn="l">
                        <a:spcBef>
                          <a:spcPct val="20000"/>
                        </a:spcBef>
                        <a:buClr>
                          <a:schemeClr val="accent1"/>
                        </a:buClr>
                        <a:buSzPct val="50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9p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endParaRPr kumimoji="0" lang="zh-CN" altLang="zh-CN" sz="2400" b="0" i="0" u="none" strike="noStrike" cap="none" normalizeH="0" baseline="0" dirty="0">
                        <a:ln>
                          <a:noFill/>
                        </a:ln>
                        <a:solidFill>
                          <a:schemeClr val="tx1"/>
                        </a:solidFill>
                        <a:effectLst/>
                        <a:latin typeface="Times New Roman" panose="02020603050405020304" pitchFamily="18" charset="0"/>
                        <a:ea typeface="黑体" panose="02010609060101010101" pitchFamily="49" charset="-122"/>
                      </a:endParaRPr>
                    </a:p>
                  </a:txBody>
                  <a:tcPr marL="54000" marR="54000" marT="28800" marB="28800" anchor="ct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6"/>
                  </a:ext>
                </a:extLst>
              </a:tr>
            </a:tbl>
          </a:graphicData>
        </a:graphic>
      </p:graphicFrame>
      <p:sp>
        <p:nvSpPr>
          <p:cNvPr id="2" name="日期占位符 1">
            <a:extLst>
              <a:ext uri="{FF2B5EF4-FFF2-40B4-BE49-F238E27FC236}">
                <a16:creationId xmlns:a16="http://schemas.microsoft.com/office/drawing/2014/main" id="{2BC3FAF3-E8BB-1D6B-30CE-AD79772DF0E6}"/>
              </a:ext>
            </a:extLst>
          </p:cNvPr>
          <p:cNvSpPr>
            <a:spLocks noGrp="1"/>
          </p:cNvSpPr>
          <p:nvPr>
            <p:ph type="dt" sz="half" idx="10"/>
          </p:nvPr>
        </p:nvSpPr>
        <p:spPr/>
        <p:txBody>
          <a:bodyPr/>
          <a:lstStyle/>
          <a:p>
            <a:fld id="{B0EED300-E0EF-4772-AEB3-E78EA92D9CEF}" type="datetime2">
              <a:rPr lang="zh-CN" altLang="en-US" smtClean="0"/>
              <a:pPr/>
              <a:t>2025年11月26日</a:t>
            </a:fld>
            <a:endParaRPr lang="zh-CN" altLang="en-US"/>
          </a:p>
        </p:txBody>
      </p:sp>
      <p:sp>
        <p:nvSpPr>
          <p:cNvPr id="3" name="页脚占位符 2">
            <a:extLst>
              <a:ext uri="{FF2B5EF4-FFF2-40B4-BE49-F238E27FC236}">
                <a16:creationId xmlns:a16="http://schemas.microsoft.com/office/drawing/2014/main" id="{22679A1C-F507-D4C5-F5D0-865617C06585}"/>
              </a:ext>
            </a:extLst>
          </p:cNvPr>
          <p:cNvSpPr>
            <a:spLocks noGrp="1"/>
          </p:cNvSpPr>
          <p:nvPr>
            <p:ph type="ftr" sz="quarter" idx="11"/>
          </p:nvPr>
        </p:nvSpPr>
        <p:spPr/>
        <p:txBody>
          <a:bodyPr/>
          <a:lstStyle/>
          <a:p>
            <a:r>
              <a:rPr lang="zh-CN" altLang="en-US"/>
              <a:t>编译原理</a:t>
            </a:r>
            <a:r>
              <a:rPr lang="en-US" altLang="zh-CN"/>
              <a:t>-</a:t>
            </a:r>
            <a:r>
              <a:rPr lang="zh-CN" altLang="en-US"/>
              <a:t>王欣捷</a:t>
            </a:r>
            <a:r>
              <a:rPr lang="en-US" altLang="zh-CN"/>
              <a:t>-</a:t>
            </a:r>
            <a:r>
              <a:rPr lang="zh-CN" altLang="en-US"/>
              <a:t>第三章 语法分析</a:t>
            </a:r>
            <a:r>
              <a:rPr lang="en-US" altLang="zh-CN"/>
              <a:t>(4)</a:t>
            </a:r>
            <a:endParaRPr lang="zh-CN" altLang="en-US"/>
          </a:p>
        </p:txBody>
      </p:sp>
      <p:sp>
        <p:nvSpPr>
          <p:cNvPr id="5" name="灯片编号占位符 4">
            <a:extLst>
              <a:ext uri="{FF2B5EF4-FFF2-40B4-BE49-F238E27FC236}">
                <a16:creationId xmlns:a16="http://schemas.microsoft.com/office/drawing/2014/main" id="{FE7B35EF-292A-0186-6C61-76D04C2E2D8C}"/>
              </a:ext>
            </a:extLst>
          </p:cNvPr>
          <p:cNvSpPr>
            <a:spLocks noGrp="1"/>
          </p:cNvSpPr>
          <p:nvPr>
            <p:ph type="sldNum" sz="quarter" idx="12"/>
          </p:nvPr>
        </p:nvSpPr>
        <p:spPr/>
        <p:txBody>
          <a:bodyPr/>
          <a:lstStyle/>
          <a:p>
            <a:fld id="{094DEB03-EFC6-4C20-8FC8-295189A5386F}" type="slidenum">
              <a:rPr lang="zh-CN" altLang="en-US" smtClean="0"/>
              <a:pPr/>
              <a:t>88</a:t>
            </a:fld>
            <a:endParaRPr lang="zh-CN" altLang="en-US"/>
          </a:p>
        </p:txBody>
      </p:sp>
    </p:spTree>
  </p:cSld>
  <p:clrMapOvr>
    <a:masterClrMapping/>
  </p:clrMapOvr>
</p:sld>
</file>

<file path=ppt/slides/slide8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7282" name="Rectangle 2">
            <a:extLst>
              <a:ext uri="{FF2B5EF4-FFF2-40B4-BE49-F238E27FC236}">
                <a16:creationId xmlns:a16="http://schemas.microsoft.com/office/drawing/2014/main" id="{24155964-9796-428C-95FA-75E9E6AB0960}"/>
              </a:ext>
            </a:extLst>
          </p:cNvPr>
          <p:cNvSpPr>
            <a:spLocks noGrp="1" noChangeArrowheads="1"/>
          </p:cNvSpPr>
          <p:nvPr>
            <p:ph type="title"/>
          </p:nvPr>
        </p:nvSpPr>
        <p:spPr/>
        <p:txBody>
          <a:bodyPr/>
          <a:lstStyle/>
          <a:p>
            <a:pPr eaLnBrk="1" hangingPunct="1"/>
            <a:r>
              <a:rPr lang="en-US" altLang="zh-CN"/>
              <a:t>3.3.6 </a:t>
            </a:r>
            <a:r>
              <a:rPr lang="zh-CN" altLang="en-US"/>
              <a:t>预测分析的错误恢复</a:t>
            </a:r>
          </a:p>
        </p:txBody>
      </p:sp>
      <p:sp>
        <p:nvSpPr>
          <p:cNvPr id="4" name="内容占位符 3">
            <a:extLst>
              <a:ext uri="{FF2B5EF4-FFF2-40B4-BE49-F238E27FC236}">
                <a16:creationId xmlns:a16="http://schemas.microsoft.com/office/drawing/2014/main" id="{5E5AB532-B37F-4D30-BEFF-DC26EF81833B}"/>
              </a:ext>
            </a:extLst>
          </p:cNvPr>
          <p:cNvSpPr>
            <a:spLocks noGrp="1"/>
          </p:cNvSpPr>
          <p:nvPr>
            <p:ph idx="1"/>
          </p:nvPr>
        </p:nvSpPr>
        <p:spPr/>
        <p:txBody>
          <a:bodyPr/>
          <a:lstStyle/>
          <a:p>
            <a:r>
              <a:rPr lang="en-US" altLang="zh-CN" sz="3200" b="1">
                <a:solidFill>
                  <a:schemeClr val="accent2"/>
                </a:solidFill>
                <a:ea typeface="宋体" panose="02010600030101010101" pitchFamily="2" charset="-122"/>
              </a:rPr>
              <a:t>FOLLOW(</a:t>
            </a:r>
            <a:r>
              <a:rPr lang="en-US" altLang="zh-CN" sz="3200" b="1" i="1">
                <a:solidFill>
                  <a:schemeClr val="accent2"/>
                </a:solidFill>
                <a:ea typeface="宋体" panose="02010600030101010101" pitchFamily="2" charset="-122"/>
              </a:rPr>
              <a:t>F </a:t>
            </a:r>
            <a:r>
              <a:rPr lang="en-US" altLang="zh-CN" sz="3200" b="1">
                <a:solidFill>
                  <a:schemeClr val="accent2"/>
                </a:solidFill>
                <a:ea typeface="宋体" panose="02010600030101010101" pitchFamily="2" charset="-122"/>
              </a:rPr>
              <a:t>) = {+, </a:t>
            </a:r>
            <a:r>
              <a:rPr lang="en-US" altLang="zh-CN" sz="3200" b="1">
                <a:solidFill>
                  <a:schemeClr val="accent2"/>
                </a:solidFill>
                <a:ea typeface="宋体" panose="02010600030101010101" pitchFamily="2" charset="-122"/>
                <a:sym typeface="Symbol" panose="05050102010706020507" pitchFamily="18" charset="2"/>
              </a:rPr>
              <a:t></a:t>
            </a:r>
            <a:r>
              <a:rPr lang="en-US" altLang="zh-CN" sz="3200" b="1">
                <a:solidFill>
                  <a:schemeClr val="accent2"/>
                </a:solidFill>
                <a:ea typeface="宋体" panose="02010600030101010101" pitchFamily="2" charset="-122"/>
              </a:rPr>
              <a:t>, ), $}</a:t>
            </a:r>
          </a:p>
        </p:txBody>
      </p:sp>
      <p:graphicFrame>
        <p:nvGraphicFramePr>
          <p:cNvPr id="8" name="Group 3">
            <a:extLst>
              <a:ext uri="{FF2B5EF4-FFF2-40B4-BE49-F238E27FC236}">
                <a16:creationId xmlns:a16="http://schemas.microsoft.com/office/drawing/2014/main" id="{44D4D9AE-0972-4BB6-9589-EB3A1F26DDBB}"/>
              </a:ext>
            </a:extLst>
          </p:cNvPr>
          <p:cNvGraphicFramePr>
            <a:graphicFrameLocks/>
          </p:cNvGraphicFramePr>
          <p:nvPr>
            <p:extLst>
              <p:ext uri="{D42A27DB-BD31-4B8C-83A1-F6EECF244321}">
                <p14:modId xmlns:p14="http://schemas.microsoft.com/office/powerpoint/2010/main" val="3326380042"/>
              </p:ext>
            </p:extLst>
          </p:nvPr>
        </p:nvGraphicFramePr>
        <p:xfrm>
          <a:off x="208756" y="2160000"/>
          <a:ext cx="8726488" cy="4114803"/>
        </p:xfrm>
        <a:graphic>
          <a:graphicData uri="http://schemas.openxmlformats.org/drawingml/2006/table">
            <a:tbl>
              <a:tblPr/>
              <a:tblGrid>
                <a:gridCol w="1066800">
                  <a:extLst>
                    <a:ext uri="{9D8B030D-6E8A-4147-A177-3AD203B41FA5}">
                      <a16:colId xmlns:a16="http://schemas.microsoft.com/office/drawing/2014/main" val="20000"/>
                    </a:ext>
                  </a:extLst>
                </a:gridCol>
                <a:gridCol w="1295400">
                  <a:extLst>
                    <a:ext uri="{9D8B030D-6E8A-4147-A177-3AD203B41FA5}">
                      <a16:colId xmlns:a16="http://schemas.microsoft.com/office/drawing/2014/main" val="20001"/>
                    </a:ext>
                  </a:extLst>
                </a:gridCol>
                <a:gridCol w="1379538">
                  <a:extLst>
                    <a:ext uri="{9D8B030D-6E8A-4147-A177-3AD203B41FA5}">
                      <a16:colId xmlns:a16="http://schemas.microsoft.com/office/drawing/2014/main" val="20002"/>
                    </a:ext>
                  </a:extLst>
                </a:gridCol>
                <a:gridCol w="1516062">
                  <a:extLst>
                    <a:ext uri="{9D8B030D-6E8A-4147-A177-3AD203B41FA5}">
                      <a16:colId xmlns:a16="http://schemas.microsoft.com/office/drawing/2014/main" val="20003"/>
                    </a:ext>
                  </a:extLst>
                </a:gridCol>
                <a:gridCol w="1143000">
                  <a:extLst>
                    <a:ext uri="{9D8B030D-6E8A-4147-A177-3AD203B41FA5}">
                      <a16:colId xmlns:a16="http://schemas.microsoft.com/office/drawing/2014/main" val="20004"/>
                    </a:ext>
                  </a:extLst>
                </a:gridCol>
                <a:gridCol w="1219200">
                  <a:extLst>
                    <a:ext uri="{9D8B030D-6E8A-4147-A177-3AD203B41FA5}">
                      <a16:colId xmlns:a16="http://schemas.microsoft.com/office/drawing/2014/main" val="20005"/>
                    </a:ext>
                  </a:extLst>
                </a:gridCol>
                <a:gridCol w="1106488">
                  <a:extLst>
                    <a:ext uri="{9D8B030D-6E8A-4147-A177-3AD203B41FA5}">
                      <a16:colId xmlns:a16="http://schemas.microsoft.com/office/drawing/2014/main" val="20006"/>
                    </a:ext>
                  </a:extLst>
                </a:gridCol>
              </a:tblGrid>
              <a:tr h="588963">
                <a:tc rowSpan="2">
                  <a:txBody>
                    <a:bodyPr/>
                    <a:lstStyle>
                      <a:lvl1pPr algn="l">
                        <a:spcBef>
                          <a:spcPct val="20000"/>
                        </a:spcBef>
                        <a:buClr>
                          <a:schemeClr val="folHlink"/>
                        </a:buClr>
                        <a:buSzPct val="60000"/>
                        <a:buFont typeface="Wingdings" panose="05000000000000000000" pitchFamily="2" charset="2"/>
                        <a:defRPr sz="2800">
                          <a:solidFill>
                            <a:schemeClr val="tx1"/>
                          </a:solidFill>
                          <a:latin typeface="Times New Roman" panose="02020603050405020304" pitchFamily="18" charset="0"/>
                          <a:ea typeface="黑体" panose="02010609060101010101" pitchFamily="49" charset="-122"/>
                        </a:defRPr>
                      </a:lvl1pPr>
                      <a:lvl2pPr marL="742950" indent="-285750" algn="l">
                        <a:spcBef>
                          <a:spcPct val="20000"/>
                        </a:spcBef>
                        <a:buClr>
                          <a:schemeClr val="hlink"/>
                        </a:buClr>
                        <a:buSzPct val="55000"/>
                        <a:buFont typeface="Wingdings" panose="05000000000000000000" pitchFamily="2" charset="2"/>
                        <a:defRPr sz="2400">
                          <a:solidFill>
                            <a:schemeClr val="tx1"/>
                          </a:solidFill>
                          <a:latin typeface="Times New Roman" panose="02020603050405020304" pitchFamily="18" charset="0"/>
                          <a:ea typeface="黑体" panose="02010609060101010101" pitchFamily="49" charset="-122"/>
                        </a:defRPr>
                      </a:lvl2pPr>
                      <a:lvl3pPr marL="1143000" indent="-228600" algn="l">
                        <a:spcBef>
                          <a:spcPct val="20000"/>
                        </a:spcBef>
                        <a:buClr>
                          <a:schemeClr val="folHlink"/>
                        </a:buClr>
                        <a:buSzPct val="50000"/>
                        <a:buFont typeface="Wingdings" panose="05000000000000000000" pitchFamily="2" charset="2"/>
                        <a:defRPr sz="2000">
                          <a:solidFill>
                            <a:schemeClr val="tx1"/>
                          </a:solidFill>
                          <a:latin typeface="Times New Roman" panose="02020603050405020304" pitchFamily="18" charset="0"/>
                          <a:ea typeface="黑体" panose="02010609060101010101" pitchFamily="49" charset="-122"/>
                        </a:defRPr>
                      </a:lvl3pPr>
                      <a:lvl4pPr marL="1600200" indent="-228600" algn="l">
                        <a:spcBef>
                          <a:spcPct val="20000"/>
                        </a:spcBef>
                        <a:buClr>
                          <a:schemeClr val="accent2"/>
                        </a:buClr>
                        <a:buSzPct val="55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4pPr>
                      <a:lvl5pPr marL="2057400" indent="-228600" algn="l">
                        <a:spcBef>
                          <a:spcPct val="20000"/>
                        </a:spcBef>
                        <a:buClr>
                          <a:schemeClr val="accent1"/>
                        </a:buClr>
                        <a:buSzPct val="50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9p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r>
                        <a:rPr kumimoji="0" lang="zh-CN" altLang="en-US" sz="2400" b="0" i="0" u="none" strike="noStrike" cap="none" normalizeH="0" baseline="0">
                          <a:ln>
                            <a:noFill/>
                          </a:ln>
                          <a:solidFill>
                            <a:schemeClr val="tx1"/>
                          </a:solidFill>
                          <a:effectLst/>
                          <a:latin typeface="Times New Roman" panose="02020603050405020304" pitchFamily="18" charset="0"/>
                          <a:ea typeface="黑体" panose="02010609060101010101" pitchFamily="49" charset="-122"/>
                        </a:rPr>
                        <a:t>非 终结 符</a:t>
                      </a:r>
                    </a:p>
                  </a:txBody>
                  <a:tcPr marL="54000" marR="54000" marT="28800" marB="28800" anchor="ct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gridSpan="6">
                  <a:txBody>
                    <a:bodyPr/>
                    <a:lstStyle>
                      <a:lvl1pPr algn="l">
                        <a:spcBef>
                          <a:spcPct val="20000"/>
                        </a:spcBef>
                        <a:buClr>
                          <a:schemeClr val="folHlink"/>
                        </a:buClr>
                        <a:buSzPct val="60000"/>
                        <a:buFont typeface="Wingdings" panose="05000000000000000000" pitchFamily="2" charset="2"/>
                        <a:defRPr sz="2800">
                          <a:solidFill>
                            <a:schemeClr val="tx1"/>
                          </a:solidFill>
                          <a:latin typeface="Times New Roman" panose="02020603050405020304" pitchFamily="18" charset="0"/>
                          <a:ea typeface="黑体" panose="02010609060101010101" pitchFamily="49" charset="-122"/>
                        </a:defRPr>
                      </a:lvl1pPr>
                      <a:lvl2pPr marL="742950" indent="-285750" algn="l">
                        <a:spcBef>
                          <a:spcPct val="20000"/>
                        </a:spcBef>
                        <a:buClr>
                          <a:schemeClr val="hlink"/>
                        </a:buClr>
                        <a:buSzPct val="55000"/>
                        <a:buFont typeface="Wingdings" panose="05000000000000000000" pitchFamily="2" charset="2"/>
                        <a:defRPr sz="2400">
                          <a:solidFill>
                            <a:schemeClr val="tx1"/>
                          </a:solidFill>
                          <a:latin typeface="Times New Roman" panose="02020603050405020304" pitchFamily="18" charset="0"/>
                          <a:ea typeface="黑体" panose="02010609060101010101" pitchFamily="49" charset="-122"/>
                        </a:defRPr>
                      </a:lvl2pPr>
                      <a:lvl3pPr marL="1143000" indent="-228600" algn="l">
                        <a:spcBef>
                          <a:spcPct val="20000"/>
                        </a:spcBef>
                        <a:buClr>
                          <a:schemeClr val="folHlink"/>
                        </a:buClr>
                        <a:buSzPct val="50000"/>
                        <a:buFont typeface="Wingdings" panose="05000000000000000000" pitchFamily="2" charset="2"/>
                        <a:defRPr sz="2000">
                          <a:solidFill>
                            <a:schemeClr val="tx1"/>
                          </a:solidFill>
                          <a:latin typeface="Times New Roman" panose="02020603050405020304" pitchFamily="18" charset="0"/>
                          <a:ea typeface="黑体" panose="02010609060101010101" pitchFamily="49" charset="-122"/>
                        </a:defRPr>
                      </a:lvl3pPr>
                      <a:lvl4pPr marL="1600200" indent="-228600" algn="l">
                        <a:spcBef>
                          <a:spcPct val="20000"/>
                        </a:spcBef>
                        <a:buClr>
                          <a:schemeClr val="accent2"/>
                        </a:buClr>
                        <a:buSzPct val="55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4pPr>
                      <a:lvl5pPr marL="2057400" indent="-228600" algn="l">
                        <a:spcBef>
                          <a:spcPct val="20000"/>
                        </a:spcBef>
                        <a:buClr>
                          <a:schemeClr val="accent1"/>
                        </a:buClr>
                        <a:buSzPct val="50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9p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r>
                        <a:rPr kumimoji="0" lang="zh-CN" altLang="en-US" sz="2400" b="0" i="0" u="none" strike="noStrike" cap="none" normalizeH="0" baseline="0">
                          <a:ln>
                            <a:noFill/>
                          </a:ln>
                          <a:solidFill>
                            <a:schemeClr val="tx1"/>
                          </a:solidFill>
                          <a:effectLst/>
                          <a:latin typeface="Times New Roman" panose="02020603050405020304" pitchFamily="18" charset="0"/>
                          <a:ea typeface="黑体" panose="02010609060101010101" pitchFamily="49" charset="-122"/>
                        </a:rPr>
                        <a:t>输 入 符 号</a:t>
                      </a:r>
                    </a:p>
                  </a:txBody>
                  <a:tcPr marL="54000" marR="54000" marT="28800" marB="28800" anchor="ct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extLst>
                  <a:ext uri="{0D108BD9-81ED-4DB2-BD59-A6C34878D82A}">
                    <a16:rowId xmlns:a16="http://schemas.microsoft.com/office/drawing/2014/main" val="10000"/>
                  </a:ext>
                </a:extLst>
              </a:tr>
              <a:tr h="585788">
                <a:tc vMerge="1">
                  <a:txBody>
                    <a:bodyPr/>
                    <a:lstStyle/>
                    <a:p>
                      <a:endParaRPr lang="zh-CN" altLang="en-US"/>
                    </a:p>
                  </a:txBody>
                  <a:tcPr/>
                </a:tc>
                <a:tc>
                  <a:txBody>
                    <a:bodyPr/>
                    <a:lstStyle>
                      <a:lvl1pPr algn="l">
                        <a:spcBef>
                          <a:spcPct val="20000"/>
                        </a:spcBef>
                        <a:buClr>
                          <a:schemeClr val="folHlink"/>
                        </a:buClr>
                        <a:buSzPct val="60000"/>
                        <a:buFont typeface="Wingdings" panose="05000000000000000000" pitchFamily="2" charset="2"/>
                        <a:defRPr sz="2800">
                          <a:solidFill>
                            <a:schemeClr val="tx1"/>
                          </a:solidFill>
                          <a:latin typeface="Times New Roman" panose="02020603050405020304" pitchFamily="18" charset="0"/>
                          <a:ea typeface="黑体" panose="02010609060101010101" pitchFamily="49" charset="-122"/>
                        </a:defRPr>
                      </a:lvl1pPr>
                      <a:lvl2pPr marL="742950" indent="-285750" algn="l">
                        <a:spcBef>
                          <a:spcPct val="20000"/>
                        </a:spcBef>
                        <a:buClr>
                          <a:schemeClr val="hlink"/>
                        </a:buClr>
                        <a:buSzPct val="55000"/>
                        <a:buFont typeface="Wingdings" panose="05000000000000000000" pitchFamily="2" charset="2"/>
                        <a:defRPr sz="2400">
                          <a:solidFill>
                            <a:schemeClr val="tx1"/>
                          </a:solidFill>
                          <a:latin typeface="Times New Roman" panose="02020603050405020304" pitchFamily="18" charset="0"/>
                          <a:ea typeface="黑体" panose="02010609060101010101" pitchFamily="49" charset="-122"/>
                        </a:defRPr>
                      </a:lvl2pPr>
                      <a:lvl3pPr marL="1143000" indent="-228600" algn="l">
                        <a:spcBef>
                          <a:spcPct val="20000"/>
                        </a:spcBef>
                        <a:buClr>
                          <a:schemeClr val="folHlink"/>
                        </a:buClr>
                        <a:buSzPct val="50000"/>
                        <a:buFont typeface="Wingdings" panose="05000000000000000000" pitchFamily="2" charset="2"/>
                        <a:defRPr sz="2000">
                          <a:solidFill>
                            <a:schemeClr val="tx1"/>
                          </a:solidFill>
                          <a:latin typeface="Times New Roman" panose="02020603050405020304" pitchFamily="18" charset="0"/>
                          <a:ea typeface="黑体" panose="02010609060101010101" pitchFamily="49" charset="-122"/>
                        </a:defRPr>
                      </a:lvl3pPr>
                      <a:lvl4pPr marL="1600200" indent="-228600" algn="l">
                        <a:spcBef>
                          <a:spcPct val="20000"/>
                        </a:spcBef>
                        <a:buClr>
                          <a:schemeClr val="accent2"/>
                        </a:buClr>
                        <a:buSzPct val="55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4pPr>
                      <a:lvl5pPr marL="2057400" indent="-228600" algn="l">
                        <a:spcBef>
                          <a:spcPct val="20000"/>
                        </a:spcBef>
                        <a:buClr>
                          <a:schemeClr val="accent1"/>
                        </a:buClr>
                        <a:buSzPct val="50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9p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r>
                        <a:rPr kumimoji="0" lang="en-US" altLang="zh-CN" sz="2400" b="1" i="0" u="none" strike="noStrike" cap="none" normalizeH="0" baseline="0">
                          <a:ln>
                            <a:noFill/>
                          </a:ln>
                          <a:solidFill>
                            <a:schemeClr val="tx1"/>
                          </a:solidFill>
                          <a:effectLst/>
                          <a:latin typeface="Times New Roman" panose="02020603050405020304" pitchFamily="18" charset="0"/>
                          <a:ea typeface="黑体" panose="02010609060101010101" pitchFamily="49" charset="-122"/>
                        </a:rPr>
                        <a:t>id</a:t>
                      </a:r>
                    </a:p>
                  </a:txBody>
                  <a:tcPr marL="54000" marR="54000" marT="28800" marB="2880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lgn="l">
                        <a:spcBef>
                          <a:spcPct val="20000"/>
                        </a:spcBef>
                        <a:buClr>
                          <a:schemeClr val="folHlink"/>
                        </a:buClr>
                        <a:buSzPct val="60000"/>
                        <a:buFont typeface="Wingdings" panose="05000000000000000000" pitchFamily="2" charset="2"/>
                        <a:defRPr sz="2800">
                          <a:solidFill>
                            <a:schemeClr val="tx1"/>
                          </a:solidFill>
                          <a:latin typeface="Times New Roman" panose="02020603050405020304" pitchFamily="18" charset="0"/>
                          <a:ea typeface="黑体" panose="02010609060101010101" pitchFamily="49" charset="-122"/>
                        </a:defRPr>
                      </a:lvl1pPr>
                      <a:lvl2pPr marL="742950" indent="-285750" algn="l">
                        <a:spcBef>
                          <a:spcPct val="20000"/>
                        </a:spcBef>
                        <a:buClr>
                          <a:schemeClr val="hlink"/>
                        </a:buClr>
                        <a:buSzPct val="55000"/>
                        <a:buFont typeface="Wingdings" panose="05000000000000000000" pitchFamily="2" charset="2"/>
                        <a:defRPr sz="2400">
                          <a:solidFill>
                            <a:schemeClr val="tx1"/>
                          </a:solidFill>
                          <a:latin typeface="Times New Roman" panose="02020603050405020304" pitchFamily="18" charset="0"/>
                          <a:ea typeface="黑体" panose="02010609060101010101" pitchFamily="49" charset="-122"/>
                        </a:defRPr>
                      </a:lvl2pPr>
                      <a:lvl3pPr marL="1143000" indent="-228600" algn="l">
                        <a:spcBef>
                          <a:spcPct val="20000"/>
                        </a:spcBef>
                        <a:buClr>
                          <a:schemeClr val="folHlink"/>
                        </a:buClr>
                        <a:buSzPct val="50000"/>
                        <a:buFont typeface="Wingdings" panose="05000000000000000000" pitchFamily="2" charset="2"/>
                        <a:defRPr sz="2000">
                          <a:solidFill>
                            <a:schemeClr val="tx1"/>
                          </a:solidFill>
                          <a:latin typeface="Times New Roman" panose="02020603050405020304" pitchFamily="18" charset="0"/>
                          <a:ea typeface="黑体" panose="02010609060101010101" pitchFamily="49" charset="-122"/>
                        </a:defRPr>
                      </a:lvl3pPr>
                      <a:lvl4pPr marL="1600200" indent="-228600" algn="l">
                        <a:spcBef>
                          <a:spcPct val="20000"/>
                        </a:spcBef>
                        <a:buClr>
                          <a:schemeClr val="accent2"/>
                        </a:buClr>
                        <a:buSzPct val="55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4pPr>
                      <a:lvl5pPr marL="2057400" indent="-228600" algn="l">
                        <a:spcBef>
                          <a:spcPct val="20000"/>
                        </a:spcBef>
                        <a:buClr>
                          <a:schemeClr val="accent1"/>
                        </a:buClr>
                        <a:buSzPct val="50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9p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r>
                        <a:rPr kumimoji="0" lang="en-US" altLang="zh-CN" sz="2400" b="1" i="0" u="none" strike="noStrike" cap="none" normalizeH="0" baseline="0">
                          <a:ln>
                            <a:noFill/>
                          </a:ln>
                          <a:solidFill>
                            <a:schemeClr val="tx1"/>
                          </a:solidFill>
                          <a:effectLst/>
                          <a:latin typeface="Times New Roman" panose="02020603050405020304" pitchFamily="18" charset="0"/>
                          <a:ea typeface="黑体" panose="02010609060101010101" pitchFamily="49" charset="-122"/>
                        </a:rPr>
                        <a:t>+</a:t>
                      </a:r>
                    </a:p>
                  </a:txBody>
                  <a:tcPr marL="54000" marR="54000" marT="28800" marB="2880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lgn="l">
                        <a:spcBef>
                          <a:spcPct val="20000"/>
                        </a:spcBef>
                        <a:buClr>
                          <a:schemeClr val="folHlink"/>
                        </a:buClr>
                        <a:buSzPct val="60000"/>
                        <a:buFont typeface="Wingdings" panose="05000000000000000000" pitchFamily="2" charset="2"/>
                        <a:defRPr sz="2800">
                          <a:solidFill>
                            <a:schemeClr val="tx1"/>
                          </a:solidFill>
                          <a:latin typeface="Times New Roman" panose="02020603050405020304" pitchFamily="18" charset="0"/>
                          <a:ea typeface="黑体" panose="02010609060101010101" pitchFamily="49" charset="-122"/>
                        </a:defRPr>
                      </a:lvl1pPr>
                      <a:lvl2pPr marL="742950" indent="-285750" algn="l">
                        <a:spcBef>
                          <a:spcPct val="20000"/>
                        </a:spcBef>
                        <a:buClr>
                          <a:schemeClr val="hlink"/>
                        </a:buClr>
                        <a:buSzPct val="55000"/>
                        <a:buFont typeface="Wingdings" panose="05000000000000000000" pitchFamily="2" charset="2"/>
                        <a:defRPr sz="2400">
                          <a:solidFill>
                            <a:schemeClr val="tx1"/>
                          </a:solidFill>
                          <a:latin typeface="Times New Roman" panose="02020603050405020304" pitchFamily="18" charset="0"/>
                          <a:ea typeface="黑体" panose="02010609060101010101" pitchFamily="49" charset="-122"/>
                        </a:defRPr>
                      </a:lvl2pPr>
                      <a:lvl3pPr marL="1143000" indent="-228600" algn="l">
                        <a:spcBef>
                          <a:spcPct val="20000"/>
                        </a:spcBef>
                        <a:buClr>
                          <a:schemeClr val="folHlink"/>
                        </a:buClr>
                        <a:buSzPct val="50000"/>
                        <a:buFont typeface="Wingdings" panose="05000000000000000000" pitchFamily="2" charset="2"/>
                        <a:defRPr sz="2000">
                          <a:solidFill>
                            <a:schemeClr val="tx1"/>
                          </a:solidFill>
                          <a:latin typeface="Times New Roman" panose="02020603050405020304" pitchFamily="18" charset="0"/>
                          <a:ea typeface="黑体" panose="02010609060101010101" pitchFamily="49" charset="-122"/>
                        </a:defRPr>
                      </a:lvl3pPr>
                      <a:lvl4pPr marL="1600200" indent="-228600" algn="l">
                        <a:spcBef>
                          <a:spcPct val="20000"/>
                        </a:spcBef>
                        <a:buClr>
                          <a:schemeClr val="accent2"/>
                        </a:buClr>
                        <a:buSzPct val="55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4pPr>
                      <a:lvl5pPr marL="2057400" indent="-228600" algn="l">
                        <a:spcBef>
                          <a:spcPct val="20000"/>
                        </a:spcBef>
                        <a:buClr>
                          <a:schemeClr val="accent1"/>
                        </a:buClr>
                        <a:buSzPct val="50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9p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r>
                        <a:rPr kumimoji="0" lang="en-US" altLang="zh-CN" sz="2400" b="1" i="0" u="none" strike="noStrike" cap="none" normalizeH="0" baseline="0">
                          <a:ln>
                            <a:noFill/>
                          </a:ln>
                          <a:solidFill>
                            <a:schemeClr val="tx1"/>
                          </a:solidFill>
                          <a:effectLst/>
                          <a:latin typeface="Times New Roman" panose="02020603050405020304" pitchFamily="18" charset="0"/>
                          <a:ea typeface="黑体" panose="02010609060101010101" pitchFamily="49" charset="-122"/>
                        </a:rPr>
                        <a:t>*</a:t>
                      </a:r>
                    </a:p>
                  </a:txBody>
                  <a:tcPr marL="54000" marR="54000" marT="28800" marB="2880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lgn="l">
                        <a:spcBef>
                          <a:spcPct val="20000"/>
                        </a:spcBef>
                        <a:buClr>
                          <a:schemeClr val="folHlink"/>
                        </a:buClr>
                        <a:buSzPct val="60000"/>
                        <a:buFont typeface="Wingdings" panose="05000000000000000000" pitchFamily="2" charset="2"/>
                        <a:defRPr sz="2800">
                          <a:solidFill>
                            <a:schemeClr val="tx1"/>
                          </a:solidFill>
                          <a:latin typeface="Times New Roman" panose="02020603050405020304" pitchFamily="18" charset="0"/>
                          <a:ea typeface="黑体" panose="02010609060101010101" pitchFamily="49" charset="-122"/>
                        </a:defRPr>
                      </a:lvl1pPr>
                      <a:lvl2pPr marL="742950" indent="-285750" algn="l">
                        <a:spcBef>
                          <a:spcPct val="20000"/>
                        </a:spcBef>
                        <a:buClr>
                          <a:schemeClr val="hlink"/>
                        </a:buClr>
                        <a:buSzPct val="55000"/>
                        <a:buFont typeface="Wingdings" panose="05000000000000000000" pitchFamily="2" charset="2"/>
                        <a:defRPr sz="2400">
                          <a:solidFill>
                            <a:schemeClr val="tx1"/>
                          </a:solidFill>
                          <a:latin typeface="Times New Roman" panose="02020603050405020304" pitchFamily="18" charset="0"/>
                          <a:ea typeface="黑体" panose="02010609060101010101" pitchFamily="49" charset="-122"/>
                        </a:defRPr>
                      </a:lvl2pPr>
                      <a:lvl3pPr marL="1143000" indent="-228600" algn="l">
                        <a:spcBef>
                          <a:spcPct val="20000"/>
                        </a:spcBef>
                        <a:buClr>
                          <a:schemeClr val="folHlink"/>
                        </a:buClr>
                        <a:buSzPct val="50000"/>
                        <a:buFont typeface="Wingdings" panose="05000000000000000000" pitchFamily="2" charset="2"/>
                        <a:defRPr sz="2000">
                          <a:solidFill>
                            <a:schemeClr val="tx1"/>
                          </a:solidFill>
                          <a:latin typeface="Times New Roman" panose="02020603050405020304" pitchFamily="18" charset="0"/>
                          <a:ea typeface="黑体" panose="02010609060101010101" pitchFamily="49" charset="-122"/>
                        </a:defRPr>
                      </a:lvl3pPr>
                      <a:lvl4pPr marL="1600200" indent="-228600" algn="l">
                        <a:spcBef>
                          <a:spcPct val="20000"/>
                        </a:spcBef>
                        <a:buClr>
                          <a:schemeClr val="accent2"/>
                        </a:buClr>
                        <a:buSzPct val="55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4pPr>
                      <a:lvl5pPr marL="2057400" indent="-228600" algn="l">
                        <a:spcBef>
                          <a:spcPct val="20000"/>
                        </a:spcBef>
                        <a:buClr>
                          <a:schemeClr val="accent1"/>
                        </a:buClr>
                        <a:buSzPct val="50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9p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r>
                        <a:rPr kumimoji="0" lang="en-US" altLang="zh-CN" sz="2400" b="1" i="0" u="none" strike="noStrike" cap="none" normalizeH="0" baseline="0">
                          <a:ln>
                            <a:noFill/>
                          </a:ln>
                          <a:solidFill>
                            <a:schemeClr val="tx1"/>
                          </a:solidFill>
                          <a:effectLst/>
                          <a:latin typeface="Times New Roman" panose="02020603050405020304" pitchFamily="18" charset="0"/>
                          <a:ea typeface="黑体" panose="02010609060101010101" pitchFamily="49" charset="-122"/>
                        </a:rPr>
                        <a:t>(</a:t>
                      </a:r>
                    </a:p>
                  </a:txBody>
                  <a:tcPr marL="54000" marR="54000" marT="28800" marB="2880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lgn="l">
                        <a:spcBef>
                          <a:spcPct val="20000"/>
                        </a:spcBef>
                        <a:buClr>
                          <a:schemeClr val="folHlink"/>
                        </a:buClr>
                        <a:buSzPct val="60000"/>
                        <a:buFont typeface="Wingdings" panose="05000000000000000000" pitchFamily="2" charset="2"/>
                        <a:defRPr sz="2800">
                          <a:solidFill>
                            <a:schemeClr val="tx1"/>
                          </a:solidFill>
                          <a:latin typeface="Times New Roman" panose="02020603050405020304" pitchFamily="18" charset="0"/>
                          <a:ea typeface="黑体" panose="02010609060101010101" pitchFamily="49" charset="-122"/>
                        </a:defRPr>
                      </a:lvl1pPr>
                      <a:lvl2pPr marL="742950" indent="-285750" algn="l">
                        <a:spcBef>
                          <a:spcPct val="20000"/>
                        </a:spcBef>
                        <a:buClr>
                          <a:schemeClr val="hlink"/>
                        </a:buClr>
                        <a:buSzPct val="55000"/>
                        <a:buFont typeface="Wingdings" panose="05000000000000000000" pitchFamily="2" charset="2"/>
                        <a:defRPr sz="2400">
                          <a:solidFill>
                            <a:schemeClr val="tx1"/>
                          </a:solidFill>
                          <a:latin typeface="Times New Roman" panose="02020603050405020304" pitchFamily="18" charset="0"/>
                          <a:ea typeface="黑体" panose="02010609060101010101" pitchFamily="49" charset="-122"/>
                        </a:defRPr>
                      </a:lvl2pPr>
                      <a:lvl3pPr marL="1143000" indent="-228600" algn="l">
                        <a:spcBef>
                          <a:spcPct val="20000"/>
                        </a:spcBef>
                        <a:buClr>
                          <a:schemeClr val="folHlink"/>
                        </a:buClr>
                        <a:buSzPct val="50000"/>
                        <a:buFont typeface="Wingdings" panose="05000000000000000000" pitchFamily="2" charset="2"/>
                        <a:defRPr sz="2000">
                          <a:solidFill>
                            <a:schemeClr val="tx1"/>
                          </a:solidFill>
                          <a:latin typeface="Times New Roman" panose="02020603050405020304" pitchFamily="18" charset="0"/>
                          <a:ea typeface="黑体" panose="02010609060101010101" pitchFamily="49" charset="-122"/>
                        </a:defRPr>
                      </a:lvl3pPr>
                      <a:lvl4pPr marL="1600200" indent="-228600" algn="l">
                        <a:spcBef>
                          <a:spcPct val="20000"/>
                        </a:spcBef>
                        <a:buClr>
                          <a:schemeClr val="accent2"/>
                        </a:buClr>
                        <a:buSzPct val="55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4pPr>
                      <a:lvl5pPr marL="2057400" indent="-228600" algn="l">
                        <a:spcBef>
                          <a:spcPct val="20000"/>
                        </a:spcBef>
                        <a:buClr>
                          <a:schemeClr val="accent1"/>
                        </a:buClr>
                        <a:buSzPct val="50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9p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r>
                        <a:rPr kumimoji="0" lang="en-US" altLang="zh-CN" sz="2400" b="1" i="0" u="none" strike="noStrike" cap="none" normalizeH="0" baseline="0">
                          <a:ln>
                            <a:noFill/>
                          </a:ln>
                          <a:solidFill>
                            <a:schemeClr val="tx1"/>
                          </a:solidFill>
                          <a:effectLst/>
                          <a:latin typeface="Times New Roman" panose="02020603050405020304" pitchFamily="18" charset="0"/>
                          <a:ea typeface="黑体" panose="02010609060101010101" pitchFamily="49" charset="-122"/>
                        </a:rPr>
                        <a:t>)</a:t>
                      </a:r>
                    </a:p>
                  </a:txBody>
                  <a:tcPr marL="54000" marR="54000" marT="28800" marB="2880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lgn="l">
                        <a:spcBef>
                          <a:spcPct val="20000"/>
                        </a:spcBef>
                        <a:buClr>
                          <a:schemeClr val="folHlink"/>
                        </a:buClr>
                        <a:buSzPct val="60000"/>
                        <a:buFont typeface="Wingdings" panose="05000000000000000000" pitchFamily="2" charset="2"/>
                        <a:defRPr sz="2800">
                          <a:solidFill>
                            <a:schemeClr val="tx1"/>
                          </a:solidFill>
                          <a:latin typeface="Times New Roman" panose="02020603050405020304" pitchFamily="18" charset="0"/>
                          <a:ea typeface="黑体" panose="02010609060101010101" pitchFamily="49" charset="-122"/>
                        </a:defRPr>
                      </a:lvl1pPr>
                      <a:lvl2pPr marL="742950" indent="-285750" algn="l">
                        <a:spcBef>
                          <a:spcPct val="20000"/>
                        </a:spcBef>
                        <a:buClr>
                          <a:schemeClr val="hlink"/>
                        </a:buClr>
                        <a:buSzPct val="55000"/>
                        <a:buFont typeface="Wingdings" panose="05000000000000000000" pitchFamily="2" charset="2"/>
                        <a:defRPr sz="2400">
                          <a:solidFill>
                            <a:schemeClr val="tx1"/>
                          </a:solidFill>
                          <a:latin typeface="Times New Roman" panose="02020603050405020304" pitchFamily="18" charset="0"/>
                          <a:ea typeface="黑体" panose="02010609060101010101" pitchFamily="49" charset="-122"/>
                        </a:defRPr>
                      </a:lvl2pPr>
                      <a:lvl3pPr marL="1143000" indent="-228600" algn="l">
                        <a:spcBef>
                          <a:spcPct val="20000"/>
                        </a:spcBef>
                        <a:buClr>
                          <a:schemeClr val="folHlink"/>
                        </a:buClr>
                        <a:buSzPct val="50000"/>
                        <a:buFont typeface="Wingdings" panose="05000000000000000000" pitchFamily="2" charset="2"/>
                        <a:defRPr sz="2000">
                          <a:solidFill>
                            <a:schemeClr val="tx1"/>
                          </a:solidFill>
                          <a:latin typeface="Times New Roman" panose="02020603050405020304" pitchFamily="18" charset="0"/>
                          <a:ea typeface="黑体" panose="02010609060101010101" pitchFamily="49" charset="-122"/>
                        </a:defRPr>
                      </a:lvl3pPr>
                      <a:lvl4pPr marL="1600200" indent="-228600" algn="l">
                        <a:spcBef>
                          <a:spcPct val="20000"/>
                        </a:spcBef>
                        <a:buClr>
                          <a:schemeClr val="accent2"/>
                        </a:buClr>
                        <a:buSzPct val="55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4pPr>
                      <a:lvl5pPr marL="2057400" indent="-228600" algn="l">
                        <a:spcBef>
                          <a:spcPct val="20000"/>
                        </a:spcBef>
                        <a:buClr>
                          <a:schemeClr val="accent1"/>
                        </a:buClr>
                        <a:buSzPct val="50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9p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r>
                        <a:rPr kumimoji="0" lang="en-US" altLang="zh-CN" sz="2400" b="1" i="0" u="none" strike="noStrike" cap="none" normalizeH="0" baseline="0">
                          <a:ln>
                            <a:noFill/>
                          </a:ln>
                          <a:solidFill>
                            <a:schemeClr val="tx1"/>
                          </a:solidFill>
                          <a:effectLst/>
                          <a:latin typeface="Times New Roman" panose="02020603050405020304" pitchFamily="18" charset="0"/>
                          <a:ea typeface="黑体" panose="02010609060101010101" pitchFamily="49" charset="-122"/>
                        </a:rPr>
                        <a:t>$</a:t>
                      </a:r>
                    </a:p>
                  </a:txBody>
                  <a:tcPr marL="54000" marR="54000" marT="28800" marB="28800" anchor="ct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1"/>
                  </a:ext>
                </a:extLst>
              </a:tr>
              <a:tr h="588963">
                <a:tc>
                  <a:txBody>
                    <a:bodyPr/>
                    <a:lstStyle>
                      <a:lvl1pPr algn="l">
                        <a:spcBef>
                          <a:spcPct val="20000"/>
                        </a:spcBef>
                        <a:buClr>
                          <a:schemeClr val="folHlink"/>
                        </a:buClr>
                        <a:buSzPct val="60000"/>
                        <a:buFont typeface="Wingdings" panose="05000000000000000000" pitchFamily="2" charset="2"/>
                        <a:defRPr sz="2800">
                          <a:solidFill>
                            <a:schemeClr val="tx1"/>
                          </a:solidFill>
                          <a:latin typeface="Times New Roman" panose="02020603050405020304" pitchFamily="18" charset="0"/>
                          <a:ea typeface="黑体" panose="02010609060101010101" pitchFamily="49" charset="-122"/>
                        </a:defRPr>
                      </a:lvl1pPr>
                      <a:lvl2pPr marL="742950" indent="-285750" algn="l">
                        <a:spcBef>
                          <a:spcPct val="20000"/>
                        </a:spcBef>
                        <a:buClr>
                          <a:schemeClr val="hlink"/>
                        </a:buClr>
                        <a:buSzPct val="55000"/>
                        <a:buFont typeface="Wingdings" panose="05000000000000000000" pitchFamily="2" charset="2"/>
                        <a:defRPr sz="2400">
                          <a:solidFill>
                            <a:schemeClr val="tx1"/>
                          </a:solidFill>
                          <a:latin typeface="Times New Roman" panose="02020603050405020304" pitchFamily="18" charset="0"/>
                          <a:ea typeface="黑体" panose="02010609060101010101" pitchFamily="49" charset="-122"/>
                        </a:defRPr>
                      </a:lvl2pPr>
                      <a:lvl3pPr marL="1143000" indent="-228600" algn="l">
                        <a:spcBef>
                          <a:spcPct val="20000"/>
                        </a:spcBef>
                        <a:buClr>
                          <a:schemeClr val="folHlink"/>
                        </a:buClr>
                        <a:buSzPct val="50000"/>
                        <a:buFont typeface="Wingdings" panose="05000000000000000000" pitchFamily="2" charset="2"/>
                        <a:defRPr sz="2000">
                          <a:solidFill>
                            <a:schemeClr val="tx1"/>
                          </a:solidFill>
                          <a:latin typeface="Times New Roman" panose="02020603050405020304" pitchFamily="18" charset="0"/>
                          <a:ea typeface="黑体" panose="02010609060101010101" pitchFamily="49" charset="-122"/>
                        </a:defRPr>
                      </a:lvl3pPr>
                      <a:lvl4pPr marL="1600200" indent="-228600" algn="l">
                        <a:spcBef>
                          <a:spcPct val="20000"/>
                        </a:spcBef>
                        <a:buClr>
                          <a:schemeClr val="accent2"/>
                        </a:buClr>
                        <a:buSzPct val="55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4pPr>
                      <a:lvl5pPr marL="2057400" indent="-228600" algn="l">
                        <a:spcBef>
                          <a:spcPct val="20000"/>
                        </a:spcBef>
                        <a:buClr>
                          <a:schemeClr val="accent1"/>
                        </a:buClr>
                        <a:buSzPct val="50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9p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r>
                        <a:rPr kumimoji="0" lang="en-US" altLang="zh-CN" sz="2400" b="1" i="1" u="none" strike="noStrike" cap="none" normalizeH="0" baseline="0">
                          <a:ln>
                            <a:noFill/>
                          </a:ln>
                          <a:solidFill>
                            <a:schemeClr val="tx1"/>
                          </a:solidFill>
                          <a:effectLst/>
                          <a:latin typeface="Times New Roman" panose="02020603050405020304" pitchFamily="18" charset="0"/>
                          <a:ea typeface="黑体" panose="02010609060101010101" pitchFamily="49" charset="-122"/>
                        </a:rPr>
                        <a:t>E</a:t>
                      </a:r>
                    </a:p>
                  </a:txBody>
                  <a:tcPr marL="54000" marR="54000" marT="28800" marB="28800" anchor="ct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lgn="l">
                        <a:spcBef>
                          <a:spcPct val="20000"/>
                        </a:spcBef>
                        <a:buClr>
                          <a:schemeClr val="folHlink"/>
                        </a:buClr>
                        <a:buSzPct val="60000"/>
                        <a:buFont typeface="Wingdings" panose="05000000000000000000" pitchFamily="2" charset="2"/>
                        <a:defRPr sz="2800">
                          <a:solidFill>
                            <a:schemeClr val="tx1"/>
                          </a:solidFill>
                          <a:latin typeface="Times New Roman" panose="02020603050405020304" pitchFamily="18" charset="0"/>
                          <a:ea typeface="黑体" panose="02010609060101010101" pitchFamily="49" charset="-122"/>
                        </a:defRPr>
                      </a:lvl1pPr>
                      <a:lvl2pPr marL="742950" indent="-285750" algn="l">
                        <a:spcBef>
                          <a:spcPct val="20000"/>
                        </a:spcBef>
                        <a:buClr>
                          <a:schemeClr val="hlink"/>
                        </a:buClr>
                        <a:buSzPct val="55000"/>
                        <a:buFont typeface="Wingdings" panose="05000000000000000000" pitchFamily="2" charset="2"/>
                        <a:defRPr sz="2400">
                          <a:solidFill>
                            <a:schemeClr val="tx1"/>
                          </a:solidFill>
                          <a:latin typeface="Times New Roman" panose="02020603050405020304" pitchFamily="18" charset="0"/>
                          <a:ea typeface="黑体" panose="02010609060101010101" pitchFamily="49" charset="-122"/>
                        </a:defRPr>
                      </a:lvl2pPr>
                      <a:lvl3pPr marL="1143000" indent="-228600" algn="l">
                        <a:spcBef>
                          <a:spcPct val="20000"/>
                        </a:spcBef>
                        <a:buClr>
                          <a:schemeClr val="folHlink"/>
                        </a:buClr>
                        <a:buSzPct val="50000"/>
                        <a:buFont typeface="Wingdings" panose="05000000000000000000" pitchFamily="2" charset="2"/>
                        <a:defRPr sz="2000">
                          <a:solidFill>
                            <a:schemeClr val="tx1"/>
                          </a:solidFill>
                          <a:latin typeface="Times New Roman" panose="02020603050405020304" pitchFamily="18" charset="0"/>
                          <a:ea typeface="黑体" panose="02010609060101010101" pitchFamily="49" charset="-122"/>
                        </a:defRPr>
                      </a:lvl3pPr>
                      <a:lvl4pPr marL="1600200" indent="-228600" algn="l">
                        <a:spcBef>
                          <a:spcPct val="20000"/>
                        </a:spcBef>
                        <a:buClr>
                          <a:schemeClr val="accent2"/>
                        </a:buClr>
                        <a:buSzPct val="55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4pPr>
                      <a:lvl5pPr marL="2057400" indent="-228600" algn="l">
                        <a:spcBef>
                          <a:spcPct val="20000"/>
                        </a:spcBef>
                        <a:buClr>
                          <a:schemeClr val="accent1"/>
                        </a:buClr>
                        <a:buSzPct val="50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9p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r>
                        <a:rPr kumimoji="0" lang="en-US" altLang="zh-CN" sz="2400" b="1" i="1" u="none" strike="noStrike" cap="none" normalizeH="0" baseline="0">
                          <a:ln>
                            <a:noFill/>
                          </a:ln>
                          <a:solidFill>
                            <a:schemeClr val="tx1"/>
                          </a:solidFill>
                          <a:effectLst/>
                          <a:latin typeface="Times New Roman" panose="02020603050405020304" pitchFamily="18" charset="0"/>
                          <a:ea typeface="黑体" panose="02010609060101010101" pitchFamily="49" charset="-122"/>
                        </a:rPr>
                        <a:t>E</a:t>
                      </a:r>
                      <a:r>
                        <a:rPr kumimoji="0" lang="en-US" altLang="zh-CN" sz="2400" b="1" i="0" u="none" strike="noStrike" cap="none" normalizeH="0" baseline="0">
                          <a:ln>
                            <a:noFill/>
                          </a:ln>
                          <a:solidFill>
                            <a:schemeClr val="tx1"/>
                          </a:solidFill>
                          <a:effectLst/>
                          <a:latin typeface="Times New Roman" panose="02020603050405020304" pitchFamily="18" charset="0"/>
                          <a:ea typeface="黑体" panose="02010609060101010101" pitchFamily="49" charset="-122"/>
                          <a:sym typeface="Symbol" panose="05050102010706020507" pitchFamily="18" charset="2"/>
                        </a:rPr>
                        <a:t></a:t>
                      </a:r>
                      <a:r>
                        <a:rPr kumimoji="0" lang="en-US" altLang="zh-CN" sz="2400" b="1" i="1" u="none" strike="noStrike" cap="none" normalizeH="0" baseline="0">
                          <a:ln>
                            <a:noFill/>
                          </a:ln>
                          <a:solidFill>
                            <a:schemeClr val="tx1"/>
                          </a:solidFill>
                          <a:effectLst/>
                          <a:latin typeface="Times New Roman" panose="02020603050405020304" pitchFamily="18" charset="0"/>
                          <a:ea typeface="黑体" panose="02010609060101010101" pitchFamily="49" charset="-122"/>
                          <a:sym typeface="Symbol" panose="05050102010706020507" pitchFamily="18" charset="2"/>
                        </a:rPr>
                        <a:t>TE</a:t>
                      </a:r>
                      <a:r>
                        <a:rPr kumimoji="0" lang="en-US" altLang="zh-CN" sz="2400" b="1" i="0" u="none" strike="noStrike" cap="none" normalizeH="0" baseline="0">
                          <a:ln>
                            <a:noFill/>
                          </a:ln>
                          <a:solidFill>
                            <a:schemeClr val="tx1"/>
                          </a:solidFill>
                          <a:effectLst/>
                          <a:latin typeface="Times New Roman" panose="02020603050405020304" pitchFamily="18" charset="0"/>
                          <a:ea typeface="黑体" panose="02010609060101010101" pitchFamily="49" charset="-122"/>
                          <a:sym typeface="Symbol" panose="05050102010706020507" pitchFamily="18" charset="2"/>
                        </a:rPr>
                        <a:t></a:t>
                      </a:r>
                    </a:p>
                  </a:txBody>
                  <a:tcPr marL="54000" marR="54000" marT="28800" marB="2880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lgn="l">
                        <a:spcBef>
                          <a:spcPct val="20000"/>
                        </a:spcBef>
                        <a:buClr>
                          <a:schemeClr val="folHlink"/>
                        </a:buClr>
                        <a:buSzPct val="60000"/>
                        <a:buFont typeface="Wingdings" panose="05000000000000000000" pitchFamily="2" charset="2"/>
                        <a:defRPr sz="2800">
                          <a:solidFill>
                            <a:schemeClr val="tx1"/>
                          </a:solidFill>
                          <a:latin typeface="Times New Roman" panose="02020603050405020304" pitchFamily="18" charset="0"/>
                          <a:ea typeface="黑体" panose="02010609060101010101" pitchFamily="49" charset="-122"/>
                        </a:defRPr>
                      </a:lvl1pPr>
                      <a:lvl2pPr marL="742950" indent="-285750" algn="l">
                        <a:spcBef>
                          <a:spcPct val="20000"/>
                        </a:spcBef>
                        <a:buClr>
                          <a:schemeClr val="hlink"/>
                        </a:buClr>
                        <a:buSzPct val="55000"/>
                        <a:buFont typeface="Wingdings" panose="05000000000000000000" pitchFamily="2" charset="2"/>
                        <a:defRPr sz="2400">
                          <a:solidFill>
                            <a:schemeClr val="tx1"/>
                          </a:solidFill>
                          <a:latin typeface="Times New Roman" panose="02020603050405020304" pitchFamily="18" charset="0"/>
                          <a:ea typeface="黑体" panose="02010609060101010101" pitchFamily="49" charset="-122"/>
                        </a:defRPr>
                      </a:lvl2pPr>
                      <a:lvl3pPr marL="1143000" indent="-228600" algn="l">
                        <a:spcBef>
                          <a:spcPct val="20000"/>
                        </a:spcBef>
                        <a:buClr>
                          <a:schemeClr val="folHlink"/>
                        </a:buClr>
                        <a:buSzPct val="50000"/>
                        <a:buFont typeface="Wingdings" panose="05000000000000000000" pitchFamily="2" charset="2"/>
                        <a:defRPr sz="2000">
                          <a:solidFill>
                            <a:schemeClr val="tx1"/>
                          </a:solidFill>
                          <a:latin typeface="Times New Roman" panose="02020603050405020304" pitchFamily="18" charset="0"/>
                          <a:ea typeface="黑体" panose="02010609060101010101" pitchFamily="49" charset="-122"/>
                        </a:defRPr>
                      </a:lvl3pPr>
                      <a:lvl4pPr marL="1600200" indent="-228600" algn="l">
                        <a:spcBef>
                          <a:spcPct val="20000"/>
                        </a:spcBef>
                        <a:buClr>
                          <a:schemeClr val="accent2"/>
                        </a:buClr>
                        <a:buSzPct val="55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4pPr>
                      <a:lvl5pPr marL="2057400" indent="-228600" algn="l">
                        <a:spcBef>
                          <a:spcPct val="20000"/>
                        </a:spcBef>
                        <a:buClr>
                          <a:schemeClr val="accent1"/>
                        </a:buClr>
                        <a:buSzPct val="50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9p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endParaRPr kumimoji="0" lang="zh-CN" altLang="zh-CN" sz="2400" b="0" i="0" u="none" strike="noStrike" cap="none" normalizeH="0" baseline="0">
                        <a:ln>
                          <a:noFill/>
                        </a:ln>
                        <a:solidFill>
                          <a:schemeClr val="tx1"/>
                        </a:solidFill>
                        <a:effectLst/>
                        <a:latin typeface="Times New Roman" panose="02020603050405020304" pitchFamily="18" charset="0"/>
                        <a:ea typeface="黑体" panose="02010609060101010101" pitchFamily="49" charset="-122"/>
                      </a:endParaRPr>
                    </a:p>
                  </a:txBody>
                  <a:tcPr marL="54000" marR="54000" marT="28800" marB="2880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lgn="l">
                        <a:spcBef>
                          <a:spcPct val="20000"/>
                        </a:spcBef>
                        <a:buClr>
                          <a:schemeClr val="folHlink"/>
                        </a:buClr>
                        <a:buSzPct val="60000"/>
                        <a:buFont typeface="Wingdings" panose="05000000000000000000" pitchFamily="2" charset="2"/>
                        <a:defRPr sz="2800">
                          <a:solidFill>
                            <a:schemeClr val="tx1"/>
                          </a:solidFill>
                          <a:latin typeface="Times New Roman" panose="02020603050405020304" pitchFamily="18" charset="0"/>
                          <a:ea typeface="黑体" panose="02010609060101010101" pitchFamily="49" charset="-122"/>
                        </a:defRPr>
                      </a:lvl1pPr>
                      <a:lvl2pPr marL="742950" indent="-285750" algn="l">
                        <a:spcBef>
                          <a:spcPct val="20000"/>
                        </a:spcBef>
                        <a:buClr>
                          <a:schemeClr val="hlink"/>
                        </a:buClr>
                        <a:buSzPct val="55000"/>
                        <a:buFont typeface="Wingdings" panose="05000000000000000000" pitchFamily="2" charset="2"/>
                        <a:defRPr sz="2400">
                          <a:solidFill>
                            <a:schemeClr val="tx1"/>
                          </a:solidFill>
                          <a:latin typeface="Times New Roman" panose="02020603050405020304" pitchFamily="18" charset="0"/>
                          <a:ea typeface="黑体" panose="02010609060101010101" pitchFamily="49" charset="-122"/>
                        </a:defRPr>
                      </a:lvl2pPr>
                      <a:lvl3pPr marL="1143000" indent="-228600" algn="l">
                        <a:spcBef>
                          <a:spcPct val="20000"/>
                        </a:spcBef>
                        <a:buClr>
                          <a:schemeClr val="folHlink"/>
                        </a:buClr>
                        <a:buSzPct val="50000"/>
                        <a:buFont typeface="Wingdings" panose="05000000000000000000" pitchFamily="2" charset="2"/>
                        <a:defRPr sz="2000">
                          <a:solidFill>
                            <a:schemeClr val="tx1"/>
                          </a:solidFill>
                          <a:latin typeface="Times New Roman" panose="02020603050405020304" pitchFamily="18" charset="0"/>
                          <a:ea typeface="黑体" panose="02010609060101010101" pitchFamily="49" charset="-122"/>
                        </a:defRPr>
                      </a:lvl3pPr>
                      <a:lvl4pPr marL="1600200" indent="-228600" algn="l">
                        <a:spcBef>
                          <a:spcPct val="20000"/>
                        </a:spcBef>
                        <a:buClr>
                          <a:schemeClr val="accent2"/>
                        </a:buClr>
                        <a:buSzPct val="55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4pPr>
                      <a:lvl5pPr marL="2057400" indent="-228600" algn="l">
                        <a:spcBef>
                          <a:spcPct val="20000"/>
                        </a:spcBef>
                        <a:buClr>
                          <a:schemeClr val="accent1"/>
                        </a:buClr>
                        <a:buSzPct val="50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9p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endParaRPr kumimoji="0" lang="zh-CN" altLang="zh-CN" sz="2400" b="0" i="0" u="none" strike="noStrike" cap="none" normalizeH="0" baseline="0">
                        <a:ln>
                          <a:noFill/>
                        </a:ln>
                        <a:solidFill>
                          <a:schemeClr val="tx1"/>
                        </a:solidFill>
                        <a:effectLst/>
                        <a:latin typeface="Times New Roman" panose="02020603050405020304" pitchFamily="18" charset="0"/>
                        <a:ea typeface="黑体" panose="02010609060101010101" pitchFamily="49" charset="-122"/>
                      </a:endParaRPr>
                    </a:p>
                  </a:txBody>
                  <a:tcPr marL="54000" marR="54000" marT="28800" marB="2880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lgn="l">
                        <a:spcBef>
                          <a:spcPct val="20000"/>
                        </a:spcBef>
                        <a:buClr>
                          <a:schemeClr val="folHlink"/>
                        </a:buClr>
                        <a:buSzPct val="60000"/>
                        <a:buFont typeface="Wingdings" panose="05000000000000000000" pitchFamily="2" charset="2"/>
                        <a:defRPr sz="2800">
                          <a:solidFill>
                            <a:schemeClr val="tx1"/>
                          </a:solidFill>
                          <a:latin typeface="Times New Roman" panose="02020603050405020304" pitchFamily="18" charset="0"/>
                          <a:ea typeface="黑体" panose="02010609060101010101" pitchFamily="49" charset="-122"/>
                        </a:defRPr>
                      </a:lvl1pPr>
                      <a:lvl2pPr marL="742950" indent="-285750" algn="l">
                        <a:spcBef>
                          <a:spcPct val="20000"/>
                        </a:spcBef>
                        <a:buClr>
                          <a:schemeClr val="hlink"/>
                        </a:buClr>
                        <a:buSzPct val="55000"/>
                        <a:buFont typeface="Wingdings" panose="05000000000000000000" pitchFamily="2" charset="2"/>
                        <a:defRPr sz="2400">
                          <a:solidFill>
                            <a:schemeClr val="tx1"/>
                          </a:solidFill>
                          <a:latin typeface="Times New Roman" panose="02020603050405020304" pitchFamily="18" charset="0"/>
                          <a:ea typeface="黑体" panose="02010609060101010101" pitchFamily="49" charset="-122"/>
                        </a:defRPr>
                      </a:lvl2pPr>
                      <a:lvl3pPr marL="1143000" indent="-228600" algn="l">
                        <a:spcBef>
                          <a:spcPct val="20000"/>
                        </a:spcBef>
                        <a:buClr>
                          <a:schemeClr val="folHlink"/>
                        </a:buClr>
                        <a:buSzPct val="50000"/>
                        <a:buFont typeface="Wingdings" panose="05000000000000000000" pitchFamily="2" charset="2"/>
                        <a:defRPr sz="2000">
                          <a:solidFill>
                            <a:schemeClr val="tx1"/>
                          </a:solidFill>
                          <a:latin typeface="Times New Roman" panose="02020603050405020304" pitchFamily="18" charset="0"/>
                          <a:ea typeface="黑体" panose="02010609060101010101" pitchFamily="49" charset="-122"/>
                        </a:defRPr>
                      </a:lvl3pPr>
                      <a:lvl4pPr marL="1600200" indent="-228600" algn="l">
                        <a:spcBef>
                          <a:spcPct val="20000"/>
                        </a:spcBef>
                        <a:buClr>
                          <a:schemeClr val="accent2"/>
                        </a:buClr>
                        <a:buSzPct val="55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4pPr>
                      <a:lvl5pPr marL="2057400" indent="-228600" algn="l">
                        <a:spcBef>
                          <a:spcPct val="20000"/>
                        </a:spcBef>
                        <a:buClr>
                          <a:schemeClr val="accent1"/>
                        </a:buClr>
                        <a:buSzPct val="50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9p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r>
                        <a:rPr kumimoji="0" lang="en-US" altLang="zh-CN" sz="2400" b="1" i="1" u="none" strike="noStrike" cap="none" normalizeH="0" baseline="0">
                          <a:ln>
                            <a:noFill/>
                          </a:ln>
                          <a:solidFill>
                            <a:schemeClr val="tx1"/>
                          </a:solidFill>
                          <a:effectLst/>
                          <a:latin typeface="Times New Roman" panose="02020603050405020304" pitchFamily="18" charset="0"/>
                          <a:ea typeface="黑体" panose="02010609060101010101" pitchFamily="49" charset="-122"/>
                        </a:rPr>
                        <a:t>E</a:t>
                      </a:r>
                      <a:r>
                        <a:rPr kumimoji="0" lang="en-US" altLang="zh-CN" sz="2400" b="1" i="1" u="none" strike="noStrike" cap="none" normalizeH="0" baseline="0">
                          <a:ln>
                            <a:noFill/>
                          </a:ln>
                          <a:solidFill>
                            <a:schemeClr val="tx1"/>
                          </a:solidFill>
                          <a:effectLst/>
                          <a:latin typeface="Times New Roman" panose="02020603050405020304" pitchFamily="18" charset="0"/>
                          <a:ea typeface="黑体" panose="02010609060101010101" pitchFamily="49" charset="-122"/>
                          <a:sym typeface="Symbol" panose="05050102010706020507" pitchFamily="18" charset="2"/>
                        </a:rPr>
                        <a:t>TE</a:t>
                      </a:r>
                      <a:r>
                        <a:rPr kumimoji="0" lang="en-US" altLang="zh-CN" sz="2400" b="1" i="0" u="none" strike="noStrike" cap="none" normalizeH="0" baseline="0">
                          <a:ln>
                            <a:noFill/>
                          </a:ln>
                          <a:solidFill>
                            <a:schemeClr val="tx1"/>
                          </a:solidFill>
                          <a:effectLst/>
                          <a:latin typeface="Times New Roman" panose="02020603050405020304" pitchFamily="18" charset="0"/>
                          <a:ea typeface="黑体" panose="02010609060101010101" pitchFamily="49" charset="-122"/>
                          <a:sym typeface="Symbol" panose="05050102010706020507" pitchFamily="18" charset="2"/>
                        </a:rPr>
                        <a:t></a:t>
                      </a:r>
                    </a:p>
                  </a:txBody>
                  <a:tcPr marL="54000" marR="54000" marT="28800" marB="2880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lgn="l">
                        <a:spcBef>
                          <a:spcPct val="20000"/>
                        </a:spcBef>
                        <a:buClr>
                          <a:schemeClr val="folHlink"/>
                        </a:buClr>
                        <a:buSzPct val="60000"/>
                        <a:buFont typeface="Wingdings" panose="05000000000000000000" pitchFamily="2" charset="2"/>
                        <a:defRPr sz="2800">
                          <a:solidFill>
                            <a:schemeClr val="tx1"/>
                          </a:solidFill>
                          <a:latin typeface="Times New Roman" panose="02020603050405020304" pitchFamily="18" charset="0"/>
                          <a:ea typeface="黑体" panose="02010609060101010101" pitchFamily="49" charset="-122"/>
                        </a:defRPr>
                      </a:lvl1pPr>
                      <a:lvl2pPr marL="742950" indent="-285750" algn="l">
                        <a:spcBef>
                          <a:spcPct val="20000"/>
                        </a:spcBef>
                        <a:buClr>
                          <a:schemeClr val="hlink"/>
                        </a:buClr>
                        <a:buSzPct val="55000"/>
                        <a:buFont typeface="Wingdings" panose="05000000000000000000" pitchFamily="2" charset="2"/>
                        <a:defRPr sz="2400">
                          <a:solidFill>
                            <a:schemeClr val="tx1"/>
                          </a:solidFill>
                          <a:latin typeface="Times New Roman" panose="02020603050405020304" pitchFamily="18" charset="0"/>
                          <a:ea typeface="黑体" panose="02010609060101010101" pitchFamily="49" charset="-122"/>
                        </a:defRPr>
                      </a:lvl2pPr>
                      <a:lvl3pPr marL="1143000" indent="-228600" algn="l">
                        <a:spcBef>
                          <a:spcPct val="20000"/>
                        </a:spcBef>
                        <a:buClr>
                          <a:schemeClr val="folHlink"/>
                        </a:buClr>
                        <a:buSzPct val="50000"/>
                        <a:buFont typeface="Wingdings" panose="05000000000000000000" pitchFamily="2" charset="2"/>
                        <a:defRPr sz="2000">
                          <a:solidFill>
                            <a:schemeClr val="tx1"/>
                          </a:solidFill>
                          <a:latin typeface="Times New Roman" panose="02020603050405020304" pitchFamily="18" charset="0"/>
                          <a:ea typeface="黑体" panose="02010609060101010101" pitchFamily="49" charset="-122"/>
                        </a:defRPr>
                      </a:lvl3pPr>
                      <a:lvl4pPr marL="1600200" indent="-228600" algn="l">
                        <a:spcBef>
                          <a:spcPct val="20000"/>
                        </a:spcBef>
                        <a:buClr>
                          <a:schemeClr val="accent2"/>
                        </a:buClr>
                        <a:buSzPct val="55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4pPr>
                      <a:lvl5pPr marL="2057400" indent="-228600" algn="l">
                        <a:spcBef>
                          <a:spcPct val="20000"/>
                        </a:spcBef>
                        <a:buClr>
                          <a:schemeClr val="accent1"/>
                        </a:buClr>
                        <a:buSzPct val="50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9p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r>
                        <a:rPr kumimoji="0" lang="en-US" altLang="zh-CN" sz="2400" b="1" i="0" u="none" strike="noStrike" cap="none" normalizeH="0" baseline="0">
                          <a:ln>
                            <a:noFill/>
                          </a:ln>
                          <a:solidFill>
                            <a:schemeClr val="accent2"/>
                          </a:solidFill>
                          <a:effectLst/>
                          <a:latin typeface="Times New Roman" panose="02020603050405020304" pitchFamily="18" charset="0"/>
                          <a:ea typeface="黑体" panose="02010609060101010101" pitchFamily="49" charset="-122"/>
                        </a:rPr>
                        <a:t>synch</a:t>
                      </a:r>
                    </a:p>
                  </a:txBody>
                  <a:tcPr marL="54000" marR="54000" marT="28800" marB="2880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lgn="l">
                        <a:spcBef>
                          <a:spcPct val="20000"/>
                        </a:spcBef>
                        <a:buClr>
                          <a:schemeClr val="folHlink"/>
                        </a:buClr>
                        <a:buSzPct val="60000"/>
                        <a:buFont typeface="Wingdings" panose="05000000000000000000" pitchFamily="2" charset="2"/>
                        <a:defRPr sz="2800">
                          <a:solidFill>
                            <a:schemeClr val="tx1"/>
                          </a:solidFill>
                          <a:latin typeface="Times New Roman" panose="02020603050405020304" pitchFamily="18" charset="0"/>
                          <a:ea typeface="黑体" panose="02010609060101010101" pitchFamily="49" charset="-122"/>
                        </a:defRPr>
                      </a:lvl1pPr>
                      <a:lvl2pPr marL="742950" indent="-285750" algn="l">
                        <a:spcBef>
                          <a:spcPct val="20000"/>
                        </a:spcBef>
                        <a:buClr>
                          <a:schemeClr val="hlink"/>
                        </a:buClr>
                        <a:buSzPct val="55000"/>
                        <a:buFont typeface="Wingdings" panose="05000000000000000000" pitchFamily="2" charset="2"/>
                        <a:defRPr sz="2400">
                          <a:solidFill>
                            <a:schemeClr val="tx1"/>
                          </a:solidFill>
                          <a:latin typeface="Times New Roman" panose="02020603050405020304" pitchFamily="18" charset="0"/>
                          <a:ea typeface="黑体" panose="02010609060101010101" pitchFamily="49" charset="-122"/>
                        </a:defRPr>
                      </a:lvl2pPr>
                      <a:lvl3pPr marL="1143000" indent="-228600" algn="l">
                        <a:spcBef>
                          <a:spcPct val="20000"/>
                        </a:spcBef>
                        <a:buClr>
                          <a:schemeClr val="folHlink"/>
                        </a:buClr>
                        <a:buSzPct val="50000"/>
                        <a:buFont typeface="Wingdings" panose="05000000000000000000" pitchFamily="2" charset="2"/>
                        <a:defRPr sz="2000">
                          <a:solidFill>
                            <a:schemeClr val="tx1"/>
                          </a:solidFill>
                          <a:latin typeface="Times New Roman" panose="02020603050405020304" pitchFamily="18" charset="0"/>
                          <a:ea typeface="黑体" panose="02010609060101010101" pitchFamily="49" charset="-122"/>
                        </a:defRPr>
                      </a:lvl3pPr>
                      <a:lvl4pPr marL="1600200" indent="-228600" algn="l">
                        <a:spcBef>
                          <a:spcPct val="20000"/>
                        </a:spcBef>
                        <a:buClr>
                          <a:schemeClr val="accent2"/>
                        </a:buClr>
                        <a:buSzPct val="55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4pPr>
                      <a:lvl5pPr marL="2057400" indent="-228600" algn="l">
                        <a:spcBef>
                          <a:spcPct val="20000"/>
                        </a:spcBef>
                        <a:buClr>
                          <a:schemeClr val="accent1"/>
                        </a:buClr>
                        <a:buSzPct val="50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9p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r>
                        <a:rPr kumimoji="0" lang="en-US" altLang="zh-CN" sz="2400" b="1" i="0" u="none" strike="noStrike" cap="none" normalizeH="0" baseline="0">
                          <a:ln>
                            <a:noFill/>
                          </a:ln>
                          <a:solidFill>
                            <a:schemeClr val="accent2"/>
                          </a:solidFill>
                          <a:effectLst/>
                          <a:latin typeface="Times New Roman" panose="02020603050405020304" pitchFamily="18" charset="0"/>
                          <a:ea typeface="黑体" panose="02010609060101010101" pitchFamily="49" charset="-122"/>
                        </a:rPr>
                        <a:t>synch</a:t>
                      </a:r>
                    </a:p>
                  </a:txBody>
                  <a:tcPr marL="54000" marR="54000" marT="28800" marB="28800" anchor="ct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2"/>
                  </a:ext>
                </a:extLst>
              </a:tr>
              <a:tr h="587375">
                <a:tc>
                  <a:txBody>
                    <a:bodyPr/>
                    <a:lstStyle>
                      <a:lvl1pPr algn="l">
                        <a:spcBef>
                          <a:spcPct val="20000"/>
                        </a:spcBef>
                        <a:buClr>
                          <a:schemeClr val="folHlink"/>
                        </a:buClr>
                        <a:buSzPct val="60000"/>
                        <a:buFont typeface="Wingdings" panose="05000000000000000000" pitchFamily="2" charset="2"/>
                        <a:defRPr sz="2800">
                          <a:solidFill>
                            <a:schemeClr val="tx1"/>
                          </a:solidFill>
                          <a:latin typeface="Times New Roman" panose="02020603050405020304" pitchFamily="18" charset="0"/>
                          <a:ea typeface="黑体" panose="02010609060101010101" pitchFamily="49" charset="-122"/>
                        </a:defRPr>
                      </a:lvl1pPr>
                      <a:lvl2pPr marL="742950" indent="-285750" algn="l">
                        <a:spcBef>
                          <a:spcPct val="20000"/>
                        </a:spcBef>
                        <a:buClr>
                          <a:schemeClr val="hlink"/>
                        </a:buClr>
                        <a:buSzPct val="55000"/>
                        <a:buFont typeface="Wingdings" panose="05000000000000000000" pitchFamily="2" charset="2"/>
                        <a:defRPr sz="2400">
                          <a:solidFill>
                            <a:schemeClr val="tx1"/>
                          </a:solidFill>
                          <a:latin typeface="Times New Roman" panose="02020603050405020304" pitchFamily="18" charset="0"/>
                          <a:ea typeface="黑体" panose="02010609060101010101" pitchFamily="49" charset="-122"/>
                        </a:defRPr>
                      </a:lvl2pPr>
                      <a:lvl3pPr marL="1143000" indent="-228600" algn="l">
                        <a:spcBef>
                          <a:spcPct val="20000"/>
                        </a:spcBef>
                        <a:buClr>
                          <a:schemeClr val="folHlink"/>
                        </a:buClr>
                        <a:buSzPct val="50000"/>
                        <a:buFont typeface="Wingdings" panose="05000000000000000000" pitchFamily="2" charset="2"/>
                        <a:defRPr sz="2000">
                          <a:solidFill>
                            <a:schemeClr val="tx1"/>
                          </a:solidFill>
                          <a:latin typeface="Times New Roman" panose="02020603050405020304" pitchFamily="18" charset="0"/>
                          <a:ea typeface="黑体" panose="02010609060101010101" pitchFamily="49" charset="-122"/>
                        </a:defRPr>
                      </a:lvl3pPr>
                      <a:lvl4pPr marL="1600200" indent="-228600" algn="l">
                        <a:spcBef>
                          <a:spcPct val="20000"/>
                        </a:spcBef>
                        <a:buClr>
                          <a:schemeClr val="accent2"/>
                        </a:buClr>
                        <a:buSzPct val="55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4pPr>
                      <a:lvl5pPr marL="2057400" indent="-228600" algn="l">
                        <a:spcBef>
                          <a:spcPct val="20000"/>
                        </a:spcBef>
                        <a:buClr>
                          <a:schemeClr val="accent1"/>
                        </a:buClr>
                        <a:buSzPct val="50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9p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r>
                        <a:rPr kumimoji="0" lang="en-US" altLang="zh-CN" sz="2400" b="1" i="1" u="none" strike="noStrike" cap="none" normalizeH="0" baseline="0">
                          <a:ln>
                            <a:noFill/>
                          </a:ln>
                          <a:solidFill>
                            <a:schemeClr val="tx1"/>
                          </a:solidFill>
                          <a:effectLst/>
                          <a:latin typeface="Times New Roman" panose="02020603050405020304" pitchFamily="18" charset="0"/>
                          <a:ea typeface="黑体" panose="02010609060101010101" pitchFamily="49" charset="-122"/>
                        </a:rPr>
                        <a:t>E </a:t>
                      </a:r>
                      <a:r>
                        <a:rPr kumimoji="0" lang="en-US" altLang="zh-CN" sz="2400" b="1" i="0" u="none" strike="noStrike" cap="none" normalizeH="0" baseline="0">
                          <a:ln>
                            <a:noFill/>
                          </a:ln>
                          <a:solidFill>
                            <a:schemeClr val="tx1"/>
                          </a:solidFill>
                          <a:effectLst/>
                          <a:latin typeface="Times New Roman" panose="02020603050405020304" pitchFamily="18" charset="0"/>
                          <a:ea typeface="黑体" panose="02010609060101010101" pitchFamily="49" charset="-122"/>
                          <a:sym typeface="Symbol" panose="05050102010706020507" pitchFamily="18" charset="2"/>
                        </a:rPr>
                        <a:t></a:t>
                      </a:r>
                    </a:p>
                  </a:txBody>
                  <a:tcPr marL="54000" marR="54000" marT="28800" marB="28800" anchor="ct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lgn="l">
                        <a:spcBef>
                          <a:spcPct val="20000"/>
                        </a:spcBef>
                        <a:buClr>
                          <a:schemeClr val="folHlink"/>
                        </a:buClr>
                        <a:buSzPct val="60000"/>
                        <a:buFont typeface="Wingdings" panose="05000000000000000000" pitchFamily="2" charset="2"/>
                        <a:defRPr sz="2800">
                          <a:solidFill>
                            <a:schemeClr val="tx1"/>
                          </a:solidFill>
                          <a:latin typeface="Times New Roman" panose="02020603050405020304" pitchFamily="18" charset="0"/>
                          <a:ea typeface="黑体" panose="02010609060101010101" pitchFamily="49" charset="-122"/>
                        </a:defRPr>
                      </a:lvl1pPr>
                      <a:lvl2pPr marL="742950" indent="-285750" algn="l">
                        <a:spcBef>
                          <a:spcPct val="20000"/>
                        </a:spcBef>
                        <a:buClr>
                          <a:schemeClr val="hlink"/>
                        </a:buClr>
                        <a:buSzPct val="55000"/>
                        <a:buFont typeface="Wingdings" panose="05000000000000000000" pitchFamily="2" charset="2"/>
                        <a:defRPr sz="2400">
                          <a:solidFill>
                            <a:schemeClr val="tx1"/>
                          </a:solidFill>
                          <a:latin typeface="Times New Roman" panose="02020603050405020304" pitchFamily="18" charset="0"/>
                          <a:ea typeface="黑体" panose="02010609060101010101" pitchFamily="49" charset="-122"/>
                        </a:defRPr>
                      </a:lvl2pPr>
                      <a:lvl3pPr marL="1143000" indent="-228600" algn="l">
                        <a:spcBef>
                          <a:spcPct val="20000"/>
                        </a:spcBef>
                        <a:buClr>
                          <a:schemeClr val="folHlink"/>
                        </a:buClr>
                        <a:buSzPct val="50000"/>
                        <a:buFont typeface="Wingdings" panose="05000000000000000000" pitchFamily="2" charset="2"/>
                        <a:defRPr sz="2000">
                          <a:solidFill>
                            <a:schemeClr val="tx1"/>
                          </a:solidFill>
                          <a:latin typeface="Times New Roman" panose="02020603050405020304" pitchFamily="18" charset="0"/>
                          <a:ea typeface="黑体" panose="02010609060101010101" pitchFamily="49" charset="-122"/>
                        </a:defRPr>
                      </a:lvl3pPr>
                      <a:lvl4pPr marL="1600200" indent="-228600" algn="l">
                        <a:spcBef>
                          <a:spcPct val="20000"/>
                        </a:spcBef>
                        <a:buClr>
                          <a:schemeClr val="accent2"/>
                        </a:buClr>
                        <a:buSzPct val="55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4pPr>
                      <a:lvl5pPr marL="2057400" indent="-228600" algn="l">
                        <a:spcBef>
                          <a:spcPct val="20000"/>
                        </a:spcBef>
                        <a:buClr>
                          <a:schemeClr val="accent1"/>
                        </a:buClr>
                        <a:buSzPct val="50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9p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endParaRPr kumimoji="0" lang="zh-CN" altLang="zh-CN" sz="2400" b="0" i="0" u="none" strike="noStrike" cap="none" normalizeH="0" baseline="0">
                        <a:ln>
                          <a:noFill/>
                        </a:ln>
                        <a:solidFill>
                          <a:schemeClr val="tx1"/>
                        </a:solidFill>
                        <a:effectLst/>
                        <a:latin typeface="Times New Roman" panose="02020603050405020304" pitchFamily="18" charset="0"/>
                        <a:ea typeface="黑体" panose="02010609060101010101" pitchFamily="49" charset="-122"/>
                      </a:endParaRPr>
                    </a:p>
                  </a:txBody>
                  <a:tcPr marL="54000" marR="54000" marT="28800" marB="2880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lgn="l">
                        <a:spcBef>
                          <a:spcPct val="20000"/>
                        </a:spcBef>
                        <a:buClr>
                          <a:schemeClr val="folHlink"/>
                        </a:buClr>
                        <a:buSzPct val="60000"/>
                        <a:buFont typeface="Wingdings" panose="05000000000000000000" pitchFamily="2" charset="2"/>
                        <a:defRPr sz="2800">
                          <a:solidFill>
                            <a:schemeClr val="tx1"/>
                          </a:solidFill>
                          <a:latin typeface="Times New Roman" panose="02020603050405020304" pitchFamily="18" charset="0"/>
                          <a:ea typeface="黑体" panose="02010609060101010101" pitchFamily="49" charset="-122"/>
                        </a:defRPr>
                      </a:lvl1pPr>
                      <a:lvl2pPr marL="742950" indent="-285750" algn="l">
                        <a:spcBef>
                          <a:spcPct val="20000"/>
                        </a:spcBef>
                        <a:buClr>
                          <a:schemeClr val="hlink"/>
                        </a:buClr>
                        <a:buSzPct val="55000"/>
                        <a:buFont typeface="Wingdings" panose="05000000000000000000" pitchFamily="2" charset="2"/>
                        <a:defRPr sz="2400">
                          <a:solidFill>
                            <a:schemeClr val="tx1"/>
                          </a:solidFill>
                          <a:latin typeface="Times New Roman" panose="02020603050405020304" pitchFamily="18" charset="0"/>
                          <a:ea typeface="黑体" panose="02010609060101010101" pitchFamily="49" charset="-122"/>
                        </a:defRPr>
                      </a:lvl2pPr>
                      <a:lvl3pPr marL="1143000" indent="-228600" algn="l">
                        <a:spcBef>
                          <a:spcPct val="20000"/>
                        </a:spcBef>
                        <a:buClr>
                          <a:schemeClr val="folHlink"/>
                        </a:buClr>
                        <a:buSzPct val="50000"/>
                        <a:buFont typeface="Wingdings" panose="05000000000000000000" pitchFamily="2" charset="2"/>
                        <a:defRPr sz="2000">
                          <a:solidFill>
                            <a:schemeClr val="tx1"/>
                          </a:solidFill>
                          <a:latin typeface="Times New Roman" panose="02020603050405020304" pitchFamily="18" charset="0"/>
                          <a:ea typeface="黑体" panose="02010609060101010101" pitchFamily="49" charset="-122"/>
                        </a:defRPr>
                      </a:lvl3pPr>
                      <a:lvl4pPr marL="1600200" indent="-228600" algn="l">
                        <a:spcBef>
                          <a:spcPct val="20000"/>
                        </a:spcBef>
                        <a:buClr>
                          <a:schemeClr val="accent2"/>
                        </a:buClr>
                        <a:buSzPct val="55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4pPr>
                      <a:lvl5pPr marL="2057400" indent="-228600" algn="l">
                        <a:spcBef>
                          <a:spcPct val="20000"/>
                        </a:spcBef>
                        <a:buClr>
                          <a:schemeClr val="accent1"/>
                        </a:buClr>
                        <a:buSzPct val="50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9p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r>
                        <a:rPr kumimoji="0" lang="en-US" altLang="zh-CN" sz="2400" b="1" i="1" u="none" strike="noStrike" cap="none" normalizeH="0" baseline="0">
                          <a:ln>
                            <a:noFill/>
                          </a:ln>
                          <a:solidFill>
                            <a:schemeClr val="tx1"/>
                          </a:solidFill>
                          <a:effectLst/>
                          <a:latin typeface="Times New Roman" panose="02020603050405020304" pitchFamily="18" charset="0"/>
                          <a:ea typeface="黑体" panose="02010609060101010101" pitchFamily="49" charset="-122"/>
                        </a:rPr>
                        <a:t>E</a:t>
                      </a:r>
                      <a:r>
                        <a:rPr kumimoji="0" lang="en-US" altLang="zh-CN" sz="2400" b="1" i="0" u="none" strike="noStrike" cap="none" normalizeH="0" baseline="0">
                          <a:ln>
                            <a:noFill/>
                          </a:ln>
                          <a:solidFill>
                            <a:schemeClr val="tx1"/>
                          </a:solidFill>
                          <a:effectLst/>
                          <a:latin typeface="Times New Roman" panose="02020603050405020304" pitchFamily="18" charset="0"/>
                          <a:ea typeface="黑体" panose="02010609060101010101" pitchFamily="49" charset="-122"/>
                          <a:sym typeface="Symbol" panose="05050102010706020507" pitchFamily="18" charset="2"/>
                        </a:rPr>
                        <a:t>+</a:t>
                      </a:r>
                      <a:r>
                        <a:rPr kumimoji="0" lang="en-US" altLang="zh-CN" sz="2400" b="1" i="1" u="none" strike="noStrike" cap="none" normalizeH="0" baseline="0">
                          <a:ln>
                            <a:noFill/>
                          </a:ln>
                          <a:solidFill>
                            <a:schemeClr val="tx1"/>
                          </a:solidFill>
                          <a:effectLst/>
                          <a:latin typeface="Times New Roman" panose="02020603050405020304" pitchFamily="18" charset="0"/>
                          <a:ea typeface="黑体" panose="02010609060101010101" pitchFamily="49" charset="-122"/>
                          <a:sym typeface="Symbol" panose="05050102010706020507" pitchFamily="18" charset="2"/>
                        </a:rPr>
                        <a:t>TE</a:t>
                      </a:r>
                      <a:r>
                        <a:rPr kumimoji="0" lang="en-US" altLang="zh-CN" sz="2400" b="1" i="0" u="none" strike="noStrike" cap="none" normalizeH="0" baseline="0">
                          <a:ln>
                            <a:noFill/>
                          </a:ln>
                          <a:solidFill>
                            <a:schemeClr val="tx1"/>
                          </a:solidFill>
                          <a:effectLst/>
                          <a:latin typeface="Times New Roman" panose="02020603050405020304" pitchFamily="18" charset="0"/>
                          <a:ea typeface="黑体" panose="02010609060101010101" pitchFamily="49" charset="-122"/>
                          <a:sym typeface="Symbol" panose="05050102010706020507" pitchFamily="18" charset="2"/>
                        </a:rPr>
                        <a:t></a:t>
                      </a:r>
                    </a:p>
                  </a:txBody>
                  <a:tcPr marL="54000" marR="54000" marT="28800" marB="2880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lgn="l">
                        <a:spcBef>
                          <a:spcPct val="20000"/>
                        </a:spcBef>
                        <a:buClr>
                          <a:schemeClr val="folHlink"/>
                        </a:buClr>
                        <a:buSzPct val="60000"/>
                        <a:buFont typeface="Wingdings" panose="05000000000000000000" pitchFamily="2" charset="2"/>
                        <a:defRPr sz="2800">
                          <a:solidFill>
                            <a:schemeClr val="tx1"/>
                          </a:solidFill>
                          <a:latin typeface="Times New Roman" panose="02020603050405020304" pitchFamily="18" charset="0"/>
                          <a:ea typeface="黑体" panose="02010609060101010101" pitchFamily="49" charset="-122"/>
                        </a:defRPr>
                      </a:lvl1pPr>
                      <a:lvl2pPr marL="742950" indent="-285750" algn="l">
                        <a:spcBef>
                          <a:spcPct val="20000"/>
                        </a:spcBef>
                        <a:buClr>
                          <a:schemeClr val="hlink"/>
                        </a:buClr>
                        <a:buSzPct val="55000"/>
                        <a:buFont typeface="Wingdings" panose="05000000000000000000" pitchFamily="2" charset="2"/>
                        <a:defRPr sz="2400">
                          <a:solidFill>
                            <a:schemeClr val="tx1"/>
                          </a:solidFill>
                          <a:latin typeface="Times New Roman" panose="02020603050405020304" pitchFamily="18" charset="0"/>
                          <a:ea typeface="黑体" panose="02010609060101010101" pitchFamily="49" charset="-122"/>
                        </a:defRPr>
                      </a:lvl2pPr>
                      <a:lvl3pPr marL="1143000" indent="-228600" algn="l">
                        <a:spcBef>
                          <a:spcPct val="20000"/>
                        </a:spcBef>
                        <a:buClr>
                          <a:schemeClr val="folHlink"/>
                        </a:buClr>
                        <a:buSzPct val="50000"/>
                        <a:buFont typeface="Wingdings" panose="05000000000000000000" pitchFamily="2" charset="2"/>
                        <a:defRPr sz="2000">
                          <a:solidFill>
                            <a:schemeClr val="tx1"/>
                          </a:solidFill>
                          <a:latin typeface="Times New Roman" panose="02020603050405020304" pitchFamily="18" charset="0"/>
                          <a:ea typeface="黑体" panose="02010609060101010101" pitchFamily="49" charset="-122"/>
                        </a:defRPr>
                      </a:lvl3pPr>
                      <a:lvl4pPr marL="1600200" indent="-228600" algn="l">
                        <a:spcBef>
                          <a:spcPct val="20000"/>
                        </a:spcBef>
                        <a:buClr>
                          <a:schemeClr val="accent2"/>
                        </a:buClr>
                        <a:buSzPct val="55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4pPr>
                      <a:lvl5pPr marL="2057400" indent="-228600" algn="l">
                        <a:spcBef>
                          <a:spcPct val="20000"/>
                        </a:spcBef>
                        <a:buClr>
                          <a:schemeClr val="accent1"/>
                        </a:buClr>
                        <a:buSzPct val="50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9p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endParaRPr kumimoji="0" lang="zh-CN" altLang="zh-CN" sz="2400" b="0" i="0" u="none" strike="noStrike" cap="none" normalizeH="0" baseline="0">
                        <a:ln>
                          <a:noFill/>
                        </a:ln>
                        <a:solidFill>
                          <a:schemeClr val="tx1"/>
                        </a:solidFill>
                        <a:effectLst/>
                        <a:latin typeface="Times New Roman" panose="02020603050405020304" pitchFamily="18" charset="0"/>
                        <a:ea typeface="黑体" panose="02010609060101010101" pitchFamily="49" charset="-122"/>
                      </a:endParaRPr>
                    </a:p>
                  </a:txBody>
                  <a:tcPr marL="54000" marR="54000" marT="28800" marB="2880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lgn="l">
                        <a:spcBef>
                          <a:spcPct val="20000"/>
                        </a:spcBef>
                        <a:buClr>
                          <a:schemeClr val="folHlink"/>
                        </a:buClr>
                        <a:buSzPct val="60000"/>
                        <a:buFont typeface="Wingdings" panose="05000000000000000000" pitchFamily="2" charset="2"/>
                        <a:defRPr sz="2800">
                          <a:solidFill>
                            <a:schemeClr val="tx1"/>
                          </a:solidFill>
                          <a:latin typeface="Times New Roman" panose="02020603050405020304" pitchFamily="18" charset="0"/>
                          <a:ea typeface="黑体" panose="02010609060101010101" pitchFamily="49" charset="-122"/>
                        </a:defRPr>
                      </a:lvl1pPr>
                      <a:lvl2pPr marL="742950" indent="-285750" algn="l">
                        <a:spcBef>
                          <a:spcPct val="20000"/>
                        </a:spcBef>
                        <a:buClr>
                          <a:schemeClr val="hlink"/>
                        </a:buClr>
                        <a:buSzPct val="55000"/>
                        <a:buFont typeface="Wingdings" panose="05000000000000000000" pitchFamily="2" charset="2"/>
                        <a:defRPr sz="2400">
                          <a:solidFill>
                            <a:schemeClr val="tx1"/>
                          </a:solidFill>
                          <a:latin typeface="Times New Roman" panose="02020603050405020304" pitchFamily="18" charset="0"/>
                          <a:ea typeface="黑体" panose="02010609060101010101" pitchFamily="49" charset="-122"/>
                        </a:defRPr>
                      </a:lvl2pPr>
                      <a:lvl3pPr marL="1143000" indent="-228600" algn="l">
                        <a:spcBef>
                          <a:spcPct val="20000"/>
                        </a:spcBef>
                        <a:buClr>
                          <a:schemeClr val="folHlink"/>
                        </a:buClr>
                        <a:buSzPct val="50000"/>
                        <a:buFont typeface="Wingdings" panose="05000000000000000000" pitchFamily="2" charset="2"/>
                        <a:defRPr sz="2000">
                          <a:solidFill>
                            <a:schemeClr val="tx1"/>
                          </a:solidFill>
                          <a:latin typeface="Times New Roman" panose="02020603050405020304" pitchFamily="18" charset="0"/>
                          <a:ea typeface="黑体" panose="02010609060101010101" pitchFamily="49" charset="-122"/>
                        </a:defRPr>
                      </a:lvl3pPr>
                      <a:lvl4pPr marL="1600200" indent="-228600" algn="l">
                        <a:spcBef>
                          <a:spcPct val="20000"/>
                        </a:spcBef>
                        <a:buClr>
                          <a:schemeClr val="accent2"/>
                        </a:buClr>
                        <a:buSzPct val="55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4pPr>
                      <a:lvl5pPr marL="2057400" indent="-228600" algn="l">
                        <a:spcBef>
                          <a:spcPct val="20000"/>
                        </a:spcBef>
                        <a:buClr>
                          <a:schemeClr val="accent1"/>
                        </a:buClr>
                        <a:buSzPct val="50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9p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endParaRPr kumimoji="0" lang="zh-CN" altLang="zh-CN" sz="2400" b="0" i="0" u="none" strike="noStrike" cap="none" normalizeH="0" baseline="0">
                        <a:ln>
                          <a:noFill/>
                        </a:ln>
                        <a:solidFill>
                          <a:schemeClr val="tx1"/>
                        </a:solidFill>
                        <a:effectLst/>
                        <a:latin typeface="Times New Roman" panose="02020603050405020304" pitchFamily="18" charset="0"/>
                        <a:ea typeface="黑体" panose="02010609060101010101" pitchFamily="49" charset="-122"/>
                      </a:endParaRPr>
                    </a:p>
                  </a:txBody>
                  <a:tcPr marL="54000" marR="54000" marT="28800" marB="2880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lgn="l">
                        <a:spcBef>
                          <a:spcPct val="20000"/>
                        </a:spcBef>
                        <a:buClr>
                          <a:schemeClr val="folHlink"/>
                        </a:buClr>
                        <a:buSzPct val="60000"/>
                        <a:buFont typeface="Wingdings" panose="05000000000000000000" pitchFamily="2" charset="2"/>
                        <a:defRPr sz="2800">
                          <a:solidFill>
                            <a:schemeClr val="tx1"/>
                          </a:solidFill>
                          <a:latin typeface="Times New Roman" panose="02020603050405020304" pitchFamily="18" charset="0"/>
                          <a:ea typeface="黑体" panose="02010609060101010101" pitchFamily="49" charset="-122"/>
                        </a:defRPr>
                      </a:lvl1pPr>
                      <a:lvl2pPr marL="742950" indent="-285750" algn="l">
                        <a:spcBef>
                          <a:spcPct val="20000"/>
                        </a:spcBef>
                        <a:buClr>
                          <a:schemeClr val="hlink"/>
                        </a:buClr>
                        <a:buSzPct val="55000"/>
                        <a:buFont typeface="Wingdings" panose="05000000000000000000" pitchFamily="2" charset="2"/>
                        <a:defRPr sz="2400">
                          <a:solidFill>
                            <a:schemeClr val="tx1"/>
                          </a:solidFill>
                          <a:latin typeface="Times New Roman" panose="02020603050405020304" pitchFamily="18" charset="0"/>
                          <a:ea typeface="黑体" panose="02010609060101010101" pitchFamily="49" charset="-122"/>
                        </a:defRPr>
                      </a:lvl2pPr>
                      <a:lvl3pPr marL="1143000" indent="-228600" algn="l">
                        <a:spcBef>
                          <a:spcPct val="20000"/>
                        </a:spcBef>
                        <a:buClr>
                          <a:schemeClr val="folHlink"/>
                        </a:buClr>
                        <a:buSzPct val="50000"/>
                        <a:buFont typeface="Wingdings" panose="05000000000000000000" pitchFamily="2" charset="2"/>
                        <a:defRPr sz="2000">
                          <a:solidFill>
                            <a:schemeClr val="tx1"/>
                          </a:solidFill>
                          <a:latin typeface="Times New Roman" panose="02020603050405020304" pitchFamily="18" charset="0"/>
                          <a:ea typeface="黑体" panose="02010609060101010101" pitchFamily="49" charset="-122"/>
                        </a:defRPr>
                      </a:lvl3pPr>
                      <a:lvl4pPr marL="1600200" indent="-228600" algn="l">
                        <a:spcBef>
                          <a:spcPct val="20000"/>
                        </a:spcBef>
                        <a:buClr>
                          <a:schemeClr val="accent2"/>
                        </a:buClr>
                        <a:buSzPct val="55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4pPr>
                      <a:lvl5pPr marL="2057400" indent="-228600" algn="l">
                        <a:spcBef>
                          <a:spcPct val="20000"/>
                        </a:spcBef>
                        <a:buClr>
                          <a:schemeClr val="accent1"/>
                        </a:buClr>
                        <a:buSzPct val="50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9p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r>
                        <a:rPr kumimoji="0" lang="en-US" altLang="zh-CN" sz="2400" b="1" i="1" u="none" strike="noStrike" cap="none" normalizeH="0" baseline="0">
                          <a:ln>
                            <a:noFill/>
                          </a:ln>
                          <a:solidFill>
                            <a:schemeClr val="tx1"/>
                          </a:solidFill>
                          <a:effectLst/>
                          <a:latin typeface="Times New Roman" panose="02020603050405020304" pitchFamily="18" charset="0"/>
                          <a:ea typeface="黑体" panose="02010609060101010101" pitchFamily="49" charset="-122"/>
                        </a:rPr>
                        <a:t>E</a:t>
                      </a:r>
                      <a:r>
                        <a:rPr kumimoji="0" lang="en-US" altLang="zh-CN" sz="2400" b="1" i="0" u="none" strike="noStrike" cap="none" normalizeH="0" baseline="0">
                          <a:ln>
                            <a:noFill/>
                          </a:ln>
                          <a:solidFill>
                            <a:schemeClr val="tx1"/>
                          </a:solidFill>
                          <a:effectLst/>
                          <a:latin typeface="Times New Roman" panose="02020603050405020304" pitchFamily="18" charset="0"/>
                          <a:ea typeface="黑体" panose="02010609060101010101" pitchFamily="49" charset="-122"/>
                          <a:sym typeface="Symbol" panose="05050102010706020507" pitchFamily="18" charset="2"/>
                        </a:rPr>
                        <a:t></a:t>
                      </a:r>
                    </a:p>
                  </a:txBody>
                  <a:tcPr marL="54000" marR="54000" marT="28800" marB="2880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lgn="l">
                        <a:spcBef>
                          <a:spcPct val="20000"/>
                        </a:spcBef>
                        <a:buClr>
                          <a:schemeClr val="folHlink"/>
                        </a:buClr>
                        <a:buSzPct val="60000"/>
                        <a:buFont typeface="Wingdings" panose="05000000000000000000" pitchFamily="2" charset="2"/>
                        <a:defRPr sz="2800">
                          <a:solidFill>
                            <a:schemeClr val="tx1"/>
                          </a:solidFill>
                          <a:latin typeface="Times New Roman" panose="02020603050405020304" pitchFamily="18" charset="0"/>
                          <a:ea typeface="黑体" panose="02010609060101010101" pitchFamily="49" charset="-122"/>
                        </a:defRPr>
                      </a:lvl1pPr>
                      <a:lvl2pPr marL="742950" indent="-285750" algn="l">
                        <a:spcBef>
                          <a:spcPct val="20000"/>
                        </a:spcBef>
                        <a:buClr>
                          <a:schemeClr val="hlink"/>
                        </a:buClr>
                        <a:buSzPct val="55000"/>
                        <a:buFont typeface="Wingdings" panose="05000000000000000000" pitchFamily="2" charset="2"/>
                        <a:defRPr sz="2400">
                          <a:solidFill>
                            <a:schemeClr val="tx1"/>
                          </a:solidFill>
                          <a:latin typeface="Times New Roman" panose="02020603050405020304" pitchFamily="18" charset="0"/>
                          <a:ea typeface="黑体" panose="02010609060101010101" pitchFamily="49" charset="-122"/>
                        </a:defRPr>
                      </a:lvl2pPr>
                      <a:lvl3pPr marL="1143000" indent="-228600" algn="l">
                        <a:spcBef>
                          <a:spcPct val="20000"/>
                        </a:spcBef>
                        <a:buClr>
                          <a:schemeClr val="folHlink"/>
                        </a:buClr>
                        <a:buSzPct val="50000"/>
                        <a:buFont typeface="Wingdings" panose="05000000000000000000" pitchFamily="2" charset="2"/>
                        <a:defRPr sz="2000">
                          <a:solidFill>
                            <a:schemeClr val="tx1"/>
                          </a:solidFill>
                          <a:latin typeface="Times New Roman" panose="02020603050405020304" pitchFamily="18" charset="0"/>
                          <a:ea typeface="黑体" panose="02010609060101010101" pitchFamily="49" charset="-122"/>
                        </a:defRPr>
                      </a:lvl3pPr>
                      <a:lvl4pPr marL="1600200" indent="-228600" algn="l">
                        <a:spcBef>
                          <a:spcPct val="20000"/>
                        </a:spcBef>
                        <a:buClr>
                          <a:schemeClr val="accent2"/>
                        </a:buClr>
                        <a:buSzPct val="55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4pPr>
                      <a:lvl5pPr marL="2057400" indent="-228600" algn="l">
                        <a:spcBef>
                          <a:spcPct val="20000"/>
                        </a:spcBef>
                        <a:buClr>
                          <a:schemeClr val="accent1"/>
                        </a:buClr>
                        <a:buSzPct val="50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9p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r>
                        <a:rPr kumimoji="0" lang="en-US" altLang="zh-CN" sz="2400" b="1" i="1" u="none" strike="noStrike" cap="none" normalizeH="0" baseline="0">
                          <a:ln>
                            <a:noFill/>
                          </a:ln>
                          <a:solidFill>
                            <a:schemeClr val="tx1"/>
                          </a:solidFill>
                          <a:effectLst/>
                          <a:latin typeface="Times New Roman" panose="02020603050405020304" pitchFamily="18" charset="0"/>
                          <a:ea typeface="黑体" panose="02010609060101010101" pitchFamily="49" charset="-122"/>
                        </a:rPr>
                        <a:t>E</a:t>
                      </a:r>
                      <a:r>
                        <a:rPr kumimoji="0" lang="en-US" altLang="zh-CN" sz="2400" b="1" i="0" u="none" strike="noStrike" cap="none" normalizeH="0" baseline="0">
                          <a:ln>
                            <a:noFill/>
                          </a:ln>
                          <a:solidFill>
                            <a:schemeClr val="tx1"/>
                          </a:solidFill>
                          <a:effectLst/>
                          <a:latin typeface="Times New Roman" panose="02020603050405020304" pitchFamily="18" charset="0"/>
                          <a:ea typeface="黑体" panose="02010609060101010101" pitchFamily="49" charset="-122"/>
                          <a:sym typeface="Symbol" panose="05050102010706020507" pitchFamily="18" charset="2"/>
                        </a:rPr>
                        <a:t></a:t>
                      </a:r>
                    </a:p>
                  </a:txBody>
                  <a:tcPr marL="54000" marR="54000" marT="28800" marB="28800" anchor="ct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3"/>
                  </a:ext>
                </a:extLst>
              </a:tr>
              <a:tr h="588963">
                <a:tc>
                  <a:txBody>
                    <a:bodyPr/>
                    <a:lstStyle>
                      <a:lvl1pPr algn="l">
                        <a:spcBef>
                          <a:spcPct val="20000"/>
                        </a:spcBef>
                        <a:buClr>
                          <a:schemeClr val="folHlink"/>
                        </a:buClr>
                        <a:buSzPct val="60000"/>
                        <a:buFont typeface="Wingdings" panose="05000000000000000000" pitchFamily="2" charset="2"/>
                        <a:defRPr sz="2800">
                          <a:solidFill>
                            <a:schemeClr val="tx1"/>
                          </a:solidFill>
                          <a:latin typeface="Times New Roman" panose="02020603050405020304" pitchFamily="18" charset="0"/>
                          <a:ea typeface="黑体" panose="02010609060101010101" pitchFamily="49" charset="-122"/>
                        </a:defRPr>
                      </a:lvl1pPr>
                      <a:lvl2pPr marL="742950" indent="-285750" algn="l">
                        <a:spcBef>
                          <a:spcPct val="20000"/>
                        </a:spcBef>
                        <a:buClr>
                          <a:schemeClr val="hlink"/>
                        </a:buClr>
                        <a:buSzPct val="55000"/>
                        <a:buFont typeface="Wingdings" panose="05000000000000000000" pitchFamily="2" charset="2"/>
                        <a:defRPr sz="2400">
                          <a:solidFill>
                            <a:schemeClr val="tx1"/>
                          </a:solidFill>
                          <a:latin typeface="Times New Roman" panose="02020603050405020304" pitchFamily="18" charset="0"/>
                          <a:ea typeface="黑体" panose="02010609060101010101" pitchFamily="49" charset="-122"/>
                        </a:defRPr>
                      </a:lvl2pPr>
                      <a:lvl3pPr marL="1143000" indent="-228600" algn="l">
                        <a:spcBef>
                          <a:spcPct val="20000"/>
                        </a:spcBef>
                        <a:buClr>
                          <a:schemeClr val="folHlink"/>
                        </a:buClr>
                        <a:buSzPct val="50000"/>
                        <a:buFont typeface="Wingdings" panose="05000000000000000000" pitchFamily="2" charset="2"/>
                        <a:defRPr sz="2000">
                          <a:solidFill>
                            <a:schemeClr val="tx1"/>
                          </a:solidFill>
                          <a:latin typeface="Times New Roman" panose="02020603050405020304" pitchFamily="18" charset="0"/>
                          <a:ea typeface="黑体" panose="02010609060101010101" pitchFamily="49" charset="-122"/>
                        </a:defRPr>
                      </a:lvl3pPr>
                      <a:lvl4pPr marL="1600200" indent="-228600" algn="l">
                        <a:spcBef>
                          <a:spcPct val="20000"/>
                        </a:spcBef>
                        <a:buClr>
                          <a:schemeClr val="accent2"/>
                        </a:buClr>
                        <a:buSzPct val="55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4pPr>
                      <a:lvl5pPr marL="2057400" indent="-228600" algn="l">
                        <a:spcBef>
                          <a:spcPct val="20000"/>
                        </a:spcBef>
                        <a:buClr>
                          <a:schemeClr val="accent1"/>
                        </a:buClr>
                        <a:buSzPct val="50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9p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r>
                        <a:rPr kumimoji="0" lang="en-US" altLang="zh-CN" sz="2400" b="1" i="1" u="none" strike="noStrike" cap="none" normalizeH="0" baseline="0">
                          <a:ln>
                            <a:noFill/>
                          </a:ln>
                          <a:solidFill>
                            <a:schemeClr val="tx1"/>
                          </a:solidFill>
                          <a:effectLst/>
                          <a:latin typeface="Times New Roman" panose="02020603050405020304" pitchFamily="18" charset="0"/>
                          <a:ea typeface="黑体" panose="02010609060101010101" pitchFamily="49" charset="-122"/>
                        </a:rPr>
                        <a:t>T</a:t>
                      </a:r>
                    </a:p>
                  </a:txBody>
                  <a:tcPr marL="54000" marR="54000" marT="28800" marB="28800" anchor="ct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lgn="l">
                        <a:spcBef>
                          <a:spcPct val="20000"/>
                        </a:spcBef>
                        <a:buClr>
                          <a:schemeClr val="folHlink"/>
                        </a:buClr>
                        <a:buSzPct val="60000"/>
                        <a:buFont typeface="Wingdings" panose="05000000000000000000" pitchFamily="2" charset="2"/>
                        <a:defRPr sz="2800">
                          <a:solidFill>
                            <a:schemeClr val="tx1"/>
                          </a:solidFill>
                          <a:latin typeface="Times New Roman" panose="02020603050405020304" pitchFamily="18" charset="0"/>
                          <a:ea typeface="黑体" panose="02010609060101010101" pitchFamily="49" charset="-122"/>
                        </a:defRPr>
                      </a:lvl1pPr>
                      <a:lvl2pPr marL="742950" indent="-285750" algn="l">
                        <a:spcBef>
                          <a:spcPct val="20000"/>
                        </a:spcBef>
                        <a:buClr>
                          <a:schemeClr val="hlink"/>
                        </a:buClr>
                        <a:buSzPct val="55000"/>
                        <a:buFont typeface="Wingdings" panose="05000000000000000000" pitchFamily="2" charset="2"/>
                        <a:defRPr sz="2400">
                          <a:solidFill>
                            <a:schemeClr val="tx1"/>
                          </a:solidFill>
                          <a:latin typeface="Times New Roman" panose="02020603050405020304" pitchFamily="18" charset="0"/>
                          <a:ea typeface="黑体" panose="02010609060101010101" pitchFamily="49" charset="-122"/>
                        </a:defRPr>
                      </a:lvl2pPr>
                      <a:lvl3pPr marL="1143000" indent="-228600" algn="l">
                        <a:spcBef>
                          <a:spcPct val="20000"/>
                        </a:spcBef>
                        <a:buClr>
                          <a:schemeClr val="folHlink"/>
                        </a:buClr>
                        <a:buSzPct val="50000"/>
                        <a:buFont typeface="Wingdings" panose="05000000000000000000" pitchFamily="2" charset="2"/>
                        <a:defRPr sz="2000">
                          <a:solidFill>
                            <a:schemeClr val="tx1"/>
                          </a:solidFill>
                          <a:latin typeface="Times New Roman" panose="02020603050405020304" pitchFamily="18" charset="0"/>
                          <a:ea typeface="黑体" panose="02010609060101010101" pitchFamily="49" charset="-122"/>
                        </a:defRPr>
                      </a:lvl3pPr>
                      <a:lvl4pPr marL="1600200" indent="-228600" algn="l">
                        <a:spcBef>
                          <a:spcPct val="20000"/>
                        </a:spcBef>
                        <a:buClr>
                          <a:schemeClr val="accent2"/>
                        </a:buClr>
                        <a:buSzPct val="55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4pPr>
                      <a:lvl5pPr marL="2057400" indent="-228600" algn="l">
                        <a:spcBef>
                          <a:spcPct val="20000"/>
                        </a:spcBef>
                        <a:buClr>
                          <a:schemeClr val="accent1"/>
                        </a:buClr>
                        <a:buSzPct val="50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9p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r>
                        <a:rPr kumimoji="0" lang="en-US" altLang="zh-CN" sz="2400" b="1" i="1" u="none" strike="noStrike" cap="none" normalizeH="0" baseline="0">
                          <a:ln>
                            <a:noFill/>
                          </a:ln>
                          <a:solidFill>
                            <a:schemeClr val="tx1"/>
                          </a:solidFill>
                          <a:effectLst/>
                          <a:latin typeface="Times New Roman" panose="02020603050405020304" pitchFamily="18" charset="0"/>
                          <a:ea typeface="黑体" panose="02010609060101010101" pitchFamily="49" charset="-122"/>
                        </a:rPr>
                        <a:t>T</a:t>
                      </a:r>
                      <a:r>
                        <a:rPr kumimoji="0" lang="en-US" altLang="zh-CN" sz="2400" b="1" i="0" u="none" strike="noStrike" cap="none" normalizeH="0" baseline="0">
                          <a:ln>
                            <a:noFill/>
                          </a:ln>
                          <a:solidFill>
                            <a:schemeClr val="tx1"/>
                          </a:solidFill>
                          <a:effectLst/>
                          <a:latin typeface="Times New Roman" panose="02020603050405020304" pitchFamily="18" charset="0"/>
                          <a:ea typeface="黑体" panose="02010609060101010101" pitchFamily="49" charset="-122"/>
                          <a:sym typeface="Symbol" panose="05050102010706020507" pitchFamily="18" charset="2"/>
                        </a:rPr>
                        <a:t></a:t>
                      </a:r>
                      <a:r>
                        <a:rPr kumimoji="0" lang="en-US" altLang="zh-CN" sz="2400" b="1" i="1" u="none" strike="noStrike" cap="none" normalizeH="0" baseline="0">
                          <a:ln>
                            <a:noFill/>
                          </a:ln>
                          <a:solidFill>
                            <a:schemeClr val="tx1"/>
                          </a:solidFill>
                          <a:effectLst/>
                          <a:latin typeface="Times New Roman" panose="02020603050405020304" pitchFamily="18" charset="0"/>
                          <a:ea typeface="黑体" panose="02010609060101010101" pitchFamily="49" charset="-122"/>
                          <a:sym typeface="Symbol" panose="05050102010706020507" pitchFamily="18" charset="2"/>
                        </a:rPr>
                        <a:t>FT</a:t>
                      </a:r>
                      <a:r>
                        <a:rPr kumimoji="0" lang="en-US" altLang="zh-CN" sz="2400" b="1" i="0" u="none" strike="noStrike" cap="none" normalizeH="0" baseline="0">
                          <a:ln>
                            <a:noFill/>
                          </a:ln>
                          <a:solidFill>
                            <a:schemeClr val="tx1"/>
                          </a:solidFill>
                          <a:effectLst/>
                          <a:latin typeface="Times New Roman" panose="02020603050405020304" pitchFamily="18" charset="0"/>
                          <a:ea typeface="黑体" panose="02010609060101010101" pitchFamily="49" charset="-122"/>
                          <a:sym typeface="Symbol" panose="05050102010706020507" pitchFamily="18" charset="2"/>
                        </a:rPr>
                        <a:t></a:t>
                      </a:r>
                    </a:p>
                  </a:txBody>
                  <a:tcPr marL="54000" marR="54000" marT="28800" marB="2880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lgn="l">
                        <a:spcBef>
                          <a:spcPct val="20000"/>
                        </a:spcBef>
                        <a:buClr>
                          <a:schemeClr val="folHlink"/>
                        </a:buClr>
                        <a:buSzPct val="60000"/>
                        <a:buFont typeface="Wingdings" panose="05000000000000000000" pitchFamily="2" charset="2"/>
                        <a:defRPr sz="2800">
                          <a:solidFill>
                            <a:schemeClr val="tx1"/>
                          </a:solidFill>
                          <a:latin typeface="Times New Roman" panose="02020603050405020304" pitchFamily="18" charset="0"/>
                          <a:ea typeface="黑体" panose="02010609060101010101" pitchFamily="49" charset="-122"/>
                        </a:defRPr>
                      </a:lvl1pPr>
                      <a:lvl2pPr marL="742950" indent="-285750" algn="l">
                        <a:spcBef>
                          <a:spcPct val="20000"/>
                        </a:spcBef>
                        <a:buClr>
                          <a:schemeClr val="hlink"/>
                        </a:buClr>
                        <a:buSzPct val="55000"/>
                        <a:buFont typeface="Wingdings" panose="05000000000000000000" pitchFamily="2" charset="2"/>
                        <a:defRPr sz="2400">
                          <a:solidFill>
                            <a:schemeClr val="tx1"/>
                          </a:solidFill>
                          <a:latin typeface="Times New Roman" panose="02020603050405020304" pitchFamily="18" charset="0"/>
                          <a:ea typeface="黑体" panose="02010609060101010101" pitchFamily="49" charset="-122"/>
                        </a:defRPr>
                      </a:lvl2pPr>
                      <a:lvl3pPr marL="1143000" indent="-228600" algn="l">
                        <a:spcBef>
                          <a:spcPct val="20000"/>
                        </a:spcBef>
                        <a:buClr>
                          <a:schemeClr val="folHlink"/>
                        </a:buClr>
                        <a:buSzPct val="50000"/>
                        <a:buFont typeface="Wingdings" panose="05000000000000000000" pitchFamily="2" charset="2"/>
                        <a:defRPr sz="2000">
                          <a:solidFill>
                            <a:schemeClr val="tx1"/>
                          </a:solidFill>
                          <a:latin typeface="Times New Roman" panose="02020603050405020304" pitchFamily="18" charset="0"/>
                          <a:ea typeface="黑体" panose="02010609060101010101" pitchFamily="49" charset="-122"/>
                        </a:defRPr>
                      </a:lvl3pPr>
                      <a:lvl4pPr marL="1600200" indent="-228600" algn="l">
                        <a:spcBef>
                          <a:spcPct val="20000"/>
                        </a:spcBef>
                        <a:buClr>
                          <a:schemeClr val="accent2"/>
                        </a:buClr>
                        <a:buSzPct val="55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4pPr>
                      <a:lvl5pPr marL="2057400" indent="-228600" algn="l">
                        <a:spcBef>
                          <a:spcPct val="20000"/>
                        </a:spcBef>
                        <a:buClr>
                          <a:schemeClr val="accent1"/>
                        </a:buClr>
                        <a:buSzPct val="50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9p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r>
                        <a:rPr kumimoji="0" lang="en-US" altLang="zh-CN" sz="2400" b="1" i="0" u="none" strike="noStrike" cap="none" normalizeH="0" baseline="0">
                          <a:ln>
                            <a:noFill/>
                          </a:ln>
                          <a:solidFill>
                            <a:schemeClr val="accent2"/>
                          </a:solidFill>
                          <a:effectLst/>
                          <a:latin typeface="Times New Roman" panose="02020603050405020304" pitchFamily="18" charset="0"/>
                          <a:ea typeface="黑体" panose="02010609060101010101" pitchFamily="49" charset="-122"/>
                        </a:rPr>
                        <a:t>synch</a:t>
                      </a:r>
                      <a:endParaRPr kumimoji="0" lang="en-US" altLang="zh-CN" sz="2400" b="0" i="0" u="none" strike="noStrike" cap="none" normalizeH="0" baseline="0">
                        <a:ln>
                          <a:noFill/>
                        </a:ln>
                        <a:solidFill>
                          <a:schemeClr val="accent2"/>
                        </a:solidFill>
                        <a:effectLst/>
                        <a:latin typeface="Times New Roman" panose="02020603050405020304" pitchFamily="18" charset="0"/>
                        <a:ea typeface="黑体" panose="02010609060101010101" pitchFamily="49" charset="-122"/>
                      </a:endParaRPr>
                    </a:p>
                  </a:txBody>
                  <a:tcPr marL="54000" marR="54000" marT="28800" marB="2880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lgn="l">
                        <a:spcBef>
                          <a:spcPct val="20000"/>
                        </a:spcBef>
                        <a:buClr>
                          <a:schemeClr val="folHlink"/>
                        </a:buClr>
                        <a:buSzPct val="60000"/>
                        <a:buFont typeface="Wingdings" panose="05000000000000000000" pitchFamily="2" charset="2"/>
                        <a:defRPr sz="2800">
                          <a:solidFill>
                            <a:schemeClr val="tx1"/>
                          </a:solidFill>
                          <a:latin typeface="Times New Roman" panose="02020603050405020304" pitchFamily="18" charset="0"/>
                          <a:ea typeface="黑体" panose="02010609060101010101" pitchFamily="49" charset="-122"/>
                        </a:defRPr>
                      </a:lvl1pPr>
                      <a:lvl2pPr marL="742950" indent="-285750" algn="l">
                        <a:spcBef>
                          <a:spcPct val="20000"/>
                        </a:spcBef>
                        <a:buClr>
                          <a:schemeClr val="hlink"/>
                        </a:buClr>
                        <a:buSzPct val="55000"/>
                        <a:buFont typeface="Wingdings" panose="05000000000000000000" pitchFamily="2" charset="2"/>
                        <a:defRPr sz="2400">
                          <a:solidFill>
                            <a:schemeClr val="tx1"/>
                          </a:solidFill>
                          <a:latin typeface="Times New Roman" panose="02020603050405020304" pitchFamily="18" charset="0"/>
                          <a:ea typeface="黑体" panose="02010609060101010101" pitchFamily="49" charset="-122"/>
                        </a:defRPr>
                      </a:lvl2pPr>
                      <a:lvl3pPr marL="1143000" indent="-228600" algn="l">
                        <a:spcBef>
                          <a:spcPct val="20000"/>
                        </a:spcBef>
                        <a:buClr>
                          <a:schemeClr val="folHlink"/>
                        </a:buClr>
                        <a:buSzPct val="50000"/>
                        <a:buFont typeface="Wingdings" panose="05000000000000000000" pitchFamily="2" charset="2"/>
                        <a:defRPr sz="2000">
                          <a:solidFill>
                            <a:schemeClr val="tx1"/>
                          </a:solidFill>
                          <a:latin typeface="Times New Roman" panose="02020603050405020304" pitchFamily="18" charset="0"/>
                          <a:ea typeface="黑体" panose="02010609060101010101" pitchFamily="49" charset="-122"/>
                        </a:defRPr>
                      </a:lvl3pPr>
                      <a:lvl4pPr marL="1600200" indent="-228600" algn="l">
                        <a:spcBef>
                          <a:spcPct val="20000"/>
                        </a:spcBef>
                        <a:buClr>
                          <a:schemeClr val="accent2"/>
                        </a:buClr>
                        <a:buSzPct val="55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4pPr>
                      <a:lvl5pPr marL="2057400" indent="-228600" algn="l">
                        <a:spcBef>
                          <a:spcPct val="20000"/>
                        </a:spcBef>
                        <a:buClr>
                          <a:schemeClr val="accent1"/>
                        </a:buClr>
                        <a:buSzPct val="50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9p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endParaRPr kumimoji="0" lang="zh-CN" altLang="zh-CN" sz="2400" b="0" i="0" u="none" strike="noStrike" cap="none" normalizeH="0" baseline="0">
                        <a:ln>
                          <a:noFill/>
                        </a:ln>
                        <a:solidFill>
                          <a:schemeClr val="tx1"/>
                        </a:solidFill>
                        <a:effectLst/>
                        <a:latin typeface="Times New Roman" panose="02020603050405020304" pitchFamily="18" charset="0"/>
                        <a:ea typeface="黑体" panose="02010609060101010101" pitchFamily="49" charset="-122"/>
                      </a:endParaRPr>
                    </a:p>
                  </a:txBody>
                  <a:tcPr marL="54000" marR="54000" marT="28800" marB="2880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lgn="l">
                        <a:spcBef>
                          <a:spcPct val="20000"/>
                        </a:spcBef>
                        <a:buClr>
                          <a:schemeClr val="folHlink"/>
                        </a:buClr>
                        <a:buSzPct val="60000"/>
                        <a:buFont typeface="Wingdings" panose="05000000000000000000" pitchFamily="2" charset="2"/>
                        <a:defRPr sz="2800">
                          <a:solidFill>
                            <a:schemeClr val="tx1"/>
                          </a:solidFill>
                          <a:latin typeface="Times New Roman" panose="02020603050405020304" pitchFamily="18" charset="0"/>
                          <a:ea typeface="黑体" panose="02010609060101010101" pitchFamily="49" charset="-122"/>
                        </a:defRPr>
                      </a:lvl1pPr>
                      <a:lvl2pPr marL="742950" indent="-285750" algn="l">
                        <a:spcBef>
                          <a:spcPct val="20000"/>
                        </a:spcBef>
                        <a:buClr>
                          <a:schemeClr val="hlink"/>
                        </a:buClr>
                        <a:buSzPct val="55000"/>
                        <a:buFont typeface="Wingdings" panose="05000000000000000000" pitchFamily="2" charset="2"/>
                        <a:defRPr sz="2400">
                          <a:solidFill>
                            <a:schemeClr val="tx1"/>
                          </a:solidFill>
                          <a:latin typeface="Times New Roman" panose="02020603050405020304" pitchFamily="18" charset="0"/>
                          <a:ea typeface="黑体" panose="02010609060101010101" pitchFamily="49" charset="-122"/>
                        </a:defRPr>
                      </a:lvl2pPr>
                      <a:lvl3pPr marL="1143000" indent="-228600" algn="l">
                        <a:spcBef>
                          <a:spcPct val="20000"/>
                        </a:spcBef>
                        <a:buClr>
                          <a:schemeClr val="folHlink"/>
                        </a:buClr>
                        <a:buSzPct val="50000"/>
                        <a:buFont typeface="Wingdings" panose="05000000000000000000" pitchFamily="2" charset="2"/>
                        <a:defRPr sz="2000">
                          <a:solidFill>
                            <a:schemeClr val="tx1"/>
                          </a:solidFill>
                          <a:latin typeface="Times New Roman" panose="02020603050405020304" pitchFamily="18" charset="0"/>
                          <a:ea typeface="黑体" panose="02010609060101010101" pitchFamily="49" charset="-122"/>
                        </a:defRPr>
                      </a:lvl3pPr>
                      <a:lvl4pPr marL="1600200" indent="-228600" algn="l">
                        <a:spcBef>
                          <a:spcPct val="20000"/>
                        </a:spcBef>
                        <a:buClr>
                          <a:schemeClr val="accent2"/>
                        </a:buClr>
                        <a:buSzPct val="55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4pPr>
                      <a:lvl5pPr marL="2057400" indent="-228600" algn="l">
                        <a:spcBef>
                          <a:spcPct val="20000"/>
                        </a:spcBef>
                        <a:buClr>
                          <a:schemeClr val="accent1"/>
                        </a:buClr>
                        <a:buSzPct val="50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9p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r>
                        <a:rPr kumimoji="0" lang="en-US" altLang="zh-CN" sz="2400" b="1" i="1" u="none" strike="noStrike" cap="none" normalizeH="0" baseline="0">
                          <a:ln>
                            <a:noFill/>
                          </a:ln>
                          <a:solidFill>
                            <a:schemeClr val="tx1"/>
                          </a:solidFill>
                          <a:effectLst/>
                          <a:latin typeface="Times New Roman" panose="02020603050405020304" pitchFamily="18" charset="0"/>
                          <a:ea typeface="黑体" panose="02010609060101010101" pitchFamily="49" charset="-122"/>
                        </a:rPr>
                        <a:t>T</a:t>
                      </a:r>
                      <a:r>
                        <a:rPr kumimoji="0" lang="en-US" altLang="zh-CN" sz="2400" b="1" i="0" u="none" strike="noStrike" cap="none" normalizeH="0" baseline="0">
                          <a:ln>
                            <a:noFill/>
                          </a:ln>
                          <a:solidFill>
                            <a:schemeClr val="tx1"/>
                          </a:solidFill>
                          <a:effectLst/>
                          <a:latin typeface="Times New Roman" panose="02020603050405020304" pitchFamily="18" charset="0"/>
                          <a:ea typeface="黑体" panose="02010609060101010101" pitchFamily="49" charset="-122"/>
                          <a:sym typeface="Symbol" panose="05050102010706020507" pitchFamily="18" charset="2"/>
                        </a:rPr>
                        <a:t></a:t>
                      </a:r>
                      <a:r>
                        <a:rPr kumimoji="0" lang="en-US" altLang="zh-CN" sz="2400" b="1" i="1" u="none" strike="noStrike" cap="none" normalizeH="0" baseline="0">
                          <a:ln>
                            <a:noFill/>
                          </a:ln>
                          <a:solidFill>
                            <a:schemeClr val="tx1"/>
                          </a:solidFill>
                          <a:effectLst/>
                          <a:latin typeface="Times New Roman" panose="02020603050405020304" pitchFamily="18" charset="0"/>
                          <a:ea typeface="黑体" panose="02010609060101010101" pitchFamily="49" charset="-122"/>
                          <a:sym typeface="Symbol" panose="05050102010706020507" pitchFamily="18" charset="2"/>
                        </a:rPr>
                        <a:t>FT</a:t>
                      </a:r>
                      <a:r>
                        <a:rPr kumimoji="0" lang="en-US" altLang="zh-CN" sz="2400" b="1" i="0" u="none" strike="noStrike" cap="none" normalizeH="0" baseline="0">
                          <a:ln>
                            <a:noFill/>
                          </a:ln>
                          <a:solidFill>
                            <a:schemeClr val="tx1"/>
                          </a:solidFill>
                          <a:effectLst/>
                          <a:latin typeface="Times New Roman" panose="02020603050405020304" pitchFamily="18" charset="0"/>
                          <a:ea typeface="黑体" panose="02010609060101010101" pitchFamily="49" charset="-122"/>
                          <a:sym typeface="Symbol" panose="05050102010706020507" pitchFamily="18" charset="2"/>
                        </a:rPr>
                        <a:t></a:t>
                      </a:r>
                    </a:p>
                  </a:txBody>
                  <a:tcPr marL="54000" marR="54000" marT="28800" marB="2880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lgn="l">
                        <a:spcBef>
                          <a:spcPct val="20000"/>
                        </a:spcBef>
                        <a:buClr>
                          <a:schemeClr val="folHlink"/>
                        </a:buClr>
                        <a:buSzPct val="60000"/>
                        <a:buFont typeface="Wingdings" panose="05000000000000000000" pitchFamily="2" charset="2"/>
                        <a:defRPr sz="2800">
                          <a:solidFill>
                            <a:schemeClr val="tx1"/>
                          </a:solidFill>
                          <a:latin typeface="Times New Roman" panose="02020603050405020304" pitchFamily="18" charset="0"/>
                          <a:ea typeface="黑体" panose="02010609060101010101" pitchFamily="49" charset="-122"/>
                        </a:defRPr>
                      </a:lvl1pPr>
                      <a:lvl2pPr marL="742950" indent="-285750" algn="l">
                        <a:spcBef>
                          <a:spcPct val="20000"/>
                        </a:spcBef>
                        <a:buClr>
                          <a:schemeClr val="hlink"/>
                        </a:buClr>
                        <a:buSzPct val="55000"/>
                        <a:buFont typeface="Wingdings" panose="05000000000000000000" pitchFamily="2" charset="2"/>
                        <a:defRPr sz="2400">
                          <a:solidFill>
                            <a:schemeClr val="tx1"/>
                          </a:solidFill>
                          <a:latin typeface="Times New Roman" panose="02020603050405020304" pitchFamily="18" charset="0"/>
                          <a:ea typeface="黑体" panose="02010609060101010101" pitchFamily="49" charset="-122"/>
                        </a:defRPr>
                      </a:lvl2pPr>
                      <a:lvl3pPr marL="1143000" indent="-228600" algn="l">
                        <a:spcBef>
                          <a:spcPct val="20000"/>
                        </a:spcBef>
                        <a:buClr>
                          <a:schemeClr val="folHlink"/>
                        </a:buClr>
                        <a:buSzPct val="50000"/>
                        <a:buFont typeface="Wingdings" panose="05000000000000000000" pitchFamily="2" charset="2"/>
                        <a:defRPr sz="2000">
                          <a:solidFill>
                            <a:schemeClr val="tx1"/>
                          </a:solidFill>
                          <a:latin typeface="Times New Roman" panose="02020603050405020304" pitchFamily="18" charset="0"/>
                          <a:ea typeface="黑体" panose="02010609060101010101" pitchFamily="49" charset="-122"/>
                        </a:defRPr>
                      </a:lvl3pPr>
                      <a:lvl4pPr marL="1600200" indent="-228600" algn="l">
                        <a:spcBef>
                          <a:spcPct val="20000"/>
                        </a:spcBef>
                        <a:buClr>
                          <a:schemeClr val="accent2"/>
                        </a:buClr>
                        <a:buSzPct val="55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4pPr>
                      <a:lvl5pPr marL="2057400" indent="-228600" algn="l">
                        <a:spcBef>
                          <a:spcPct val="20000"/>
                        </a:spcBef>
                        <a:buClr>
                          <a:schemeClr val="accent1"/>
                        </a:buClr>
                        <a:buSzPct val="50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9p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r>
                        <a:rPr kumimoji="0" lang="en-US" altLang="zh-CN" sz="2400" b="1" i="0" u="none" strike="noStrike" cap="none" normalizeH="0" baseline="0">
                          <a:ln>
                            <a:noFill/>
                          </a:ln>
                          <a:solidFill>
                            <a:schemeClr val="accent2"/>
                          </a:solidFill>
                          <a:effectLst/>
                          <a:latin typeface="Times New Roman" panose="02020603050405020304" pitchFamily="18" charset="0"/>
                          <a:ea typeface="黑体" panose="02010609060101010101" pitchFamily="49" charset="-122"/>
                        </a:rPr>
                        <a:t>synch</a:t>
                      </a:r>
                      <a:endParaRPr kumimoji="0" lang="en-US" altLang="zh-CN" sz="2400" b="0" i="0" u="none" strike="noStrike" cap="none" normalizeH="0" baseline="0">
                        <a:ln>
                          <a:noFill/>
                        </a:ln>
                        <a:solidFill>
                          <a:schemeClr val="accent2"/>
                        </a:solidFill>
                        <a:effectLst/>
                        <a:latin typeface="Times New Roman" panose="02020603050405020304" pitchFamily="18" charset="0"/>
                        <a:ea typeface="黑体" panose="02010609060101010101" pitchFamily="49" charset="-122"/>
                      </a:endParaRPr>
                    </a:p>
                  </a:txBody>
                  <a:tcPr marL="54000" marR="54000" marT="28800" marB="2880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lgn="l">
                        <a:spcBef>
                          <a:spcPct val="20000"/>
                        </a:spcBef>
                        <a:buClr>
                          <a:schemeClr val="folHlink"/>
                        </a:buClr>
                        <a:buSzPct val="60000"/>
                        <a:buFont typeface="Wingdings" panose="05000000000000000000" pitchFamily="2" charset="2"/>
                        <a:defRPr sz="2800">
                          <a:solidFill>
                            <a:schemeClr val="tx1"/>
                          </a:solidFill>
                          <a:latin typeface="Times New Roman" panose="02020603050405020304" pitchFamily="18" charset="0"/>
                          <a:ea typeface="黑体" panose="02010609060101010101" pitchFamily="49" charset="-122"/>
                        </a:defRPr>
                      </a:lvl1pPr>
                      <a:lvl2pPr marL="742950" indent="-285750" algn="l">
                        <a:spcBef>
                          <a:spcPct val="20000"/>
                        </a:spcBef>
                        <a:buClr>
                          <a:schemeClr val="hlink"/>
                        </a:buClr>
                        <a:buSzPct val="55000"/>
                        <a:buFont typeface="Wingdings" panose="05000000000000000000" pitchFamily="2" charset="2"/>
                        <a:defRPr sz="2400">
                          <a:solidFill>
                            <a:schemeClr val="tx1"/>
                          </a:solidFill>
                          <a:latin typeface="Times New Roman" panose="02020603050405020304" pitchFamily="18" charset="0"/>
                          <a:ea typeface="黑体" panose="02010609060101010101" pitchFamily="49" charset="-122"/>
                        </a:defRPr>
                      </a:lvl2pPr>
                      <a:lvl3pPr marL="1143000" indent="-228600" algn="l">
                        <a:spcBef>
                          <a:spcPct val="20000"/>
                        </a:spcBef>
                        <a:buClr>
                          <a:schemeClr val="folHlink"/>
                        </a:buClr>
                        <a:buSzPct val="50000"/>
                        <a:buFont typeface="Wingdings" panose="05000000000000000000" pitchFamily="2" charset="2"/>
                        <a:defRPr sz="2000">
                          <a:solidFill>
                            <a:schemeClr val="tx1"/>
                          </a:solidFill>
                          <a:latin typeface="Times New Roman" panose="02020603050405020304" pitchFamily="18" charset="0"/>
                          <a:ea typeface="黑体" panose="02010609060101010101" pitchFamily="49" charset="-122"/>
                        </a:defRPr>
                      </a:lvl3pPr>
                      <a:lvl4pPr marL="1600200" indent="-228600" algn="l">
                        <a:spcBef>
                          <a:spcPct val="20000"/>
                        </a:spcBef>
                        <a:buClr>
                          <a:schemeClr val="accent2"/>
                        </a:buClr>
                        <a:buSzPct val="55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4pPr>
                      <a:lvl5pPr marL="2057400" indent="-228600" algn="l">
                        <a:spcBef>
                          <a:spcPct val="20000"/>
                        </a:spcBef>
                        <a:buClr>
                          <a:schemeClr val="accent1"/>
                        </a:buClr>
                        <a:buSzPct val="50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9p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r>
                        <a:rPr kumimoji="0" lang="en-US" altLang="zh-CN" sz="2400" b="1" i="0" u="none" strike="noStrike" cap="none" normalizeH="0" baseline="0">
                          <a:ln>
                            <a:noFill/>
                          </a:ln>
                          <a:solidFill>
                            <a:schemeClr val="accent2"/>
                          </a:solidFill>
                          <a:effectLst/>
                          <a:latin typeface="Times New Roman" panose="02020603050405020304" pitchFamily="18" charset="0"/>
                          <a:ea typeface="黑体" panose="02010609060101010101" pitchFamily="49" charset="-122"/>
                        </a:rPr>
                        <a:t>synch</a:t>
                      </a:r>
                      <a:endParaRPr kumimoji="0" lang="en-US" altLang="zh-CN" sz="2400" b="0" i="0" u="none" strike="noStrike" cap="none" normalizeH="0" baseline="0">
                        <a:ln>
                          <a:noFill/>
                        </a:ln>
                        <a:solidFill>
                          <a:schemeClr val="accent2"/>
                        </a:solidFill>
                        <a:effectLst/>
                        <a:latin typeface="Times New Roman" panose="02020603050405020304" pitchFamily="18" charset="0"/>
                        <a:ea typeface="黑体" panose="02010609060101010101" pitchFamily="49" charset="-122"/>
                      </a:endParaRPr>
                    </a:p>
                  </a:txBody>
                  <a:tcPr marL="54000" marR="54000" marT="28800" marB="28800" anchor="ct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4"/>
                  </a:ext>
                </a:extLst>
              </a:tr>
              <a:tr h="585788">
                <a:tc>
                  <a:txBody>
                    <a:bodyPr/>
                    <a:lstStyle>
                      <a:lvl1pPr algn="l">
                        <a:spcBef>
                          <a:spcPct val="20000"/>
                        </a:spcBef>
                        <a:buClr>
                          <a:schemeClr val="folHlink"/>
                        </a:buClr>
                        <a:buSzPct val="60000"/>
                        <a:buFont typeface="Wingdings" panose="05000000000000000000" pitchFamily="2" charset="2"/>
                        <a:defRPr sz="2800">
                          <a:solidFill>
                            <a:schemeClr val="tx1"/>
                          </a:solidFill>
                          <a:latin typeface="Times New Roman" panose="02020603050405020304" pitchFamily="18" charset="0"/>
                          <a:ea typeface="黑体" panose="02010609060101010101" pitchFamily="49" charset="-122"/>
                        </a:defRPr>
                      </a:lvl1pPr>
                      <a:lvl2pPr marL="742950" indent="-285750" algn="l">
                        <a:spcBef>
                          <a:spcPct val="20000"/>
                        </a:spcBef>
                        <a:buClr>
                          <a:schemeClr val="hlink"/>
                        </a:buClr>
                        <a:buSzPct val="55000"/>
                        <a:buFont typeface="Wingdings" panose="05000000000000000000" pitchFamily="2" charset="2"/>
                        <a:defRPr sz="2400">
                          <a:solidFill>
                            <a:schemeClr val="tx1"/>
                          </a:solidFill>
                          <a:latin typeface="Times New Roman" panose="02020603050405020304" pitchFamily="18" charset="0"/>
                          <a:ea typeface="黑体" panose="02010609060101010101" pitchFamily="49" charset="-122"/>
                        </a:defRPr>
                      </a:lvl2pPr>
                      <a:lvl3pPr marL="1143000" indent="-228600" algn="l">
                        <a:spcBef>
                          <a:spcPct val="20000"/>
                        </a:spcBef>
                        <a:buClr>
                          <a:schemeClr val="folHlink"/>
                        </a:buClr>
                        <a:buSzPct val="50000"/>
                        <a:buFont typeface="Wingdings" panose="05000000000000000000" pitchFamily="2" charset="2"/>
                        <a:defRPr sz="2000">
                          <a:solidFill>
                            <a:schemeClr val="tx1"/>
                          </a:solidFill>
                          <a:latin typeface="Times New Roman" panose="02020603050405020304" pitchFamily="18" charset="0"/>
                          <a:ea typeface="黑体" panose="02010609060101010101" pitchFamily="49" charset="-122"/>
                        </a:defRPr>
                      </a:lvl3pPr>
                      <a:lvl4pPr marL="1600200" indent="-228600" algn="l">
                        <a:spcBef>
                          <a:spcPct val="20000"/>
                        </a:spcBef>
                        <a:buClr>
                          <a:schemeClr val="accent2"/>
                        </a:buClr>
                        <a:buSzPct val="55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4pPr>
                      <a:lvl5pPr marL="2057400" indent="-228600" algn="l">
                        <a:spcBef>
                          <a:spcPct val="20000"/>
                        </a:spcBef>
                        <a:buClr>
                          <a:schemeClr val="accent1"/>
                        </a:buClr>
                        <a:buSzPct val="50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9p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r>
                        <a:rPr kumimoji="0" lang="en-US" altLang="zh-CN" sz="2400" b="1" i="1" u="none" strike="noStrike" cap="none" normalizeH="0" baseline="0">
                          <a:ln>
                            <a:noFill/>
                          </a:ln>
                          <a:solidFill>
                            <a:schemeClr val="tx1"/>
                          </a:solidFill>
                          <a:effectLst/>
                          <a:latin typeface="Times New Roman" panose="02020603050405020304" pitchFamily="18" charset="0"/>
                          <a:ea typeface="黑体" panose="02010609060101010101" pitchFamily="49" charset="-122"/>
                        </a:rPr>
                        <a:t>T </a:t>
                      </a:r>
                      <a:r>
                        <a:rPr kumimoji="0" lang="en-US" altLang="zh-CN" sz="2400" b="1" i="0" u="none" strike="noStrike" cap="none" normalizeH="0" baseline="0">
                          <a:ln>
                            <a:noFill/>
                          </a:ln>
                          <a:solidFill>
                            <a:schemeClr val="tx1"/>
                          </a:solidFill>
                          <a:effectLst/>
                          <a:latin typeface="Times New Roman" panose="02020603050405020304" pitchFamily="18" charset="0"/>
                          <a:ea typeface="黑体" panose="02010609060101010101" pitchFamily="49" charset="-122"/>
                          <a:sym typeface="Symbol" panose="05050102010706020507" pitchFamily="18" charset="2"/>
                        </a:rPr>
                        <a:t></a:t>
                      </a:r>
                    </a:p>
                  </a:txBody>
                  <a:tcPr marL="54000" marR="54000" marT="28800" marB="28800" anchor="ct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lgn="l">
                        <a:spcBef>
                          <a:spcPct val="20000"/>
                        </a:spcBef>
                        <a:buClr>
                          <a:schemeClr val="folHlink"/>
                        </a:buClr>
                        <a:buSzPct val="60000"/>
                        <a:buFont typeface="Wingdings" panose="05000000000000000000" pitchFamily="2" charset="2"/>
                        <a:defRPr sz="2800">
                          <a:solidFill>
                            <a:schemeClr val="tx1"/>
                          </a:solidFill>
                          <a:latin typeface="Times New Roman" panose="02020603050405020304" pitchFamily="18" charset="0"/>
                          <a:ea typeface="黑体" panose="02010609060101010101" pitchFamily="49" charset="-122"/>
                        </a:defRPr>
                      </a:lvl1pPr>
                      <a:lvl2pPr marL="742950" indent="-285750" algn="l">
                        <a:spcBef>
                          <a:spcPct val="20000"/>
                        </a:spcBef>
                        <a:buClr>
                          <a:schemeClr val="hlink"/>
                        </a:buClr>
                        <a:buSzPct val="55000"/>
                        <a:buFont typeface="Wingdings" panose="05000000000000000000" pitchFamily="2" charset="2"/>
                        <a:defRPr sz="2400">
                          <a:solidFill>
                            <a:schemeClr val="tx1"/>
                          </a:solidFill>
                          <a:latin typeface="Times New Roman" panose="02020603050405020304" pitchFamily="18" charset="0"/>
                          <a:ea typeface="黑体" panose="02010609060101010101" pitchFamily="49" charset="-122"/>
                        </a:defRPr>
                      </a:lvl2pPr>
                      <a:lvl3pPr marL="1143000" indent="-228600" algn="l">
                        <a:spcBef>
                          <a:spcPct val="20000"/>
                        </a:spcBef>
                        <a:buClr>
                          <a:schemeClr val="folHlink"/>
                        </a:buClr>
                        <a:buSzPct val="50000"/>
                        <a:buFont typeface="Wingdings" panose="05000000000000000000" pitchFamily="2" charset="2"/>
                        <a:defRPr sz="2000">
                          <a:solidFill>
                            <a:schemeClr val="tx1"/>
                          </a:solidFill>
                          <a:latin typeface="Times New Roman" panose="02020603050405020304" pitchFamily="18" charset="0"/>
                          <a:ea typeface="黑体" panose="02010609060101010101" pitchFamily="49" charset="-122"/>
                        </a:defRPr>
                      </a:lvl3pPr>
                      <a:lvl4pPr marL="1600200" indent="-228600" algn="l">
                        <a:spcBef>
                          <a:spcPct val="20000"/>
                        </a:spcBef>
                        <a:buClr>
                          <a:schemeClr val="accent2"/>
                        </a:buClr>
                        <a:buSzPct val="55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4pPr>
                      <a:lvl5pPr marL="2057400" indent="-228600" algn="l">
                        <a:spcBef>
                          <a:spcPct val="20000"/>
                        </a:spcBef>
                        <a:buClr>
                          <a:schemeClr val="accent1"/>
                        </a:buClr>
                        <a:buSzPct val="50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9p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endParaRPr kumimoji="0" lang="zh-CN" altLang="zh-CN" sz="2400" b="0" i="0" u="none" strike="noStrike" cap="none" normalizeH="0" baseline="0">
                        <a:ln>
                          <a:noFill/>
                        </a:ln>
                        <a:solidFill>
                          <a:schemeClr val="tx1"/>
                        </a:solidFill>
                        <a:effectLst/>
                        <a:latin typeface="Times New Roman" panose="02020603050405020304" pitchFamily="18" charset="0"/>
                        <a:ea typeface="黑体" panose="02010609060101010101" pitchFamily="49" charset="-122"/>
                      </a:endParaRPr>
                    </a:p>
                  </a:txBody>
                  <a:tcPr marL="54000" marR="54000" marT="28800" marB="2880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lgn="l">
                        <a:spcBef>
                          <a:spcPct val="20000"/>
                        </a:spcBef>
                        <a:buClr>
                          <a:schemeClr val="folHlink"/>
                        </a:buClr>
                        <a:buSzPct val="60000"/>
                        <a:buFont typeface="Wingdings" panose="05000000000000000000" pitchFamily="2" charset="2"/>
                        <a:defRPr sz="2800">
                          <a:solidFill>
                            <a:schemeClr val="tx1"/>
                          </a:solidFill>
                          <a:latin typeface="Times New Roman" panose="02020603050405020304" pitchFamily="18" charset="0"/>
                          <a:ea typeface="黑体" panose="02010609060101010101" pitchFamily="49" charset="-122"/>
                        </a:defRPr>
                      </a:lvl1pPr>
                      <a:lvl2pPr marL="742950" indent="-285750" algn="l">
                        <a:spcBef>
                          <a:spcPct val="20000"/>
                        </a:spcBef>
                        <a:buClr>
                          <a:schemeClr val="hlink"/>
                        </a:buClr>
                        <a:buSzPct val="55000"/>
                        <a:buFont typeface="Wingdings" panose="05000000000000000000" pitchFamily="2" charset="2"/>
                        <a:defRPr sz="2400">
                          <a:solidFill>
                            <a:schemeClr val="tx1"/>
                          </a:solidFill>
                          <a:latin typeface="Times New Roman" panose="02020603050405020304" pitchFamily="18" charset="0"/>
                          <a:ea typeface="黑体" panose="02010609060101010101" pitchFamily="49" charset="-122"/>
                        </a:defRPr>
                      </a:lvl2pPr>
                      <a:lvl3pPr marL="1143000" indent="-228600" algn="l">
                        <a:spcBef>
                          <a:spcPct val="20000"/>
                        </a:spcBef>
                        <a:buClr>
                          <a:schemeClr val="folHlink"/>
                        </a:buClr>
                        <a:buSzPct val="50000"/>
                        <a:buFont typeface="Wingdings" panose="05000000000000000000" pitchFamily="2" charset="2"/>
                        <a:defRPr sz="2000">
                          <a:solidFill>
                            <a:schemeClr val="tx1"/>
                          </a:solidFill>
                          <a:latin typeface="Times New Roman" panose="02020603050405020304" pitchFamily="18" charset="0"/>
                          <a:ea typeface="黑体" panose="02010609060101010101" pitchFamily="49" charset="-122"/>
                        </a:defRPr>
                      </a:lvl3pPr>
                      <a:lvl4pPr marL="1600200" indent="-228600" algn="l">
                        <a:spcBef>
                          <a:spcPct val="20000"/>
                        </a:spcBef>
                        <a:buClr>
                          <a:schemeClr val="accent2"/>
                        </a:buClr>
                        <a:buSzPct val="55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4pPr>
                      <a:lvl5pPr marL="2057400" indent="-228600" algn="l">
                        <a:spcBef>
                          <a:spcPct val="20000"/>
                        </a:spcBef>
                        <a:buClr>
                          <a:schemeClr val="accent1"/>
                        </a:buClr>
                        <a:buSzPct val="50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9p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r>
                        <a:rPr kumimoji="0" lang="en-US" altLang="zh-CN" sz="2400" b="1" i="1" u="none" strike="noStrike" cap="none" normalizeH="0" baseline="0">
                          <a:ln>
                            <a:noFill/>
                          </a:ln>
                          <a:solidFill>
                            <a:schemeClr val="tx1"/>
                          </a:solidFill>
                          <a:effectLst/>
                          <a:latin typeface="Times New Roman" panose="02020603050405020304" pitchFamily="18" charset="0"/>
                          <a:ea typeface="黑体" panose="02010609060101010101" pitchFamily="49" charset="-122"/>
                        </a:rPr>
                        <a:t>T</a:t>
                      </a:r>
                      <a:r>
                        <a:rPr kumimoji="0" lang="en-US" altLang="zh-CN" sz="2400" b="1" i="0" u="none" strike="noStrike" cap="none" normalizeH="0" baseline="0">
                          <a:ln>
                            <a:noFill/>
                          </a:ln>
                          <a:solidFill>
                            <a:schemeClr val="tx1"/>
                          </a:solidFill>
                          <a:effectLst/>
                          <a:latin typeface="Times New Roman" panose="02020603050405020304" pitchFamily="18" charset="0"/>
                          <a:ea typeface="黑体" panose="02010609060101010101" pitchFamily="49" charset="-122"/>
                          <a:sym typeface="Symbol" panose="05050102010706020507" pitchFamily="18" charset="2"/>
                        </a:rPr>
                        <a:t></a:t>
                      </a:r>
                    </a:p>
                  </a:txBody>
                  <a:tcPr marL="54000" marR="54000" marT="28800" marB="2880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lgn="l">
                        <a:spcBef>
                          <a:spcPct val="20000"/>
                        </a:spcBef>
                        <a:buClr>
                          <a:schemeClr val="folHlink"/>
                        </a:buClr>
                        <a:buSzPct val="60000"/>
                        <a:buFont typeface="Wingdings" panose="05000000000000000000" pitchFamily="2" charset="2"/>
                        <a:defRPr sz="2800">
                          <a:solidFill>
                            <a:schemeClr val="tx1"/>
                          </a:solidFill>
                          <a:latin typeface="Times New Roman" panose="02020603050405020304" pitchFamily="18" charset="0"/>
                          <a:ea typeface="黑体" panose="02010609060101010101" pitchFamily="49" charset="-122"/>
                        </a:defRPr>
                      </a:lvl1pPr>
                      <a:lvl2pPr marL="742950" indent="-285750" algn="l">
                        <a:spcBef>
                          <a:spcPct val="20000"/>
                        </a:spcBef>
                        <a:buClr>
                          <a:schemeClr val="hlink"/>
                        </a:buClr>
                        <a:buSzPct val="55000"/>
                        <a:buFont typeface="Wingdings" panose="05000000000000000000" pitchFamily="2" charset="2"/>
                        <a:defRPr sz="2400">
                          <a:solidFill>
                            <a:schemeClr val="tx1"/>
                          </a:solidFill>
                          <a:latin typeface="Times New Roman" panose="02020603050405020304" pitchFamily="18" charset="0"/>
                          <a:ea typeface="黑体" panose="02010609060101010101" pitchFamily="49" charset="-122"/>
                        </a:defRPr>
                      </a:lvl2pPr>
                      <a:lvl3pPr marL="1143000" indent="-228600" algn="l">
                        <a:spcBef>
                          <a:spcPct val="20000"/>
                        </a:spcBef>
                        <a:buClr>
                          <a:schemeClr val="folHlink"/>
                        </a:buClr>
                        <a:buSzPct val="50000"/>
                        <a:buFont typeface="Wingdings" panose="05000000000000000000" pitchFamily="2" charset="2"/>
                        <a:defRPr sz="2000">
                          <a:solidFill>
                            <a:schemeClr val="tx1"/>
                          </a:solidFill>
                          <a:latin typeface="Times New Roman" panose="02020603050405020304" pitchFamily="18" charset="0"/>
                          <a:ea typeface="黑体" panose="02010609060101010101" pitchFamily="49" charset="-122"/>
                        </a:defRPr>
                      </a:lvl3pPr>
                      <a:lvl4pPr marL="1600200" indent="-228600" algn="l">
                        <a:spcBef>
                          <a:spcPct val="20000"/>
                        </a:spcBef>
                        <a:buClr>
                          <a:schemeClr val="accent2"/>
                        </a:buClr>
                        <a:buSzPct val="55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4pPr>
                      <a:lvl5pPr marL="2057400" indent="-228600" algn="l">
                        <a:spcBef>
                          <a:spcPct val="20000"/>
                        </a:spcBef>
                        <a:buClr>
                          <a:schemeClr val="accent1"/>
                        </a:buClr>
                        <a:buSzPct val="50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9p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r>
                        <a:rPr kumimoji="0" lang="en-US" altLang="zh-CN" sz="2400" b="1" i="1" u="none" strike="noStrike" cap="none" normalizeH="0" baseline="0">
                          <a:ln>
                            <a:noFill/>
                          </a:ln>
                          <a:solidFill>
                            <a:schemeClr val="tx1"/>
                          </a:solidFill>
                          <a:effectLst/>
                          <a:latin typeface="Times New Roman" panose="02020603050405020304" pitchFamily="18" charset="0"/>
                          <a:ea typeface="黑体" panose="02010609060101010101" pitchFamily="49" charset="-122"/>
                        </a:rPr>
                        <a:t>T</a:t>
                      </a:r>
                      <a:r>
                        <a:rPr kumimoji="0" lang="en-US" altLang="zh-CN" sz="2400" b="1" i="0" u="none" strike="noStrike" cap="none" normalizeH="0" baseline="0">
                          <a:ln>
                            <a:noFill/>
                          </a:ln>
                          <a:solidFill>
                            <a:schemeClr val="tx1"/>
                          </a:solidFill>
                          <a:effectLst/>
                          <a:latin typeface="Times New Roman" panose="02020603050405020304" pitchFamily="18" charset="0"/>
                          <a:ea typeface="黑体" panose="02010609060101010101" pitchFamily="49" charset="-122"/>
                          <a:sym typeface="Symbol" panose="05050102010706020507" pitchFamily="18" charset="2"/>
                        </a:rPr>
                        <a:t>*</a:t>
                      </a:r>
                      <a:r>
                        <a:rPr kumimoji="0" lang="en-US" altLang="zh-CN" sz="2400" b="1" i="1" u="none" strike="noStrike" cap="none" normalizeH="0" baseline="0">
                          <a:ln>
                            <a:noFill/>
                          </a:ln>
                          <a:solidFill>
                            <a:schemeClr val="tx1"/>
                          </a:solidFill>
                          <a:effectLst/>
                          <a:latin typeface="Times New Roman" panose="02020603050405020304" pitchFamily="18" charset="0"/>
                          <a:ea typeface="黑体" panose="02010609060101010101" pitchFamily="49" charset="-122"/>
                          <a:sym typeface="Symbol" panose="05050102010706020507" pitchFamily="18" charset="2"/>
                        </a:rPr>
                        <a:t>FT</a:t>
                      </a:r>
                      <a:r>
                        <a:rPr kumimoji="0" lang="en-US" altLang="zh-CN" sz="2400" b="1" i="0" u="none" strike="noStrike" cap="none" normalizeH="0" baseline="0">
                          <a:ln>
                            <a:noFill/>
                          </a:ln>
                          <a:solidFill>
                            <a:schemeClr val="tx1"/>
                          </a:solidFill>
                          <a:effectLst/>
                          <a:latin typeface="Times New Roman" panose="02020603050405020304" pitchFamily="18" charset="0"/>
                          <a:ea typeface="黑体" panose="02010609060101010101" pitchFamily="49" charset="-122"/>
                          <a:sym typeface="Symbol" panose="05050102010706020507" pitchFamily="18" charset="2"/>
                        </a:rPr>
                        <a:t></a:t>
                      </a:r>
                    </a:p>
                  </a:txBody>
                  <a:tcPr marL="54000" marR="54000" marT="28800" marB="2880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lgn="l">
                        <a:spcBef>
                          <a:spcPct val="20000"/>
                        </a:spcBef>
                        <a:buClr>
                          <a:schemeClr val="folHlink"/>
                        </a:buClr>
                        <a:buSzPct val="60000"/>
                        <a:buFont typeface="Wingdings" panose="05000000000000000000" pitchFamily="2" charset="2"/>
                        <a:defRPr sz="2800">
                          <a:solidFill>
                            <a:schemeClr val="tx1"/>
                          </a:solidFill>
                          <a:latin typeface="Times New Roman" panose="02020603050405020304" pitchFamily="18" charset="0"/>
                          <a:ea typeface="黑体" panose="02010609060101010101" pitchFamily="49" charset="-122"/>
                        </a:defRPr>
                      </a:lvl1pPr>
                      <a:lvl2pPr marL="742950" indent="-285750" algn="l">
                        <a:spcBef>
                          <a:spcPct val="20000"/>
                        </a:spcBef>
                        <a:buClr>
                          <a:schemeClr val="hlink"/>
                        </a:buClr>
                        <a:buSzPct val="55000"/>
                        <a:buFont typeface="Wingdings" panose="05000000000000000000" pitchFamily="2" charset="2"/>
                        <a:defRPr sz="2400">
                          <a:solidFill>
                            <a:schemeClr val="tx1"/>
                          </a:solidFill>
                          <a:latin typeface="Times New Roman" panose="02020603050405020304" pitchFamily="18" charset="0"/>
                          <a:ea typeface="黑体" panose="02010609060101010101" pitchFamily="49" charset="-122"/>
                        </a:defRPr>
                      </a:lvl2pPr>
                      <a:lvl3pPr marL="1143000" indent="-228600" algn="l">
                        <a:spcBef>
                          <a:spcPct val="20000"/>
                        </a:spcBef>
                        <a:buClr>
                          <a:schemeClr val="folHlink"/>
                        </a:buClr>
                        <a:buSzPct val="50000"/>
                        <a:buFont typeface="Wingdings" panose="05000000000000000000" pitchFamily="2" charset="2"/>
                        <a:defRPr sz="2000">
                          <a:solidFill>
                            <a:schemeClr val="tx1"/>
                          </a:solidFill>
                          <a:latin typeface="Times New Roman" panose="02020603050405020304" pitchFamily="18" charset="0"/>
                          <a:ea typeface="黑体" panose="02010609060101010101" pitchFamily="49" charset="-122"/>
                        </a:defRPr>
                      </a:lvl3pPr>
                      <a:lvl4pPr marL="1600200" indent="-228600" algn="l">
                        <a:spcBef>
                          <a:spcPct val="20000"/>
                        </a:spcBef>
                        <a:buClr>
                          <a:schemeClr val="accent2"/>
                        </a:buClr>
                        <a:buSzPct val="55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4pPr>
                      <a:lvl5pPr marL="2057400" indent="-228600" algn="l">
                        <a:spcBef>
                          <a:spcPct val="20000"/>
                        </a:spcBef>
                        <a:buClr>
                          <a:schemeClr val="accent1"/>
                        </a:buClr>
                        <a:buSzPct val="50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9p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endParaRPr kumimoji="0" lang="zh-CN" altLang="zh-CN" sz="2400" b="0" i="0" u="none" strike="noStrike" cap="none" normalizeH="0" baseline="0">
                        <a:ln>
                          <a:noFill/>
                        </a:ln>
                        <a:solidFill>
                          <a:schemeClr val="tx1"/>
                        </a:solidFill>
                        <a:effectLst/>
                        <a:latin typeface="Times New Roman" panose="02020603050405020304" pitchFamily="18" charset="0"/>
                        <a:ea typeface="黑体" panose="02010609060101010101" pitchFamily="49" charset="-122"/>
                      </a:endParaRPr>
                    </a:p>
                  </a:txBody>
                  <a:tcPr marL="54000" marR="54000" marT="28800" marB="2880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lgn="l">
                        <a:spcBef>
                          <a:spcPct val="20000"/>
                        </a:spcBef>
                        <a:buClr>
                          <a:schemeClr val="folHlink"/>
                        </a:buClr>
                        <a:buSzPct val="60000"/>
                        <a:buFont typeface="Wingdings" panose="05000000000000000000" pitchFamily="2" charset="2"/>
                        <a:defRPr sz="2800">
                          <a:solidFill>
                            <a:schemeClr val="tx1"/>
                          </a:solidFill>
                          <a:latin typeface="Times New Roman" panose="02020603050405020304" pitchFamily="18" charset="0"/>
                          <a:ea typeface="黑体" panose="02010609060101010101" pitchFamily="49" charset="-122"/>
                        </a:defRPr>
                      </a:lvl1pPr>
                      <a:lvl2pPr marL="742950" indent="-285750" algn="l">
                        <a:spcBef>
                          <a:spcPct val="20000"/>
                        </a:spcBef>
                        <a:buClr>
                          <a:schemeClr val="hlink"/>
                        </a:buClr>
                        <a:buSzPct val="55000"/>
                        <a:buFont typeface="Wingdings" panose="05000000000000000000" pitchFamily="2" charset="2"/>
                        <a:defRPr sz="2400">
                          <a:solidFill>
                            <a:schemeClr val="tx1"/>
                          </a:solidFill>
                          <a:latin typeface="Times New Roman" panose="02020603050405020304" pitchFamily="18" charset="0"/>
                          <a:ea typeface="黑体" panose="02010609060101010101" pitchFamily="49" charset="-122"/>
                        </a:defRPr>
                      </a:lvl2pPr>
                      <a:lvl3pPr marL="1143000" indent="-228600" algn="l">
                        <a:spcBef>
                          <a:spcPct val="20000"/>
                        </a:spcBef>
                        <a:buClr>
                          <a:schemeClr val="folHlink"/>
                        </a:buClr>
                        <a:buSzPct val="50000"/>
                        <a:buFont typeface="Wingdings" panose="05000000000000000000" pitchFamily="2" charset="2"/>
                        <a:defRPr sz="2000">
                          <a:solidFill>
                            <a:schemeClr val="tx1"/>
                          </a:solidFill>
                          <a:latin typeface="Times New Roman" panose="02020603050405020304" pitchFamily="18" charset="0"/>
                          <a:ea typeface="黑体" panose="02010609060101010101" pitchFamily="49" charset="-122"/>
                        </a:defRPr>
                      </a:lvl3pPr>
                      <a:lvl4pPr marL="1600200" indent="-228600" algn="l">
                        <a:spcBef>
                          <a:spcPct val="20000"/>
                        </a:spcBef>
                        <a:buClr>
                          <a:schemeClr val="accent2"/>
                        </a:buClr>
                        <a:buSzPct val="55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4pPr>
                      <a:lvl5pPr marL="2057400" indent="-228600" algn="l">
                        <a:spcBef>
                          <a:spcPct val="20000"/>
                        </a:spcBef>
                        <a:buClr>
                          <a:schemeClr val="accent1"/>
                        </a:buClr>
                        <a:buSzPct val="50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9p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r>
                        <a:rPr kumimoji="0" lang="en-US" altLang="zh-CN" sz="2400" b="1" i="1" u="none" strike="noStrike" cap="none" normalizeH="0" baseline="0">
                          <a:ln>
                            <a:noFill/>
                          </a:ln>
                          <a:solidFill>
                            <a:schemeClr val="tx1"/>
                          </a:solidFill>
                          <a:effectLst/>
                          <a:latin typeface="Times New Roman" panose="02020603050405020304" pitchFamily="18" charset="0"/>
                          <a:ea typeface="黑体" panose="02010609060101010101" pitchFamily="49" charset="-122"/>
                        </a:rPr>
                        <a:t>T</a:t>
                      </a:r>
                      <a:r>
                        <a:rPr kumimoji="0" lang="en-US" altLang="zh-CN" sz="2400" b="1" i="0" u="none" strike="noStrike" cap="none" normalizeH="0" baseline="0">
                          <a:ln>
                            <a:noFill/>
                          </a:ln>
                          <a:solidFill>
                            <a:schemeClr val="tx1"/>
                          </a:solidFill>
                          <a:effectLst/>
                          <a:latin typeface="Times New Roman" panose="02020603050405020304" pitchFamily="18" charset="0"/>
                          <a:ea typeface="黑体" panose="02010609060101010101" pitchFamily="49" charset="-122"/>
                          <a:sym typeface="Symbol" panose="05050102010706020507" pitchFamily="18" charset="2"/>
                        </a:rPr>
                        <a:t></a:t>
                      </a:r>
                    </a:p>
                  </a:txBody>
                  <a:tcPr marL="54000" marR="54000" marT="28800" marB="2880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lgn="l">
                        <a:spcBef>
                          <a:spcPct val="20000"/>
                        </a:spcBef>
                        <a:buClr>
                          <a:schemeClr val="folHlink"/>
                        </a:buClr>
                        <a:buSzPct val="60000"/>
                        <a:buFont typeface="Wingdings" panose="05000000000000000000" pitchFamily="2" charset="2"/>
                        <a:defRPr sz="2800">
                          <a:solidFill>
                            <a:schemeClr val="tx1"/>
                          </a:solidFill>
                          <a:latin typeface="Times New Roman" panose="02020603050405020304" pitchFamily="18" charset="0"/>
                          <a:ea typeface="黑体" panose="02010609060101010101" pitchFamily="49" charset="-122"/>
                        </a:defRPr>
                      </a:lvl1pPr>
                      <a:lvl2pPr marL="742950" indent="-285750" algn="l">
                        <a:spcBef>
                          <a:spcPct val="20000"/>
                        </a:spcBef>
                        <a:buClr>
                          <a:schemeClr val="hlink"/>
                        </a:buClr>
                        <a:buSzPct val="55000"/>
                        <a:buFont typeface="Wingdings" panose="05000000000000000000" pitchFamily="2" charset="2"/>
                        <a:defRPr sz="2400">
                          <a:solidFill>
                            <a:schemeClr val="tx1"/>
                          </a:solidFill>
                          <a:latin typeface="Times New Roman" panose="02020603050405020304" pitchFamily="18" charset="0"/>
                          <a:ea typeface="黑体" panose="02010609060101010101" pitchFamily="49" charset="-122"/>
                        </a:defRPr>
                      </a:lvl2pPr>
                      <a:lvl3pPr marL="1143000" indent="-228600" algn="l">
                        <a:spcBef>
                          <a:spcPct val="20000"/>
                        </a:spcBef>
                        <a:buClr>
                          <a:schemeClr val="folHlink"/>
                        </a:buClr>
                        <a:buSzPct val="50000"/>
                        <a:buFont typeface="Wingdings" panose="05000000000000000000" pitchFamily="2" charset="2"/>
                        <a:defRPr sz="2000">
                          <a:solidFill>
                            <a:schemeClr val="tx1"/>
                          </a:solidFill>
                          <a:latin typeface="Times New Roman" panose="02020603050405020304" pitchFamily="18" charset="0"/>
                          <a:ea typeface="黑体" panose="02010609060101010101" pitchFamily="49" charset="-122"/>
                        </a:defRPr>
                      </a:lvl3pPr>
                      <a:lvl4pPr marL="1600200" indent="-228600" algn="l">
                        <a:spcBef>
                          <a:spcPct val="20000"/>
                        </a:spcBef>
                        <a:buClr>
                          <a:schemeClr val="accent2"/>
                        </a:buClr>
                        <a:buSzPct val="55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4pPr>
                      <a:lvl5pPr marL="2057400" indent="-228600" algn="l">
                        <a:spcBef>
                          <a:spcPct val="20000"/>
                        </a:spcBef>
                        <a:buClr>
                          <a:schemeClr val="accent1"/>
                        </a:buClr>
                        <a:buSzPct val="50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9p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r>
                        <a:rPr kumimoji="0" lang="en-US" altLang="zh-CN" sz="2400" b="1" i="1" u="none" strike="noStrike" cap="none" normalizeH="0" baseline="0">
                          <a:ln>
                            <a:noFill/>
                          </a:ln>
                          <a:solidFill>
                            <a:schemeClr val="tx1"/>
                          </a:solidFill>
                          <a:effectLst/>
                          <a:latin typeface="Times New Roman" panose="02020603050405020304" pitchFamily="18" charset="0"/>
                          <a:ea typeface="黑体" panose="02010609060101010101" pitchFamily="49" charset="-122"/>
                        </a:rPr>
                        <a:t>T</a:t>
                      </a:r>
                      <a:r>
                        <a:rPr kumimoji="0" lang="en-US" altLang="zh-CN" sz="2400" b="1" i="0" u="none" strike="noStrike" cap="none" normalizeH="0" baseline="0">
                          <a:ln>
                            <a:noFill/>
                          </a:ln>
                          <a:solidFill>
                            <a:schemeClr val="tx1"/>
                          </a:solidFill>
                          <a:effectLst/>
                          <a:latin typeface="Times New Roman" panose="02020603050405020304" pitchFamily="18" charset="0"/>
                          <a:ea typeface="黑体" panose="02010609060101010101" pitchFamily="49" charset="-122"/>
                          <a:sym typeface="Symbol" panose="05050102010706020507" pitchFamily="18" charset="2"/>
                        </a:rPr>
                        <a:t></a:t>
                      </a:r>
                    </a:p>
                  </a:txBody>
                  <a:tcPr marL="54000" marR="54000" marT="28800" marB="28800" anchor="ct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5"/>
                  </a:ext>
                </a:extLst>
              </a:tr>
              <a:tr h="588963">
                <a:tc>
                  <a:txBody>
                    <a:bodyPr/>
                    <a:lstStyle>
                      <a:lvl1pPr algn="l">
                        <a:spcBef>
                          <a:spcPct val="20000"/>
                        </a:spcBef>
                        <a:buClr>
                          <a:schemeClr val="folHlink"/>
                        </a:buClr>
                        <a:buSzPct val="60000"/>
                        <a:buFont typeface="Wingdings" panose="05000000000000000000" pitchFamily="2" charset="2"/>
                        <a:defRPr sz="2800">
                          <a:solidFill>
                            <a:schemeClr val="tx1"/>
                          </a:solidFill>
                          <a:latin typeface="Times New Roman" panose="02020603050405020304" pitchFamily="18" charset="0"/>
                          <a:ea typeface="黑体" panose="02010609060101010101" pitchFamily="49" charset="-122"/>
                        </a:defRPr>
                      </a:lvl1pPr>
                      <a:lvl2pPr marL="742950" indent="-285750" algn="l">
                        <a:spcBef>
                          <a:spcPct val="20000"/>
                        </a:spcBef>
                        <a:buClr>
                          <a:schemeClr val="hlink"/>
                        </a:buClr>
                        <a:buSzPct val="55000"/>
                        <a:buFont typeface="Wingdings" panose="05000000000000000000" pitchFamily="2" charset="2"/>
                        <a:defRPr sz="2400">
                          <a:solidFill>
                            <a:schemeClr val="tx1"/>
                          </a:solidFill>
                          <a:latin typeface="Times New Roman" panose="02020603050405020304" pitchFamily="18" charset="0"/>
                          <a:ea typeface="黑体" panose="02010609060101010101" pitchFamily="49" charset="-122"/>
                        </a:defRPr>
                      </a:lvl2pPr>
                      <a:lvl3pPr marL="1143000" indent="-228600" algn="l">
                        <a:spcBef>
                          <a:spcPct val="20000"/>
                        </a:spcBef>
                        <a:buClr>
                          <a:schemeClr val="folHlink"/>
                        </a:buClr>
                        <a:buSzPct val="50000"/>
                        <a:buFont typeface="Wingdings" panose="05000000000000000000" pitchFamily="2" charset="2"/>
                        <a:defRPr sz="2000">
                          <a:solidFill>
                            <a:schemeClr val="tx1"/>
                          </a:solidFill>
                          <a:latin typeface="Times New Roman" panose="02020603050405020304" pitchFamily="18" charset="0"/>
                          <a:ea typeface="黑体" panose="02010609060101010101" pitchFamily="49" charset="-122"/>
                        </a:defRPr>
                      </a:lvl3pPr>
                      <a:lvl4pPr marL="1600200" indent="-228600" algn="l">
                        <a:spcBef>
                          <a:spcPct val="20000"/>
                        </a:spcBef>
                        <a:buClr>
                          <a:schemeClr val="accent2"/>
                        </a:buClr>
                        <a:buSzPct val="55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4pPr>
                      <a:lvl5pPr marL="2057400" indent="-228600" algn="l">
                        <a:spcBef>
                          <a:spcPct val="20000"/>
                        </a:spcBef>
                        <a:buClr>
                          <a:schemeClr val="accent1"/>
                        </a:buClr>
                        <a:buSzPct val="50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9p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r>
                        <a:rPr kumimoji="0" lang="en-US" altLang="zh-CN" sz="2400" b="1" i="1" u="none" strike="noStrike" cap="none" normalizeH="0" baseline="0">
                          <a:ln>
                            <a:noFill/>
                          </a:ln>
                          <a:solidFill>
                            <a:schemeClr val="tx1"/>
                          </a:solidFill>
                          <a:effectLst/>
                          <a:latin typeface="Times New Roman" panose="02020603050405020304" pitchFamily="18" charset="0"/>
                          <a:ea typeface="黑体" panose="02010609060101010101" pitchFamily="49" charset="-122"/>
                        </a:rPr>
                        <a:t>F</a:t>
                      </a:r>
                    </a:p>
                  </a:txBody>
                  <a:tcPr marL="54000" marR="54000" marT="28800" marB="28800" anchor="ct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lgn="l">
                        <a:spcBef>
                          <a:spcPct val="20000"/>
                        </a:spcBef>
                        <a:buClr>
                          <a:schemeClr val="folHlink"/>
                        </a:buClr>
                        <a:buSzPct val="60000"/>
                        <a:buFont typeface="Wingdings" panose="05000000000000000000" pitchFamily="2" charset="2"/>
                        <a:defRPr sz="2800">
                          <a:solidFill>
                            <a:schemeClr val="tx1"/>
                          </a:solidFill>
                          <a:latin typeface="Times New Roman" panose="02020603050405020304" pitchFamily="18" charset="0"/>
                          <a:ea typeface="黑体" panose="02010609060101010101" pitchFamily="49" charset="-122"/>
                        </a:defRPr>
                      </a:lvl1pPr>
                      <a:lvl2pPr marL="742950" indent="-285750" algn="l">
                        <a:spcBef>
                          <a:spcPct val="20000"/>
                        </a:spcBef>
                        <a:buClr>
                          <a:schemeClr val="hlink"/>
                        </a:buClr>
                        <a:buSzPct val="55000"/>
                        <a:buFont typeface="Wingdings" panose="05000000000000000000" pitchFamily="2" charset="2"/>
                        <a:defRPr sz="2400">
                          <a:solidFill>
                            <a:schemeClr val="tx1"/>
                          </a:solidFill>
                          <a:latin typeface="Times New Roman" panose="02020603050405020304" pitchFamily="18" charset="0"/>
                          <a:ea typeface="黑体" panose="02010609060101010101" pitchFamily="49" charset="-122"/>
                        </a:defRPr>
                      </a:lvl2pPr>
                      <a:lvl3pPr marL="1143000" indent="-228600" algn="l">
                        <a:spcBef>
                          <a:spcPct val="20000"/>
                        </a:spcBef>
                        <a:buClr>
                          <a:schemeClr val="folHlink"/>
                        </a:buClr>
                        <a:buSzPct val="50000"/>
                        <a:buFont typeface="Wingdings" panose="05000000000000000000" pitchFamily="2" charset="2"/>
                        <a:defRPr sz="2000">
                          <a:solidFill>
                            <a:schemeClr val="tx1"/>
                          </a:solidFill>
                          <a:latin typeface="Times New Roman" panose="02020603050405020304" pitchFamily="18" charset="0"/>
                          <a:ea typeface="黑体" panose="02010609060101010101" pitchFamily="49" charset="-122"/>
                        </a:defRPr>
                      </a:lvl3pPr>
                      <a:lvl4pPr marL="1600200" indent="-228600" algn="l">
                        <a:spcBef>
                          <a:spcPct val="20000"/>
                        </a:spcBef>
                        <a:buClr>
                          <a:schemeClr val="accent2"/>
                        </a:buClr>
                        <a:buSzPct val="55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4pPr>
                      <a:lvl5pPr marL="2057400" indent="-228600" algn="l">
                        <a:spcBef>
                          <a:spcPct val="20000"/>
                        </a:spcBef>
                        <a:buClr>
                          <a:schemeClr val="accent1"/>
                        </a:buClr>
                        <a:buSzPct val="50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9p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r>
                        <a:rPr kumimoji="0" lang="en-US" altLang="zh-CN" sz="2400" b="1" i="1" u="none" strike="noStrike" cap="none" normalizeH="0" baseline="0">
                          <a:ln>
                            <a:noFill/>
                          </a:ln>
                          <a:solidFill>
                            <a:schemeClr val="tx1"/>
                          </a:solidFill>
                          <a:effectLst/>
                          <a:latin typeface="Times New Roman" panose="02020603050405020304" pitchFamily="18" charset="0"/>
                          <a:ea typeface="黑体" panose="02010609060101010101" pitchFamily="49" charset="-122"/>
                        </a:rPr>
                        <a:t>F</a:t>
                      </a:r>
                      <a:r>
                        <a:rPr kumimoji="0" lang="en-US" altLang="zh-CN" sz="2400" b="1" i="0" u="none" strike="noStrike" cap="none" normalizeH="0" baseline="0">
                          <a:ln>
                            <a:noFill/>
                          </a:ln>
                          <a:solidFill>
                            <a:schemeClr val="tx1"/>
                          </a:solidFill>
                          <a:effectLst/>
                          <a:latin typeface="Times New Roman" panose="02020603050405020304" pitchFamily="18" charset="0"/>
                          <a:ea typeface="黑体" panose="02010609060101010101" pitchFamily="49" charset="-122"/>
                          <a:sym typeface="Symbol" panose="05050102010706020507" pitchFamily="18" charset="2"/>
                        </a:rPr>
                        <a:t>id</a:t>
                      </a:r>
                    </a:p>
                  </a:txBody>
                  <a:tcPr marL="54000" marR="54000" marT="28800" marB="2880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lgn="l">
                        <a:spcBef>
                          <a:spcPct val="20000"/>
                        </a:spcBef>
                        <a:buClr>
                          <a:schemeClr val="folHlink"/>
                        </a:buClr>
                        <a:buSzPct val="60000"/>
                        <a:buFont typeface="Wingdings" panose="05000000000000000000" pitchFamily="2" charset="2"/>
                        <a:defRPr sz="2800">
                          <a:solidFill>
                            <a:schemeClr val="tx1"/>
                          </a:solidFill>
                          <a:latin typeface="Times New Roman" panose="02020603050405020304" pitchFamily="18" charset="0"/>
                          <a:ea typeface="黑体" panose="02010609060101010101" pitchFamily="49" charset="-122"/>
                        </a:defRPr>
                      </a:lvl1pPr>
                      <a:lvl2pPr marL="742950" indent="-285750" algn="l">
                        <a:spcBef>
                          <a:spcPct val="20000"/>
                        </a:spcBef>
                        <a:buClr>
                          <a:schemeClr val="hlink"/>
                        </a:buClr>
                        <a:buSzPct val="55000"/>
                        <a:buFont typeface="Wingdings" panose="05000000000000000000" pitchFamily="2" charset="2"/>
                        <a:defRPr sz="2400">
                          <a:solidFill>
                            <a:schemeClr val="tx1"/>
                          </a:solidFill>
                          <a:latin typeface="Times New Roman" panose="02020603050405020304" pitchFamily="18" charset="0"/>
                          <a:ea typeface="黑体" panose="02010609060101010101" pitchFamily="49" charset="-122"/>
                        </a:defRPr>
                      </a:lvl2pPr>
                      <a:lvl3pPr marL="1143000" indent="-228600" algn="l">
                        <a:spcBef>
                          <a:spcPct val="20000"/>
                        </a:spcBef>
                        <a:buClr>
                          <a:schemeClr val="folHlink"/>
                        </a:buClr>
                        <a:buSzPct val="50000"/>
                        <a:buFont typeface="Wingdings" panose="05000000000000000000" pitchFamily="2" charset="2"/>
                        <a:defRPr sz="2000">
                          <a:solidFill>
                            <a:schemeClr val="tx1"/>
                          </a:solidFill>
                          <a:latin typeface="Times New Roman" panose="02020603050405020304" pitchFamily="18" charset="0"/>
                          <a:ea typeface="黑体" panose="02010609060101010101" pitchFamily="49" charset="-122"/>
                        </a:defRPr>
                      </a:lvl3pPr>
                      <a:lvl4pPr marL="1600200" indent="-228600" algn="l">
                        <a:spcBef>
                          <a:spcPct val="20000"/>
                        </a:spcBef>
                        <a:buClr>
                          <a:schemeClr val="accent2"/>
                        </a:buClr>
                        <a:buSzPct val="55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4pPr>
                      <a:lvl5pPr marL="2057400" indent="-228600" algn="l">
                        <a:spcBef>
                          <a:spcPct val="20000"/>
                        </a:spcBef>
                        <a:buClr>
                          <a:schemeClr val="accent1"/>
                        </a:buClr>
                        <a:buSzPct val="50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9p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r>
                        <a:rPr kumimoji="0" lang="en-US" altLang="zh-CN" sz="2400" b="1" i="0" u="none" strike="noStrike" cap="none" normalizeH="0" baseline="0">
                          <a:ln>
                            <a:noFill/>
                          </a:ln>
                          <a:solidFill>
                            <a:schemeClr val="accent2"/>
                          </a:solidFill>
                          <a:effectLst/>
                          <a:latin typeface="Times New Roman" panose="02020603050405020304" pitchFamily="18" charset="0"/>
                          <a:ea typeface="黑体" panose="02010609060101010101" pitchFamily="49" charset="-122"/>
                        </a:rPr>
                        <a:t>synch</a:t>
                      </a:r>
                    </a:p>
                  </a:txBody>
                  <a:tcPr marL="54000" marR="54000" marT="28800" marB="2880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lgn="l">
                        <a:spcBef>
                          <a:spcPct val="20000"/>
                        </a:spcBef>
                        <a:buClr>
                          <a:schemeClr val="folHlink"/>
                        </a:buClr>
                        <a:buSzPct val="60000"/>
                        <a:buFont typeface="Wingdings" panose="05000000000000000000" pitchFamily="2" charset="2"/>
                        <a:defRPr sz="2800">
                          <a:solidFill>
                            <a:schemeClr val="tx1"/>
                          </a:solidFill>
                          <a:latin typeface="Times New Roman" panose="02020603050405020304" pitchFamily="18" charset="0"/>
                          <a:ea typeface="黑体" panose="02010609060101010101" pitchFamily="49" charset="-122"/>
                        </a:defRPr>
                      </a:lvl1pPr>
                      <a:lvl2pPr marL="742950" indent="-285750" algn="l">
                        <a:spcBef>
                          <a:spcPct val="20000"/>
                        </a:spcBef>
                        <a:buClr>
                          <a:schemeClr val="hlink"/>
                        </a:buClr>
                        <a:buSzPct val="55000"/>
                        <a:buFont typeface="Wingdings" panose="05000000000000000000" pitchFamily="2" charset="2"/>
                        <a:defRPr sz="2400">
                          <a:solidFill>
                            <a:schemeClr val="tx1"/>
                          </a:solidFill>
                          <a:latin typeface="Times New Roman" panose="02020603050405020304" pitchFamily="18" charset="0"/>
                          <a:ea typeface="黑体" panose="02010609060101010101" pitchFamily="49" charset="-122"/>
                        </a:defRPr>
                      </a:lvl2pPr>
                      <a:lvl3pPr marL="1143000" indent="-228600" algn="l">
                        <a:spcBef>
                          <a:spcPct val="20000"/>
                        </a:spcBef>
                        <a:buClr>
                          <a:schemeClr val="folHlink"/>
                        </a:buClr>
                        <a:buSzPct val="50000"/>
                        <a:buFont typeface="Wingdings" panose="05000000000000000000" pitchFamily="2" charset="2"/>
                        <a:defRPr sz="2000">
                          <a:solidFill>
                            <a:schemeClr val="tx1"/>
                          </a:solidFill>
                          <a:latin typeface="Times New Roman" panose="02020603050405020304" pitchFamily="18" charset="0"/>
                          <a:ea typeface="黑体" panose="02010609060101010101" pitchFamily="49" charset="-122"/>
                        </a:defRPr>
                      </a:lvl3pPr>
                      <a:lvl4pPr marL="1600200" indent="-228600" algn="l">
                        <a:spcBef>
                          <a:spcPct val="20000"/>
                        </a:spcBef>
                        <a:buClr>
                          <a:schemeClr val="accent2"/>
                        </a:buClr>
                        <a:buSzPct val="55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4pPr>
                      <a:lvl5pPr marL="2057400" indent="-228600" algn="l">
                        <a:spcBef>
                          <a:spcPct val="20000"/>
                        </a:spcBef>
                        <a:buClr>
                          <a:schemeClr val="accent1"/>
                        </a:buClr>
                        <a:buSzPct val="50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9p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r>
                        <a:rPr kumimoji="0" lang="en-US" altLang="zh-CN" sz="2400" b="1" i="0" u="none" strike="noStrike" cap="none" normalizeH="0" baseline="0">
                          <a:ln>
                            <a:noFill/>
                          </a:ln>
                          <a:solidFill>
                            <a:schemeClr val="accent2"/>
                          </a:solidFill>
                          <a:effectLst/>
                          <a:latin typeface="Times New Roman" panose="02020603050405020304" pitchFamily="18" charset="0"/>
                          <a:ea typeface="黑体" panose="02010609060101010101" pitchFamily="49" charset="-122"/>
                        </a:rPr>
                        <a:t>synch</a:t>
                      </a:r>
                    </a:p>
                  </a:txBody>
                  <a:tcPr marL="54000" marR="54000" marT="28800" marB="2880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lgn="l">
                        <a:spcBef>
                          <a:spcPct val="20000"/>
                        </a:spcBef>
                        <a:buClr>
                          <a:schemeClr val="folHlink"/>
                        </a:buClr>
                        <a:buSzPct val="60000"/>
                        <a:buFont typeface="Wingdings" panose="05000000000000000000" pitchFamily="2" charset="2"/>
                        <a:defRPr sz="2800">
                          <a:solidFill>
                            <a:schemeClr val="tx1"/>
                          </a:solidFill>
                          <a:latin typeface="Times New Roman" panose="02020603050405020304" pitchFamily="18" charset="0"/>
                          <a:ea typeface="黑体" panose="02010609060101010101" pitchFamily="49" charset="-122"/>
                        </a:defRPr>
                      </a:lvl1pPr>
                      <a:lvl2pPr marL="742950" indent="-285750" algn="l">
                        <a:spcBef>
                          <a:spcPct val="20000"/>
                        </a:spcBef>
                        <a:buClr>
                          <a:schemeClr val="hlink"/>
                        </a:buClr>
                        <a:buSzPct val="55000"/>
                        <a:buFont typeface="Wingdings" panose="05000000000000000000" pitchFamily="2" charset="2"/>
                        <a:defRPr sz="2400">
                          <a:solidFill>
                            <a:schemeClr val="tx1"/>
                          </a:solidFill>
                          <a:latin typeface="Times New Roman" panose="02020603050405020304" pitchFamily="18" charset="0"/>
                          <a:ea typeface="黑体" panose="02010609060101010101" pitchFamily="49" charset="-122"/>
                        </a:defRPr>
                      </a:lvl2pPr>
                      <a:lvl3pPr marL="1143000" indent="-228600" algn="l">
                        <a:spcBef>
                          <a:spcPct val="20000"/>
                        </a:spcBef>
                        <a:buClr>
                          <a:schemeClr val="folHlink"/>
                        </a:buClr>
                        <a:buSzPct val="50000"/>
                        <a:buFont typeface="Wingdings" panose="05000000000000000000" pitchFamily="2" charset="2"/>
                        <a:defRPr sz="2000">
                          <a:solidFill>
                            <a:schemeClr val="tx1"/>
                          </a:solidFill>
                          <a:latin typeface="Times New Roman" panose="02020603050405020304" pitchFamily="18" charset="0"/>
                          <a:ea typeface="黑体" panose="02010609060101010101" pitchFamily="49" charset="-122"/>
                        </a:defRPr>
                      </a:lvl3pPr>
                      <a:lvl4pPr marL="1600200" indent="-228600" algn="l">
                        <a:spcBef>
                          <a:spcPct val="20000"/>
                        </a:spcBef>
                        <a:buClr>
                          <a:schemeClr val="accent2"/>
                        </a:buClr>
                        <a:buSzPct val="55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4pPr>
                      <a:lvl5pPr marL="2057400" indent="-228600" algn="l">
                        <a:spcBef>
                          <a:spcPct val="20000"/>
                        </a:spcBef>
                        <a:buClr>
                          <a:schemeClr val="accent1"/>
                        </a:buClr>
                        <a:buSzPct val="50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9p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r>
                        <a:rPr kumimoji="0" lang="en-US" altLang="zh-CN" sz="2400" b="1" i="1" u="none" strike="noStrike" cap="none" normalizeH="0" baseline="0">
                          <a:ln>
                            <a:noFill/>
                          </a:ln>
                          <a:solidFill>
                            <a:schemeClr val="tx1"/>
                          </a:solidFill>
                          <a:effectLst/>
                          <a:latin typeface="Times New Roman" panose="02020603050405020304" pitchFamily="18" charset="0"/>
                          <a:ea typeface="黑体" panose="02010609060101010101" pitchFamily="49" charset="-122"/>
                        </a:rPr>
                        <a:t>F</a:t>
                      </a:r>
                      <a:r>
                        <a:rPr kumimoji="0" lang="en-US" altLang="zh-CN" sz="2400" b="1" i="0" u="none" strike="noStrike" cap="none" normalizeH="0" baseline="0">
                          <a:ln>
                            <a:noFill/>
                          </a:ln>
                          <a:solidFill>
                            <a:schemeClr val="tx1"/>
                          </a:solidFill>
                          <a:effectLst/>
                          <a:latin typeface="Times New Roman" panose="02020603050405020304" pitchFamily="18" charset="0"/>
                          <a:ea typeface="黑体" panose="02010609060101010101" pitchFamily="49" charset="-122"/>
                          <a:sym typeface="Symbol" panose="05050102010706020507" pitchFamily="18" charset="2"/>
                        </a:rPr>
                        <a:t>(</a:t>
                      </a:r>
                      <a:r>
                        <a:rPr kumimoji="0" lang="en-US" altLang="zh-CN" sz="2400" b="1" i="1" u="none" strike="noStrike" cap="none" normalizeH="0" baseline="0">
                          <a:ln>
                            <a:noFill/>
                          </a:ln>
                          <a:solidFill>
                            <a:schemeClr val="tx1"/>
                          </a:solidFill>
                          <a:effectLst/>
                          <a:latin typeface="Times New Roman" panose="02020603050405020304" pitchFamily="18" charset="0"/>
                          <a:ea typeface="黑体" panose="02010609060101010101" pitchFamily="49" charset="-122"/>
                          <a:sym typeface="Symbol" panose="05050102010706020507" pitchFamily="18" charset="2"/>
                        </a:rPr>
                        <a:t>E</a:t>
                      </a:r>
                      <a:r>
                        <a:rPr kumimoji="0" lang="en-US" altLang="zh-CN" sz="2400" b="1" i="0" u="none" strike="noStrike" cap="none" normalizeH="0" baseline="0">
                          <a:ln>
                            <a:noFill/>
                          </a:ln>
                          <a:solidFill>
                            <a:schemeClr val="tx1"/>
                          </a:solidFill>
                          <a:effectLst/>
                          <a:latin typeface="Times New Roman" panose="02020603050405020304" pitchFamily="18" charset="0"/>
                          <a:ea typeface="黑体" panose="02010609060101010101" pitchFamily="49" charset="-122"/>
                          <a:sym typeface="Symbol" panose="05050102010706020507" pitchFamily="18" charset="2"/>
                        </a:rPr>
                        <a:t>)</a:t>
                      </a:r>
                    </a:p>
                  </a:txBody>
                  <a:tcPr marL="54000" marR="54000" marT="28800" marB="2880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lgn="l">
                        <a:spcBef>
                          <a:spcPct val="20000"/>
                        </a:spcBef>
                        <a:buClr>
                          <a:schemeClr val="folHlink"/>
                        </a:buClr>
                        <a:buSzPct val="60000"/>
                        <a:buFont typeface="Wingdings" panose="05000000000000000000" pitchFamily="2" charset="2"/>
                        <a:defRPr sz="2800">
                          <a:solidFill>
                            <a:schemeClr val="tx1"/>
                          </a:solidFill>
                          <a:latin typeface="Times New Roman" panose="02020603050405020304" pitchFamily="18" charset="0"/>
                          <a:ea typeface="黑体" panose="02010609060101010101" pitchFamily="49" charset="-122"/>
                        </a:defRPr>
                      </a:lvl1pPr>
                      <a:lvl2pPr marL="742950" indent="-285750" algn="l">
                        <a:spcBef>
                          <a:spcPct val="20000"/>
                        </a:spcBef>
                        <a:buClr>
                          <a:schemeClr val="hlink"/>
                        </a:buClr>
                        <a:buSzPct val="55000"/>
                        <a:buFont typeface="Wingdings" panose="05000000000000000000" pitchFamily="2" charset="2"/>
                        <a:defRPr sz="2400">
                          <a:solidFill>
                            <a:schemeClr val="tx1"/>
                          </a:solidFill>
                          <a:latin typeface="Times New Roman" panose="02020603050405020304" pitchFamily="18" charset="0"/>
                          <a:ea typeface="黑体" panose="02010609060101010101" pitchFamily="49" charset="-122"/>
                        </a:defRPr>
                      </a:lvl2pPr>
                      <a:lvl3pPr marL="1143000" indent="-228600" algn="l">
                        <a:spcBef>
                          <a:spcPct val="20000"/>
                        </a:spcBef>
                        <a:buClr>
                          <a:schemeClr val="folHlink"/>
                        </a:buClr>
                        <a:buSzPct val="50000"/>
                        <a:buFont typeface="Wingdings" panose="05000000000000000000" pitchFamily="2" charset="2"/>
                        <a:defRPr sz="2000">
                          <a:solidFill>
                            <a:schemeClr val="tx1"/>
                          </a:solidFill>
                          <a:latin typeface="Times New Roman" panose="02020603050405020304" pitchFamily="18" charset="0"/>
                          <a:ea typeface="黑体" panose="02010609060101010101" pitchFamily="49" charset="-122"/>
                        </a:defRPr>
                      </a:lvl3pPr>
                      <a:lvl4pPr marL="1600200" indent="-228600" algn="l">
                        <a:spcBef>
                          <a:spcPct val="20000"/>
                        </a:spcBef>
                        <a:buClr>
                          <a:schemeClr val="accent2"/>
                        </a:buClr>
                        <a:buSzPct val="55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4pPr>
                      <a:lvl5pPr marL="2057400" indent="-228600" algn="l">
                        <a:spcBef>
                          <a:spcPct val="20000"/>
                        </a:spcBef>
                        <a:buClr>
                          <a:schemeClr val="accent1"/>
                        </a:buClr>
                        <a:buSzPct val="50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9p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r>
                        <a:rPr kumimoji="0" lang="en-US" altLang="zh-CN" sz="2400" b="1" i="0" u="none" strike="noStrike" cap="none" normalizeH="0" baseline="0">
                          <a:ln>
                            <a:noFill/>
                          </a:ln>
                          <a:solidFill>
                            <a:schemeClr val="accent2"/>
                          </a:solidFill>
                          <a:effectLst/>
                          <a:latin typeface="Times New Roman" panose="02020603050405020304" pitchFamily="18" charset="0"/>
                          <a:ea typeface="黑体" panose="02010609060101010101" pitchFamily="49" charset="-122"/>
                        </a:rPr>
                        <a:t>synch</a:t>
                      </a:r>
                    </a:p>
                  </a:txBody>
                  <a:tcPr marL="54000" marR="54000" marT="28800" marB="2880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lgn="l">
                        <a:spcBef>
                          <a:spcPct val="20000"/>
                        </a:spcBef>
                        <a:buClr>
                          <a:schemeClr val="folHlink"/>
                        </a:buClr>
                        <a:buSzPct val="60000"/>
                        <a:buFont typeface="Wingdings" panose="05000000000000000000" pitchFamily="2" charset="2"/>
                        <a:defRPr sz="2800">
                          <a:solidFill>
                            <a:schemeClr val="tx1"/>
                          </a:solidFill>
                          <a:latin typeface="Times New Roman" panose="02020603050405020304" pitchFamily="18" charset="0"/>
                          <a:ea typeface="黑体" panose="02010609060101010101" pitchFamily="49" charset="-122"/>
                        </a:defRPr>
                      </a:lvl1pPr>
                      <a:lvl2pPr marL="742950" indent="-285750" algn="l">
                        <a:spcBef>
                          <a:spcPct val="20000"/>
                        </a:spcBef>
                        <a:buClr>
                          <a:schemeClr val="hlink"/>
                        </a:buClr>
                        <a:buSzPct val="55000"/>
                        <a:buFont typeface="Wingdings" panose="05000000000000000000" pitchFamily="2" charset="2"/>
                        <a:defRPr sz="2400">
                          <a:solidFill>
                            <a:schemeClr val="tx1"/>
                          </a:solidFill>
                          <a:latin typeface="Times New Roman" panose="02020603050405020304" pitchFamily="18" charset="0"/>
                          <a:ea typeface="黑体" panose="02010609060101010101" pitchFamily="49" charset="-122"/>
                        </a:defRPr>
                      </a:lvl2pPr>
                      <a:lvl3pPr marL="1143000" indent="-228600" algn="l">
                        <a:spcBef>
                          <a:spcPct val="20000"/>
                        </a:spcBef>
                        <a:buClr>
                          <a:schemeClr val="folHlink"/>
                        </a:buClr>
                        <a:buSzPct val="50000"/>
                        <a:buFont typeface="Wingdings" panose="05000000000000000000" pitchFamily="2" charset="2"/>
                        <a:defRPr sz="2000">
                          <a:solidFill>
                            <a:schemeClr val="tx1"/>
                          </a:solidFill>
                          <a:latin typeface="Times New Roman" panose="02020603050405020304" pitchFamily="18" charset="0"/>
                          <a:ea typeface="黑体" panose="02010609060101010101" pitchFamily="49" charset="-122"/>
                        </a:defRPr>
                      </a:lvl3pPr>
                      <a:lvl4pPr marL="1600200" indent="-228600" algn="l">
                        <a:spcBef>
                          <a:spcPct val="20000"/>
                        </a:spcBef>
                        <a:buClr>
                          <a:schemeClr val="accent2"/>
                        </a:buClr>
                        <a:buSzPct val="55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4pPr>
                      <a:lvl5pPr marL="2057400" indent="-228600" algn="l">
                        <a:spcBef>
                          <a:spcPct val="20000"/>
                        </a:spcBef>
                        <a:buClr>
                          <a:schemeClr val="accent1"/>
                        </a:buClr>
                        <a:buSzPct val="50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9p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r>
                        <a:rPr kumimoji="0" lang="en-US" altLang="zh-CN" sz="2400" b="1" i="0" u="none" strike="noStrike" cap="none" normalizeH="0" baseline="0" dirty="0">
                          <a:ln>
                            <a:noFill/>
                          </a:ln>
                          <a:solidFill>
                            <a:schemeClr val="accent2"/>
                          </a:solidFill>
                          <a:effectLst/>
                          <a:latin typeface="Times New Roman" panose="02020603050405020304" pitchFamily="18" charset="0"/>
                          <a:ea typeface="黑体" panose="02010609060101010101" pitchFamily="49" charset="-122"/>
                        </a:rPr>
                        <a:t>synch</a:t>
                      </a:r>
                    </a:p>
                  </a:txBody>
                  <a:tcPr marL="54000" marR="54000" marT="28800" marB="28800" anchor="ct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6"/>
                  </a:ext>
                </a:extLst>
              </a:tr>
            </a:tbl>
          </a:graphicData>
        </a:graphic>
      </p:graphicFrame>
      <p:sp>
        <p:nvSpPr>
          <p:cNvPr id="2" name="日期占位符 1">
            <a:extLst>
              <a:ext uri="{FF2B5EF4-FFF2-40B4-BE49-F238E27FC236}">
                <a16:creationId xmlns:a16="http://schemas.microsoft.com/office/drawing/2014/main" id="{5EBCC096-22B2-8E4F-558E-9E5863422095}"/>
              </a:ext>
            </a:extLst>
          </p:cNvPr>
          <p:cNvSpPr>
            <a:spLocks noGrp="1"/>
          </p:cNvSpPr>
          <p:nvPr>
            <p:ph type="dt" sz="half" idx="10"/>
          </p:nvPr>
        </p:nvSpPr>
        <p:spPr/>
        <p:txBody>
          <a:bodyPr/>
          <a:lstStyle/>
          <a:p>
            <a:fld id="{A3740742-043D-4BD8-B2EF-86B79AEE87D4}" type="datetime2">
              <a:rPr lang="zh-CN" altLang="en-US" smtClean="0"/>
              <a:pPr/>
              <a:t>2025年11月26日</a:t>
            </a:fld>
            <a:endParaRPr lang="zh-CN" altLang="en-US"/>
          </a:p>
        </p:txBody>
      </p:sp>
      <p:sp>
        <p:nvSpPr>
          <p:cNvPr id="3" name="页脚占位符 2">
            <a:extLst>
              <a:ext uri="{FF2B5EF4-FFF2-40B4-BE49-F238E27FC236}">
                <a16:creationId xmlns:a16="http://schemas.microsoft.com/office/drawing/2014/main" id="{2B181F73-CA4D-5C88-0674-2C73CBD89763}"/>
              </a:ext>
            </a:extLst>
          </p:cNvPr>
          <p:cNvSpPr>
            <a:spLocks noGrp="1"/>
          </p:cNvSpPr>
          <p:nvPr>
            <p:ph type="ftr" sz="quarter" idx="11"/>
          </p:nvPr>
        </p:nvSpPr>
        <p:spPr/>
        <p:txBody>
          <a:bodyPr/>
          <a:lstStyle/>
          <a:p>
            <a:r>
              <a:rPr lang="zh-CN" altLang="en-US"/>
              <a:t>编译原理</a:t>
            </a:r>
            <a:r>
              <a:rPr lang="en-US" altLang="zh-CN"/>
              <a:t>-</a:t>
            </a:r>
            <a:r>
              <a:rPr lang="zh-CN" altLang="en-US"/>
              <a:t>王欣捷</a:t>
            </a:r>
            <a:r>
              <a:rPr lang="en-US" altLang="zh-CN"/>
              <a:t>-</a:t>
            </a:r>
            <a:r>
              <a:rPr lang="zh-CN" altLang="en-US"/>
              <a:t>第三章 语法分析</a:t>
            </a:r>
            <a:r>
              <a:rPr lang="en-US" altLang="zh-CN"/>
              <a:t>(4)</a:t>
            </a:r>
            <a:endParaRPr lang="zh-CN" altLang="en-US"/>
          </a:p>
        </p:txBody>
      </p:sp>
      <p:sp>
        <p:nvSpPr>
          <p:cNvPr id="5" name="灯片编号占位符 4">
            <a:extLst>
              <a:ext uri="{FF2B5EF4-FFF2-40B4-BE49-F238E27FC236}">
                <a16:creationId xmlns:a16="http://schemas.microsoft.com/office/drawing/2014/main" id="{3FDB254D-8E32-A556-7C27-1B46C7A10309}"/>
              </a:ext>
            </a:extLst>
          </p:cNvPr>
          <p:cNvSpPr>
            <a:spLocks noGrp="1"/>
          </p:cNvSpPr>
          <p:nvPr>
            <p:ph type="sldNum" sz="quarter" idx="12"/>
          </p:nvPr>
        </p:nvSpPr>
        <p:spPr/>
        <p:txBody>
          <a:bodyPr/>
          <a:lstStyle/>
          <a:p>
            <a:fld id="{094DEB03-EFC6-4C20-8FC8-295189A5386F}" type="slidenum">
              <a:rPr lang="zh-CN" altLang="en-US" smtClean="0"/>
              <a:pPr/>
              <a:t>89</a:t>
            </a:fld>
            <a:endParaRPr lang="zh-CN" altLang="en-US"/>
          </a:p>
        </p:txBody>
      </p:sp>
    </p:spTree>
  </p:cSld>
  <p:clrMapOvr>
    <a:masterClrMapping/>
  </p:clrMapOvr>
</p:sld>
</file>

<file path=ppt/slides/slide9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8306" name="Rectangle 2">
            <a:extLst>
              <a:ext uri="{FF2B5EF4-FFF2-40B4-BE49-F238E27FC236}">
                <a16:creationId xmlns:a16="http://schemas.microsoft.com/office/drawing/2014/main" id="{62E2EF93-536E-4037-8EFD-4C87F1406096}"/>
              </a:ext>
            </a:extLst>
          </p:cNvPr>
          <p:cNvSpPr>
            <a:spLocks noGrp="1" noChangeArrowheads="1"/>
          </p:cNvSpPr>
          <p:nvPr>
            <p:ph type="title"/>
          </p:nvPr>
        </p:nvSpPr>
        <p:spPr/>
        <p:txBody>
          <a:bodyPr/>
          <a:lstStyle/>
          <a:p>
            <a:pPr eaLnBrk="1" hangingPunct="1"/>
            <a:r>
              <a:rPr lang="en-US" altLang="zh-CN"/>
              <a:t>3.3.6 </a:t>
            </a:r>
            <a:r>
              <a:rPr lang="zh-CN" altLang="en-US"/>
              <a:t>预测分析的错误恢复</a:t>
            </a:r>
          </a:p>
        </p:txBody>
      </p:sp>
      <p:sp>
        <p:nvSpPr>
          <p:cNvPr id="98307" name="Rectangle 3">
            <a:extLst>
              <a:ext uri="{FF2B5EF4-FFF2-40B4-BE49-F238E27FC236}">
                <a16:creationId xmlns:a16="http://schemas.microsoft.com/office/drawing/2014/main" id="{CA0C731D-33AC-4EBA-96EE-46D49AC80139}"/>
              </a:ext>
            </a:extLst>
          </p:cNvPr>
          <p:cNvSpPr>
            <a:spLocks noGrp="1" noChangeArrowheads="1"/>
          </p:cNvSpPr>
          <p:nvPr>
            <p:ph idx="1"/>
          </p:nvPr>
        </p:nvSpPr>
        <p:spPr/>
        <p:txBody>
          <a:bodyPr>
            <a:normAutofit lnSpcReduction="10000"/>
          </a:bodyPr>
          <a:lstStyle/>
          <a:p>
            <a:pPr eaLnBrk="1" hangingPunct="1"/>
            <a:r>
              <a:rPr lang="zh-CN" altLang="en-US"/>
              <a:t>上述带错误恢复的预测分析表的使用方式如下：</a:t>
            </a:r>
          </a:p>
          <a:p>
            <a:pPr lvl="1" eaLnBrk="1" hangingPunct="1"/>
            <a:r>
              <a:rPr lang="zh-CN" altLang="en-US"/>
              <a:t>如果查找分析表条目</a:t>
            </a:r>
            <a:r>
              <a:rPr lang="en-US" altLang="zh-CN" b="1"/>
              <a:t>M[</a:t>
            </a:r>
            <a:r>
              <a:rPr lang="en-US" altLang="zh-CN" b="1" i="1"/>
              <a:t>A</a:t>
            </a:r>
            <a:r>
              <a:rPr lang="en-US" altLang="zh-CN" b="1"/>
              <a:t>, </a:t>
            </a:r>
            <a:r>
              <a:rPr lang="en-US" altLang="zh-CN" b="1" i="1"/>
              <a:t>a</a:t>
            </a:r>
            <a:r>
              <a:rPr lang="en-US" altLang="zh-CN" b="1"/>
              <a:t>]</a:t>
            </a:r>
            <a:r>
              <a:rPr lang="zh-CN" altLang="en-US"/>
              <a:t>为空，则跳过输入符号</a:t>
            </a:r>
            <a:r>
              <a:rPr lang="en-US" altLang="zh-CN" b="1" i="1"/>
              <a:t>a</a:t>
            </a:r>
            <a:r>
              <a:rPr lang="zh-CN" altLang="en-US"/>
              <a:t>；</a:t>
            </a:r>
          </a:p>
          <a:p>
            <a:pPr lvl="1" eaLnBrk="1" hangingPunct="1"/>
            <a:r>
              <a:rPr lang="zh-CN" altLang="en-US"/>
              <a:t>如果条目</a:t>
            </a:r>
            <a:r>
              <a:rPr lang="en-US" altLang="zh-CN" b="1"/>
              <a:t>M[</a:t>
            </a:r>
            <a:r>
              <a:rPr lang="en-US" altLang="zh-CN" b="1" i="1"/>
              <a:t>A</a:t>
            </a:r>
            <a:r>
              <a:rPr lang="en-US" altLang="zh-CN" b="1"/>
              <a:t>, </a:t>
            </a:r>
            <a:r>
              <a:rPr lang="en-US" altLang="zh-CN" b="1" i="1"/>
              <a:t>a</a:t>
            </a:r>
            <a:r>
              <a:rPr lang="en-US" altLang="zh-CN" b="1"/>
              <a:t>]</a:t>
            </a:r>
            <a:r>
              <a:rPr lang="zh-CN" altLang="en-US"/>
              <a:t>为</a:t>
            </a:r>
            <a:r>
              <a:rPr lang="en-US" altLang="zh-CN" b="1"/>
              <a:t>synch</a:t>
            </a:r>
            <a:r>
              <a:rPr lang="zh-CN" altLang="en-US"/>
              <a:t>，则将栈顶的非终结符</a:t>
            </a:r>
            <a:r>
              <a:rPr lang="en-US" altLang="zh-CN" b="1" i="1"/>
              <a:t>A</a:t>
            </a:r>
            <a:r>
              <a:rPr lang="zh-CN" altLang="en-US"/>
              <a:t>弹出，恢复分析；</a:t>
            </a:r>
          </a:p>
          <a:p>
            <a:pPr lvl="1" eaLnBrk="1" hangingPunct="1"/>
            <a:r>
              <a:rPr lang="zh-CN" altLang="en-US"/>
              <a:t>如果栈顶为终结符且不匹配输入符号，则从栈顶弹出该终结符，恢复分析（即假设插入了该终结符）。</a:t>
            </a:r>
          </a:p>
          <a:p>
            <a:pPr lvl="1" eaLnBrk="1" hangingPunct="1"/>
            <a:r>
              <a:rPr lang="zh-CN" altLang="en-US"/>
              <a:t>如果在出错状态下遇到</a:t>
            </a:r>
            <a:r>
              <a:rPr lang="en-US" altLang="zh-CN" b="1"/>
              <a:t>M[</a:t>
            </a:r>
            <a:r>
              <a:rPr lang="en-US" altLang="zh-CN" b="1" i="1"/>
              <a:t>A</a:t>
            </a:r>
            <a:r>
              <a:rPr lang="en-US" altLang="zh-CN" b="1"/>
              <a:t>, </a:t>
            </a:r>
            <a:r>
              <a:rPr lang="en-US" altLang="zh-CN" b="1" i="1"/>
              <a:t>a</a:t>
            </a:r>
            <a:r>
              <a:rPr lang="en-US" altLang="zh-CN" b="1"/>
              <a:t>]</a:t>
            </a:r>
            <a:r>
              <a:rPr lang="zh-CN" altLang="en-US"/>
              <a:t>不为空或</a:t>
            </a:r>
            <a:r>
              <a:rPr lang="en-US" altLang="zh-CN" b="1"/>
              <a:t>synch</a:t>
            </a:r>
            <a:r>
              <a:rPr lang="zh-CN" altLang="en-US"/>
              <a:t>，则恢复分析。</a:t>
            </a:r>
          </a:p>
          <a:p>
            <a:pPr eaLnBrk="1" hangingPunct="1"/>
            <a:endParaRPr lang="en-US" altLang="zh-CN" sz="2800"/>
          </a:p>
        </p:txBody>
      </p:sp>
      <p:sp>
        <p:nvSpPr>
          <p:cNvPr id="2" name="日期占位符 1">
            <a:extLst>
              <a:ext uri="{FF2B5EF4-FFF2-40B4-BE49-F238E27FC236}">
                <a16:creationId xmlns:a16="http://schemas.microsoft.com/office/drawing/2014/main" id="{C1FA2161-D90C-715A-3B76-297954FC00F6}"/>
              </a:ext>
            </a:extLst>
          </p:cNvPr>
          <p:cNvSpPr>
            <a:spLocks noGrp="1"/>
          </p:cNvSpPr>
          <p:nvPr>
            <p:ph type="dt" sz="half" idx="10"/>
          </p:nvPr>
        </p:nvSpPr>
        <p:spPr/>
        <p:txBody>
          <a:bodyPr/>
          <a:lstStyle/>
          <a:p>
            <a:fld id="{03490C0E-94F5-4CC8-AA9A-2AB25F89E3BD}" type="datetime2">
              <a:rPr lang="zh-CN" altLang="en-US" smtClean="0"/>
              <a:pPr/>
              <a:t>2025年11月26日</a:t>
            </a:fld>
            <a:endParaRPr lang="zh-CN" altLang="en-US"/>
          </a:p>
        </p:txBody>
      </p:sp>
      <p:sp>
        <p:nvSpPr>
          <p:cNvPr id="3" name="页脚占位符 2">
            <a:extLst>
              <a:ext uri="{FF2B5EF4-FFF2-40B4-BE49-F238E27FC236}">
                <a16:creationId xmlns:a16="http://schemas.microsoft.com/office/drawing/2014/main" id="{18B3FBB9-B85D-A846-0AA0-B5114CE2925E}"/>
              </a:ext>
            </a:extLst>
          </p:cNvPr>
          <p:cNvSpPr>
            <a:spLocks noGrp="1"/>
          </p:cNvSpPr>
          <p:nvPr>
            <p:ph type="ftr" sz="quarter" idx="11"/>
          </p:nvPr>
        </p:nvSpPr>
        <p:spPr/>
        <p:txBody>
          <a:bodyPr/>
          <a:lstStyle/>
          <a:p>
            <a:r>
              <a:rPr lang="zh-CN" altLang="en-US"/>
              <a:t>编译原理</a:t>
            </a:r>
            <a:r>
              <a:rPr lang="en-US" altLang="zh-CN"/>
              <a:t>-</a:t>
            </a:r>
            <a:r>
              <a:rPr lang="zh-CN" altLang="en-US"/>
              <a:t>王欣捷</a:t>
            </a:r>
            <a:r>
              <a:rPr lang="en-US" altLang="zh-CN"/>
              <a:t>-</a:t>
            </a:r>
            <a:r>
              <a:rPr lang="zh-CN" altLang="en-US"/>
              <a:t>第三章 语法分析</a:t>
            </a:r>
            <a:r>
              <a:rPr lang="en-US" altLang="zh-CN"/>
              <a:t>(4)</a:t>
            </a:r>
            <a:endParaRPr lang="zh-CN" altLang="en-US"/>
          </a:p>
        </p:txBody>
      </p:sp>
      <p:sp>
        <p:nvSpPr>
          <p:cNvPr id="4" name="灯片编号占位符 3">
            <a:extLst>
              <a:ext uri="{FF2B5EF4-FFF2-40B4-BE49-F238E27FC236}">
                <a16:creationId xmlns:a16="http://schemas.microsoft.com/office/drawing/2014/main" id="{979ACABB-38D7-1CD9-78CF-82E4AD929DA1}"/>
              </a:ext>
            </a:extLst>
          </p:cNvPr>
          <p:cNvSpPr>
            <a:spLocks noGrp="1"/>
          </p:cNvSpPr>
          <p:nvPr>
            <p:ph type="sldNum" sz="quarter" idx="12"/>
          </p:nvPr>
        </p:nvSpPr>
        <p:spPr/>
        <p:txBody>
          <a:bodyPr/>
          <a:lstStyle/>
          <a:p>
            <a:fld id="{094DEB03-EFC6-4C20-8FC8-295189A5386F}" type="slidenum">
              <a:rPr lang="zh-CN" altLang="en-US" smtClean="0"/>
              <a:pPr/>
              <a:t>90</a:t>
            </a:fld>
            <a:endParaRPr lang="zh-CN" altLang="en-US"/>
          </a:p>
        </p:txBody>
      </p:sp>
    </p:spTree>
  </p:cSld>
  <p:clrMapOvr>
    <a:masterClrMapping/>
  </p:clrMapOvr>
</p:sld>
</file>

<file path=ppt/slides/slide9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9330" name="Rectangle 2">
            <a:extLst>
              <a:ext uri="{FF2B5EF4-FFF2-40B4-BE49-F238E27FC236}">
                <a16:creationId xmlns:a16="http://schemas.microsoft.com/office/drawing/2014/main" id="{146E58FB-779E-431D-A283-AB274ED07D82}"/>
              </a:ext>
            </a:extLst>
          </p:cNvPr>
          <p:cNvSpPr>
            <a:spLocks noGrp="1" noChangeArrowheads="1"/>
          </p:cNvSpPr>
          <p:nvPr>
            <p:ph type="title"/>
          </p:nvPr>
        </p:nvSpPr>
        <p:spPr/>
        <p:txBody>
          <a:bodyPr/>
          <a:lstStyle/>
          <a:p>
            <a:pPr eaLnBrk="1" hangingPunct="1"/>
            <a:r>
              <a:rPr lang="en-US" altLang="zh-CN"/>
              <a:t>3.3.6 </a:t>
            </a:r>
            <a:r>
              <a:rPr lang="zh-CN" altLang="en-US"/>
              <a:t>预测分析的错误恢复</a:t>
            </a:r>
          </a:p>
        </p:txBody>
      </p:sp>
      <p:sp>
        <p:nvSpPr>
          <p:cNvPr id="99331" name="Rectangle 3">
            <a:extLst>
              <a:ext uri="{FF2B5EF4-FFF2-40B4-BE49-F238E27FC236}">
                <a16:creationId xmlns:a16="http://schemas.microsoft.com/office/drawing/2014/main" id="{5E578D05-16CC-44A8-8160-09C46A61EB95}"/>
              </a:ext>
            </a:extLst>
          </p:cNvPr>
          <p:cNvSpPr>
            <a:spLocks noGrp="1" noChangeArrowheads="1"/>
          </p:cNvSpPr>
          <p:nvPr>
            <p:ph idx="1"/>
          </p:nvPr>
        </p:nvSpPr>
        <p:spPr/>
        <p:txBody>
          <a:bodyPr/>
          <a:lstStyle/>
          <a:p>
            <a:pPr eaLnBrk="1" hangingPunct="1"/>
            <a:r>
              <a:rPr lang="zh-CN" altLang="en-US"/>
              <a:t>下面给出用上述预测分析表进行分析和错误恢复的例子。</a:t>
            </a:r>
          </a:p>
        </p:txBody>
      </p:sp>
      <p:sp>
        <p:nvSpPr>
          <p:cNvPr id="2" name="日期占位符 1">
            <a:extLst>
              <a:ext uri="{FF2B5EF4-FFF2-40B4-BE49-F238E27FC236}">
                <a16:creationId xmlns:a16="http://schemas.microsoft.com/office/drawing/2014/main" id="{C930029C-B412-64AD-F50E-83D314057751}"/>
              </a:ext>
            </a:extLst>
          </p:cNvPr>
          <p:cNvSpPr>
            <a:spLocks noGrp="1"/>
          </p:cNvSpPr>
          <p:nvPr>
            <p:ph type="dt" sz="half" idx="10"/>
          </p:nvPr>
        </p:nvSpPr>
        <p:spPr/>
        <p:txBody>
          <a:bodyPr/>
          <a:lstStyle/>
          <a:p>
            <a:fld id="{491EBD4B-211C-4F6E-9083-A2FD6C704323}" type="datetime2">
              <a:rPr lang="zh-CN" altLang="en-US" smtClean="0"/>
              <a:pPr/>
              <a:t>2025年11月26日</a:t>
            </a:fld>
            <a:endParaRPr lang="zh-CN" altLang="en-US"/>
          </a:p>
        </p:txBody>
      </p:sp>
      <p:sp>
        <p:nvSpPr>
          <p:cNvPr id="3" name="页脚占位符 2">
            <a:extLst>
              <a:ext uri="{FF2B5EF4-FFF2-40B4-BE49-F238E27FC236}">
                <a16:creationId xmlns:a16="http://schemas.microsoft.com/office/drawing/2014/main" id="{E86CB00D-0DB1-88DC-2F59-7F61090700A8}"/>
              </a:ext>
            </a:extLst>
          </p:cNvPr>
          <p:cNvSpPr>
            <a:spLocks noGrp="1"/>
          </p:cNvSpPr>
          <p:nvPr>
            <p:ph type="ftr" sz="quarter" idx="11"/>
          </p:nvPr>
        </p:nvSpPr>
        <p:spPr/>
        <p:txBody>
          <a:bodyPr/>
          <a:lstStyle/>
          <a:p>
            <a:r>
              <a:rPr lang="zh-CN" altLang="en-US"/>
              <a:t>编译原理</a:t>
            </a:r>
            <a:r>
              <a:rPr lang="en-US" altLang="zh-CN"/>
              <a:t>-</a:t>
            </a:r>
            <a:r>
              <a:rPr lang="zh-CN" altLang="en-US"/>
              <a:t>王欣捷</a:t>
            </a:r>
            <a:r>
              <a:rPr lang="en-US" altLang="zh-CN"/>
              <a:t>-</a:t>
            </a:r>
            <a:r>
              <a:rPr lang="zh-CN" altLang="en-US"/>
              <a:t>第三章 语法分析</a:t>
            </a:r>
            <a:r>
              <a:rPr lang="en-US" altLang="zh-CN"/>
              <a:t>(4)</a:t>
            </a:r>
            <a:endParaRPr lang="zh-CN" altLang="en-US"/>
          </a:p>
        </p:txBody>
      </p:sp>
      <p:sp>
        <p:nvSpPr>
          <p:cNvPr id="4" name="灯片编号占位符 3">
            <a:extLst>
              <a:ext uri="{FF2B5EF4-FFF2-40B4-BE49-F238E27FC236}">
                <a16:creationId xmlns:a16="http://schemas.microsoft.com/office/drawing/2014/main" id="{154D3BC3-2507-2F8B-45E4-E17256F96D3E}"/>
              </a:ext>
            </a:extLst>
          </p:cNvPr>
          <p:cNvSpPr>
            <a:spLocks noGrp="1"/>
          </p:cNvSpPr>
          <p:nvPr>
            <p:ph type="sldNum" sz="quarter" idx="12"/>
          </p:nvPr>
        </p:nvSpPr>
        <p:spPr/>
        <p:txBody>
          <a:bodyPr/>
          <a:lstStyle/>
          <a:p>
            <a:fld id="{094DEB03-EFC6-4C20-8FC8-295189A5386F}" type="slidenum">
              <a:rPr lang="zh-CN" altLang="en-US" smtClean="0"/>
              <a:pPr/>
              <a:t>91</a:t>
            </a:fld>
            <a:endParaRPr lang="zh-CN" altLang="en-US"/>
          </a:p>
        </p:txBody>
      </p:sp>
    </p:spTree>
  </p:cSld>
  <p:clrMapOvr>
    <a:masterClrMapping/>
  </p:clrMapOvr>
</p:sld>
</file>

<file path=ppt/slides/slide9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0354" name="Rectangle 2">
            <a:extLst>
              <a:ext uri="{FF2B5EF4-FFF2-40B4-BE49-F238E27FC236}">
                <a16:creationId xmlns:a16="http://schemas.microsoft.com/office/drawing/2014/main" id="{BDA7C316-8C07-40E2-B5C9-EE2307F7BB2F}"/>
              </a:ext>
            </a:extLst>
          </p:cNvPr>
          <p:cNvSpPr>
            <a:spLocks noGrp="1" noChangeArrowheads="1"/>
          </p:cNvSpPr>
          <p:nvPr>
            <p:ph type="title"/>
          </p:nvPr>
        </p:nvSpPr>
        <p:spPr/>
        <p:txBody>
          <a:bodyPr/>
          <a:lstStyle/>
          <a:p>
            <a:pPr eaLnBrk="1" hangingPunct="1"/>
            <a:r>
              <a:rPr lang="en-US" altLang="zh-CN" sz="4000"/>
              <a:t>3.3.6 </a:t>
            </a:r>
            <a:r>
              <a:rPr lang="zh-CN" altLang="en-US" sz="4000"/>
              <a:t>预测分析的错误恢复</a:t>
            </a:r>
          </a:p>
        </p:txBody>
      </p:sp>
      <p:sp>
        <p:nvSpPr>
          <p:cNvPr id="100355" name="Rectangle 3">
            <a:extLst>
              <a:ext uri="{FF2B5EF4-FFF2-40B4-BE49-F238E27FC236}">
                <a16:creationId xmlns:a16="http://schemas.microsoft.com/office/drawing/2014/main" id="{375E1A30-3102-4F0F-BD7B-3FF24758E143}"/>
              </a:ext>
            </a:extLst>
          </p:cNvPr>
          <p:cNvSpPr>
            <a:spLocks noGrp="1" noChangeArrowheads="1"/>
          </p:cNvSpPr>
          <p:nvPr>
            <p:ph idx="1"/>
          </p:nvPr>
        </p:nvSpPr>
        <p:spPr/>
        <p:txBody>
          <a:bodyPr/>
          <a:lstStyle/>
          <a:p>
            <a:pPr eaLnBrk="1" hangingPunct="1">
              <a:lnSpc>
                <a:spcPct val="90000"/>
              </a:lnSpc>
              <a:buFont typeface="Wingdings" panose="05000000000000000000" pitchFamily="2" charset="2"/>
              <a:buNone/>
            </a:pPr>
            <a:r>
              <a:rPr lang="zh-CN" altLang="en-US" sz="2800"/>
              <a:t>预测分析器对 </a:t>
            </a:r>
            <a:r>
              <a:rPr lang="en-US" altLang="zh-CN" sz="2800" b="1"/>
              <a:t>+id * +id</a:t>
            </a:r>
            <a:r>
              <a:rPr lang="en-US" altLang="zh-CN" sz="2800"/>
              <a:t> </a:t>
            </a:r>
            <a:r>
              <a:rPr lang="zh-CN" altLang="en-US" sz="2800"/>
              <a:t>的分析和错误恢复</a:t>
            </a:r>
          </a:p>
        </p:txBody>
      </p:sp>
      <p:graphicFrame>
        <p:nvGraphicFramePr>
          <p:cNvPr id="7" name="Group 4">
            <a:extLst>
              <a:ext uri="{FF2B5EF4-FFF2-40B4-BE49-F238E27FC236}">
                <a16:creationId xmlns:a16="http://schemas.microsoft.com/office/drawing/2014/main" id="{CD465148-F612-4E14-9464-B7BFD572C835}"/>
              </a:ext>
            </a:extLst>
          </p:cNvPr>
          <p:cNvGraphicFramePr>
            <a:graphicFrameLocks/>
          </p:cNvGraphicFramePr>
          <p:nvPr>
            <p:extLst>
              <p:ext uri="{D42A27DB-BD31-4B8C-83A1-F6EECF244321}">
                <p14:modId xmlns:p14="http://schemas.microsoft.com/office/powerpoint/2010/main" val="2476777650"/>
              </p:ext>
            </p:extLst>
          </p:nvPr>
        </p:nvGraphicFramePr>
        <p:xfrm>
          <a:off x="533400" y="1981200"/>
          <a:ext cx="8305800" cy="4664079"/>
        </p:xfrm>
        <a:graphic>
          <a:graphicData uri="http://schemas.openxmlformats.org/drawingml/2006/table">
            <a:tbl>
              <a:tblPr/>
              <a:tblGrid>
                <a:gridCol w="2690813">
                  <a:extLst>
                    <a:ext uri="{9D8B030D-6E8A-4147-A177-3AD203B41FA5}">
                      <a16:colId xmlns:a16="http://schemas.microsoft.com/office/drawing/2014/main" val="20000"/>
                    </a:ext>
                  </a:extLst>
                </a:gridCol>
                <a:gridCol w="2808287">
                  <a:extLst>
                    <a:ext uri="{9D8B030D-6E8A-4147-A177-3AD203B41FA5}">
                      <a16:colId xmlns:a16="http://schemas.microsoft.com/office/drawing/2014/main" val="20001"/>
                    </a:ext>
                  </a:extLst>
                </a:gridCol>
                <a:gridCol w="2806700">
                  <a:extLst>
                    <a:ext uri="{9D8B030D-6E8A-4147-A177-3AD203B41FA5}">
                      <a16:colId xmlns:a16="http://schemas.microsoft.com/office/drawing/2014/main" val="20002"/>
                    </a:ext>
                  </a:extLst>
                </a:gridCol>
              </a:tblGrid>
              <a:tr h="518231">
                <a:tc>
                  <a:txBody>
                    <a:body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itchFamily="2" charset="2"/>
                        <a:buNone/>
                        <a:tabLst/>
                      </a:pPr>
                      <a:r>
                        <a:rPr kumimoji="0" lang="zh-CN" altLang="en-US" sz="2800" b="0" i="0" u="none" strike="noStrike" cap="none" normalizeH="0" baseline="0">
                          <a:ln>
                            <a:noFill/>
                          </a:ln>
                          <a:solidFill>
                            <a:schemeClr val="tx1"/>
                          </a:solidFill>
                          <a:effectLst/>
                          <a:latin typeface="Times New Roman" pitchFamily="18" charset="0"/>
                          <a:ea typeface="黑体" pitchFamily="2" charset="-122"/>
                        </a:rPr>
                        <a:t>栈 </a:t>
                      </a:r>
                    </a:p>
                  </a:txBody>
                  <a:tcPr marT="45726" marB="45726" horzOverflow="overflow">
                    <a:lnL w="28575"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28575"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a:txBody>
                    <a:body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itchFamily="2" charset="2"/>
                        <a:buNone/>
                        <a:tabLst/>
                      </a:pPr>
                      <a:r>
                        <a:rPr kumimoji="0" lang="zh-CN" altLang="en-US" sz="2800" b="0" i="0" u="none" strike="noStrike" cap="none" normalizeH="0" baseline="0">
                          <a:ln>
                            <a:noFill/>
                          </a:ln>
                          <a:solidFill>
                            <a:schemeClr val="tx1"/>
                          </a:solidFill>
                          <a:effectLst/>
                          <a:latin typeface="Times New Roman" pitchFamily="18" charset="0"/>
                          <a:ea typeface="黑体" pitchFamily="2" charset="-122"/>
                        </a:rPr>
                        <a:t>输    入 </a:t>
                      </a:r>
                    </a:p>
                  </a:txBody>
                  <a:tcPr marT="45726" marB="45726"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28575"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a:txBody>
                    <a:body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itchFamily="2" charset="2"/>
                        <a:buNone/>
                        <a:tabLst/>
                      </a:pPr>
                      <a:r>
                        <a:rPr kumimoji="0" lang="zh-CN" altLang="en-US" sz="2800" b="0" i="0" u="none" strike="noStrike" cap="none" normalizeH="0" baseline="0">
                          <a:ln>
                            <a:noFill/>
                          </a:ln>
                          <a:solidFill>
                            <a:schemeClr val="tx1"/>
                          </a:solidFill>
                          <a:effectLst/>
                          <a:latin typeface="Times New Roman" pitchFamily="18" charset="0"/>
                          <a:ea typeface="黑体" pitchFamily="2" charset="-122"/>
                        </a:rPr>
                        <a:t>输    出 </a:t>
                      </a:r>
                    </a:p>
                  </a:txBody>
                  <a:tcPr marT="45726" marB="45726" horzOverflow="overflow">
                    <a:lnL w="12700" cap="flat" cmpd="sng" algn="ctr">
                      <a:solidFill>
                        <a:schemeClr val="tx1"/>
                      </a:solidFill>
                      <a:prstDash val="solid"/>
                      <a:round/>
                      <a:headEnd type="none" w="sm" len="sm"/>
                      <a:tailEnd type="none" w="sm" len="sm"/>
                    </a:lnL>
                    <a:lnR w="28575" cap="flat" cmpd="sng" algn="ctr">
                      <a:solidFill>
                        <a:schemeClr val="tx1"/>
                      </a:solidFill>
                      <a:prstDash val="solid"/>
                      <a:round/>
                      <a:headEnd type="none" w="sm" len="sm"/>
                      <a:tailEnd type="none" w="sm" len="sm"/>
                    </a:lnR>
                    <a:lnT w="28575"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extLst>
                  <a:ext uri="{0D108BD9-81ED-4DB2-BD59-A6C34878D82A}">
                    <a16:rowId xmlns:a16="http://schemas.microsoft.com/office/drawing/2014/main" val="10000"/>
                  </a:ext>
                </a:extLst>
              </a:tr>
              <a:tr h="518231">
                <a:tc>
                  <a:txBody>
                    <a:bodyPr/>
                    <a:lstStyle/>
                    <a:p>
                      <a:pPr marL="0" marR="0" lvl="0" indent="0" algn="l" defTabSz="914400" rtl="0" eaLnBrk="1" fontAlgn="base" latinLnBrk="0" hangingPunct="1">
                        <a:lnSpc>
                          <a:spcPct val="100000"/>
                        </a:lnSpc>
                        <a:spcBef>
                          <a:spcPct val="20000"/>
                        </a:spcBef>
                        <a:spcAft>
                          <a:spcPct val="0"/>
                        </a:spcAft>
                        <a:buClr>
                          <a:schemeClr val="folHlink"/>
                        </a:buClr>
                        <a:buSzPct val="60000"/>
                        <a:buFont typeface="Wingdings" pitchFamily="2" charset="2"/>
                        <a:buNone/>
                        <a:tabLst/>
                      </a:pPr>
                      <a:r>
                        <a:rPr kumimoji="0" lang="en-US" altLang="zh-CN" sz="2800" b="1" i="0" u="none" strike="noStrike" cap="none" normalizeH="0" baseline="0">
                          <a:ln>
                            <a:noFill/>
                          </a:ln>
                          <a:solidFill>
                            <a:schemeClr val="tx1"/>
                          </a:solidFill>
                          <a:effectLst/>
                          <a:latin typeface="Times New Roman" pitchFamily="18" charset="0"/>
                          <a:ea typeface="黑体" pitchFamily="2" charset="-122"/>
                        </a:rPr>
                        <a:t>$</a:t>
                      </a:r>
                      <a:r>
                        <a:rPr kumimoji="0" lang="en-US" altLang="zh-CN" sz="2800" b="1" i="1" u="none" strike="noStrike" cap="none" normalizeH="0" baseline="0">
                          <a:ln>
                            <a:noFill/>
                          </a:ln>
                          <a:solidFill>
                            <a:schemeClr val="tx1"/>
                          </a:solidFill>
                          <a:effectLst/>
                          <a:latin typeface="Times New Roman" pitchFamily="18" charset="0"/>
                          <a:ea typeface="黑体" pitchFamily="2" charset="-122"/>
                        </a:rPr>
                        <a:t>E</a:t>
                      </a:r>
                      <a:r>
                        <a:rPr kumimoji="0" lang="en-US" altLang="zh-CN" sz="2800" b="0" i="0" u="none" strike="noStrike" cap="none" normalizeH="0" baseline="0">
                          <a:ln>
                            <a:noFill/>
                          </a:ln>
                          <a:solidFill>
                            <a:schemeClr val="tx1"/>
                          </a:solidFill>
                          <a:effectLst/>
                          <a:latin typeface="Times New Roman" pitchFamily="18" charset="0"/>
                          <a:ea typeface="黑体" pitchFamily="2" charset="-122"/>
                        </a:rPr>
                        <a:t> </a:t>
                      </a:r>
                    </a:p>
                  </a:txBody>
                  <a:tcPr marT="45726" marB="45726" horzOverflow="overflow">
                    <a:lnL w="28575"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
                          <a:schemeClr val="folHlink"/>
                        </a:buClr>
                        <a:buSzPct val="60000"/>
                        <a:buFont typeface="Wingdings" pitchFamily="2" charset="2"/>
                        <a:buNone/>
                        <a:tabLst/>
                      </a:pPr>
                      <a:r>
                        <a:rPr kumimoji="0" lang="en-US" altLang="zh-CN" sz="2800" b="1" i="0" u="none" strike="noStrike" cap="none" normalizeH="0" baseline="0">
                          <a:ln>
                            <a:noFill/>
                          </a:ln>
                          <a:solidFill>
                            <a:schemeClr val="tx1"/>
                          </a:solidFill>
                          <a:effectLst/>
                          <a:latin typeface="Times New Roman" pitchFamily="18" charset="0"/>
                          <a:ea typeface="黑体" pitchFamily="2" charset="-122"/>
                        </a:rPr>
                        <a:t>     +id </a:t>
                      </a:r>
                      <a:r>
                        <a:rPr kumimoji="0" lang="en-US" altLang="zh-CN" sz="2800" b="1" i="0" u="none" strike="noStrike" cap="none" normalizeH="0" baseline="0">
                          <a:ln>
                            <a:noFill/>
                          </a:ln>
                          <a:solidFill>
                            <a:schemeClr val="tx1"/>
                          </a:solidFill>
                          <a:effectLst/>
                          <a:latin typeface="Times New Roman" pitchFamily="18" charset="0"/>
                          <a:ea typeface="黑体" pitchFamily="2" charset="-122"/>
                          <a:cs typeface="Times New Roman" pitchFamily="18" charset="0"/>
                          <a:sym typeface="Symbol" pitchFamily="18" charset="2"/>
                        </a:rPr>
                        <a:t>+</a:t>
                      </a:r>
                      <a:r>
                        <a:rPr kumimoji="0" lang="en-US" altLang="zh-CN" sz="2800" b="1" i="0" u="none" strike="noStrike" cap="none" normalizeH="0" baseline="0">
                          <a:ln>
                            <a:noFill/>
                          </a:ln>
                          <a:solidFill>
                            <a:schemeClr val="tx1"/>
                          </a:solidFill>
                          <a:effectLst/>
                          <a:latin typeface="Times New Roman" pitchFamily="18" charset="0"/>
                          <a:ea typeface="黑体" pitchFamily="2" charset="-122"/>
                        </a:rPr>
                        <a:t> id $</a:t>
                      </a:r>
                      <a:r>
                        <a:rPr kumimoji="0" lang="en-US" altLang="zh-CN" sz="2800" b="0" i="0" u="none" strike="noStrike" cap="none" normalizeH="0" baseline="0">
                          <a:ln>
                            <a:noFill/>
                          </a:ln>
                          <a:solidFill>
                            <a:schemeClr val="tx1"/>
                          </a:solidFill>
                          <a:effectLst/>
                          <a:latin typeface="Times New Roman" pitchFamily="18" charset="0"/>
                          <a:ea typeface="黑体" pitchFamily="2" charset="-122"/>
                        </a:rPr>
                        <a:t> </a:t>
                      </a:r>
                    </a:p>
                  </a:txBody>
                  <a:tcPr marT="45726" marB="45726"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
                          <a:schemeClr val="folHlink"/>
                        </a:buClr>
                        <a:buSzPct val="60000"/>
                        <a:buFont typeface="Wingdings" pitchFamily="2" charset="2"/>
                        <a:buNone/>
                        <a:tabLst/>
                      </a:pPr>
                      <a:r>
                        <a:rPr kumimoji="0" lang="zh-CN" altLang="en-US" sz="2800" b="0" i="0" u="none" strike="noStrike" cap="none" normalizeH="0" baseline="0">
                          <a:ln>
                            <a:noFill/>
                          </a:ln>
                          <a:solidFill>
                            <a:schemeClr val="accent2"/>
                          </a:solidFill>
                          <a:effectLst/>
                          <a:latin typeface="Times New Roman" pitchFamily="18" charset="0"/>
                          <a:ea typeface="黑体" pitchFamily="2" charset="-122"/>
                        </a:rPr>
                        <a:t>出错，跳过</a:t>
                      </a:r>
                      <a:r>
                        <a:rPr kumimoji="0" lang="en-US" altLang="zh-CN" sz="2800" b="1" i="0" u="none" strike="noStrike" cap="none" normalizeH="0" baseline="0">
                          <a:ln>
                            <a:noFill/>
                          </a:ln>
                          <a:solidFill>
                            <a:schemeClr val="accent2"/>
                          </a:solidFill>
                          <a:effectLst/>
                          <a:latin typeface="Times New Roman" pitchFamily="18" charset="0"/>
                          <a:ea typeface="黑体" pitchFamily="2" charset="-122"/>
                        </a:rPr>
                        <a:t>+</a:t>
                      </a:r>
                    </a:p>
                  </a:txBody>
                  <a:tcPr marT="45726" marB="45726" horzOverflow="overflow">
                    <a:lnL w="12700" cap="flat" cmpd="sng" algn="ctr">
                      <a:solidFill>
                        <a:schemeClr val="tx1"/>
                      </a:solidFill>
                      <a:prstDash val="solid"/>
                      <a:round/>
                      <a:headEnd type="none" w="sm" len="sm"/>
                      <a:tailEnd type="none" w="sm" len="sm"/>
                    </a:lnL>
                    <a:lnR w="28575"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extLst>
                  <a:ext uri="{0D108BD9-81ED-4DB2-BD59-A6C34878D82A}">
                    <a16:rowId xmlns:a16="http://schemas.microsoft.com/office/drawing/2014/main" val="10001"/>
                  </a:ext>
                </a:extLst>
              </a:tr>
              <a:tr h="518231">
                <a:tc>
                  <a:txBody>
                    <a:bodyPr/>
                    <a:lstStyle/>
                    <a:p>
                      <a:pPr marL="0" marR="0" lvl="0" indent="0" algn="l" defTabSz="914400" rtl="0" eaLnBrk="1" fontAlgn="base" latinLnBrk="0" hangingPunct="1">
                        <a:lnSpc>
                          <a:spcPct val="100000"/>
                        </a:lnSpc>
                        <a:spcBef>
                          <a:spcPct val="20000"/>
                        </a:spcBef>
                        <a:spcAft>
                          <a:spcPct val="0"/>
                        </a:spcAft>
                        <a:buClr>
                          <a:schemeClr val="folHlink"/>
                        </a:buClr>
                        <a:buSzPct val="60000"/>
                        <a:buFont typeface="Wingdings" pitchFamily="2" charset="2"/>
                        <a:buNone/>
                        <a:tabLst/>
                      </a:pPr>
                      <a:endParaRPr kumimoji="0" lang="zh-CN" altLang="zh-CN" sz="2800" b="1" i="1" u="none" strike="noStrike" cap="none" normalizeH="0" baseline="0">
                        <a:ln>
                          <a:noFill/>
                        </a:ln>
                        <a:solidFill>
                          <a:schemeClr val="tx1"/>
                        </a:solidFill>
                        <a:effectLst/>
                        <a:latin typeface="Times New Roman" pitchFamily="18" charset="0"/>
                        <a:ea typeface="黑体" pitchFamily="2" charset="-122"/>
                      </a:endParaRPr>
                    </a:p>
                  </a:txBody>
                  <a:tcPr marT="45726" marB="45726" horzOverflow="overflow">
                    <a:lnL w="28575"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
                          <a:schemeClr val="folHlink"/>
                        </a:buClr>
                        <a:buSzPct val="60000"/>
                        <a:buFont typeface="Wingdings" pitchFamily="2" charset="2"/>
                        <a:buNone/>
                        <a:tabLst/>
                      </a:pPr>
                      <a:endParaRPr kumimoji="0" lang="zh-CN" altLang="zh-CN" sz="2800" b="0" i="0" u="none" strike="noStrike" cap="none" normalizeH="0" baseline="0">
                        <a:ln>
                          <a:noFill/>
                        </a:ln>
                        <a:solidFill>
                          <a:schemeClr val="tx1"/>
                        </a:solidFill>
                        <a:effectLst/>
                        <a:latin typeface="Times New Roman" pitchFamily="18" charset="0"/>
                        <a:ea typeface="黑体" pitchFamily="2" charset="-122"/>
                      </a:endParaRPr>
                    </a:p>
                  </a:txBody>
                  <a:tcPr marT="45726" marB="45726"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
                          <a:schemeClr val="folHlink"/>
                        </a:buClr>
                        <a:buSzPct val="60000"/>
                        <a:buFont typeface="Wingdings" pitchFamily="2" charset="2"/>
                        <a:buNone/>
                        <a:tabLst/>
                      </a:pPr>
                      <a:endParaRPr kumimoji="0" lang="zh-CN" altLang="zh-CN" sz="2800" b="0" i="0" u="none" strike="noStrike" cap="none" normalizeH="0" baseline="0">
                        <a:ln>
                          <a:noFill/>
                        </a:ln>
                        <a:solidFill>
                          <a:schemeClr val="tx2"/>
                        </a:solidFill>
                        <a:effectLst/>
                        <a:latin typeface="Times New Roman" pitchFamily="18" charset="0"/>
                        <a:ea typeface="黑体" pitchFamily="2" charset="-122"/>
                      </a:endParaRPr>
                    </a:p>
                  </a:txBody>
                  <a:tcPr marT="45726" marB="45726" horzOverflow="overflow">
                    <a:lnL w="12700" cap="flat" cmpd="sng" algn="ctr">
                      <a:solidFill>
                        <a:schemeClr val="tx1"/>
                      </a:solidFill>
                      <a:prstDash val="solid"/>
                      <a:round/>
                      <a:headEnd type="none" w="sm" len="sm"/>
                      <a:tailEnd type="none" w="sm" len="sm"/>
                    </a:lnL>
                    <a:lnR w="28575"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extLst>
                  <a:ext uri="{0D108BD9-81ED-4DB2-BD59-A6C34878D82A}">
                    <a16:rowId xmlns:a16="http://schemas.microsoft.com/office/drawing/2014/main" val="10002"/>
                  </a:ext>
                </a:extLst>
              </a:tr>
              <a:tr h="518231">
                <a:tc>
                  <a:txBody>
                    <a:bodyPr/>
                    <a:lstStyle/>
                    <a:p>
                      <a:pPr marL="0" marR="0" lvl="0" indent="0" algn="l" defTabSz="914400" rtl="0" eaLnBrk="1" fontAlgn="base" latinLnBrk="0" hangingPunct="1">
                        <a:lnSpc>
                          <a:spcPct val="100000"/>
                        </a:lnSpc>
                        <a:spcBef>
                          <a:spcPct val="20000"/>
                        </a:spcBef>
                        <a:spcAft>
                          <a:spcPct val="0"/>
                        </a:spcAft>
                        <a:buClr>
                          <a:schemeClr val="folHlink"/>
                        </a:buClr>
                        <a:buSzPct val="60000"/>
                        <a:buFont typeface="Wingdings" pitchFamily="2" charset="2"/>
                        <a:buNone/>
                        <a:tabLst/>
                      </a:pPr>
                      <a:endParaRPr kumimoji="0" lang="zh-CN" altLang="zh-CN" sz="2800" b="1" i="1" u="none" strike="noStrike" cap="none" normalizeH="0" baseline="0">
                        <a:ln>
                          <a:noFill/>
                        </a:ln>
                        <a:solidFill>
                          <a:schemeClr val="tx1"/>
                        </a:solidFill>
                        <a:effectLst/>
                        <a:latin typeface="Times New Roman" pitchFamily="18" charset="0"/>
                        <a:ea typeface="黑体" pitchFamily="2" charset="-122"/>
                        <a:sym typeface="Symbol" pitchFamily="18" charset="2"/>
                      </a:endParaRPr>
                    </a:p>
                  </a:txBody>
                  <a:tcPr marT="45726" marB="45726" horzOverflow="overflow">
                    <a:lnL w="28575"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
                          <a:schemeClr val="folHlink"/>
                        </a:buClr>
                        <a:buSzPct val="60000"/>
                        <a:buFont typeface="Wingdings" pitchFamily="2" charset="2"/>
                        <a:buNone/>
                        <a:tabLst/>
                      </a:pPr>
                      <a:endParaRPr kumimoji="0" lang="zh-CN" altLang="zh-CN" sz="2800" b="1" i="0" u="none" strike="noStrike" cap="none" normalizeH="0" baseline="0">
                        <a:ln>
                          <a:noFill/>
                        </a:ln>
                        <a:solidFill>
                          <a:schemeClr val="tx1"/>
                        </a:solidFill>
                        <a:effectLst/>
                        <a:latin typeface="Times New Roman" pitchFamily="18" charset="0"/>
                        <a:ea typeface="黑体" pitchFamily="2" charset="-122"/>
                      </a:endParaRPr>
                    </a:p>
                  </a:txBody>
                  <a:tcPr marT="45726" marB="45726"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
                          <a:schemeClr val="folHlink"/>
                        </a:buClr>
                        <a:buSzPct val="60000"/>
                        <a:buFont typeface="Wingdings" pitchFamily="2" charset="2"/>
                        <a:buNone/>
                        <a:tabLst/>
                      </a:pPr>
                      <a:endParaRPr kumimoji="0" lang="zh-CN" altLang="zh-CN" sz="2800" b="1" i="0" u="none" strike="noStrike" cap="none" normalizeH="0" baseline="0">
                        <a:ln>
                          <a:noFill/>
                        </a:ln>
                        <a:solidFill>
                          <a:schemeClr val="tx1"/>
                        </a:solidFill>
                        <a:effectLst/>
                        <a:latin typeface="Times New Roman" pitchFamily="18" charset="0"/>
                        <a:ea typeface="黑体" pitchFamily="2" charset="-122"/>
                        <a:sym typeface="Symbol" pitchFamily="18" charset="2"/>
                      </a:endParaRPr>
                    </a:p>
                  </a:txBody>
                  <a:tcPr marT="45726" marB="45726" horzOverflow="overflow">
                    <a:lnL w="12700" cap="flat" cmpd="sng" algn="ctr">
                      <a:solidFill>
                        <a:schemeClr val="tx1"/>
                      </a:solidFill>
                      <a:prstDash val="solid"/>
                      <a:round/>
                      <a:headEnd type="none" w="sm" len="sm"/>
                      <a:tailEnd type="none" w="sm" len="sm"/>
                    </a:lnL>
                    <a:lnR w="28575"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extLst>
                  <a:ext uri="{0D108BD9-81ED-4DB2-BD59-A6C34878D82A}">
                    <a16:rowId xmlns:a16="http://schemas.microsoft.com/office/drawing/2014/main" val="10003"/>
                  </a:ext>
                </a:extLst>
              </a:tr>
              <a:tr h="518231">
                <a:tc>
                  <a:txBody>
                    <a:bodyPr/>
                    <a:lstStyle/>
                    <a:p>
                      <a:pPr marL="0" marR="0" lvl="0" indent="0" algn="l" defTabSz="914400" rtl="0" eaLnBrk="1" fontAlgn="base" latinLnBrk="0" hangingPunct="1">
                        <a:lnSpc>
                          <a:spcPct val="100000"/>
                        </a:lnSpc>
                        <a:spcBef>
                          <a:spcPct val="20000"/>
                        </a:spcBef>
                        <a:spcAft>
                          <a:spcPct val="0"/>
                        </a:spcAft>
                        <a:buClr>
                          <a:schemeClr val="folHlink"/>
                        </a:buClr>
                        <a:buSzPct val="60000"/>
                        <a:buFont typeface="Wingdings" pitchFamily="2" charset="2"/>
                        <a:buNone/>
                        <a:tabLst/>
                      </a:pPr>
                      <a:endParaRPr kumimoji="0" lang="zh-CN" altLang="zh-CN" sz="2800" b="1" i="1" u="none" strike="noStrike" cap="none" normalizeH="0" baseline="0">
                        <a:ln>
                          <a:noFill/>
                        </a:ln>
                        <a:solidFill>
                          <a:schemeClr val="tx1"/>
                        </a:solidFill>
                        <a:effectLst/>
                        <a:latin typeface="Times New Roman" pitchFamily="18" charset="0"/>
                        <a:ea typeface="黑体" pitchFamily="2" charset="-122"/>
                        <a:sym typeface="Symbol" pitchFamily="18" charset="2"/>
                      </a:endParaRPr>
                    </a:p>
                  </a:txBody>
                  <a:tcPr marT="45726" marB="45726" horzOverflow="overflow">
                    <a:lnL w="28575"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
                          <a:schemeClr val="folHlink"/>
                        </a:buClr>
                        <a:buSzPct val="60000"/>
                        <a:buFont typeface="Wingdings" pitchFamily="2" charset="2"/>
                        <a:buNone/>
                        <a:tabLst/>
                      </a:pPr>
                      <a:endParaRPr kumimoji="0" lang="zh-CN" altLang="zh-CN" sz="2800" b="1" i="0" u="none" strike="noStrike" cap="none" normalizeH="0" baseline="0">
                        <a:ln>
                          <a:noFill/>
                        </a:ln>
                        <a:solidFill>
                          <a:schemeClr val="tx1"/>
                        </a:solidFill>
                        <a:effectLst/>
                        <a:latin typeface="Times New Roman" pitchFamily="18" charset="0"/>
                        <a:ea typeface="黑体" pitchFamily="2" charset="-122"/>
                      </a:endParaRPr>
                    </a:p>
                  </a:txBody>
                  <a:tcPr marT="45726" marB="45726"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
                          <a:schemeClr val="folHlink"/>
                        </a:buClr>
                        <a:buSzPct val="60000"/>
                        <a:buFont typeface="Wingdings" pitchFamily="2" charset="2"/>
                        <a:buNone/>
                        <a:tabLst/>
                      </a:pPr>
                      <a:endParaRPr kumimoji="0" lang="zh-CN" altLang="zh-CN" sz="2800" b="1" i="0" u="none" strike="noStrike" cap="none" normalizeH="0" baseline="0">
                        <a:ln>
                          <a:noFill/>
                        </a:ln>
                        <a:solidFill>
                          <a:schemeClr val="tx1"/>
                        </a:solidFill>
                        <a:effectLst/>
                        <a:latin typeface="Times New Roman" pitchFamily="18" charset="0"/>
                        <a:ea typeface="黑体" pitchFamily="2" charset="-122"/>
                        <a:sym typeface="Symbol" pitchFamily="18" charset="2"/>
                      </a:endParaRPr>
                    </a:p>
                  </a:txBody>
                  <a:tcPr marT="45726" marB="45726" horzOverflow="overflow">
                    <a:lnL w="12700" cap="flat" cmpd="sng" algn="ctr">
                      <a:solidFill>
                        <a:schemeClr val="tx1"/>
                      </a:solidFill>
                      <a:prstDash val="solid"/>
                      <a:round/>
                      <a:headEnd type="none" w="sm" len="sm"/>
                      <a:tailEnd type="none" w="sm" len="sm"/>
                    </a:lnL>
                    <a:lnR w="28575"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extLst>
                  <a:ext uri="{0D108BD9-81ED-4DB2-BD59-A6C34878D82A}">
                    <a16:rowId xmlns:a16="http://schemas.microsoft.com/office/drawing/2014/main" val="10004"/>
                  </a:ext>
                </a:extLst>
              </a:tr>
              <a:tr h="518231">
                <a:tc>
                  <a:txBody>
                    <a:bodyPr/>
                    <a:lstStyle/>
                    <a:p>
                      <a:pPr marL="0" marR="0" lvl="0" indent="0" algn="l" defTabSz="914400" rtl="0" eaLnBrk="1" fontAlgn="base" latinLnBrk="0" hangingPunct="1">
                        <a:lnSpc>
                          <a:spcPct val="100000"/>
                        </a:lnSpc>
                        <a:spcBef>
                          <a:spcPct val="20000"/>
                        </a:spcBef>
                        <a:spcAft>
                          <a:spcPct val="0"/>
                        </a:spcAft>
                        <a:buClr>
                          <a:schemeClr val="folHlink"/>
                        </a:buClr>
                        <a:buSzPct val="60000"/>
                        <a:buFont typeface="Wingdings" pitchFamily="2" charset="2"/>
                        <a:buNone/>
                        <a:tabLst/>
                      </a:pPr>
                      <a:endParaRPr kumimoji="0" lang="zh-CN" altLang="zh-CN" sz="2800" b="1" i="0" u="none" strike="noStrike" cap="none" normalizeH="0" baseline="0">
                        <a:ln>
                          <a:noFill/>
                        </a:ln>
                        <a:solidFill>
                          <a:schemeClr val="tx1"/>
                        </a:solidFill>
                        <a:effectLst/>
                        <a:latin typeface="Times New Roman" pitchFamily="18" charset="0"/>
                        <a:ea typeface="黑体" pitchFamily="2" charset="-122"/>
                        <a:sym typeface="Symbol" pitchFamily="18" charset="2"/>
                      </a:endParaRPr>
                    </a:p>
                  </a:txBody>
                  <a:tcPr marT="45726" marB="45726" horzOverflow="overflow">
                    <a:lnL w="28575"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
                          <a:schemeClr val="folHlink"/>
                        </a:buClr>
                        <a:buSzPct val="60000"/>
                        <a:buFont typeface="Wingdings" pitchFamily="2" charset="2"/>
                        <a:buNone/>
                        <a:tabLst/>
                      </a:pPr>
                      <a:endParaRPr kumimoji="0" lang="zh-CN" altLang="zh-CN" sz="2800" b="1" i="0" u="none" strike="noStrike" cap="none" normalizeH="0" baseline="0">
                        <a:ln>
                          <a:noFill/>
                        </a:ln>
                        <a:solidFill>
                          <a:schemeClr val="tx1"/>
                        </a:solidFill>
                        <a:effectLst/>
                        <a:latin typeface="Times New Roman" pitchFamily="18" charset="0"/>
                        <a:ea typeface="黑体" pitchFamily="2" charset="-122"/>
                      </a:endParaRPr>
                    </a:p>
                  </a:txBody>
                  <a:tcPr marT="45726" marB="45726"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
                          <a:schemeClr val="folHlink"/>
                        </a:buClr>
                        <a:buSzPct val="60000"/>
                        <a:buFont typeface="Wingdings" pitchFamily="2" charset="2"/>
                        <a:buNone/>
                        <a:tabLst/>
                      </a:pPr>
                      <a:endParaRPr kumimoji="0" lang="zh-CN" altLang="zh-CN" sz="2800" b="1" i="0" u="none" strike="noStrike" cap="none" normalizeH="0" baseline="0">
                        <a:ln>
                          <a:noFill/>
                        </a:ln>
                        <a:solidFill>
                          <a:schemeClr val="tx1"/>
                        </a:solidFill>
                        <a:effectLst/>
                        <a:latin typeface="Times New Roman" pitchFamily="18" charset="0"/>
                        <a:ea typeface="黑体" pitchFamily="2" charset="-122"/>
                      </a:endParaRPr>
                    </a:p>
                  </a:txBody>
                  <a:tcPr marT="45726" marB="45726" horzOverflow="overflow">
                    <a:lnL w="12700" cap="flat" cmpd="sng" algn="ctr">
                      <a:solidFill>
                        <a:schemeClr val="tx1"/>
                      </a:solidFill>
                      <a:prstDash val="solid"/>
                      <a:round/>
                      <a:headEnd type="none" w="sm" len="sm"/>
                      <a:tailEnd type="none" w="sm" len="sm"/>
                    </a:lnL>
                    <a:lnR w="28575"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extLst>
                  <a:ext uri="{0D108BD9-81ED-4DB2-BD59-A6C34878D82A}">
                    <a16:rowId xmlns:a16="http://schemas.microsoft.com/office/drawing/2014/main" val="10005"/>
                  </a:ext>
                </a:extLst>
              </a:tr>
              <a:tr h="518231">
                <a:tc>
                  <a:txBody>
                    <a:bodyPr/>
                    <a:lstStyle/>
                    <a:p>
                      <a:pPr marL="0" marR="0" lvl="0" indent="0" algn="l" defTabSz="914400" rtl="0" eaLnBrk="1" fontAlgn="base" latinLnBrk="0" hangingPunct="1">
                        <a:lnSpc>
                          <a:spcPct val="100000"/>
                        </a:lnSpc>
                        <a:spcBef>
                          <a:spcPct val="20000"/>
                        </a:spcBef>
                        <a:spcAft>
                          <a:spcPct val="0"/>
                        </a:spcAft>
                        <a:buClr>
                          <a:schemeClr val="folHlink"/>
                        </a:buClr>
                        <a:buSzPct val="60000"/>
                        <a:buFont typeface="Wingdings" pitchFamily="2" charset="2"/>
                        <a:buNone/>
                        <a:tabLst/>
                      </a:pPr>
                      <a:endParaRPr kumimoji="0" lang="zh-CN" altLang="zh-CN" sz="2800" b="1" i="0" u="none" strike="noStrike" cap="none" normalizeH="0" baseline="0">
                        <a:ln>
                          <a:noFill/>
                        </a:ln>
                        <a:solidFill>
                          <a:schemeClr val="tx1"/>
                        </a:solidFill>
                        <a:effectLst/>
                        <a:latin typeface="Times New Roman" pitchFamily="18" charset="0"/>
                        <a:ea typeface="黑体" pitchFamily="2" charset="-122"/>
                        <a:sym typeface="Symbol" pitchFamily="18" charset="2"/>
                      </a:endParaRPr>
                    </a:p>
                  </a:txBody>
                  <a:tcPr marT="45726" marB="45726" horzOverflow="overflow">
                    <a:lnL w="28575"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
                          <a:schemeClr val="folHlink"/>
                        </a:buClr>
                        <a:buSzPct val="60000"/>
                        <a:buFont typeface="Wingdings" pitchFamily="2" charset="2"/>
                        <a:buNone/>
                        <a:tabLst/>
                      </a:pPr>
                      <a:endParaRPr kumimoji="0" lang="zh-CN" altLang="zh-CN" sz="2800" b="1" i="0" u="none" strike="noStrike" cap="none" normalizeH="0" baseline="0">
                        <a:ln>
                          <a:noFill/>
                        </a:ln>
                        <a:solidFill>
                          <a:schemeClr val="tx1"/>
                        </a:solidFill>
                        <a:effectLst/>
                        <a:latin typeface="Times New Roman" pitchFamily="18" charset="0"/>
                        <a:ea typeface="黑体" pitchFamily="2" charset="-122"/>
                      </a:endParaRPr>
                    </a:p>
                  </a:txBody>
                  <a:tcPr marT="45726" marB="45726"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
                          <a:schemeClr val="folHlink"/>
                        </a:buClr>
                        <a:buSzPct val="60000"/>
                        <a:buFont typeface="Wingdings" pitchFamily="2" charset="2"/>
                        <a:buNone/>
                        <a:tabLst/>
                      </a:pPr>
                      <a:endParaRPr kumimoji="0" lang="zh-CN" altLang="zh-CN" sz="2800" b="0" i="0" u="none" strike="noStrike" cap="none" normalizeH="0" baseline="0">
                        <a:ln>
                          <a:noFill/>
                        </a:ln>
                        <a:solidFill>
                          <a:schemeClr val="tx1"/>
                        </a:solidFill>
                        <a:effectLst/>
                        <a:latin typeface="Times New Roman" pitchFamily="18" charset="0"/>
                        <a:ea typeface="黑体" pitchFamily="2" charset="-122"/>
                      </a:endParaRPr>
                    </a:p>
                  </a:txBody>
                  <a:tcPr marT="45726" marB="45726" horzOverflow="overflow">
                    <a:lnL w="12700" cap="flat" cmpd="sng" algn="ctr">
                      <a:solidFill>
                        <a:schemeClr val="tx1"/>
                      </a:solidFill>
                      <a:prstDash val="solid"/>
                      <a:round/>
                      <a:headEnd type="none" w="sm" len="sm"/>
                      <a:tailEnd type="none" w="sm" len="sm"/>
                    </a:lnL>
                    <a:lnR w="28575"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extLst>
                  <a:ext uri="{0D108BD9-81ED-4DB2-BD59-A6C34878D82A}">
                    <a16:rowId xmlns:a16="http://schemas.microsoft.com/office/drawing/2014/main" val="10006"/>
                  </a:ext>
                </a:extLst>
              </a:tr>
              <a:tr h="518231">
                <a:tc>
                  <a:txBody>
                    <a:bodyPr/>
                    <a:lstStyle/>
                    <a:p>
                      <a:pPr marL="0" marR="0" lvl="0" indent="0" algn="l" defTabSz="914400" rtl="0" eaLnBrk="1" fontAlgn="base" latinLnBrk="0" hangingPunct="1">
                        <a:lnSpc>
                          <a:spcPct val="100000"/>
                        </a:lnSpc>
                        <a:spcBef>
                          <a:spcPct val="20000"/>
                        </a:spcBef>
                        <a:spcAft>
                          <a:spcPct val="0"/>
                        </a:spcAft>
                        <a:buClr>
                          <a:schemeClr val="folHlink"/>
                        </a:buClr>
                        <a:buSzPct val="60000"/>
                        <a:buFont typeface="Wingdings" pitchFamily="2" charset="2"/>
                        <a:buNone/>
                        <a:tabLst/>
                      </a:pPr>
                      <a:endParaRPr kumimoji="0" lang="zh-CN" altLang="zh-CN" sz="2800" b="1" i="0" u="none" strike="noStrike" cap="none" normalizeH="0" baseline="0">
                        <a:ln>
                          <a:noFill/>
                        </a:ln>
                        <a:solidFill>
                          <a:schemeClr val="tx1"/>
                        </a:solidFill>
                        <a:effectLst/>
                        <a:latin typeface="Times New Roman" pitchFamily="18" charset="0"/>
                        <a:ea typeface="黑体" pitchFamily="2" charset="-122"/>
                        <a:cs typeface="Times New Roman" pitchFamily="18" charset="0"/>
                        <a:sym typeface="Symbol" pitchFamily="18" charset="2"/>
                      </a:endParaRPr>
                    </a:p>
                  </a:txBody>
                  <a:tcPr marT="45726" marB="45726" horzOverflow="overflow">
                    <a:lnL w="28575"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
                          <a:schemeClr val="folHlink"/>
                        </a:buClr>
                        <a:buSzPct val="60000"/>
                        <a:buFont typeface="Wingdings" pitchFamily="2" charset="2"/>
                        <a:buNone/>
                        <a:tabLst/>
                      </a:pPr>
                      <a:endParaRPr kumimoji="0" lang="zh-CN" altLang="zh-CN" sz="2800" b="1" i="0" u="none" strike="noStrike" cap="none" normalizeH="0" baseline="0">
                        <a:ln>
                          <a:noFill/>
                        </a:ln>
                        <a:solidFill>
                          <a:schemeClr val="tx1"/>
                        </a:solidFill>
                        <a:effectLst/>
                        <a:latin typeface="Times New Roman" pitchFamily="18" charset="0"/>
                        <a:ea typeface="黑体" pitchFamily="2" charset="-122"/>
                      </a:endParaRPr>
                    </a:p>
                  </a:txBody>
                  <a:tcPr marT="45726" marB="45726"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
                          <a:schemeClr val="folHlink"/>
                        </a:buClr>
                        <a:buSzPct val="60000"/>
                        <a:buFont typeface="Wingdings" pitchFamily="2" charset="2"/>
                        <a:buNone/>
                        <a:tabLst/>
                      </a:pPr>
                      <a:endParaRPr kumimoji="0" lang="zh-CN" altLang="zh-CN" sz="2800" b="1" i="0" u="none" strike="noStrike" cap="none" normalizeH="0" baseline="0">
                        <a:ln>
                          <a:noFill/>
                        </a:ln>
                        <a:solidFill>
                          <a:schemeClr val="tx1"/>
                        </a:solidFill>
                        <a:effectLst/>
                        <a:latin typeface="Times New Roman" pitchFamily="18" charset="0"/>
                        <a:ea typeface="黑体" pitchFamily="2" charset="-122"/>
                        <a:sym typeface="Symbol" pitchFamily="18" charset="2"/>
                      </a:endParaRPr>
                    </a:p>
                  </a:txBody>
                  <a:tcPr marT="45726" marB="45726" horzOverflow="overflow">
                    <a:lnL w="12700" cap="flat" cmpd="sng" algn="ctr">
                      <a:solidFill>
                        <a:schemeClr val="tx1"/>
                      </a:solidFill>
                      <a:prstDash val="solid"/>
                      <a:round/>
                      <a:headEnd type="none" w="sm" len="sm"/>
                      <a:tailEnd type="none" w="sm" len="sm"/>
                    </a:lnL>
                    <a:lnR w="28575"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extLst>
                  <a:ext uri="{0D108BD9-81ED-4DB2-BD59-A6C34878D82A}">
                    <a16:rowId xmlns:a16="http://schemas.microsoft.com/office/drawing/2014/main" val="10007"/>
                  </a:ext>
                </a:extLst>
              </a:tr>
              <a:tr h="518231">
                <a:tc>
                  <a:txBody>
                    <a:bodyPr/>
                    <a:lstStyle/>
                    <a:p>
                      <a:pPr marL="0" marR="0" lvl="0" indent="0" algn="l" defTabSz="914400" rtl="0" eaLnBrk="1" fontAlgn="base" latinLnBrk="0" hangingPunct="1">
                        <a:lnSpc>
                          <a:spcPct val="100000"/>
                        </a:lnSpc>
                        <a:spcBef>
                          <a:spcPct val="20000"/>
                        </a:spcBef>
                        <a:spcAft>
                          <a:spcPct val="0"/>
                        </a:spcAft>
                        <a:buClr>
                          <a:schemeClr val="folHlink"/>
                        </a:buClr>
                        <a:buSzPct val="60000"/>
                        <a:buFont typeface="Wingdings" pitchFamily="2" charset="2"/>
                        <a:buNone/>
                        <a:tabLst/>
                      </a:pPr>
                      <a:endParaRPr kumimoji="0" lang="zh-CN" altLang="zh-CN" sz="2800" b="1" i="1" u="none" strike="noStrike" cap="none" normalizeH="0" baseline="0">
                        <a:ln>
                          <a:noFill/>
                        </a:ln>
                        <a:solidFill>
                          <a:schemeClr val="tx1"/>
                        </a:solidFill>
                        <a:effectLst/>
                        <a:latin typeface="Times New Roman" pitchFamily="18" charset="0"/>
                        <a:ea typeface="黑体" pitchFamily="2" charset="-122"/>
                        <a:sym typeface="Symbol" pitchFamily="18" charset="2"/>
                      </a:endParaRPr>
                    </a:p>
                  </a:txBody>
                  <a:tcPr marT="45726" marB="45726" horzOverflow="overflow">
                    <a:lnL w="28575"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28575" cap="flat" cmpd="sng" algn="ctr">
                      <a:solidFill>
                        <a:schemeClr val="tx1"/>
                      </a:solidFill>
                      <a:prstDash val="solid"/>
                      <a:round/>
                      <a:headEnd type="none" w="sm" len="sm"/>
                      <a:tailEnd type="none" w="sm" len="sm"/>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
                          <a:schemeClr val="folHlink"/>
                        </a:buClr>
                        <a:buSzPct val="60000"/>
                        <a:buFont typeface="Wingdings" pitchFamily="2" charset="2"/>
                        <a:buNone/>
                        <a:tabLst/>
                      </a:pPr>
                      <a:endParaRPr kumimoji="0" lang="zh-CN" altLang="zh-CN" sz="2800" b="1" i="0" u="none" strike="noStrike" cap="none" normalizeH="0" baseline="0">
                        <a:ln>
                          <a:noFill/>
                        </a:ln>
                        <a:solidFill>
                          <a:schemeClr val="tx1"/>
                        </a:solidFill>
                        <a:effectLst/>
                        <a:latin typeface="Times New Roman" pitchFamily="18" charset="0"/>
                        <a:ea typeface="黑体" pitchFamily="2" charset="-122"/>
                      </a:endParaRPr>
                    </a:p>
                  </a:txBody>
                  <a:tcPr marT="45726" marB="45726"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28575" cap="flat" cmpd="sng" algn="ctr">
                      <a:solidFill>
                        <a:schemeClr val="tx1"/>
                      </a:solidFill>
                      <a:prstDash val="solid"/>
                      <a:round/>
                      <a:headEnd type="none" w="sm" len="sm"/>
                      <a:tailEnd type="none" w="sm" len="sm"/>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
                          <a:schemeClr val="folHlink"/>
                        </a:buClr>
                        <a:buSzPct val="60000"/>
                        <a:buFont typeface="Wingdings" pitchFamily="2" charset="2"/>
                        <a:buNone/>
                        <a:tabLst/>
                      </a:pPr>
                      <a:endParaRPr kumimoji="0" lang="zh-CN" altLang="zh-CN" sz="2800" b="0" i="0" u="none" strike="noStrike" cap="none" normalizeH="0" baseline="0" dirty="0">
                        <a:ln>
                          <a:noFill/>
                        </a:ln>
                        <a:solidFill>
                          <a:schemeClr val="tx2"/>
                        </a:solidFill>
                        <a:effectLst/>
                        <a:latin typeface="Times New Roman" pitchFamily="18" charset="0"/>
                        <a:ea typeface="黑体" pitchFamily="2" charset="-122"/>
                      </a:endParaRPr>
                    </a:p>
                  </a:txBody>
                  <a:tcPr marT="45726" marB="45726" horzOverflow="overflow">
                    <a:lnL w="12700" cap="flat" cmpd="sng" algn="ctr">
                      <a:solidFill>
                        <a:schemeClr val="tx1"/>
                      </a:solidFill>
                      <a:prstDash val="solid"/>
                      <a:round/>
                      <a:headEnd type="none" w="sm" len="sm"/>
                      <a:tailEnd type="none" w="sm" len="sm"/>
                    </a:lnL>
                    <a:lnR w="28575"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28575" cap="flat" cmpd="sng" algn="ctr">
                      <a:solidFill>
                        <a:schemeClr val="tx1"/>
                      </a:solidFill>
                      <a:prstDash val="solid"/>
                      <a:round/>
                      <a:headEnd type="none" w="sm" len="sm"/>
                      <a:tailEnd type="none" w="sm" len="sm"/>
                    </a:lnB>
                    <a:lnTlToBr>
                      <a:noFill/>
                    </a:lnTlToBr>
                    <a:lnBlToTr>
                      <a:noFill/>
                    </a:lnBlToTr>
                    <a:noFill/>
                  </a:tcPr>
                </a:tc>
                <a:extLst>
                  <a:ext uri="{0D108BD9-81ED-4DB2-BD59-A6C34878D82A}">
                    <a16:rowId xmlns:a16="http://schemas.microsoft.com/office/drawing/2014/main" val="10008"/>
                  </a:ext>
                </a:extLst>
              </a:tr>
            </a:tbl>
          </a:graphicData>
        </a:graphic>
      </p:graphicFrame>
      <p:sp>
        <p:nvSpPr>
          <p:cNvPr id="2" name="日期占位符 1">
            <a:extLst>
              <a:ext uri="{FF2B5EF4-FFF2-40B4-BE49-F238E27FC236}">
                <a16:creationId xmlns:a16="http://schemas.microsoft.com/office/drawing/2014/main" id="{E3266AF3-491C-85EA-2EE6-003C1C99541B}"/>
              </a:ext>
            </a:extLst>
          </p:cNvPr>
          <p:cNvSpPr>
            <a:spLocks noGrp="1"/>
          </p:cNvSpPr>
          <p:nvPr>
            <p:ph type="dt" sz="half" idx="10"/>
          </p:nvPr>
        </p:nvSpPr>
        <p:spPr/>
        <p:txBody>
          <a:bodyPr/>
          <a:lstStyle/>
          <a:p>
            <a:fld id="{7B228870-306E-4C08-931D-3A944EE7D650}" type="datetime2">
              <a:rPr lang="zh-CN" altLang="en-US" smtClean="0"/>
              <a:pPr/>
              <a:t>2025年11月26日</a:t>
            </a:fld>
            <a:endParaRPr lang="zh-CN" altLang="en-US"/>
          </a:p>
        </p:txBody>
      </p:sp>
      <p:sp>
        <p:nvSpPr>
          <p:cNvPr id="3" name="页脚占位符 2">
            <a:extLst>
              <a:ext uri="{FF2B5EF4-FFF2-40B4-BE49-F238E27FC236}">
                <a16:creationId xmlns:a16="http://schemas.microsoft.com/office/drawing/2014/main" id="{D458E932-9B44-7F52-795B-0417EDB4B76A}"/>
              </a:ext>
            </a:extLst>
          </p:cNvPr>
          <p:cNvSpPr>
            <a:spLocks noGrp="1"/>
          </p:cNvSpPr>
          <p:nvPr>
            <p:ph type="ftr" sz="quarter" idx="11"/>
          </p:nvPr>
        </p:nvSpPr>
        <p:spPr/>
        <p:txBody>
          <a:bodyPr/>
          <a:lstStyle/>
          <a:p>
            <a:r>
              <a:rPr lang="zh-CN" altLang="en-US"/>
              <a:t>编译原理</a:t>
            </a:r>
            <a:r>
              <a:rPr lang="en-US" altLang="zh-CN"/>
              <a:t>-</a:t>
            </a:r>
            <a:r>
              <a:rPr lang="zh-CN" altLang="en-US"/>
              <a:t>王欣捷</a:t>
            </a:r>
            <a:r>
              <a:rPr lang="en-US" altLang="zh-CN"/>
              <a:t>-</a:t>
            </a:r>
            <a:r>
              <a:rPr lang="zh-CN" altLang="en-US"/>
              <a:t>第三章 语法分析</a:t>
            </a:r>
            <a:r>
              <a:rPr lang="en-US" altLang="zh-CN"/>
              <a:t>(4)</a:t>
            </a:r>
            <a:endParaRPr lang="zh-CN" altLang="en-US"/>
          </a:p>
        </p:txBody>
      </p:sp>
      <p:sp>
        <p:nvSpPr>
          <p:cNvPr id="4" name="灯片编号占位符 3">
            <a:extLst>
              <a:ext uri="{FF2B5EF4-FFF2-40B4-BE49-F238E27FC236}">
                <a16:creationId xmlns:a16="http://schemas.microsoft.com/office/drawing/2014/main" id="{57C76976-D1E0-2A8F-D203-5EE7D07B60EB}"/>
              </a:ext>
            </a:extLst>
          </p:cNvPr>
          <p:cNvSpPr>
            <a:spLocks noGrp="1"/>
          </p:cNvSpPr>
          <p:nvPr>
            <p:ph type="sldNum" sz="quarter" idx="12"/>
          </p:nvPr>
        </p:nvSpPr>
        <p:spPr/>
        <p:txBody>
          <a:bodyPr/>
          <a:lstStyle/>
          <a:p>
            <a:fld id="{094DEB03-EFC6-4C20-8FC8-295189A5386F}" type="slidenum">
              <a:rPr lang="zh-CN" altLang="en-US" smtClean="0"/>
              <a:pPr/>
              <a:t>92</a:t>
            </a:fld>
            <a:endParaRPr lang="zh-CN" altLang="en-US"/>
          </a:p>
        </p:txBody>
      </p:sp>
    </p:spTree>
  </p:cSld>
  <p:clrMapOvr>
    <a:masterClrMapping/>
  </p:clrMapOvr>
</p:sld>
</file>

<file path=ppt/slides/slide9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1378" name="Rectangle 2">
            <a:extLst>
              <a:ext uri="{FF2B5EF4-FFF2-40B4-BE49-F238E27FC236}">
                <a16:creationId xmlns:a16="http://schemas.microsoft.com/office/drawing/2014/main" id="{88650560-FE81-4DE0-8216-293F5E987DA3}"/>
              </a:ext>
            </a:extLst>
          </p:cNvPr>
          <p:cNvSpPr>
            <a:spLocks noGrp="1" noChangeArrowheads="1"/>
          </p:cNvSpPr>
          <p:nvPr>
            <p:ph type="title"/>
          </p:nvPr>
        </p:nvSpPr>
        <p:spPr/>
        <p:txBody>
          <a:bodyPr/>
          <a:lstStyle/>
          <a:p>
            <a:pPr eaLnBrk="1" hangingPunct="1"/>
            <a:r>
              <a:rPr lang="en-US" altLang="zh-CN" sz="4000"/>
              <a:t>3.3.6 </a:t>
            </a:r>
            <a:r>
              <a:rPr lang="zh-CN" altLang="en-US" sz="4000"/>
              <a:t>预测分析的错误恢复</a:t>
            </a:r>
          </a:p>
        </p:txBody>
      </p:sp>
      <p:sp>
        <p:nvSpPr>
          <p:cNvPr id="101379" name="Rectangle 3">
            <a:extLst>
              <a:ext uri="{FF2B5EF4-FFF2-40B4-BE49-F238E27FC236}">
                <a16:creationId xmlns:a16="http://schemas.microsoft.com/office/drawing/2014/main" id="{D3D3E4C1-673E-4030-A1D9-2D8EE881B2D1}"/>
              </a:ext>
            </a:extLst>
          </p:cNvPr>
          <p:cNvSpPr>
            <a:spLocks noGrp="1" noChangeArrowheads="1"/>
          </p:cNvSpPr>
          <p:nvPr>
            <p:ph idx="1"/>
          </p:nvPr>
        </p:nvSpPr>
        <p:spPr/>
        <p:txBody>
          <a:bodyPr/>
          <a:lstStyle/>
          <a:p>
            <a:pPr eaLnBrk="1" hangingPunct="1">
              <a:lnSpc>
                <a:spcPct val="90000"/>
              </a:lnSpc>
              <a:buFont typeface="Wingdings" panose="05000000000000000000" pitchFamily="2" charset="2"/>
              <a:buNone/>
            </a:pPr>
            <a:r>
              <a:rPr lang="zh-CN" altLang="en-US" sz="2800"/>
              <a:t>预测分析器对 </a:t>
            </a:r>
            <a:r>
              <a:rPr lang="en-US" altLang="zh-CN" sz="2800" b="1"/>
              <a:t>+id * +id</a:t>
            </a:r>
            <a:r>
              <a:rPr lang="en-US" altLang="zh-CN" sz="2800"/>
              <a:t> </a:t>
            </a:r>
            <a:r>
              <a:rPr lang="zh-CN" altLang="en-US" sz="2800"/>
              <a:t>的分析和错误恢复</a:t>
            </a:r>
          </a:p>
        </p:txBody>
      </p:sp>
      <p:graphicFrame>
        <p:nvGraphicFramePr>
          <p:cNvPr id="7" name="Group 4">
            <a:extLst>
              <a:ext uri="{FF2B5EF4-FFF2-40B4-BE49-F238E27FC236}">
                <a16:creationId xmlns:a16="http://schemas.microsoft.com/office/drawing/2014/main" id="{41693E1A-4711-4C1E-AFC2-A4BD01F0AE40}"/>
              </a:ext>
            </a:extLst>
          </p:cNvPr>
          <p:cNvGraphicFramePr>
            <a:graphicFrameLocks/>
          </p:cNvGraphicFramePr>
          <p:nvPr>
            <p:extLst>
              <p:ext uri="{D42A27DB-BD31-4B8C-83A1-F6EECF244321}">
                <p14:modId xmlns:p14="http://schemas.microsoft.com/office/powerpoint/2010/main" val="216411802"/>
              </p:ext>
            </p:extLst>
          </p:nvPr>
        </p:nvGraphicFramePr>
        <p:xfrm>
          <a:off x="533400" y="1981200"/>
          <a:ext cx="8305800" cy="4664079"/>
        </p:xfrm>
        <a:graphic>
          <a:graphicData uri="http://schemas.openxmlformats.org/drawingml/2006/table">
            <a:tbl>
              <a:tblPr/>
              <a:tblGrid>
                <a:gridCol w="2690813">
                  <a:extLst>
                    <a:ext uri="{9D8B030D-6E8A-4147-A177-3AD203B41FA5}">
                      <a16:colId xmlns:a16="http://schemas.microsoft.com/office/drawing/2014/main" val="20000"/>
                    </a:ext>
                  </a:extLst>
                </a:gridCol>
                <a:gridCol w="2808287">
                  <a:extLst>
                    <a:ext uri="{9D8B030D-6E8A-4147-A177-3AD203B41FA5}">
                      <a16:colId xmlns:a16="http://schemas.microsoft.com/office/drawing/2014/main" val="20001"/>
                    </a:ext>
                  </a:extLst>
                </a:gridCol>
                <a:gridCol w="2806700">
                  <a:extLst>
                    <a:ext uri="{9D8B030D-6E8A-4147-A177-3AD203B41FA5}">
                      <a16:colId xmlns:a16="http://schemas.microsoft.com/office/drawing/2014/main" val="20002"/>
                    </a:ext>
                  </a:extLst>
                </a:gridCol>
              </a:tblGrid>
              <a:tr h="518231">
                <a:tc>
                  <a:txBody>
                    <a:body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itchFamily="2" charset="2"/>
                        <a:buNone/>
                        <a:tabLst/>
                      </a:pPr>
                      <a:r>
                        <a:rPr kumimoji="0" lang="zh-CN" altLang="en-US" sz="2800" b="0" i="0" u="none" strike="noStrike" cap="none" normalizeH="0" baseline="0">
                          <a:ln>
                            <a:noFill/>
                          </a:ln>
                          <a:solidFill>
                            <a:schemeClr val="tx1"/>
                          </a:solidFill>
                          <a:effectLst/>
                          <a:latin typeface="Times New Roman" pitchFamily="18" charset="0"/>
                          <a:ea typeface="黑体" pitchFamily="2" charset="-122"/>
                        </a:rPr>
                        <a:t>栈 </a:t>
                      </a:r>
                    </a:p>
                  </a:txBody>
                  <a:tcPr marT="45726" marB="45726" horzOverflow="overflow">
                    <a:lnL w="28575"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28575"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a:txBody>
                    <a:body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itchFamily="2" charset="2"/>
                        <a:buNone/>
                        <a:tabLst/>
                      </a:pPr>
                      <a:r>
                        <a:rPr kumimoji="0" lang="zh-CN" altLang="en-US" sz="2800" b="0" i="0" u="none" strike="noStrike" cap="none" normalizeH="0" baseline="0">
                          <a:ln>
                            <a:noFill/>
                          </a:ln>
                          <a:solidFill>
                            <a:schemeClr val="tx1"/>
                          </a:solidFill>
                          <a:effectLst/>
                          <a:latin typeface="Times New Roman" pitchFamily="18" charset="0"/>
                          <a:ea typeface="黑体" pitchFamily="2" charset="-122"/>
                        </a:rPr>
                        <a:t>输    入 </a:t>
                      </a:r>
                    </a:p>
                  </a:txBody>
                  <a:tcPr marT="45726" marB="45726"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28575"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a:txBody>
                    <a:body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itchFamily="2" charset="2"/>
                        <a:buNone/>
                        <a:tabLst/>
                      </a:pPr>
                      <a:r>
                        <a:rPr kumimoji="0" lang="zh-CN" altLang="en-US" sz="2800" b="0" i="0" u="none" strike="noStrike" cap="none" normalizeH="0" baseline="0">
                          <a:ln>
                            <a:noFill/>
                          </a:ln>
                          <a:solidFill>
                            <a:schemeClr val="tx1"/>
                          </a:solidFill>
                          <a:effectLst/>
                          <a:latin typeface="Times New Roman" pitchFamily="18" charset="0"/>
                          <a:ea typeface="黑体" pitchFamily="2" charset="-122"/>
                        </a:rPr>
                        <a:t>输    出 </a:t>
                      </a:r>
                    </a:p>
                  </a:txBody>
                  <a:tcPr marT="45726" marB="45726" horzOverflow="overflow">
                    <a:lnL w="12700" cap="flat" cmpd="sng" algn="ctr">
                      <a:solidFill>
                        <a:schemeClr val="tx1"/>
                      </a:solidFill>
                      <a:prstDash val="solid"/>
                      <a:round/>
                      <a:headEnd type="none" w="sm" len="sm"/>
                      <a:tailEnd type="none" w="sm" len="sm"/>
                    </a:lnL>
                    <a:lnR w="28575" cap="flat" cmpd="sng" algn="ctr">
                      <a:solidFill>
                        <a:schemeClr val="tx1"/>
                      </a:solidFill>
                      <a:prstDash val="solid"/>
                      <a:round/>
                      <a:headEnd type="none" w="sm" len="sm"/>
                      <a:tailEnd type="none" w="sm" len="sm"/>
                    </a:lnR>
                    <a:lnT w="28575"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extLst>
                  <a:ext uri="{0D108BD9-81ED-4DB2-BD59-A6C34878D82A}">
                    <a16:rowId xmlns:a16="http://schemas.microsoft.com/office/drawing/2014/main" val="10000"/>
                  </a:ext>
                </a:extLst>
              </a:tr>
              <a:tr h="518231">
                <a:tc>
                  <a:txBody>
                    <a:bodyPr/>
                    <a:lstStyle/>
                    <a:p>
                      <a:pPr marL="0" marR="0" lvl="0" indent="0" algn="l" defTabSz="914400" rtl="0" eaLnBrk="1" fontAlgn="base" latinLnBrk="0" hangingPunct="1">
                        <a:lnSpc>
                          <a:spcPct val="100000"/>
                        </a:lnSpc>
                        <a:spcBef>
                          <a:spcPct val="20000"/>
                        </a:spcBef>
                        <a:spcAft>
                          <a:spcPct val="0"/>
                        </a:spcAft>
                        <a:buClr>
                          <a:schemeClr val="folHlink"/>
                        </a:buClr>
                        <a:buSzPct val="60000"/>
                        <a:buFont typeface="Wingdings" pitchFamily="2" charset="2"/>
                        <a:buNone/>
                        <a:tabLst/>
                      </a:pPr>
                      <a:r>
                        <a:rPr kumimoji="0" lang="en-US" altLang="zh-CN" sz="2800" b="1" i="0" u="none" strike="noStrike" cap="none" normalizeH="0" baseline="0">
                          <a:ln>
                            <a:noFill/>
                          </a:ln>
                          <a:solidFill>
                            <a:schemeClr val="tx1"/>
                          </a:solidFill>
                          <a:effectLst/>
                          <a:latin typeface="Times New Roman" pitchFamily="18" charset="0"/>
                          <a:ea typeface="黑体" pitchFamily="2" charset="-122"/>
                        </a:rPr>
                        <a:t>$</a:t>
                      </a:r>
                      <a:r>
                        <a:rPr kumimoji="0" lang="en-US" altLang="zh-CN" sz="2800" b="1" i="1" u="none" strike="noStrike" cap="none" normalizeH="0" baseline="0">
                          <a:ln>
                            <a:noFill/>
                          </a:ln>
                          <a:solidFill>
                            <a:schemeClr val="tx1"/>
                          </a:solidFill>
                          <a:effectLst/>
                          <a:latin typeface="Times New Roman" pitchFamily="18" charset="0"/>
                          <a:ea typeface="黑体" pitchFamily="2" charset="-122"/>
                        </a:rPr>
                        <a:t>E</a:t>
                      </a:r>
                      <a:r>
                        <a:rPr kumimoji="0" lang="en-US" altLang="zh-CN" sz="2800" b="0" i="0" u="none" strike="noStrike" cap="none" normalizeH="0" baseline="0">
                          <a:ln>
                            <a:noFill/>
                          </a:ln>
                          <a:solidFill>
                            <a:schemeClr val="tx1"/>
                          </a:solidFill>
                          <a:effectLst/>
                          <a:latin typeface="Times New Roman" pitchFamily="18" charset="0"/>
                          <a:ea typeface="黑体" pitchFamily="2" charset="-122"/>
                        </a:rPr>
                        <a:t> </a:t>
                      </a:r>
                    </a:p>
                  </a:txBody>
                  <a:tcPr marT="45726" marB="45726" horzOverflow="overflow">
                    <a:lnL w="28575"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
                          <a:schemeClr val="folHlink"/>
                        </a:buClr>
                        <a:buSzPct val="60000"/>
                        <a:buFont typeface="Wingdings" pitchFamily="2" charset="2"/>
                        <a:buNone/>
                        <a:tabLst/>
                      </a:pPr>
                      <a:r>
                        <a:rPr kumimoji="0" lang="en-US" altLang="zh-CN" sz="2800" b="1" i="0" u="none" strike="noStrike" cap="none" normalizeH="0" baseline="0">
                          <a:ln>
                            <a:noFill/>
                          </a:ln>
                          <a:solidFill>
                            <a:schemeClr val="tx1"/>
                          </a:solidFill>
                          <a:effectLst/>
                          <a:latin typeface="Times New Roman" pitchFamily="18" charset="0"/>
                          <a:ea typeface="黑体" pitchFamily="2" charset="-122"/>
                        </a:rPr>
                        <a:t>     +id </a:t>
                      </a:r>
                      <a:r>
                        <a:rPr kumimoji="0" lang="en-US" altLang="zh-CN" sz="2800" b="1" i="0" u="none" strike="noStrike" cap="none" normalizeH="0" baseline="0">
                          <a:ln>
                            <a:noFill/>
                          </a:ln>
                          <a:solidFill>
                            <a:schemeClr val="tx1"/>
                          </a:solidFill>
                          <a:effectLst/>
                          <a:latin typeface="Times New Roman" pitchFamily="18" charset="0"/>
                          <a:ea typeface="黑体" pitchFamily="2" charset="-122"/>
                          <a:cs typeface="Times New Roman" pitchFamily="18" charset="0"/>
                          <a:sym typeface="Symbol" pitchFamily="18" charset="2"/>
                        </a:rPr>
                        <a:t>+</a:t>
                      </a:r>
                      <a:r>
                        <a:rPr kumimoji="0" lang="en-US" altLang="zh-CN" sz="2800" b="1" i="0" u="none" strike="noStrike" cap="none" normalizeH="0" baseline="0">
                          <a:ln>
                            <a:noFill/>
                          </a:ln>
                          <a:solidFill>
                            <a:schemeClr val="tx1"/>
                          </a:solidFill>
                          <a:effectLst/>
                          <a:latin typeface="Times New Roman" pitchFamily="18" charset="0"/>
                          <a:ea typeface="黑体" pitchFamily="2" charset="-122"/>
                        </a:rPr>
                        <a:t> id $</a:t>
                      </a:r>
                      <a:r>
                        <a:rPr kumimoji="0" lang="en-US" altLang="zh-CN" sz="2800" b="0" i="0" u="none" strike="noStrike" cap="none" normalizeH="0" baseline="0">
                          <a:ln>
                            <a:noFill/>
                          </a:ln>
                          <a:solidFill>
                            <a:schemeClr val="tx1"/>
                          </a:solidFill>
                          <a:effectLst/>
                          <a:latin typeface="Times New Roman" pitchFamily="18" charset="0"/>
                          <a:ea typeface="黑体" pitchFamily="2" charset="-122"/>
                        </a:rPr>
                        <a:t> </a:t>
                      </a:r>
                    </a:p>
                  </a:txBody>
                  <a:tcPr marT="45726" marB="45726"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
                          <a:schemeClr val="folHlink"/>
                        </a:buClr>
                        <a:buSzPct val="60000"/>
                        <a:buFont typeface="Wingdings" pitchFamily="2" charset="2"/>
                        <a:buNone/>
                        <a:tabLst/>
                      </a:pPr>
                      <a:r>
                        <a:rPr kumimoji="0" lang="zh-CN" altLang="en-US" sz="2800" b="0" i="0" u="none" strike="noStrike" cap="none" normalizeH="0" baseline="0">
                          <a:ln>
                            <a:noFill/>
                          </a:ln>
                          <a:solidFill>
                            <a:schemeClr val="accent2"/>
                          </a:solidFill>
                          <a:effectLst/>
                          <a:latin typeface="Times New Roman" pitchFamily="18" charset="0"/>
                          <a:ea typeface="黑体" pitchFamily="2" charset="-122"/>
                        </a:rPr>
                        <a:t>出错，跳过</a:t>
                      </a:r>
                      <a:r>
                        <a:rPr kumimoji="0" lang="en-US" altLang="zh-CN" sz="2800" b="1" i="0" u="none" strike="noStrike" cap="none" normalizeH="0" baseline="0">
                          <a:ln>
                            <a:noFill/>
                          </a:ln>
                          <a:solidFill>
                            <a:schemeClr val="accent2"/>
                          </a:solidFill>
                          <a:effectLst/>
                          <a:latin typeface="Times New Roman" pitchFamily="18" charset="0"/>
                          <a:ea typeface="黑体" pitchFamily="2" charset="-122"/>
                        </a:rPr>
                        <a:t>+</a:t>
                      </a:r>
                    </a:p>
                  </a:txBody>
                  <a:tcPr marT="45726" marB="45726" horzOverflow="overflow">
                    <a:lnL w="12700" cap="flat" cmpd="sng" algn="ctr">
                      <a:solidFill>
                        <a:schemeClr val="tx1"/>
                      </a:solidFill>
                      <a:prstDash val="solid"/>
                      <a:round/>
                      <a:headEnd type="none" w="sm" len="sm"/>
                      <a:tailEnd type="none" w="sm" len="sm"/>
                    </a:lnL>
                    <a:lnR w="28575"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extLst>
                  <a:ext uri="{0D108BD9-81ED-4DB2-BD59-A6C34878D82A}">
                    <a16:rowId xmlns:a16="http://schemas.microsoft.com/office/drawing/2014/main" val="10001"/>
                  </a:ext>
                </a:extLst>
              </a:tr>
              <a:tr h="518231">
                <a:tc>
                  <a:txBody>
                    <a:bodyPr/>
                    <a:lstStyle/>
                    <a:p>
                      <a:pPr marL="0" marR="0" lvl="0" indent="0" algn="l" defTabSz="914400" rtl="0" eaLnBrk="1" fontAlgn="base" latinLnBrk="0" hangingPunct="1">
                        <a:lnSpc>
                          <a:spcPct val="100000"/>
                        </a:lnSpc>
                        <a:spcBef>
                          <a:spcPct val="20000"/>
                        </a:spcBef>
                        <a:spcAft>
                          <a:spcPct val="0"/>
                        </a:spcAft>
                        <a:buClr>
                          <a:schemeClr val="folHlink"/>
                        </a:buClr>
                        <a:buSzPct val="60000"/>
                        <a:buFont typeface="Wingdings" pitchFamily="2" charset="2"/>
                        <a:buNone/>
                        <a:tabLst/>
                      </a:pPr>
                      <a:r>
                        <a:rPr kumimoji="0" lang="en-US" altLang="zh-CN" sz="2800" b="1" i="0" u="none" strike="noStrike" cap="none" normalizeH="0" baseline="0">
                          <a:ln>
                            <a:noFill/>
                          </a:ln>
                          <a:solidFill>
                            <a:schemeClr val="tx1"/>
                          </a:solidFill>
                          <a:effectLst/>
                          <a:latin typeface="Times New Roman" pitchFamily="18" charset="0"/>
                          <a:ea typeface="黑体" pitchFamily="2" charset="-122"/>
                        </a:rPr>
                        <a:t>$</a:t>
                      </a:r>
                      <a:r>
                        <a:rPr kumimoji="0" lang="en-US" altLang="zh-CN" sz="2800" b="1" i="1" u="none" strike="noStrike" cap="none" normalizeH="0" baseline="0">
                          <a:ln>
                            <a:noFill/>
                          </a:ln>
                          <a:solidFill>
                            <a:schemeClr val="tx1"/>
                          </a:solidFill>
                          <a:effectLst/>
                          <a:latin typeface="Times New Roman" pitchFamily="18" charset="0"/>
                          <a:ea typeface="黑体" pitchFamily="2" charset="-122"/>
                        </a:rPr>
                        <a:t>E</a:t>
                      </a:r>
                    </a:p>
                  </a:txBody>
                  <a:tcPr marT="45726" marB="45726" horzOverflow="overflow">
                    <a:lnL w="28575"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
                          <a:schemeClr val="folHlink"/>
                        </a:buClr>
                        <a:buSzPct val="60000"/>
                        <a:buFont typeface="Wingdings" pitchFamily="2" charset="2"/>
                        <a:buNone/>
                        <a:tabLst/>
                      </a:pPr>
                      <a:r>
                        <a:rPr kumimoji="0" lang="en-US" altLang="zh-CN" sz="2800" b="1" i="0" u="none" strike="noStrike" cap="none" normalizeH="0" baseline="0">
                          <a:ln>
                            <a:noFill/>
                          </a:ln>
                          <a:solidFill>
                            <a:schemeClr val="tx1"/>
                          </a:solidFill>
                          <a:effectLst/>
                          <a:latin typeface="Times New Roman" pitchFamily="18" charset="0"/>
                          <a:ea typeface="黑体" pitchFamily="2" charset="-122"/>
                        </a:rPr>
                        <a:t>       id </a:t>
                      </a:r>
                      <a:r>
                        <a:rPr kumimoji="0" lang="en-US" altLang="zh-CN" sz="2800" b="1" i="0" u="none" strike="noStrike" cap="none" normalizeH="0" baseline="0">
                          <a:ln>
                            <a:noFill/>
                          </a:ln>
                          <a:solidFill>
                            <a:schemeClr val="tx1"/>
                          </a:solidFill>
                          <a:effectLst/>
                          <a:latin typeface="Times New Roman" pitchFamily="18" charset="0"/>
                          <a:ea typeface="黑体" pitchFamily="2" charset="-122"/>
                          <a:cs typeface="Times New Roman" pitchFamily="18" charset="0"/>
                          <a:sym typeface="Symbol" pitchFamily="18" charset="2"/>
                        </a:rPr>
                        <a:t>+</a:t>
                      </a:r>
                      <a:r>
                        <a:rPr kumimoji="0" lang="en-US" altLang="zh-CN" sz="2800" b="1" i="0" u="none" strike="noStrike" cap="none" normalizeH="0" baseline="0">
                          <a:ln>
                            <a:noFill/>
                          </a:ln>
                          <a:solidFill>
                            <a:schemeClr val="tx1"/>
                          </a:solidFill>
                          <a:effectLst/>
                          <a:latin typeface="Times New Roman" pitchFamily="18" charset="0"/>
                          <a:ea typeface="黑体" pitchFamily="2" charset="-122"/>
                        </a:rPr>
                        <a:t> id $</a:t>
                      </a:r>
                      <a:r>
                        <a:rPr kumimoji="0" lang="en-US" altLang="zh-CN" sz="2800" b="0" i="0" u="none" strike="noStrike" cap="none" normalizeH="0" baseline="0">
                          <a:ln>
                            <a:noFill/>
                          </a:ln>
                          <a:solidFill>
                            <a:schemeClr val="tx1"/>
                          </a:solidFill>
                          <a:effectLst/>
                          <a:latin typeface="Times New Roman" pitchFamily="18" charset="0"/>
                          <a:ea typeface="黑体" pitchFamily="2" charset="-122"/>
                        </a:rPr>
                        <a:t> </a:t>
                      </a:r>
                    </a:p>
                  </a:txBody>
                  <a:tcPr marT="45726" marB="45726"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
                          <a:schemeClr val="folHlink"/>
                        </a:buClr>
                        <a:buSzPct val="60000"/>
                        <a:buFont typeface="Wingdings" pitchFamily="2" charset="2"/>
                        <a:buNone/>
                        <a:tabLst/>
                      </a:pPr>
                      <a:r>
                        <a:rPr kumimoji="0" lang="en-US" altLang="zh-CN" sz="2800" b="1" i="0" u="none" strike="noStrike" cap="none" normalizeH="0" baseline="0">
                          <a:ln>
                            <a:noFill/>
                          </a:ln>
                          <a:solidFill>
                            <a:schemeClr val="accent2"/>
                          </a:solidFill>
                          <a:effectLst/>
                          <a:latin typeface="Times New Roman" pitchFamily="18" charset="0"/>
                          <a:ea typeface="黑体" pitchFamily="2" charset="-122"/>
                        </a:rPr>
                        <a:t>id</a:t>
                      </a:r>
                      <a:r>
                        <a:rPr kumimoji="0" lang="zh-CN" altLang="en-US" sz="2800" b="0" i="0" u="none" strike="noStrike" cap="none" normalizeH="0" baseline="0">
                          <a:ln>
                            <a:noFill/>
                          </a:ln>
                          <a:solidFill>
                            <a:schemeClr val="accent2"/>
                          </a:solidFill>
                          <a:effectLst/>
                          <a:latin typeface="Times New Roman" pitchFamily="18" charset="0"/>
                          <a:ea typeface="黑体" pitchFamily="2" charset="-122"/>
                        </a:rPr>
                        <a:t>属于</a:t>
                      </a:r>
                      <a:r>
                        <a:rPr kumimoji="0" lang="en-US" altLang="zh-CN" sz="2800" b="1" i="0" u="none" strike="noStrike" cap="none" normalizeH="0" baseline="0">
                          <a:ln>
                            <a:noFill/>
                          </a:ln>
                          <a:solidFill>
                            <a:schemeClr val="accent2"/>
                          </a:solidFill>
                          <a:effectLst/>
                          <a:latin typeface="Times New Roman" pitchFamily="18" charset="0"/>
                          <a:ea typeface="黑体" pitchFamily="2" charset="-122"/>
                        </a:rPr>
                        <a:t>FIRST</a:t>
                      </a:r>
                      <a:r>
                        <a:rPr kumimoji="0" lang="en-US" altLang="zh-CN" sz="2800" b="0" i="0" u="none" strike="noStrike" cap="none" normalizeH="0" baseline="0">
                          <a:ln>
                            <a:noFill/>
                          </a:ln>
                          <a:solidFill>
                            <a:schemeClr val="accent2"/>
                          </a:solidFill>
                          <a:effectLst/>
                          <a:latin typeface="Times New Roman" pitchFamily="18" charset="0"/>
                          <a:ea typeface="黑体" pitchFamily="2" charset="-122"/>
                        </a:rPr>
                        <a:t>(</a:t>
                      </a:r>
                      <a:r>
                        <a:rPr kumimoji="0" lang="en-US" altLang="zh-CN" sz="2800" b="1" i="1" u="none" strike="noStrike" cap="none" normalizeH="0" baseline="0">
                          <a:ln>
                            <a:noFill/>
                          </a:ln>
                          <a:solidFill>
                            <a:schemeClr val="accent2"/>
                          </a:solidFill>
                          <a:effectLst/>
                          <a:latin typeface="Times New Roman" pitchFamily="18" charset="0"/>
                          <a:ea typeface="黑体" pitchFamily="2" charset="-122"/>
                        </a:rPr>
                        <a:t>E</a:t>
                      </a:r>
                      <a:r>
                        <a:rPr kumimoji="0" lang="en-US" altLang="zh-CN" sz="2800" b="0" i="0" u="none" strike="noStrike" cap="none" normalizeH="0" baseline="0">
                          <a:ln>
                            <a:noFill/>
                          </a:ln>
                          <a:solidFill>
                            <a:schemeClr val="accent2"/>
                          </a:solidFill>
                          <a:effectLst/>
                          <a:latin typeface="Times New Roman" pitchFamily="18" charset="0"/>
                          <a:ea typeface="黑体" pitchFamily="2" charset="-122"/>
                        </a:rPr>
                        <a:t>)</a:t>
                      </a:r>
                    </a:p>
                  </a:txBody>
                  <a:tcPr marT="45726" marB="45726" horzOverflow="overflow">
                    <a:lnL w="12700" cap="flat" cmpd="sng" algn="ctr">
                      <a:solidFill>
                        <a:schemeClr val="tx1"/>
                      </a:solidFill>
                      <a:prstDash val="solid"/>
                      <a:round/>
                      <a:headEnd type="none" w="sm" len="sm"/>
                      <a:tailEnd type="none" w="sm" len="sm"/>
                    </a:lnL>
                    <a:lnR w="28575"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extLst>
                  <a:ext uri="{0D108BD9-81ED-4DB2-BD59-A6C34878D82A}">
                    <a16:rowId xmlns:a16="http://schemas.microsoft.com/office/drawing/2014/main" val="10002"/>
                  </a:ext>
                </a:extLst>
              </a:tr>
              <a:tr h="518231">
                <a:tc>
                  <a:txBody>
                    <a:bodyPr/>
                    <a:lstStyle/>
                    <a:p>
                      <a:pPr marL="0" marR="0" lvl="0" indent="0" algn="l" defTabSz="914400" rtl="0" eaLnBrk="1" fontAlgn="base" latinLnBrk="0" hangingPunct="1">
                        <a:lnSpc>
                          <a:spcPct val="100000"/>
                        </a:lnSpc>
                        <a:spcBef>
                          <a:spcPct val="20000"/>
                        </a:spcBef>
                        <a:spcAft>
                          <a:spcPct val="0"/>
                        </a:spcAft>
                        <a:buClr>
                          <a:schemeClr val="folHlink"/>
                        </a:buClr>
                        <a:buSzPct val="60000"/>
                        <a:buFont typeface="Wingdings" pitchFamily="2" charset="2"/>
                        <a:buNone/>
                        <a:tabLst/>
                      </a:pPr>
                      <a:endParaRPr kumimoji="0" lang="zh-CN" altLang="zh-CN" sz="2800" b="1" i="1" u="none" strike="noStrike" cap="none" normalizeH="0" baseline="0">
                        <a:ln>
                          <a:noFill/>
                        </a:ln>
                        <a:solidFill>
                          <a:schemeClr val="tx1"/>
                        </a:solidFill>
                        <a:effectLst/>
                        <a:latin typeface="Times New Roman" pitchFamily="18" charset="0"/>
                        <a:ea typeface="黑体" pitchFamily="2" charset="-122"/>
                        <a:sym typeface="Symbol" pitchFamily="18" charset="2"/>
                      </a:endParaRPr>
                    </a:p>
                  </a:txBody>
                  <a:tcPr marT="45726" marB="45726" horzOverflow="overflow">
                    <a:lnL w="28575"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
                          <a:schemeClr val="folHlink"/>
                        </a:buClr>
                        <a:buSzPct val="60000"/>
                        <a:buFont typeface="Wingdings" pitchFamily="2" charset="2"/>
                        <a:buNone/>
                        <a:tabLst/>
                      </a:pPr>
                      <a:endParaRPr kumimoji="0" lang="zh-CN" altLang="zh-CN" sz="2800" b="1" i="0" u="none" strike="noStrike" cap="none" normalizeH="0" baseline="0">
                        <a:ln>
                          <a:noFill/>
                        </a:ln>
                        <a:solidFill>
                          <a:schemeClr val="tx1"/>
                        </a:solidFill>
                        <a:effectLst/>
                        <a:latin typeface="Times New Roman" pitchFamily="18" charset="0"/>
                        <a:ea typeface="黑体" pitchFamily="2" charset="-122"/>
                      </a:endParaRPr>
                    </a:p>
                  </a:txBody>
                  <a:tcPr marT="45726" marB="45726"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
                          <a:schemeClr val="folHlink"/>
                        </a:buClr>
                        <a:buSzPct val="60000"/>
                        <a:buFont typeface="Wingdings" pitchFamily="2" charset="2"/>
                        <a:buNone/>
                        <a:tabLst/>
                      </a:pPr>
                      <a:endParaRPr kumimoji="0" lang="zh-CN" altLang="zh-CN" sz="2800" b="1" i="0" u="none" strike="noStrike" cap="none" normalizeH="0" baseline="0">
                        <a:ln>
                          <a:noFill/>
                        </a:ln>
                        <a:solidFill>
                          <a:schemeClr val="tx1"/>
                        </a:solidFill>
                        <a:effectLst/>
                        <a:latin typeface="Times New Roman" pitchFamily="18" charset="0"/>
                        <a:ea typeface="黑体" pitchFamily="2" charset="-122"/>
                        <a:sym typeface="Symbol" pitchFamily="18" charset="2"/>
                      </a:endParaRPr>
                    </a:p>
                  </a:txBody>
                  <a:tcPr marT="45726" marB="45726" horzOverflow="overflow">
                    <a:lnL w="12700" cap="flat" cmpd="sng" algn="ctr">
                      <a:solidFill>
                        <a:schemeClr val="tx1"/>
                      </a:solidFill>
                      <a:prstDash val="solid"/>
                      <a:round/>
                      <a:headEnd type="none" w="sm" len="sm"/>
                      <a:tailEnd type="none" w="sm" len="sm"/>
                    </a:lnL>
                    <a:lnR w="28575"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extLst>
                  <a:ext uri="{0D108BD9-81ED-4DB2-BD59-A6C34878D82A}">
                    <a16:rowId xmlns:a16="http://schemas.microsoft.com/office/drawing/2014/main" val="10003"/>
                  </a:ext>
                </a:extLst>
              </a:tr>
              <a:tr h="518231">
                <a:tc>
                  <a:txBody>
                    <a:bodyPr/>
                    <a:lstStyle/>
                    <a:p>
                      <a:pPr marL="0" marR="0" lvl="0" indent="0" algn="l" defTabSz="914400" rtl="0" eaLnBrk="1" fontAlgn="base" latinLnBrk="0" hangingPunct="1">
                        <a:lnSpc>
                          <a:spcPct val="100000"/>
                        </a:lnSpc>
                        <a:spcBef>
                          <a:spcPct val="20000"/>
                        </a:spcBef>
                        <a:spcAft>
                          <a:spcPct val="0"/>
                        </a:spcAft>
                        <a:buClr>
                          <a:schemeClr val="folHlink"/>
                        </a:buClr>
                        <a:buSzPct val="60000"/>
                        <a:buFont typeface="Wingdings" pitchFamily="2" charset="2"/>
                        <a:buNone/>
                        <a:tabLst/>
                      </a:pPr>
                      <a:endParaRPr kumimoji="0" lang="zh-CN" altLang="zh-CN" sz="2800" b="1" i="1" u="none" strike="noStrike" cap="none" normalizeH="0" baseline="0">
                        <a:ln>
                          <a:noFill/>
                        </a:ln>
                        <a:solidFill>
                          <a:schemeClr val="tx1"/>
                        </a:solidFill>
                        <a:effectLst/>
                        <a:latin typeface="Times New Roman" pitchFamily="18" charset="0"/>
                        <a:ea typeface="黑体" pitchFamily="2" charset="-122"/>
                        <a:sym typeface="Symbol" pitchFamily="18" charset="2"/>
                      </a:endParaRPr>
                    </a:p>
                  </a:txBody>
                  <a:tcPr marT="45726" marB="45726" horzOverflow="overflow">
                    <a:lnL w="28575"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
                          <a:schemeClr val="folHlink"/>
                        </a:buClr>
                        <a:buSzPct val="60000"/>
                        <a:buFont typeface="Wingdings" pitchFamily="2" charset="2"/>
                        <a:buNone/>
                        <a:tabLst/>
                      </a:pPr>
                      <a:endParaRPr kumimoji="0" lang="zh-CN" altLang="zh-CN" sz="2800" b="1" i="0" u="none" strike="noStrike" cap="none" normalizeH="0" baseline="0">
                        <a:ln>
                          <a:noFill/>
                        </a:ln>
                        <a:solidFill>
                          <a:schemeClr val="tx1"/>
                        </a:solidFill>
                        <a:effectLst/>
                        <a:latin typeface="Times New Roman" pitchFamily="18" charset="0"/>
                        <a:ea typeface="黑体" pitchFamily="2" charset="-122"/>
                      </a:endParaRPr>
                    </a:p>
                  </a:txBody>
                  <a:tcPr marT="45726" marB="45726"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
                          <a:schemeClr val="folHlink"/>
                        </a:buClr>
                        <a:buSzPct val="60000"/>
                        <a:buFont typeface="Wingdings" pitchFamily="2" charset="2"/>
                        <a:buNone/>
                        <a:tabLst/>
                      </a:pPr>
                      <a:endParaRPr kumimoji="0" lang="zh-CN" altLang="zh-CN" sz="2800" b="1" i="0" u="none" strike="noStrike" cap="none" normalizeH="0" baseline="0">
                        <a:ln>
                          <a:noFill/>
                        </a:ln>
                        <a:solidFill>
                          <a:schemeClr val="tx1"/>
                        </a:solidFill>
                        <a:effectLst/>
                        <a:latin typeface="Times New Roman" pitchFamily="18" charset="0"/>
                        <a:ea typeface="黑体" pitchFamily="2" charset="-122"/>
                        <a:sym typeface="Symbol" pitchFamily="18" charset="2"/>
                      </a:endParaRPr>
                    </a:p>
                  </a:txBody>
                  <a:tcPr marT="45726" marB="45726" horzOverflow="overflow">
                    <a:lnL w="12700" cap="flat" cmpd="sng" algn="ctr">
                      <a:solidFill>
                        <a:schemeClr val="tx1"/>
                      </a:solidFill>
                      <a:prstDash val="solid"/>
                      <a:round/>
                      <a:headEnd type="none" w="sm" len="sm"/>
                      <a:tailEnd type="none" w="sm" len="sm"/>
                    </a:lnL>
                    <a:lnR w="28575"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extLst>
                  <a:ext uri="{0D108BD9-81ED-4DB2-BD59-A6C34878D82A}">
                    <a16:rowId xmlns:a16="http://schemas.microsoft.com/office/drawing/2014/main" val="10004"/>
                  </a:ext>
                </a:extLst>
              </a:tr>
              <a:tr h="518231">
                <a:tc>
                  <a:txBody>
                    <a:bodyPr/>
                    <a:lstStyle/>
                    <a:p>
                      <a:pPr marL="0" marR="0" lvl="0" indent="0" algn="l" defTabSz="914400" rtl="0" eaLnBrk="1" fontAlgn="base" latinLnBrk="0" hangingPunct="1">
                        <a:lnSpc>
                          <a:spcPct val="100000"/>
                        </a:lnSpc>
                        <a:spcBef>
                          <a:spcPct val="20000"/>
                        </a:spcBef>
                        <a:spcAft>
                          <a:spcPct val="0"/>
                        </a:spcAft>
                        <a:buClr>
                          <a:schemeClr val="folHlink"/>
                        </a:buClr>
                        <a:buSzPct val="60000"/>
                        <a:buFont typeface="Wingdings" pitchFamily="2" charset="2"/>
                        <a:buNone/>
                        <a:tabLst/>
                      </a:pPr>
                      <a:endParaRPr kumimoji="0" lang="zh-CN" altLang="zh-CN" sz="2800" b="1" i="0" u="none" strike="noStrike" cap="none" normalizeH="0" baseline="0">
                        <a:ln>
                          <a:noFill/>
                        </a:ln>
                        <a:solidFill>
                          <a:schemeClr val="tx1"/>
                        </a:solidFill>
                        <a:effectLst/>
                        <a:latin typeface="Times New Roman" pitchFamily="18" charset="0"/>
                        <a:ea typeface="黑体" pitchFamily="2" charset="-122"/>
                        <a:sym typeface="Symbol" pitchFamily="18" charset="2"/>
                      </a:endParaRPr>
                    </a:p>
                  </a:txBody>
                  <a:tcPr marT="45726" marB="45726" horzOverflow="overflow">
                    <a:lnL w="28575"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
                          <a:schemeClr val="folHlink"/>
                        </a:buClr>
                        <a:buSzPct val="60000"/>
                        <a:buFont typeface="Wingdings" pitchFamily="2" charset="2"/>
                        <a:buNone/>
                        <a:tabLst/>
                      </a:pPr>
                      <a:endParaRPr kumimoji="0" lang="zh-CN" altLang="zh-CN" sz="2800" b="1" i="0" u="none" strike="noStrike" cap="none" normalizeH="0" baseline="0">
                        <a:ln>
                          <a:noFill/>
                        </a:ln>
                        <a:solidFill>
                          <a:schemeClr val="tx1"/>
                        </a:solidFill>
                        <a:effectLst/>
                        <a:latin typeface="Times New Roman" pitchFamily="18" charset="0"/>
                        <a:ea typeface="黑体" pitchFamily="2" charset="-122"/>
                      </a:endParaRPr>
                    </a:p>
                  </a:txBody>
                  <a:tcPr marT="45726" marB="45726"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
                          <a:schemeClr val="folHlink"/>
                        </a:buClr>
                        <a:buSzPct val="60000"/>
                        <a:buFont typeface="Wingdings" pitchFamily="2" charset="2"/>
                        <a:buNone/>
                        <a:tabLst/>
                      </a:pPr>
                      <a:endParaRPr kumimoji="0" lang="zh-CN" altLang="zh-CN" sz="2800" b="1" i="0" u="none" strike="noStrike" cap="none" normalizeH="0" baseline="0">
                        <a:ln>
                          <a:noFill/>
                        </a:ln>
                        <a:solidFill>
                          <a:schemeClr val="tx1"/>
                        </a:solidFill>
                        <a:effectLst/>
                        <a:latin typeface="Times New Roman" pitchFamily="18" charset="0"/>
                        <a:ea typeface="黑体" pitchFamily="2" charset="-122"/>
                      </a:endParaRPr>
                    </a:p>
                  </a:txBody>
                  <a:tcPr marT="45726" marB="45726" horzOverflow="overflow">
                    <a:lnL w="12700" cap="flat" cmpd="sng" algn="ctr">
                      <a:solidFill>
                        <a:schemeClr val="tx1"/>
                      </a:solidFill>
                      <a:prstDash val="solid"/>
                      <a:round/>
                      <a:headEnd type="none" w="sm" len="sm"/>
                      <a:tailEnd type="none" w="sm" len="sm"/>
                    </a:lnL>
                    <a:lnR w="28575"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extLst>
                  <a:ext uri="{0D108BD9-81ED-4DB2-BD59-A6C34878D82A}">
                    <a16:rowId xmlns:a16="http://schemas.microsoft.com/office/drawing/2014/main" val="10005"/>
                  </a:ext>
                </a:extLst>
              </a:tr>
              <a:tr h="518231">
                <a:tc>
                  <a:txBody>
                    <a:bodyPr/>
                    <a:lstStyle/>
                    <a:p>
                      <a:pPr marL="0" marR="0" lvl="0" indent="0" algn="l" defTabSz="914400" rtl="0" eaLnBrk="1" fontAlgn="base" latinLnBrk="0" hangingPunct="1">
                        <a:lnSpc>
                          <a:spcPct val="100000"/>
                        </a:lnSpc>
                        <a:spcBef>
                          <a:spcPct val="20000"/>
                        </a:spcBef>
                        <a:spcAft>
                          <a:spcPct val="0"/>
                        </a:spcAft>
                        <a:buClr>
                          <a:schemeClr val="folHlink"/>
                        </a:buClr>
                        <a:buSzPct val="60000"/>
                        <a:buFont typeface="Wingdings" pitchFamily="2" charset="2"/>
                        <a:buNone/>
                        <a:tabLst/>
                      </a:pPr>
                      <a:endParaRPr kumimoji="0" lang="zh-CN" altLang="zh-CN" sz="2800" b="1" i="0" u="none" strike="noStrike" cap="none" normalizeH="0" baseline="0">
                        <a:ln>
                          <a:noFill/>
                        </a:ln>
                        <a:solidFill>
                          <a:schemeClr val="tx1"/>
                        </a:solidFill>
                        <a:effectLst/>
                        <a:latin typeface="Times New Roman" pitchFamily="18" charset="0"/>
                        <a:ea typeface="黑体" pitchFamily="2" charset="-122"/>
                        <a:sym typeface="Symbol" pitchFamily="18" charset="2"/>
                      </a:endParaRPr>
                    </a:p>
                  </a:txBody>
                  <a:tcPr marT="45726" marB="45726" horzOverflow="overflow">
                    <a:lnL w="28575"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
                          <a:schemeClr val="folHlink"/>
                        </a:buClr>
                        <a:buSzPct val="60000"/>
                        <a:buFont typeface="Wingdings" pitchFamily="2" charset="2"/>
                        <a:buNone/>
                        <a:tabLst/>
                      </a:pPr>
                      <a:endParaRPr kumimoji="0" lang="zh-CN" altLang="zh-CN" sz="2800" b="1" i="0" u="none" strike="noStrike" cap="none" normalizeH="0" baseline="0">
                        <a:ln>
                          <a:noFill/>
                        </a:ln>
                        <a:solidFill>
                          <a:schemeClr val="tx1"/>
                        </a:solidFill>
                        <a:effectLst/>
                        <a:latin typeface="Times New Roman" pitchFamily="18" charset="0"/>
                        <a:ea typeface="黑体" pitchFamily="2" charset="-122"/>
                      </a:endParaRPr>
                    </a:p>
                  </a:txBody>
                  <a:tcPr marT="45726" marB="45726"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
                          <a:schemeClr val="folHlink"/>
                        </a:buClr>
                        <a:buSzPct val="60000"/>
                        <a:buFont typeface="Wingdings" pitchFamily="2" charset="2"/>
                        <a:buNone/>
                        <a:tabLst/>
                      </a:pPr>
                      <a:endParaRPr kumimoji="0" lang="zh-CN" altLang="zh-CN" sz="2800" b="0" i="0" u="none" strike="noStrike" cap="none" normalizeH="0" baseline="0">
                        <a:ln>
                          <a:noFill/>
                        </a:ln>
                        <a:solidFill>
                          <a:schemeClr val="tx1"/>
                        </a:solidFill>
                        <a:effectLst/>
                        <a:latin typeface="Times New Roman" pitchFamily="18" charset="0"/>
                        <a:ea typeface="黑体" pitchFamily="2" charset="-122"/>
                      </a:endParaRPr>
                    </a:p>
                  </a:txBody>
                  <a:tcPr marT="45726" marB="45726" horzOverflow="overflow">
                    <a:lnL w="12700" cap="flat" cmpd="sng" algn="ctr">
                      <a:solidFill>
                        <a:schemeClr val="tx1"/>
                      </a:solidFill>
                      <a:prstDash val="solid"/>
                      <a:round/>
                      <a:headEnd type="none" w="sm" len="sm"/>
                      <a:tailEnd type="none" w="sm" len="sm"/>
                    </a:lnL>
                    <a:lnR w="28575"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extLst>
                  <a:ext uri="{0D108BD9-81ED-4DB2-BD59-A6C34878D82A}">
                    <a16:rowId xmlns:a16="http://schemas.microsoft.com/office/drawing/2014/main" val="10006"/>
                  </a:ext>
                </a:extLst>
              </a:tr>
              <a:tr h="518231">
                <a:tc>
                  <a:txBody>
                    <a:bodyPr/>
                    <a:lstStyle/>
                    <a:p>
                      <a:pPr marL="0" marR="0" lvl="0" indent="0" algn="l" defTabSz="914400" rtl="0" eaLnBrk="1" fontAlgn="base" latinLnBrk="0" hangingPunct="1">
                        <a:lnSpc>
                          <a:spcPct val="100000"/>
                        </a:lnSpc>
                        <a:spcBef>
                          <a:spcPct val="20000"/>
                        </a:spcBef>
                        <a:spcAft>
                          <a:spcPct val="0"/>
                        </a:spcAft>
                        <a:buClr>
                          <a:schemeClr val="folHlink"/>
                        </a:buClr>
                        <a:buSzPct val="60000"/>
                        <a:buFont typeface="Wingdings" pitchFamily="2" charset="2"/>
                        <a:buNone/>
                        <a:tabLst/>
                      </a:pPr>
                      <a:endParaRPr kumimoji="0" lang="zh-CN" altLang="zh-CN" sz="2800" b="1" i="0" u="none" strike="noStrike" cap="none" normalizeH="0" baseline="0">
                        <a:ln>
                          <a:noFill/>
                        </a:ln>
                        <a:solidFill>
                          <a:schemeClr val="tx1"/>
                        </a:solidFill>
                        <a:effectLst/>
                        <a:latin typeface="Times New Roman" pitchFamily="18" charset="0"/>
                        <a:ea typeface="黑体" pitchFamily="2" charset="-122"/>
                        <a:cs typeface="Times New Roman" pitchFamily="18" charset="0"/>
                        <a:sym typeface="Symbol" pitchFamily="18" charset="2"/>
                      </a:endParaRPr>
                    </a:p>
                  </a:txBody>
                  <a:tcPr marT="45726" marB="45726" horzOverflow="overflow">
                    <a:lnL w="28575"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
                          <a:schemeClr val="folHlink"/>
                        </a:buClr>
                        <a:buSzPct val="60000"/>
                        <a:buFont typeface="Wingdings" pitchFamily="2" charset="2"/>
                        <a:buNone/>
                        <a:tabLst/>
                      </a:pPr>
                      <a:endParaRPr kumimoji="0" lang="zh-CN" altLang="zh-CN" sz="2800" b="1" i="0" u="none" strike="noStrike" cap="none" normalizeH="0" baseline="0">
                        <a:ln>
                          <a:noFill/>
                        </a:ln>
                        <a:solidFill>
                          <a:schemeClr val="tx1"/>
                        </a:solidFill>
                        <a:effectLst/>
                        <a:latin typeface="Times New Roman" pitchFamily="18" charset="0"/>
                        <a:ea typeface="黑体" pitchFamily="2" charset="-122"/>
                      </a:endParaRPr>
                    </a:p>
                  </a:txBody>
                  <a:tcPr marT="45726" marB="45726"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
                          <a:schemeClr val="folHlink"/>
                        </a:buClr>
                        <a:buSzPct val="60000"/>
                        <a:buFont typeface="Wingdings" pitchFamily="2" charset="2"/>
                        <a:buNone/>
                        <a:tabLst/>
                      </a:pPr>
                      <a:endParaRPr kumimoji="0" lang="zh-CN" altLang="zh-CN" sz="2800" b="1" i="0" u="none" strike="noStrike" cap="none" normalizeH="0" baseline="0">
                        <a:ln>
                          <a:noFill/>
                        </a:ln>
                        <a:solidFill>
                          <a:schemeClr val="tx1"/>
                        </a:solidFill>
                        <a:effectLst/>
                        <a:latin typeface="Times New Roman" pitchFamily="18" charset="0"/>
                        <a:ea typeface="黑体" pitchFamily="2" charset="-122"/>
                        <a:sym typeface="Symbol" pitchFamily="18" charset="2"/>
                      </a:endParaRPr>
                    </a:p>
                  </a:txBody>
                  <a:tcPr marT="45726" marB="45726" horzOverflow="overflow">
                    <a:lnL w="12700" cap="flat" cmpd="sng" algn="ctr">
                      <a:solidFill>
                        <a:schemeClr val="tx1"/>
                      </a:solidFill>
                      <a:prstDash val="solid"/>
                      <a:round/>
                      <a:headEnd type="none" w="sm" len="sm"/>
                      <a:tailEnd type="none" w="sm" len="sm"/>
                    </a:lnL>
                    <a:lnR w="28575"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extLst>
                  <a:ext uri="{0D108BD9-81ED-4DB2-BD59-A6C34878D82A}">
                    <a16:rowId xmlns:a16="http://schemas.microsoft.com/office/drawing/2014/main" val="10007"/>
                  </a:ext>
                </a:extLst>
              </a:tr>
              <a:tr h="518231">
                <a:tc>
                  <a:txBody>
                    <a:bodyPr/>
                    <a:lstStyle/>
                    <a:p>
                      <a:pPr marL="0" marR="0" lvl="0" indent="0" algn="l" defTabSz="914400" rtl="0" eaLnBrk="1" fontAlgn="base" latinLnBrk="0" hangingPunct="1">
                        <a:lnSpc>
                          <a:spcPct val="100000"/>
                        </a:lnSpc>
                        <a:spcBef>
                          <a:spcPct val="20000"/>
                        </a:spcBef>
                        <a:spcAft>
                          <a:spcPct val="0"/>
                        </a:spcAft>
                        <a:buClr>
                          <a:schemeClr val="folHlink"/>
                        </a:buClr>
                        <a:buSzPct val="60000"/>
                        <a:buFont typeface="Wingdings" pitchFamily="2" charset="2"/>
                        <a:buNone/>
                        <a:tabLst/>
                      </a:pPr>
                      <a:endParaRPr kumimoji="0" lang="zh-CN" altLang="zh-CN" sz="2800" b="1" i="1" u="none" strike="noStrike" cap="none" normalizeH="0" baseline="0">
                        <a:ln>
                          <a:noFill/>
                        </a:ln>
                        <a:solidFill>
                          <a:schemeClr val="tx1"/>
                        </a:solidFill>
                        <a:effectLst/>
                        <a:latin typeface="Times New Roman" pitchFamily="18" charset="0"/>
                        <a:ea typeface="黑体" pitchFamily="2" charset="-122"/>
                        <a:sym typeface="Symbol" pitchFamily="18" charset="2"/>
                      </a:endParaRPr>
                    </a:p>
                  </a:txBody>
                  <a:tcPr marT="45726" marB="45726" horzOverflow="overflow">
                    <a:lnL w="28575"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28575" cap="flat" cmpd="sng" algn="ctr">
                      <a:solidFill>
                        <a:schemeClr val="tx1"/>
                      </a:solidFill>
                      <a:prstDash val="solid"/>
                      <a:round/>
                      <a:headEnd type="none" w="sm" len="sm"/>
                      <a:tailEnd type="none" w="sm" len="sm"/>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
                          <a:schemeClr val="folHlink"/>
                        </a:buClr>
                        <a:buSzPct val="60000"/>
                        <a:buFont typeface="Wingdings" pitchFamily="2" charset="2"/>
                        <a:buNone/>
                        <a:tabLst/>
                      </a:pPr>
                      <a:endParaRPr kumimoji="0" lang="zh-CN" altLang="zh-CN" sz="2800" b="1" i="0" u="none" strike="noStrike" cap="none" normalizeH="0" baseline="0">
                        <a:ln>
                          <a:noFill/>
                        </a:ln>
                        <a:solidFill>
                          <a:schemeClr val="tx1"/>
                        </a:solidFill>
                        <a:effectLst/>
                        <a:latin typeface="Times New Roman" pitchFamily="18" charset="0"/>
                        <a:ea typeface="黑体" pitchFamily="2" charset="-122"/>
                      </a:endParaRPr>
                    </a:p>
                  </a:txBody>
                  <a:tcPr marT="45726" marB="45726"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28575" cap="flat" cmpd="sng" algn="ctr">
                      <a:solidFill>
                        <a:schemeClr val="tx1"/>
                      </a:solidFill>
                      <a:prstDash val="solid"/>
                      <a:round/>
                      <a:headEnd type="none" w="sm" len="sm"/>
                      <a:tailEnd type="none" w="sm" len="sm"/>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
                          <a:schemeClr val="folHlink"/>
                        </a:buClr>
                        <a:buSzPct val="60000"/>
                        <a:buFont typeface="Wingdings" pitchFamily="2" charset="2"/>
                        <a:buNone/>
                        <a:tabLst/>
                      </a:pPr>
                      <a:endParaRPr kumimoji="0" lang="zh-CN" altLang="zh-CN" sz="2800" b="0" i="0" u="none" strike="noStrike" cap="none" normalizeH="0" baseline="0" dirty="0">
                        <a:ln>
                          <a:noFill/>
                        </a:ln>
                        <a:solidFill>
                          <a:schemeClr val="tx2"/>
                        </a:solidFill>
                        <a:effectLst/>
                        <a:latin typeface="Times New Roman" pitchFamily="18" charset="0"/>
                        <a:ea typeface="黑体" pitchFamily="2" charset="-122"/>
                      </a:endParaRPr>
                    </a:p>
                  </a:txBody>
                  <a:tcPr marT="45726" marB="45726" horzOverflow="overflow">
                    <a:lnL w="12700" cap="flat" cmpd="sng" algn="ctr">
                      <a:solidFill>
                        <a:schemeClr val="tx1"/>
                      </a:solidFill>
                      <a:prstDash val="solid"/>
                      <a:round/>
                      <a:headEnd type="none" w="sm" len="sm"/>
                      <a:tailEnd type="none" w="sm" len="sm"/>
                    </a:lnL>
                    <a:lnR w="28575"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28575" cap="flat" cmpd="sng" algn="ctr">
                      <a:solidFill>
                        <a:schemeClr val="tx1"/>
                      </a:solidFill>
                      <a:prstDash val="solid"/>
                      <a:round/>
                      <a:headEnd type="none" w="sm" len="sm"/>
                      <a:tailEnd type="none" w="sm" len="sm"/>
                    </a:lnB>
                    <a:lnTlToBr>
                      <a:noFill/>
                    </a:lnTlToBr>
                    <a:lnBlToTr>
                      <a:noFill/>
                    </a:lnBlToTr>
                    <a:noFill/>
                  </a:tcPr>
                </a:tc>
                <a:extLst>
                  <a:ext uri="{0D108BD9-81ED-4DB2-BD59-A6C34878D82A}">
                    <a16:rowId xmlns:a16="http://schemas.microsoft.com/office/drawing/2014/main" val="10008"/>
                  </a:ext>
                </a:extLst>
              </a:tr>
            </a:tbl>
          </a:graphicData>
        </a:graphic>
      </p:graphicFrame>
      <p:sp>
        <p:nvSpPr>
          <p:cNvPr id="2" name="日期占位符 1">
            <a:extLst>
              <a:ext uri="{FF2B5EF4-FFF2-40B4-BE49-F238E27FC236}">
                <a16:creationId xmlns:a16="http://schemas.microsoft.com/office/drawing/2014/main" id="{152EC8DE-340A-6B57-5730-66B92F99F865}"/>
              </a:ext>
            </a:extLst>
          </p:cNvPr>
          <p:cNvSpPr>
            <a:spLocks noGrp="1"/>
          </p:cNvSpPr>
          <p:nvPr>
            <p:ph type="dt" sz="half" idx="10"/>
          </p:nvPr>
        </p:nvSpPr>
        <p:spPr/>
        <p:txBody>
          <a:bodyPr/>
          <a:lstStyle/>
          <a:p>
            <a:fld id="{7BAAA325-45DA-4143-8BB9-CE6A177E44D2}" type="datetime2">
              <a:rPr lang="zh-CN" altLang="en-US" smtClean="0"/>
              <a:pPr/>
              <a:t>2025年11月26日</a:t>
            </a:fld>
            <a:endParaRPr lang="zh-CN" altLang="en-US"/>
          </a:p>
        </p:txBody>
      </p:sp>
      <p:sp>
        <p:nvSpPr>
          <p:cNvPr id="3" name="页脚占位符 2">
            <a:extLst>
              <a:ext uri="{FF2B5EF4-FFF2-40B4-BE49-F238E27FC236}">
                <a16:creationId xmlns:a16="http://schemas.microsoft.com/office/drawing/2014/main" id="{6C43E145-0470-9F46-E048-C4FA7D45978C}"/>
              </a:ext>
            </a:extLst>
          </p:cNvPr>
          <p:cNvSpPr>
            <a:spLocks noGrp="1"/>
          </p:cNvSpPr>
          <p:nvPr>
            <p:ph type="ftr" sz="quarter" idx="11"/>
          </p:nvPr>
        </p:nvSpPr>
        <p:spPr/>
        <p:txBody>
          <a:bodyPr/>
          <a:lstStyle/>
          <a:p>
            <a:r>
              <a:rPr lang="zh-CN" altLang="en-US"/>
              <a:t>编译原理</a:t>
            </a:r>
            <a:r>
              <a:rPr lang="en-US" altLang="zh-CN"/>
              <a:t>-</a:t>
            </a:r>
            <a:r>
              <a:rPr lang="zh-CN" altLang="en-US"/>
              <a:t>王欣捷</a:t>
            </a:r>
            <a:r>
              <a:rPr lang="en-US" altLang="zh-CN"/>
              <a:t>-</a:t>
            </a:r>
            <a:r>
              <a:rPr lang="zh-CN" altLang="en-US"/>
              <a:t>第三章 语法分析</a:t>
            </a:r>
            <a:r>
              <a:rPr lang="en-US" altLang="zh-CN"/>
              <a:t>(4)</a:t>
            </a:r>
            <a:endParaRPr lang="zh-CN" altLang="en-US"/>
          </a:p>
        </p:txBody>
      </p:sp>
      <p:sp>
        <p:nvSpPr>
          <p:cNvPr id="4" name="灯片编号占位符 3">
            <a:extLst>
              <a:ext uri="{FF2B5EF4-FFF2-40B4-BE49-F238E27FC236}">
                <a16:creationId xmlns:a16="http://schemas.microsoft.com/office/drawing/2014/main" id="{8A668EAE-2A5B-1ACE-DF8B-57035D5272A8}"/>
              </a:ext>
            </a:extLst>
          </p:cNvPr>
          <p:cNvSpPr>
            <a:spLocks noGrp="1"/>
          </p:cNvSpPr>
          <p:nvPr>
            <p:ph type="sldNum" sz="quarter" idx="12"/>
          </p:nvPr>
        </p:nvSpPr>
        <p:spPr/>
        <p:txBody>
          <a:bodyPr/>
          <a:lstStyle/>
          <a:p>
            <a:fld id="{094DEB03-EFC6-4C20-8FC8-295189A5386F}" type="slidenum">
              <a:rPr lang="zh-CN" altLang="en-US" smtClean="0"/>
              <a:pPr/>
              <a:t>93</a:t>
            </a:fld>
            <a:endParaRPr lang="zh-CN" altLang="en-US"/>
          </a:p>
        </p:txBody>
      </p:sp>
    </p:spTree>
  </p:cSld>
  <p:clrMapOvr>
    <a:masterClrMapping/>
  </p:clrMapOvr>
</p:sld>
</file>

<file path=ppt/slides/slide9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2402" name="Rectangle 2">
            <a:extLst>
              <a:ext uri="{FF2B5EF4-FFF2-40B4-BE49-F238E27FC236}">
                <a16:creationId xmlns:a16="http://schemas.microsoft.com/office/drawing/2014/main" id="{6EC1B93E-369A-4333-A4A8-50DBD74C11C2}"/>
              </a:ext>
            </a:extLst>
          </p:cNvPr>
          <p:cNvSpPr>
            <a:spLocks noGrp="1" noChangeArrowheads="1"/>
          </p:cNvSpPr>
          <p:nvPr>
            <p:ph type="title"/>
          </p:nvPr>
        </p:nvSpPr>
        <p:spPr/>
        <p:txBody>
          <a:bodyPr/>
          <a:lstStyle/>
          <a:p>
            <a:pPr eaLnBrk="1" hangingPunct="1"/>
            <a:r>
              <a:rPr lang="en-US" altLang="zh-CN" sz="4000"/>
              <a:t>3.3.6 </a:t>
            </a:r>
            <a:r>
              <a:rPr lang="zh-CN" altLang="en-US" sz="4000"/>
              <a:t>预测分析的错误恢复</a:t>
            </a:r>
          </a:p>
        </p:txBody>
      </p:sp>
      <p:sp>
        <p:nvSpPr>
          <p:cNvPr id="102403" name="Rectangle 3">
            <a:extLst>
              <a:ext uri="{FF2B5EF4-FFF2-40B4-BE49-F238E27FC236}">
                <a16:creationId xmlns:a16="http://schemas.microsoft.com/office/drawing/2014/main" id="{CA823111-88BB-49F9-A495-872F7528CD36}"/>
              </a:ext>
            </a:extLst>
          </p:cNvPr>
          <p:cNvSpPr>
            <a:spLocks noGrp="1" noChangeArrowheads="1"/>
          </p:cNvSpPr>
          <p:nvPr>
            <p:ph idx="1"/>
          </p:nvPr>
        </p:nvSpPr>
        <p:spPr/>
        <p:txBody>
          <a:bodyPr/>
          <a:lstStyle/>
          <a:p>
            <a:pPr eaLnBrk="1" hangingPunct="1">
              <a:lnSpc>
                <a:spcPct val="90000"/>
              </a:lnSpc>
              <a:buFont typeface="Wingdings" panose="05000000000000000000" pitchFamily="2" charset="2"/>
              <a:buNone/>
            </a:pPr>
            <a:r>
              <a:rPr lang="zh-CN" altLang="en-US" sz="2800"/>
              <a:t>预测分析器对 </a:t>
            </a:r>
            <a:r>
              <a:rPr lang="en-US" altLang="zh-CN" sz="2800" b="1"/>
              <a:t>+id * +id</a:t>
            </a:r>
            <a:r>
              <a:rPr lang="en-US" altLang="zh-CN" sz="2800"/>
              <a:t> </a:t>
            </a:r>
            <a:r>
              <a:rPr lang="zh-CN" altLang="en-US" sz="2800"/>
              <a:t>的分析和错误恢复</a:t>
            </a:r>
          </a:p>
        </p:txBody>
      </p:sp>
      <p:graphicFrame>
        <p:nvGraphicFramePr>
          <p:cNvPr id="7" name="Group 4">
            <a:extLst>
              <a:ext uri="{FF2B5EF4-FFF2-40B4-BE49-F238E27FC236}">
                <a16:creationId xmlns:a16="http://schemas.microsoft.com/office/drawing/2014/main" id="{E0ED3D64-B80C-4BA4-9179-1BC7515FD080}"/>
              </a:ext>
            </a:extLst>
          </p:cNvPr>
          <p:cNvGraphicFramePr>
            <a:graphicFrameLocks/>
          </p:cNvGraphicFramePr>
          <p:nvPr>
            <p:extLst>
              <p:ext uri="{D42A27DB-BD31-4B8C-83A1-F6EECF244321}">
                <p14:modId xmlns:p14="http://schemas.microsoft.com/office/powerpoint/2010/main" val="168896725"/>
              </p:ext>
            </p:extLst>
          </p:nvPr>
        </p:nvGraphicFramePr>
        <p:xfrm>
          <a:off x="533400" y="1981200"/>
          <a:ext cx="8305800" cy="4664079"/>
        </p:xfrm>
        <a:graphic>
          <a:graphicData uri="http://schemas.openxmlformats.org/drawingml/2006/table">
            <a:tbl>
              <a:tblPr/>
              <a:tblGrid>
                <a:gridCol w="2690813">
                  <a:extLst>
                    <a:ext uri="{9D8B030D-6E8A-4147-A177-3AD203B41FA5}">
                      <a16:colId xmlns:a16="http://schemas.microsoft.com/office/drawing/2014/main" val="20000"/>
                    </a:ext>
                  </a:extLst>
                </a:gridCol>
                <a:gridCol w="2808287">
                  <a:extLst>
                    <a:ext uri="{9D8B030D-6E8A-4147-A177-3AD203B41FA5}">
                      <a16:colId xmlns:a16="http://schemas.microsoft.com/office/drawing/2014/main" val="20001"/>
                    </a:ext>
                  </a:extLst>
                </a:gridCol>
                <a:gridCol w="2806700">
                  <a:extLst>
                    <a:ext uri="{9D8B030D-6E8A-4147-A177-3AD203B41FA5}">
                      <a16:colId xmlns:a16="http://schemas.microsoft.com/office/drawing/2014/main" val="20002"/>
                    </a:ext>
                  </a:extLst>
                </a:gridCol>
              </a:tblGrid>
              <a:tr h="518231">
                <a:tc>
                  <a:txBody>
                    <a:body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itchFamily="2" charset="2"/>
                        <a:buNone/>
                        <a:tabLst/>
                      </a:pPr>
                      <a:r>
                        <a:rPr kumimoji="0" lang="zh-CN" altLang="en-US" sz="2800" b="0" i="0" u="none" strike="noStrike" cap="none" normalizeH="0" baseline="0">
                          <a:ln>
                            <a:noFill/>
                          </a:ln>
                          <a:solidFill>
                            <a:schemeClr val="tx1"/>
                          </a:solidFill>
                          <a:effectLst/>
                          <a:latin typeface="Times New Roman" pitchFamily="18" charset="0"/>
                          <a:ea typeface="黑体" pitchFamily="2" charset="-122"/>
                        </a:rPr>
                        <a:t>栈 </a:t>
                      </a:r>
                    </a:p>
                  </a:txBody>
                  <a:tcPr marT="45726" marB="45726" horzOverflow="overflow">
                    <a:lnL w="28575"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28575"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a:txBody>
                    <a:body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itchFamily="2" charset="2"/>
                        <a:buNone/>
                        <a:tabLst/>
                      </a:pPr>
                      <a:r>
                        <a:rPr kumimoji="0" lang="zh-CN" altLang="en-US" sz="2800" b="0" i="0" u="none" strike="noStrike" cap="none" normalizeH="0" baseline="0">
                          <a:ln>
                            <a:noFill/>
                          </a:ln>
                          <a:solidFill>
                            <a:schemeClr val="tx1"/>
                          </a:solidFill>
                          <a:effectLst/>
                          <a:latin typeface="Times New Roman" pitchFamily="18" charset="0"/>
                          <a:ea typeface="黑体" pitchFamily="2" charset="-122"/>
                        </a:rPr>
                        <a:t>输    入 </a:t>
                      </a:r>
                    </a:p>
                  </a:txBody>
                  <a:tcPr marT="45726" marB="45726"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28575"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a:txBody>
                    <a:body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itchFamily="2" charset="2"/>
                        <a:buNone/>
                        <a:tabLst/>
                      </a:pPr>
                      <a:r>
                        <a:rPr kumimoji="0" lang="zh-CN" altLang="en-US" sz="2800" b="0" i="0" u="none" strike="noStrike" cap="none" normalizeH="0" baseline="0">
                          <a:ln>
                            <a:noFill/>
                          </a:ln>
                          <a:solidFill>
                            <a:schemeClr val="tx1"/>
                          </a:solidFill>
                          <a:effectLst/>
                          <a:latin typeface="Times New Roman" pitchFamily="18" charset="0"/>
                          <a:ea typeface="黑体" pitchFamily="2" charset="-122"/>
                        </a:rPr>
                        <a:t>输    出 </a:t>
                      </a:r>
                    </a:p>
                  </a:txBody>
                  <a:tcPr marT="45726" marB="45726" horzOverflow="overflow">
                    <a:lnL w="12700" cap="flat" cmpd="sng" algn="ctr">
                      <a:solidFill>
                        <a:schemeClr val="tx1"/>
                      </a:solidFill>
                      <a:prstDash val="solid"/>
                      <a:round/>
                      <a:headEnd type="none" w="sm" len="sm"/>
                      <a:tailEnd type="none" w="sm" len="sm"/>
                    </a:lnL>
                    <a:lnR w="28575" cap="flat" cmpd="sng" algn="ctr">
                      <a:solidFill>
                        <a:schemeClr val="tx1"/>
                      </a:solidFill>
                      <a:prstDash val="solid"/>
                      <a:round/>
                      <a:headEnd type="none" w="sm" len="sm"/>
                      <a:tailEnd type="none" w="sm" len="sm"/>
                    </a:lnR>
                    <a:lnT w="28575"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extLst>
                  <a:ext uri="{0D108BD9-81ED-4DB2-BD59-A6C34878D82A}">
                    <a16:rowId xmlns:a16="http://schemas.microsoft.com/office/drawing/2014/main" val="10000"/>
                  </a:ext>
                </a:extLst>
              </a:tr>
              <a:tr h="518231">
                <a:tc>
                  <a:txBody>
                    <a:bodyPr/>
                    <a:lstStyle/>
                    <a:p>
                      <a:pPr marL="0" marR="0" lvl="0" indent="0" algn="l" defTabSz="914400" rtl="0" eaLnBrk="1" fontAlgn="base" latinLnBrk="0" hangingPunct="1">
                        <a:lnSpc>
                          <a:spcPct val="100000"/>
                        </a:lnSpc>
                        <a:spcBef>
                          <a:spcPct val="20000"/>
                        </a:spcBef>
                        <a:spcAft>
                          <a:spcPct val="0"/>
                        </a:spcAft>
                        <a:buClr>
                          <a:schemeClr val="folHlink"/>
                        </a:buClr>
                        <a:buSzPct val="60000"/>
                        <a:buFont typeface="Wingdings" pitchFamily="2" charset="2"/>
                        <a:buNone/>
                        <a:tabLst/>
                      </a:pPr>
                      <a:r>
                        <a:rPr kumimoji="0" lang="en-US" altLang="zh-CN" sz="2800" b="1" i="0" u="none" strike="noStrike" cap="none" normalizeH="0" baseline="0">
                          <a:ln>
                            <a:noFill/>
                          </a:ln>
                          <a:solidFill>
                            <a:schemeClr val="tx1"/>
                          </a:solidFill>
                          <a:effectLst/>
                          <a:latin typeface="Times New Roman" pitchFamily="18" charset="0"/>
                          <a:ea typeface="黑体" pitchFamily="2" charset="-122"/>
                        </a:rPr>
                        <a:t>$</a:t>
                      </a:r>
                      <a:r>
                        <a:rPr kumimoji="0" lang="en-US" altLang="zh-CN" sz="2800" b="1" i="1" u="none" strike="noStrike" cap="none" normalizeH="0" baseline="0">
                          <a:ln>
                            <a:noFill/>
                          </a:ln>
                          <a:solidFill>
                            <a:schemeClr val="tx1"/>
                          </a:solidFill>
                          <a:effectLst/>
                          <a:latin typeface="Times New Roman" pitchFamily="18" charset="0"/>
                          <a:ea typeface="黑体" pitchFamily="2" charset="-122"/>
                        </a:rPr>
                        <a:t>E</a:t>
                      </a:r>
                      <a:r>
                        <a:rPr kumimoji="0" lang="en-US" altLang="zh-CN" sz="2800" b="0" i="0" u="none" strike="noStrike" cap="none" normalizeH="0" baseline="0">
                          <a:ln>
                            <a:noFill/>
                          </a:ln>
                          <a:solidFill>
                            <a:schemeClr val="tx1"/>
                          </a:solidFill>
                          <a:effectLst/>
                          <a:latin typeface="Times New Roman" pitchFamily="18" charset="0"/>
                          <a:ea typeface="黑体" pitchFamily="2" charset="-122"/>
                        </a:rPr>
                        <a:t> </a:t>
                      </a:r>
                    </a:p>
                  </a:txBody>
                  <a:tcPr marT="45726" marB="45726" horzOverflow="overflow">
                    <a:lnL w="28575"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
                          <a:schemeClr val="folHlink"/>
                        </a:buClr>
                        <a:buSzPct val="60000"/>
                        <a:buFont typeface="Wingdings" pitchFamily="2" charset="2"/>
                        <a:buNone/>
                        <a:tabLst/>
                      </a:pPr>
                      <a:r>
                        <a:rPr kumimoji="0" lang="en-US" altLang="zh-CN" sz="2800" b="1" i="0" u="none" strike="noStrike" cap="none" normalizeH="0" baseline="0">
                          <a:ln>
                            <a:noFill/>
                          </a:ln>
                          <a:solidFill>
                            <a:schemeClr val="tx1"/>
                          </a:solidFill>
                          <a:effectLst/>
                          <a:latin typeface="Times New Roman" pitchFamily="18" charset="0"/>
                          <a:ea typeface="黑体" pitchFamily="2" charset="-122"/>
                        </a:rPr>
                        <a:t>     +id </a:t>
                      </a:r>
                      <a:r>
                        <a:rPr kumimoji="0" lang="en-US" altLang="zh-CN" sz="2800" b="1" i="0" u="none" strike="noStrike" cap="none" normalizeH="0" baseline="0">
                          <a:ln>
                            <a:noFill/>
                          </a:ln>
                          <a:solidFill>
                            <a:schemeClr val="tx1"/>
                          </a:solidFill>
                          <a:effectLst/>
                          <a:latin typeface="Times New Roman" pitchFamily="18" charset="0"/>
                          <a:ea typeface="黑体" pitchFamily="2" charset="-122"/>
                          <a:cs typeface="Times New Roman" pitchFamily="18" charset="0"/>
                          <a:sym typeface="Symbol" pitchFamily="18" charset="2"/>
                        </a:rPr>
                        <a:t>+</a:t>
                      </a:r>
                      <a:r>
                        <a:rPr kumimoji="0" lang="en-US" altLang="zh-CN" sz="2800" b="1" i="0" u="none" strike="noStrike" cap="none" normalizeH="0" baseline="0">
                          <a:ln>
                            <a:noFill/>
                          </a:ln>
                          <a:solidFill>
                            <a:schemeClr val="tx1"/>
                          </a:solidFill>
                          <a:effectLst/>
                          <a:latin typeface="Times New Roman" pitchFamily="18" charset="0"/>
                          <a:ea typeface="黑体" pitchFamily="2" charset="-122"/>
                        </a:rPr>
                        <a:t> id $</a:t>
                      </a:r>
                      <a:r>
                        <a:rPr kumimoji="0" lang="en-US" altLang="zh-CN" sz="2800" b="0" i="0" u="none" strike="noStrike" cap="none" normalizeH="0" baseline="0">
                          <a:ln>
                            <a:noFill/>
                          </a:ln>
                          <a:solidFill>
                            <a:schemeClr val="tx1"/>
                          </a:solidFill>
                          <a:effectLst/>
                          <a:latin typeface="Times New Roman" pitchFamily="18" charset="0"/>
                          <a:ea typeface="黑体" pitchFamily="2" charset="-122"/>
                        </a:rPr>
                        <a:t> </a:t>
                      </a:r>
                    </a:p>
                  </a:txBody>
                  <a:tcPr marT="45726" marB="45726"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
                          <a:schemeClr val="folHlink"/>
                        </a:buClr>
                        <a:buSzPct val="60000"/>
                        <a:buFont typeface="Wingdings" pitchFamily="2" charset="2"/>
                        <a:buNone/>
                        <a:tabLst/>
                      </a:pPr>
                      <a:r>
                        <a:rPr kumimoji="0" lang="zh-CN" altLang="en-US" sz="2800" b="0" i="0" u="none" strike="noStrike" cap="none" normalizeH="0" baseline="0">
                          <a:ln>
                            <a:noFill/>
                          </a:ln>
                          <a:solidFill>
                            <a:schemeClr val="accent2"/>
                          </a:solidFill>
                          <a:effectLst/>
                          <a:latin typeface="Times New Roman" pitchFamily="18" charset="0"/>
                          <a:ea typeface="黑体" pitchFamily="2" charset="-122"/>
                        </a:rPr>
                        <a:t>出错，跳过</a:t>
                      </a:r>
                      <a:r>
                        <a:rPr kumimoji="0" lang="en-US" altLang="zh-CN" sz="2800" b="1" i="0" u="none" strike="noStrike" cap="none" normalizeH="0" baseline="0">
                          <a:ln>
                            <a:noFill/>
                          </a:ln>
                          <a:solidFill>
                            <a:schemeClr val="accent2"/>
                          </a:solidFill>
                          <a:effectLst/>
                          <a:latin typeface="Times New Roman" pitchFamily="18" charset="0"/>
                          <a:ea typeface="黑体" pitchFamily="2" charset="-122"/>
                        </a:rPr>
                        <a:t>+</a:t>
                      </a:r>
                    </a:p>
                  </a:txBody>
                  <a:tcPr marT="45726" marB="45726" horzOverflow="overflow">
                    <a:lnL w="12700" cap="flat" cmpd="sng" algn="ctr">
                      <a:solidFill>
                        <a:schemeClr val="tx1"/>
                      </a:solidFill>
                      <a:prstDash val="solid"/>
                      <a:round/>
                      <a:headEnd type="none" w="sm" len="sm"/>
                      <a:tailEnd type="none" w="sm" len="sm"/>
                    </a:lnL>
                    <a:lnR w="28575"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extLst>
                  <a:ext uri="{0D108BD9-81ED-4DB2-BD59-A6C34878D82A}">
                    <a16:rowId xmlns:a16="http://schemas.microsoft.com/office/drawing/2014/main" val="10001"/>
                  </a:ext>
                </a:extLst>
              </a:tr>
              <a:tr h="518231">
                <a:tc>
                  <a:txBody>
                    <a:bodyPr/>
                    <a:lstStyle/>
                    <a:p>
                      <a:pPr marL="0" marR="0" lvl="0" indent="0" algn="l" defTabSz="914400" rtl="0" eaLnBrk="1" fontAlgn="base" latinLnBrk="0" hangingPunct="1">
                        <a:lnSpc>
                          <a:spcPct val="100000"/>
                        </a:lnSpc>
                        <a:spcBef>
                          <a:spcPct val="20000"/>
                        </a:spcBef>
                        <a:spcAft>
                          <a:spcPct val="0"/>
                        </a:spcAft>
                        <a:buClr>
                          <a:schemeClr val="folHlink"/>
                        </a:buClr>
                        <a:buSzPct val="60000"/>
                        <a:buFont typeface="Wingdings" pitchFamily="2" charset="2"/>
                        <a:buNone/>
                        <a:tabLst/>
                      </a:pPr>
                      <a:r>
                        <a:rPr kumimoji="0" lang="en-US" altLang="zh-CN" sz="2800" b="1" i="0" u="none" strike="noStrike" cap="none" normalizeH="0" baseline="0">
                          <a:ln>
                            <a:noFill/>
                          </a:ln>
                          <a:solidFill>
                            <a:schemeClr val="tx1"/>
                          </a:solidFill>
                          <a:effectLst/>
                          <a:latin typeface="Times New Roman" pitchFamily="18" charset="0"/>
                          <a:ea typeface="黑体" pitchFamily="2" charset="-122"/>
                        </a:rPr>
                        <a:t>$</a:t>
                      </a:r>
                      <a:r>
                        <a:rPr kumimoji="0" lang="en-US" altLang="zh-CN" sz="2800" b="1" i="1" u="none" strike="noStrike" cap="none" normalizeH="0" baseline="0">
                          <a:ln>
                            <a:noFill/>
                          </a:ln>
                          <a:solidFill>
                            <a:schemeClr val="tx1"/>
                          </a:solidFill>
                          <a:effectLst/>
                          <a:latin typeface="Times New Roman" pitchFamily="18" charset="0"/>
                          <a:ea typeface="黑体" pitchFamily="2" charset="-122"/>
                        </a:rPr>
                        <a:t>E</a:t>
                      </a:r>
                    </a:p>
                  </a:txBody>
                  <a:tcPr marT="45726" marB="45726" horzOverflow="overflow">
                    <a:lnL w="28575"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
                          <a:schemeClr val="folHlink"/>
                        </a:buClr>
                        <a:buSzPct val="60000"/>
                        <a:buFont typeface="Wingdings" pitchFamily="2" charset="2"/>
                        <a:buNone/>
                        <a:tabLst/>
                      </a:pPr>
                      <a:r>
                        <a:rPr kumimoji="0" lang="en-US" altLang="zh-CN" sz="2800" b="1" i="0" u="none" strike="noStrike" cap="none" normalizeH="0" baseline="0">
                          <a:ln>
                            <a:noFill/>
                          </a:ln>
                          <a:solidFill>
                            <a:schemeClr val="tx1"/>
                          </a:solidFill>
                          <a:effectLst/>
                          <a:latin typeface="Times New Roman" pitchFamily="18" charset="0"/>
                          <a:ea typeface="黑体" pitchFamily="2" charset="-122"/>
                        </a:rPr>
                        <a:t>       id </a:t>
                      </a:r>
                      <a:r>
                        <a:rPr kumimoji="0" lang="en-US" altLang="zh-CN" sz="2800" b="1" i="0" u="none" strike="noStrike" cap="none" normalizeH="0" baseline="0">
                          <a:ln>
                            <a:noFill/>
                          </a:ln>
                          <a:solidFill>
                            <a:schemeClr val="tx1"/>
                          </a:solidFill>
                          <a:effectLst/>
                          <a:latin typeface="Times New Roman" pitchFamily="18" charset="0"/>
                          <a:ea typeface="黑体" pitchFamily="2" charset="-122"/>
                          <a:cs typeface="Times New Roman" pitchFamily="18" charset="0"/>
                          <a:sym typeface="Symbol" pitchFamily="18" charset="2"/>
                        </a:rPr>
                        <a:t>+</a:t>
                      </a:r>
                      <a:r>
                        <a:rPr kumimoji="0" lang="en-US" altLang="zh-CN" sz="2800" b="1" i="0" u="none" strike="noStrike" cap="none" normalizeH="0" baseline="0">
                          <a:ln>
                            <a:noFill/>
                          </a:ln>
                          <a:solidFill>
                            <a:schemeClr val="tx1"/>
                          </a:solidFill>
                          <a:effectLst/>
                          <a:latin typeface="Times New Roman" pitchFamily="18" charset="0"/>
                          <a:ea typeface="黑体" pitchFamily="2" charset="-122"/>
                        </a:rPr>
                        <a:t> id $</a:t>
                      </a:r>
                      <a:r>
                        <a:rPr kumimoji="0" lang="en-US" altLang="zh-CN" sz="2800" b="0" i="0" u="none" strike="noStrike" cap="none" normalizeH="0" baseline="0">
                          <a:ln>
                            <a:noFill/>
                          </a:ln>
                          <a:solidFill>
                            <a:schemeClr val="tx1"/>
                          </a:solidFill>
                          <a:effectLst/>
                          <a:latin typeface="Times New Roman" pitchFamily="18" charset="0"/>
                          <a:ea typeface="黑体" pitchFamily="2" charset="-122"/>
                        </a:rPr>
                        <a:t> </a:t>
                      </a:r>
                    </a:p>
                  </a:txBody>
                  <a:tcPr marT="45726" marB="45726"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
                          <a:schemeClr val="folHlink"/>
                        </a:buClr>
                        <a:buSzPct val="60000"/>
                        <a:buFont typeface="Wingdings" pitchFamily="2" charset="2"/>
                        <a:buNone/>
                        <a:tabLst/>
                      </a:pPr>
                      <a:r>
                        <a:rPr kumimoji="0" lang="en-US" altLang="zh-CN" sz="2800" b="1" i="0" u="none" strike="noStrike" cap="none" normalizeH="0" baseline="0">
                          <a:ln>
                            <a:noFill/>
                          </a:ln>
                          <a:solidFill>
                            <a:schemeClr val="accent2"/>
                          </a:solidFill>
                          <a:effectLst/>
                          <a:latin typeface="Times New Roman" pitchFamily="18" charset="0"/>
                          <a:ea typeface="黑体" pitchFamily="2" charset="-122"/>
                        </a:rPr>
                        <a:t>id</a:t>
                      </a:r>
                      <a:r>
                        <a:rPr kumimoji="0" lang="zh-CN" altLang="en-US" sz="2800" b="0" i="0" u="none" strike="noStrike" cap="none" normalizeH="0" baseline="0">
                          <a:ln>
                            <a:noFill/>
                          </a:ln>
                          <a:solidFill>
                            <a:schemeClr val="accent2"/>
                          </a:solidFill>
                          <a:effectLst/>
                          <a:latin typeface="Times New Roman" pitchFamily="18" charset="0"/>
                          <a:ea typeface="黑体" pitchFamily="2" charset="-122"/>
                        </a:rPr>
                        <a:t>属于</a:t>
                      </a:r>
                      <a:r>
                        <a:rPr kumimoji="0" lang="en-US" altLang="zh-CN" sz="2800" b="1" i="0" u="none" strike="noStrike" cap="none" normalizeH="0" baseline="0">
                          <a:ln>
                            <a:noFill/>
                          </a:ln>
                          <a:solidFill>
                            <a:schemeClr val="accent2"/>
                          </a:solidFill>
                          <a:effectLst/>
                          <a:latin typeface="Times New Roman" pitchFamily="18" charset="0"/>
                          <a:ea typeface="黑体" pitchFamily="2" charset="-122"/>
                        </a:rPr>
                        <a:t>FIRST</a:t>
                      </a:r>
                      <a:r>
                        <a:rPr kumimoji="0" lang="en-US" altLang="zh-CN" sz="2800" b="0" i="0" u="none" strike="noStrike" cap="none" normalizeH="0" baseline="0">
                          <a:ln>
                            <a:noFill/>
                          </a:ln>
                          <a:solidFill>
                            <a:schemeClr val="accent2"/>
                          </a:solidFill>
                          <a:effectLst/>
                          <a:latin typeface="Times New Roman" pitchFamily="18" charset="0"/>
                          <a:ea typeface="黑体" pitchFamily="2" charset="-122"/>
                        </a:rPr>
                        <a:t>(</a:t>
                      </a:r>
                      <a:r>
                        <a:rPr kumimoji="0" lang="en-US" altLang="zh-CN" sz="2800" b="1" i="1" u="none" strike="noStrike" cap="none" normalizeH="0" baseline="0">
                          <a:ln>
                            <a:noFill/>
                          </a:ln>
                          <a:solidFill>
                            <a:schemeClr val="accent2"/>
                          </a:solidFill>
                          <a:effectLst/>
                          <a:latin typeface="Times New Roman" pitchFamily="18" charset="0"/>
                          <a:ea typeface="黑体" pitchFamily="2" charset="-122"/>
                        </a:rPr>
                        <a:t>E</a:t>
                      </a:r>
                      <a:r>
                        <a:rPr kumimoji="0" lang="en-US" altLang="zh-CN" sz="2800" b="0" i="0" u="none" strike="noStrike" cap="none" normalizeH="0" baseline="0">
                          <a:ln>
                            <a:noFill/>
                          </a:ln>
                          <a:solidFill>
                            <a:schemeClr val="accent2"/>
                          </a:solidFill>
                          <a:effectLst/>
                          <a:latin typeface="Times New Roman" pitchFamily="18" charset="0"/>
                          <a:ea typeface="黑体" pitchFamily="2" charset="-122"/>
                        </a:rPr>
                        <a:t>)</a:t>
                      </a:r>
                    </a:p>
                  </a:txBody>
                  <a:tcPr marT="45726" marB="45726" horzOverflow="overflow">
                    <a:lnL w="12700" cap="flat" cmpd="sng" algn="ctr">
                      <a:solidFill>
                        <a:schemeClr val="tx1"/>
                      </a:solidFill>
                      <a:prstDash val="solid"/>
                      <a:round/>
                      <a:headEnd type="none" w="sm" len="sm"/>
                      <a:tailEnd type="none" w="sm" len="sm"/>
                    </a:lnL>
                    <a:lnR w="28575"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extLst>
                  <a:ext uri="{0D108BD9-81ED-4DB2-BD59-A6C34878D82A}">
                    <a16:rowId xmlns:a16="http://schemas.microsoft.com/office/drawing/2014/main" val="10002"/>
                  </a:ext>
                </a:extLst>
              </a:tr>
              <a:tr h="518231">
                <a:tc>
                  <a:txBody>
                    <a:bodyPr/>
                    <a:lstStyle/>
                    <a:p>
                      <a:pPr marL="0" marR="0" lvl="0" indent="0" algn="l" defTabSz="914400" rtl="0" eaLnBrk="1" fontAlgn="base" latinLnBrk="0" hangingPunct="1">
                        <a:lnSpc>
                          <a:spcPct val="100000"/>
                        </a:lnSpc>
                        <a:spcBef>
                          <a:spcPct val="20000"/>
                        </a:spcBef>
                        <a:spcAft>
                          <a:spcPct val="0"/>
                        </a:spcAft>
                        <a:buClr>
                          <a:schemeClr val="folHlink"/>
                        </a:buClr>
                        <a:buSzPct val="60000"/>
                        <a:buFont typeface="Wingdings" pitchFamily="2" charset="2"/>
                        <a:buNone/>
                        <a:tabLst/>
                      </a:pPr>
                      <a:r>
                        <a:rPr kumimoji="0" lang="en-US" altLang="zh-CN" sz="2800" b="1" i="0" u="none" strike="noStrike" cap="none" normalizeH="0" baseline="0">
                          <a:ln>
                            <a:noFill/>
                          </a:ln>
                          <a:solidFill>
                            <a:schemeClr val="tx1"/>
                          </a:solidFill>
                          <a:effectLst/>
                          <a:latin typeface="Times New Roman" pitchFamily="18" charset="0"/>
                          <a:ea typeface="黑体" pitchFamily="2" charset="-122"/>
                        </a:rPr>
                        <a:t>$</a:t>
                      </a:r>
                      <a:r>
                        <a:rPr kumimoji="0" lang="en-US" altLang="zh-CN" sz="2800" b="1" i="1" u="none" strike="noStrike" cap="none" normalizeH="0" baseline="0">
                          <a:ln>
                            <a:noFill/>
                          </a:ln>
                          <a:solidFill>
                            <a:schemeClr val="tx1"/>
                          </a:solidFill>
                          <a:effectLst/>
                          <a:latin typeface="Times New Roman" pitchFamily="18" charset="0"/>
                          <a:ea typeface="黑体" pitchFamily="2" charset="-122"/>
                        </a:rPr>
                        <a:t>E </a:t>
                      </a:r>
                      <a:r>
                        <a:rPr kumimoji="0" lang="en-US" altLang="zh-CN" sz="2800" b="1" i="0" u="none" strike="noStrike" cap="none" normalizeH="0" baseline="0">
                          <a:ln>
                            <a:noFill/>
                          </a:ln>
                          <a:solidFill>
                            <a:schemeClr val="tx1"/>
                          </a:solidFill>
                          <a:effectLst/>
                          <a:latin typeface="Times New Roman" pitchFamily="18" charset="0"/>
                          <a:ea typeface="黑体" pitchFamily="2" charset="-122"/>
                          <a:sym typeface="Symbol" pitchFamily="18" charset="2"/>
                        </a:rPr>
                        <a:t></a:t>
                      </a:r>
                      <a:r>
                        <a:rPr kumimoji="0" lang="en-US" altLang="zh-CN" sz="2800" b="1" i="1" u="none" strike="noStrike" cap="none" normalizeH="0" baseline="0">
                          <a:ln>
                            <a:noFill/>
                          </a:ln>
                          <a:solidFill>
                            <a:schemeClr val="tx1"/>
                          </a:solidFill>
                          <a:effectLst/>
                          <a:latin typeface="Times New Roman" pitchFamily="18" charset="0"/>
                          <a:ea typeface="黑体" pitchFamily="2" charset="-122"/>
                          <a:sym typeface="Symbol" pitchFamily="18" charset="2"/>
                        </a:rPr>
                        <a:t>T</a:t>
                      </a:r>
                    </a:p>
                  </a:txBody>
                  <a:tcPr marT="45726" marB="45726" horzOverflow="overflow">
                    <a:lnL w="28575"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
                          <a:schemeClr val="folHlink"/>
                        </a:buClr>
                        <a:buSzPct val="60000"/>
                        <a:buFont typeface="Wingdings" pitchFamily="2" charset="2"/>
                        <a:buNone/>
                        <a:tabLst/>
                      </a:pPr>
                      <a:r>
                        <a:rPr kumimoji="0" lang="en-US" altLang="zh-CN" sz="2800" b="1" i="0" u="none" strike="noStrike" cap="none" normalizeH="0" baseline="0">
                          <a:ln>
                            <a:noFill/>
                          </a:ln>
                          <a:solidFill>
                            <a:schemeClr val="tx1"/>
                          </a:solidFill>
                          <a:effectLst/>
                          <a:latin typeface="Times New Roman" pitchFamily="18" charset="0"/>
                          <a:ea typeface="黑体" pitchFamily="2" charset="-122"/>
                        </a:rPr>
                        <a:t>       id </a:t>
                      </a:r>
                      <a:r>
                        <a:rPr kumimoji="0" lang="en-US" altLang="zh-CN" sz="2800" b="1" i="0" u="none" strike="noStrike" cap="none" normalizeH="0" baseline="0">
                          <a:ln>
                            <a:noFill/>
                          </a:ln>
                          <a:solidFill>
                            <a:schemeClr val="tx1"/>
                          </a:solidFill>
                          <a:effectLst/>
                          <a:latin typeface="Times New Roman" pitchFamily="18" charset="0"/>
                          <a:ea typeface="黑体" pitchFamily="2" charset="-122"/>
                          <a:cs typeface="Times New Roman" pitchFamily="18" charset="0"/>
                          <a:sym typeface="Symbol" pitchFamily="18" charset="2"/>
                        </a:rPr>
                        <a:t>+</a:t>
                      </a:r>
                      <a:r>
                        <a:rPr kumimoji="0" lang="en-US" altLang="zh-CN" sz="2800" b="1" i="0" u="none" strike="noStrike" cap="none" normalizeH="0" baseline="0">
                          <a:ln>
                            <a:noFill/>
                          </a:ln>
                          <a:solidFill>
                            <a:schemeClr val="tx1"/>
                          </a:solidFill>
                          <a:effectLst/>
                          <a:latin typeface="Times New Roman" pitchFamily="18" charset="0"/>
                          <a:ea typeface="黑体" pitchFamily="2" charset="-122"/>
                        </a:rPr>
                        <a:t> id $</a:t>
                      </a:r>
                    </a:p>
                  </a:txBody>
                  <a:tcPr marT="45726" marB="45726"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
                          <a:schemeClr val="folHlink"/>
                        </a:buClr>
                        <a:buSzPct val="60000"/>
                        <a:buFont typeface="Wingdings" pitchFamily="2" charset="2"/>
                        <a:buNone/>
                        <a:tabLst/>
                      </a:pPr>
                      <a:r>
                        <a:rPr kumimoji="0" lang="en-US" altLang="zh-CN" sz="2800" b="1" i="1" u="none" strike="noStrike" cap="none" normalizeH="0" baseline="0">
                          <a:ln>
                            <a:noFill/>
                          </a:ln>
                          <a:solidFill>
                            <a:schemeClr val="tx1"/>
                          </a:solidFill>
                          <a:effectLst/>
                          <a:latin typeface="Times New Roman" pitchFamily="18" charset="0"/>
                          <a:ea typeface="黑体" pitchFamily="2" charset="-122"/>
                        </a:rPr>
                        <a:t>E</a:t>
                      </a:r>
                      <a:r>
                        <a:rPr kumimoji="0" lang="en-US" altLang="zh-CN" sz="2800" b="1" i="0" u="none" strike="noStrike" cap="none" normalizeH="0" baseline="0">
                          <a:ln>
                            <a:noFill/>
                          </a:ln>
                          <a:solidFill>
                            <a:schemeClr val="tx1"/>
                          </a:solidFill>
                          <a:effectLst/>
                          <a:latin typeface="Times New Roman" pitchFamily="18" charset="0"/>
                          <a:ea typeface="黑体" pitchFamily="2" charset="-122"/>
                        </a:rPr>
                        <a:t> </a:t>
                      </a:r>
                      <a:r>
                        <a:rPr kumimoji="0" lang="en-US" altLang="zh-CN" sz="2800" b="1" i="0" u="none" strike="noStrike" cap="none" normalizeH="0" baseline="0">
                          <a:ln>
                            <a:noFill/>
                          </a:ln>
                          <a:solidFill>
                            <a:schemeClr val="tx1"/>
                          </a:solidFill>
                          <a:effectLst/>
                          <a:latin typeface="Times New Roman" pitchFamily="18" charset="0"/>
                          <a:ea typeface="黑体" pitchFamily="2" charset="-122"/>
                          <a:sym typeface="Symbol" pitchFamily="18" charset="2"/>
                        </a:rPr>
                        <a:t></a:t>
                      </a:r>
                      <a:r>
                        <a:rPr kumimoji="0" lang="en-US" altLang="zh-CN" sz="2800" b="1" i="0" u="none" strike="noStrike" cap="none" normalizeH="0" baseline="0">
                          <a:ln>
                            <a:noFill/>
                          </a:ln>
                          <a:solidFill>
                            <a:schemeClr val="tx1"/>
                          </a:solidFill>
                          <a:effectLst/>
                          <a:latin typeface="Times New Roman" pitchFamily="18" charset="0"/>
                          <a:ea typeface="黑体" pitchFamily="2" charset="-122"/>
                        </a:rPr>
                        <a:t> </a:t>
                      </a:r>
                      <a:r>
                        <a:rPr kumimoji="0" lang="en-US" altLang="zh-CN" sz="2800" b="1" i="1" u="none" strike="noStrike" cap="none" normalizeH="0" baseline="0">
                          <a:ln>
                            <a:noFill/>
                          </a:ln>
                          <a:solidFill>
                            <a:schemeClr val="tx1"/>
                          </a:solidFill>
                          <a:effectLst/>
                          <a:latin typeface="Times New Roman" pitchFamily="18" charset="0"/>
                          <a:ea typeface="黑体" pitchFamily="2" charset="-122"/>
                        </a:rPr>
                        <a:t>TE </a:t>
                      </a:r>
                      <a:r>
                        <a:rPr kumimoji="0" lang="en-US" altLang="zh-CN" sz="2800" b="1" i="0" u="none" strike="noStrike" cap="none" normalizeH="0" baseline="0">
                          <a:ln>
                            <a:noFill/>
                          </a:ln>
                          <a:solidFill>
                            <a:schemeClr val="tx1"/>
                          </a:solidFill>
                          <a:effectLst/>
                          <a:latin typeface="Times New Roman" pitchFamily="18" charset="0"/>
                          <a:ea typeface="黑体" pitchFamily="2" charset="-122"/>
                          <a:sym typeface="Symbol" pitchFamily="18" charset="2"/>
                        </a:rPr>
                        <a:t></a:t>
                      </a:r>
                    </a:p>
                  </a:txBody>
                  <a:tcPr marT="45726" marB="45726" horzOverflow="overflow">
                    <a:lnL w="12700" cap="flat" cmpd="sng" algn="ctr">
                      <a:solidFill>
                        <a:schemeClr val="tx1"/>
                      </a:solidFill>
                      <a:prstDash val="solid"/>
                      <a:round/>
                      <a:headEnd type="none" w="sm" len="sm"/>
                      <a:tailEnd type="none" w="sm" len="sm"/>
                    </a:lnL>
                    <a:lnR w="28575"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extLst>
                  <a:ext uri="{0D108BD9-81ED-4DB2-BD59-A6C34878D82A}">
                    <a16:rowId xmlns:a16="http://schemas.microsoft.com/office/drawing/2014/main" val="10003"/>
                  </a:ext>
                </a:extLst>
              </a:tr>
              <a:tr h="518231">
                <a:tc>
                  <a:txBody>
                    <a:bodyPr/>
                    <a:lstStyle/>
                    <a:p>
                      <a:pPr marL="0" marR="0" lvl="0" indent="0" algn="l" defTabSz="914400" rtl="0" eaLnBrk="1" fontAlgn="base" latinLnBrk="0" hangingPunct="1">
                        <a:lnSpc>
                          <a:spcPct val="100000"/>
                        </a:lnSpc>
                        <a:spcBef>
                          <a:spcPct val="20000"/>
                        </a:spcBef>
                        <a:spcAft>
                          <a:spcPct val="0"/>
                        </a:spcAft>
                        <a:buClr>
                          <a:schemeClr val="folHlink"/>
                        </a:buClr>
                        <a:buSzPct val="60000"/>
                        <a:buFont typeface="Wingdings" pitchFamily="2" charset="2"/>
                        <a:buNone/>
                        <a:tabLst/>
                      </a:pPr>
                      <a:endParaRPr kumimoji="0" lang="zh-CN" altLang="zh-CN" sz="2800" b="1" i="1" u="none" strike="noStrike" cap="none" normalizeH="0" baseline="0">
                        <a:ln>
                          <a:noFill/>
                        </a:ln>
                        <a:solidFill>
                          <a:schemeClr val="tx1"/>
                        </a:solidFill>
                        <a:effectLst/>
                        <a:latin typeface="Times New Roman" pitchFamily="18" charset="0"/>
                        <a:ea typeface="黑体" pitchFamily="2" charset="-122"/>
                        <a:sym typeface="Symbol" pitchFamily="18" charset="2"/>
                      </a:endParaRPr>
                    </a:p>
                  </a:txBody>
                  <a:tcPr marT="45726" marB="45726" horzOverflow="overflow">
                    <a:lnL w="28575"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
                          <a:schemeClr val="folHlink"/>
                        </a:buClr>
                        <a:buSzPct val="60000"/>
                        <a:buFont typeface="Wingdings" pitchFamily="2" charset="2"/>
                        <a:buNone/>
                        <a:tabLst/>
                      </a:pPr>
                      <a:endParaRPr kumimoji="0" lang="zh-CN" altLang="zh-CN" sz="2800" b="1" i="0" u="none" strike="noStrike" cap="none" normalizeH="0" baseline="0">
                        <a:ln>
                          <a:noFill/>
                        </a:ln>
                        <a:solidFill>
                          <a:schemeClr val="tx1"/>
                        </a:solidFill>
                        <a:effectLst/>
                        <a:latin typeface="Times New Roman" pitchFamily="18" charset="0"/>
                        <a:ea typeface="黑体" pitchFamily="2" charset="-122"/>
                      </a:endParaRPr>
                    </a:p>
                  </a:txBody>
                  <a:tcPr marT="45726" marB="45726"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
                          <a:schemeClr val="folHlink"/>
                        </a:buClr>
                        <a:buSzPct val="60000"/>
                        <a:buFont typeface="Wingdings" pitchFamily="2" charset="2"/>
                        <a:buNone/>
                        <a:tabLst/>
                      </a:pPr>
                      <a:endParaRPr kumimoji="0" lang="zh-CN" altLang="zh-CN" sz="2800" b="1" i="0" u="none" strike="noStrike" cap="none" normalizeH="0" baseline="0">
                        <a:ln>
                          <a:noFill/>
                        </a:ln>
                        <a:solidFill>
                          <a:schemeClr val="tx1"/>
                        </a:solidFill>
                        <a:effectLst/>
                        <a:latin typeface="Times New Roman" pitchFamily="18" charset="0"/>
                        <a:ea typeface="黑体" pitchFamily="2" charset="-122"/>
                        <a:sym typeface="Symbol" pitchFamily="18" charset="2"/>
                      </a:endParaRPr>
                    </a:p>
                  </a:txBody>
                  <a:tcPr marT="45726" marB="45726" horzOverflow="overflow">
                    <a:lnL w="12700" cap="flat" cmpd="sng" algn="ctr">
                      <a:solidFill>
                        <a:schemeClr val="tx1"/>
                      </a:solidFill>
                      <a:prstDash val="solid"/>
                      <a:round/>
                      <a:headEnd type="none" w="sm" len="sm"/>
                      <a:tailEnd type="none" w="sm" len="sm"/>
                    </a:lnL>
                    <a:lnR w="28575"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extLst>
                  <a:ext uri="{0D108BD9-81ED-4DB2-BD59-A6C34878D82A}">
                    <a16:rowId xmlns:a16="http://schemas.microsoft.com/office/drawing/2014/main" val="10004"/>
                  </a:ext>
                </a:extLst>
              </a:tr>
              <a:tr h="518231">
                <a:tc>
                  <a:txBody>
                    <a:bodyPr/>
                    <a:lstStyle/>
                    <a:p>
                      <a:pPr marL="0" marR="0" lvl="0" indent="0" algn="l" defTabSz="914400" rtl="0" eaLnBrk="1" fontAlgn="base" latinLnBrk="0" hangingPunct="1">
                        <a:lnSpc>
                          <a:spcPct val="100000"/>
                        </a:lnSpc>
                        <a:spcBef>
                          <a:spcPct val="20000"/>
                        </a:spcBef>
                        <a:spcAft>
                          <a:spcPct val="0"/>
                        </a:spcAft>
                        <a:buClr>
                          <a:schemeClr val="folHlink"/>
                        </a:buClr>
                        <a:buSzPct val="60000"/>
                        <a:buFont typeface="Wingdings" pitchFamily="2" charset="2"/>
                        <a:buNone/>
                        <a:tabLst/>
                      </a:pPr>
                      <a:endParaRPr kumimoji="0" lang="zh-CN" altLang="zh-CN" sz="2800" b="1" i="0" u="none" strike="noStrike" cap="none" normalizeH="0" baseline="0">
                        <a:ln>
                          <a:noFill/>
                        </a:ln>
                        <a:solidFill>
                          <a:schemeClr val="tx1"/>
                        </a:solidFill>
                        <a:effectLst/>
                        <a:latin typeface="Times New Roman" pitchFamily="18" charset="0"/>
                        <a:ea typeface="黑体" pitchFamily="2" charset="-122"/>
                        <a:sym typeface="Symbol" pitchFamily="18" charset="2"/>
                      </a:endParaRPr>
                    </a:p>
                  </a:txBody>
                  <a:tcPr marT="45726" marB="45726" horzOverflow="overflow">
                    <a:lnL w="28575"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
                          <a:schemeClr val="folHlink"/>
                        </a:buClr>
                        <a:buSzPct val="60000"/>
                        <a:buFont typeface="Wingdings" pitchFamily="2" charset="2"/>
                        <a:buNone/>
                        <a:tabLst/>
                      </a:pPr>
                      <a:endParaRPr kumimoji="0" lang="zh-CN" altLang="zh-CN" sz="2800" b="1" i="0" u="none" strike="noStrike" cap="none" normalizeH="0" baseline="0">
                        <a:ln>
                          <a:noFill/>
                        </a:ln>
                        <a:solidFill>
                          <a:schemeClr val="tx1"/>
                        </a:solidFill>
                        <a:effectLst/>
                        <a:latin typeface="Times New Roman" pitchFamily="18" charset="0"/>
                        <a:ea typeface="黑体" pitchFamily="2" charset="-122"/>
                      </a:endParaRPr>
                    </a:p>
                  </a:txBody>
                  <a:tcPr marT="45726" marB="45726"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
                          <a:schemeClr val="folHlink"/>
                        </a:buClr>
                        <a:buSzPct val="60000"/>
                        <a:buFont typeface="Wingdings" pitchFamily="2" charset="2"/>
                        <a:buNone/>
                        <a:tabLst/>
                      </a:pPr>
                      <a:endParaRPr kumimoji="0" lang="zh-CN" altLang="zh-CN" sz="2800" b="1" i="0" u="none" strike="noStrike" cap="none" normalizeH="0" baseline="0">
                        <a:ln>
                          <a:noFill/>
                        </a:ln>
                        <a:solidFill>
                          <a:schemeClr val="tx1"/>
                        </a:solidFill>
                        <a:effectLst/>
                        <a:latin typeface="Times New Roman" pitchFamily="18" charset="0"/>
                        <a:ea typeface="黑体" pitchFamily="2" charset="-122"/>
                      </a:endParaRPr>
                    </a:p>
                  </a:txBody>
                  <a:tcPr marT="45726" marB="45726" horzOverflow="overflow">
                    <a:lnL w="12700" cap="flat" cmpd="sng" algn="ctr">
                      <a:solidFill>
                        <a:schemeClr val="tx1"/>
                      </a:solidFill>
                      <a:prstDash val="solid"/>
                      <a:round/>
                      <a:headEnd type="none" w="sm" len="sm"/>
                      <a:tailEnd type="none" w="sm" len="sm"/>
                    </a:lnL>
                    <a:lnR w="28575"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extLst>
                  <a:ext uri="{0D108BD9-81ED-4DB2-BD59-A6C34878D82A}">
                    <a16:rowId xmlns:a16="http://schemas.microsoft.com/office/drawing/2014/main" val="10005"/>
                  </a:ext>
                </a:extLst>
              </a:tr>
              <a:tr h="518231">
                <a:tc>
                  <a:txBody>
                    <a:bodyPr/>
                    <a:lstStyle/>
                    <a:p>
                      <a:pPr marL="0" marR="0" lvl="0" indent="0" algn="l" defTabSz="914400" rtl="0" eaLnBrk="1" fontAlgn="base" latinLnBrk="0" hangingPunct="1">
                        <a:lnSpc>
                          <a:spcPct val="100000"/>
                        </a:lnSpc>
                        <a:spcBef>
                          <a:spcPct val="20000"/>
                        </a:spcBef>
                        <a:spcAft>
                          <a:spcPct val="0"/>
                        </a:spcAft>
                        <a:buClr>
                          <a:schemeClr val="folHlink"/>
                        </a:buClr>
                        <a:buSzPct val="60000"/>
                        <a:buFont typeface="Wingdings" pitchFamily="2" charset="2"/>
                        <a:buNone/>
                        <a:tabLst/>
                      </a:pPr>
                      <a:endParaRPr kumimoji="0" lang="zh-CN" altLang="zh-CN" sz="2800" b="1" i="0" u="none" strike="noStrike" cap="none" normalizeH="0" baseline="0">
                        <a:ln>
                          <a:noFill/>
                        </a:ln>
                        <a:solidFill>
                          <a:schemeClr val="tx1"/>
                        </a:solidFill>
                        <a:effectLst/>
                        <a:latin typeface="Times New Roman" pitchFamily="18" charset="0"/>
                        <a:ea typeface="黑体" pitchFamily="2" charset="-122"/>
                        <a:sym typeface="Symbol" pitchFamily="18" charset="2"/>
                      </a:endParaRPr>
                    </a:p>
                  </a:txBody>
                  <a:tcPr marT="45726" marB="45726" horzOverflow="overflow">
                    <a:lnL w="28575"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
                          <a:schemeClr val="folHlink"/>
                        </a:buClr>
                        <a:buSzPct val="60000"/>
                        <a:buFont typeface="Wingdings" pitchFamily="2" charset="2"/>
                        <a:buNone/>
                        <a:tabLst/>
                      </a:pPr>
                      <a:endParaRPr kumimoji="0" lang="zh-CN" altLang="zh-CN" sz="2800" b="1" i="0" u="none" strike="noStrike" cap="none" normalizeH="0" baseline="0">
                        <a:ln>
                          <a:noFill/>
                        </a:ln>
                        <a:solidFill>
                          <a:schemeClr val="tx1"/>
                        </a:solidFill>
                        <a:effectLst/>
                        <a:latin typeface="Times New Roman" pitchFamily="18" charset="0"/>
                        <a:ea typeface="黑体" pitchFamily="2" charset="-122"/>
                      </a:endParaRPr>
                    </a:p>
                  </a:txBody>
                  <a:tcPr marT="45726" marB="45726"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
                          <a:schemeClr val="folHlink"/>
                        </a:buClr>
                        <a:buSzPct val="60000"/>
                        <a:buFont typeface="Wingdings" pitchFamily="2" charset="2"/>
                        <a:buNone/>
                        <a:tabLst/>
                      </a:pPr>
                      <a:endParaRPr kumimoji="0" lang="zh-CN" altLang="zh-CN" sz="2800" b="0" i="0" u="none" strike="noStrike" cap="none" normalizeH="0" baseline="0">
                        <a:ln>
                          <a:noFill/>
                        </a:ln>
                        <a:solidFill>
                          <a:schemeClr val="tx1"/>
                        </a:solidFill>
                        <a:effectLst/>
                        <a:latin typeface="Times New Roman" pitchFamily="18" charset="0"/>
                        <a:ea typeface="黑体" pitchFamily="2" charset="-122"/>
                      </a:endParaRPr>
                    </a:p>
                  </a:txBody>
                  <a:tcPr marT="45726" marB="45726" horzOverflow="overflow">
                    <a:lnL w="12700" cap="flat" cmpd="sng" algn="ctr">
                      <a:solidFill>
                        <a:schemeClr val="tx1"/>
                      </a:solidFill>
                      <a:prstDash val="solid"/>
                      <a:round/>
                      <a:headEnd type="none" w="sm" len="sm"/>
                      <a:tailEnd type="none" w="sm" len="sm"/>
                    </a:lnL>
                    <a:lnR w="28575"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extLst>
                  <a:ext uri="{0D108BD9-81ED-4DB2-BD59-A6C34878D82A}">
                    <a16:rowId xmlns:a16="http://schemas.microsoft.com/office/drawing/2014/main" val="10006"/>
                  </a:ext>
                </a:extLst>
              </a:tr>
              <a:tr h="518231">
                <a:tc>
                  <a:txBody>
                    <a:bodyPr/>
                    <a:lstStyle/>
                    <a:p>
                      <a:pPr marL="0" marR="0" lvl="0" indent="0" algn="l" defTabSz="914400" rtl="0" eaLnBrk="1" fontAlgn="base" latinLnBrk="0" hangingPunct="1">
                        <a:lnSpc>
                          <a:spcPct val="100000"/>
                        </a:lnSpc>
                        <a:spcBef>
                          <a:spcPct val="20000"/>
                        </a:spcBef>
                        <a:spcAft>
                          <a:spcPct val="0"/>
                        </a:spcAft>
                        <a:buClr>
                          <a:schemeClr val="folHlink"/>
                        </a:buClr>
                        <a:buSzPct val="60000"/>
                        <a:buFont typeface="Wingdings" pitchFamily="2" charset="2"/>
                        <a:buNone/>
                        <a:tabLst/>
                      </a:pPr>
                      <a:endParaRPr kumimoji="0" lang="zh-CN" altLang="zh-CN" sz="2800" b="1" i="0" u="none" strike="noStrike" cap="none" normalizeH="0" baseline="0">
                        <a:ln>
                          <a:noFill/>
                        </a:ln>
                        <a:solidFill>
                          <a:schemeClr val="tx1"/>
                        </a:solidFill>
                        <a:effectLst/>
                        <a:latin typeface="Times New Roman" pitchFamily="18" charset="0"/>
                        <a:ea typeface="黑体" pitchFamily="2" charset="-122"/>
                        <a:cs typeface="Times New Roman" pitchFamily="18" charset="0"/>
                        <a:sym typeface="Symbol" pitchFamily="18" charset="2"/>
                      </a:endParaRPr>
                    </a:p>
                  </a:txBody>
                  <a:tcPr marT="45726" marB="45726" horzOverflow="overflow">
                    <a:lnL w="28575"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
                          <a:schemeClr val="folHlink"/>
                        </a:buClr>
                        <a:buSzPct val="60000"/>
                        <a:buFont typeface="Wingdings" pitchFamily="2" charset="2"/>
                        <a:buNone/>
                        <a:tabLst/>
                      </a:pPr>
                      <a:endParaRPr kumimoji="0" lang="zh-CN" altLang="zh-CN" sz="2800" b="1" i="0" u="none" strike="noStrike" cap="none" normalizeH="0" baseline="0">
                        <a:ln>
                          <a:noFill/>
                        </a:ln>
                        <a:solidFill>
                          <a:schemeClr val="tx1"/>
                        </a:solidFill>
                        <a:effectLst/>
                        <a:latin typeface="Times New Roman" pitchFamily="18" charset="0"/>
                        <a:ea typeface="黑体" pitchFamily="2" charset="-122"/>
                      </a:endParaRPr>
                    </a:p>
                  </a:txBody>
                  <a:tcPr marT="45726" marB="45726"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
                          <a:schemeClr val="folHlink"/>
                        </a:buClr>
                        <a:buSzPct val="60000"/>
                        <a:buFont typeface="Wingdings" pitchFamily="2" charset="2"/>
                        <a:buNone/>
                        <a:tabLst/>
                      </a:pPr>
                      <a:endParaRPr kumimoji="0" lang="zh-CN" altLang="zh-CN" sz="2800" b="1" i="0" u="none" strike="noStrike" cap="none" normalizeH="0" baseline="0">
                        <a:ln>
                          <a:noFill/>
                        </a:ln>
                        <a:solidFill>
                          <a:schemeClr val="tx1"/>
                        </a:solidFill>
                        <a:effectLst/>
                        <a:latin typeface="Times New Roman" pitchFamily="18" charset="0"/>
                        <a:ea typeface="黑体" pitchFamily="2" charset="-122"/>
                        <a:sym typeface="Symbol" pitchFamily="18" charset="2"/>
                      </a:endParaRPr>
                    </a:p>
                  </a:txBody>
                  <a:tcPr marT="45726" marB="45726" horzOverflow="overflow">
                    <a:lnL w="12700" cap="flat" cmpd="sng" algn="ctr">
                      <a:solidFill>
                        <a:schemeClr val="tx1"/>
                      </a:solidFill>
                      <a:prstDash val="solid"/>
                      <a:round/>
                      <a:headEnd type="none" w="sm" len="sm"/>
                      <a:tailEnd type="none" w="sm" len="sm"/>
                    </a:lnL>
                    <a:lnR w="28575"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extLst>
                  <a:ext uri="{0D108BD9-81ED-4DB2-BD59-A6C34878D82A}">
                    <a16:rowId xmlns:a16="http://schemas.microsoft.com/office/drawing/2014/main" val="10007"/>
                  </a:ext>
                </a:extLst>
              </a:tr>
              <a:tr h="518231">
                <a:tc>
                  <a:txBody>
                    <a:bodyPr/>
                    <a:lstStyle/>
                    <a:p>
                      <a:pPr marL="0" marR="0" lvl="0" indent="0" algn="l" defTabSz="914400" rtl="0" eaLnBrk="1" fontAlgn="base" latinLnBrk="0" hangingPunct="1">
                        <a:lnSpc>
                          <a:spcPct val="100000"/>
                        </a:lnSpc>
                        <a:spcBef>
                          <a:spcPct val="20000"/>
                        </a:spcBef>
                        <a:spcAft>
                          <a:spcPct val="0"/>
                        </a:spcAft>
                        <a:buClr>
                          <a:schemeClr val="folHlink"/>
                        </a:buClr>
                        <a:buSzPct val="60000"/>
                        <a:buFont typeface="Wingdings" pitchFamily="2" charset="2"/>
                        <a:buNone/>
                        <a:tabLst/>
                      </a:pPr>
                      <a:endParaRPr kumimoji="0" lang="zh-CN" altLang="zh-CN" sz="2800" b="1" i="1" u="none" strike="noStrike" cap="none" normalizeH="0" baseline="0">
                        <a:ln>
                          <a:noFill/>
                        </a:ln>
                        <a:solidFill>
                          <a:schemeClr val="tx1"/>
                        </a:solidFill>
                        <a:effectLst/>
                        <a:latin typeface="Times New Roman" pitchFamily="18" charset="0"/>
                        <a:ea typeface="黑体" pitchFamily="2" charset="-122"/>
                        <a:sym typeface="Symbol" pitchFamily="18" charset="2"/>
                      </a:endParaRPr>
                    </a:p>
                  </a:txBody>
                  <a:tcPr marT="45726" marB="45726" horzOverflow="overflow">
                    <a:lnL w="28575"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28575" cap="flat" cmpd="sng" algn="ctr">
                      <a:solidFill>
                        <a:schemeClr val="tx1"/>
                      </a:solidFill>
                      <a:prstDash val="solid"/>
                      <a:round/>
                      <a:headEnd type="none" w="sm" len="sm"/>
                      <a:tailEnd type="none" w="sm" len="sm"/>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
                          <a:schemeClr val="folHlink"/>
                        </a:buClr>
                        <a:buSzPct val="60000"/>
                        <a:buFont typeface="Wingdings" pitchFamily="2" charset="2"/>
                        <a:buNone/>
                        <a:tabLst/>
                      </a:pPr>
                      <a:endParaRPr kumimoji="0" lang="zh-CN" altLang="zh-CN" sz="2800" b="1" i="0" u="none" strike="noStrike" cap="none" normalizeH="0" baseline="0">
                        <a:ln>
                          <a:noFill/>
                        </a:ln>
                        <a:solidFill>
                          <a:schemeClr val="tx1"/>
                        </a:solidFill>
                        <a:effectLst/>
                        <a:latin typeface="Times New Roman" pitchFamily="18" charset="0"/>
                        <a:ea typeface="黑体" pitchFamily="2" charset="-122"/>
                      </a:endParaRPr>
                    </a:p>
                  </a:txBody>
                  <a:tcPr marT="45726" marB="45726"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28575" cap="flat" cmpd="sng" algn="ctr">
                      <a:solidFill>
                        <a:schemeClr val="tx1"/>
                      </a:solidFill>
                      <a:prstDash val="solid"/>
                      <a:round/>
                      <a:headEnd type="none" w="sm" len="sm"/>
                      <a:tailEnd type="none" w="sm" len="sm"/>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
                          <a:schemeClr val="folHlink"/>
                        </a:buClr>
                        <a:buSzPct val="60000"/>
                        <a:buFont typeface="Wingdings" pitchFamily="2" charset="2"/>
                        <a:buNone/>
                        <a:tabLst/>
                      </a:pPr>
                      <a:endParaRPr kumimoji="0" lang="zh-CN" altLang="zh-CN" sz="2800" b="0" i="0" u="none" strike="noStrike" cap="none" normalizeH="0" baseline="0" dirty="0">
                        <a:ln>
                          <a:noFill/>
                        </a:ln>
                        <a:solidFill>
                          <a:schemeClr val="tx2"/>
                        </a:solidFill>
                        <a:effectLst/>
                        <a:latin typeface="Times New Roman" pitchFamily="18" charset="0"/>
                        <a:ea typeface="黑体" pitchFamily="2" charset="-122"/>
                      </a:endParaRPr>
                    </a:p>
                  </a:txBody>
                  <a:tcPr marT="45726" marB="45726" horzOverflow="overflow">
                    <a:lnL w="12700" cap="flat" cmpd="sng" algn="ctr">
                      <a:solidFill>
                        <a:schemeClr val="tx1"/>
                      </a:solidFill>
                      <a:prstDash val="solid"/>
                      <a:round/>
                      <a:headEnd type="none" w="sm" len="sm"/>
                      <a:tailEnd type="none" w="sm" len="sm"/>
                    </a:lnL>
                    <a:lnR w="28575"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28575" cap="flat" cmpd="sng" algn="ctr">
                      <a:solidFill>
                        <a:schemeClr val="tx1"/>
                      </a:solidFill>
                      <a:prstDash val="solid"/>
                      <a:round/>
                      <a:headEnd type="none" w="sm" len="sm"/>
                      <a:tailEnd type="none" w="sm" len="sm"/>
                    </a:lnB>
                    <a:lnTlToBr>
                      <a:noFill/>
                    </a:lnTlToBr>
                    <a:lnBlToTr>
                      <a:noFill/>
                    </a:lnBlToTr>
                    <a:noFill/>
                  </a:tcPr>
                </a:tc>
                <a:extLst>
                  <a:ext uri="{0D108BD9-81ED-4DB2-BD59-A6C34878D82A}">
                    <a16:rowId xmlns:a16="http://schemas.microsoft.com/office/drawing/2014/main" val="10008"/>
                  </a:ext>
                </a:extLst>
              </a:tr>
            </a:tbl>
          </a:graphicData>
        </a:graphic>
      </p:graphicFrame>
      <p:sp>
        <p:nvSpPr>
          <p:cNvPr id="2" name="日期占位符 1">
            <a:extLst>
              <a:ext uri="{FF2B5EF4-FFF2-40B4-BE49-F238E27FC236}">
                <a16:creationId xmlns:a16="http://schemas.microsoft.com/office/drawing/2014/main" id="{04676B8A-1CE0-F537-9F3A-1FBEB62CCA8B}"/>
              </a:ext>
            </a:extLst>
          </p:cNvPr>
          <p:cNvSpPr>
            <a:spLocks noGrp="1"/>
          </p:cNvSpPr>
          <p:nvPr>
            <p:ph type="dt" sz="half" idx="10"/>
          </p:nvPr>
        </p:nvSpPr>
        <p:spPr/>
        <p:txBody>
          <a:bodyPr/>
          <a:lstStyle/>
          <a:p>
            <a:fld id="{28EBA351-BBCF-47CC-ADB5-559F6E2DE271}" type="datetime2">
              <a:rPr lang="zh-CN" altLang="en-US" smtClean="0"/>
              <a:pPr/>
              <a:t>2025年11月26日</a:t>
            </a:fld>
            <a:endParaRPr lang="zh-CN" altLang="en-US"/>
          </a:p>
        </p:txBody>
      </p:sp>
      <p:sp>
        <p:nvSpPr>
          <p:cNvPr id="3" name="页脚占位符 2">
            <a:extLst>
              <a:ext uri="{FF2B5EF4-FFF2-40B4-BE49-F238E27FC236}">
                <a16:creationId xmlns:a16="http://schemas.microsoft.com/office/drawing/2014/main" id="{C578F60D-AC68-F8D1-F649-CE2F0D3314DF}"/>
              </a:ext>
            </a:extLst>
          </p:cNvPr>
          <p:cNvSpPr>
            <a:spLocks noGrp="1"/>
          </p:cNvSpPr>
          <p:nvPr>
            <p:ph type="ftr" sz="quarter" idx="11"/>
          </p:nvPr>
        </p:nvSpPr>
        <p:spPr/>
        <p:txBody>
          <a:bodyPr/>
          <a:lstStyle/>
          <a:p>
            <a:r>
              <a:rPr lang="zh-CN" altLang="en-US"/>
              <a:t>编译原理</a:t>
            </a:r>
            <a:r>
              <a:rPr lang="en-US" altLang="zh-CN"/>
              <a:t>-</a:t>
            </a:r>
            <a:r>
              <a:rPr lang="zh-CN" altLang="en-US"/>
              <a:t>王欣捷</a:t>
            </a:r>
            <a:r>
              <a:rPr lang="en-US" altLang="zh-CN"/>
              <a:t>-</a:t>
            </a:r>
            <a:r>
              <a:rPr lang="zh-CN" altLang="en-US"/>
              <a:t>第三章 语法分析</a:t>
            </a:r>
            <a:r>
              <a:rPr lang="en-US" altLang="zh-CN"/>
              <a:t>(4)</a:t>
            </a:r>
            <a:endParaRPr lang="zh-CN" altLang="en-US"/>
          </a:p>
        </p:txBody>
      </p:sp>
      <p:sp>
        <p:nvSpPr>
          <p:cNvPr id="4" name="灯片编号占位符 3">
            <a:extLst>
              <a:ext uri="{FF2B5EF4-FFF2-40B4-BE49-F238E27FC236}">
                <a16:creationId xmlns:a16="http://schemas.microsoft.com/office/drawing/2014/main" id="{6B212459-4DDF-6D7F-28D7-043C7BC25FCE}"/>
              </a:ext>
            </a:extLst>
          </p:cNvPr>
          <p:cNvSpPr>
            <a:spLocks noGrp="1"/>
          </p:cNvSpPr>
          <p:nvPr>
            <p:ph type="sldNum" sz="quarter" idx="12"/>
          </p:nvPr>
        </p:nvSpPr>
        <p:spPr/>
        <p:txBody>
          <a:bodyPr/>
          <a:lstStyle/>
          <a:p>
            <a:fld id="{094DEB03-EFC6-4C20-8FC8-295189A5386F}" type="slidenum">
              <a:rPr lang="zh-CN" altLang="en-US" smtClean="0"/>
              <a:pPr/>
              <a:t>94</a:t>
            </a:fld>
            <a:endParaRPr lang="zh-CN" altLang="en-US"/>
          </a:p>
        </p:txBody>
      </p:sp>
    </p:spTree>
  </p:cSld>
  <p:clrMapOvr>
    <a:masterClrMapping/>
  </p:clrMapOvr>
</p:sld>
</file>

<file path=ppt/slides/slide9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3426" name="Rectangle 2">
            <a:extLst>
              <a:ext uri="{FF2B5EF4-FFF2-40B4-BE49-F238E27FC236}">
                <a16:creationId xmlns:a16="http://schemas.microsoft.com/office/drawing/2014/main" id="{E3379FAD-8C22-48AA-A90B-B7BE8C83AD4D}"/>
              </a:ext>
            </a:extLst>
          </p:cNvPr>
          <p:cNvSpPr>
            <a:spLocks noGrp="1" noChangeArrowheads="1"/>
          </p:cNvSpPr>
          <p:nvPr>
            <p:ph type="title"/>
          </p:nvPr>
        </p:nvSpPr>
        <p:spPr/>
        <p:txBody>
          <a:bodyPr/>
          <a:lstStyle/>
          <a:p>
            <a:pPr eaLnBrk="1" hangingPunct="1"/>
            <a:r>
              <a:rPr lang="en-US" altLang="zh-CN" sz="4000"/>
              <a:t>3.3.6 </a:t>
            </a:r>
            <a:r>
              <a:rPr lang="zh-CN" altLang="en-US" sz="4000"/>
              <a:t>预测分析的错误恢复</a:t>
            </a:r>
          </a:p>
        </p:txBody>
      </p:sp>
      <p:sp>
        <p:nvSpPr>
          <p:cNvPr id="103427" name="Rectangle 3">
            <a:extLst>
              <a:ext uri="{FF2B5EF4-FFF2-40B4-BE49-F238E27FC236}">
                <a16:creationId xmlns:a16="http://schemas.microsoft.com/office/drawing/2014/main" id="{7776F104-6664-4752-9A85-569DDDA222B9}"/>
              </a:ext>
            </a:extLst>
          </p:cNvPr>
          <p:cNvSpPr>
            <a:spLocks noGrp="1" noChangeArrowheads="1"/>
          </p:cNvSpPr>
          <p:nvPr>
            <p:ph idx="1"/>
          </p:nvPr>
        </p:nvSpPr>
        <p:spPr/>
        <p:txBody>
          <a:bodyPr/>
          <a:lstStyle/>
          <a:p>
            <a:pPr eaLnBrk="1" hangingPunct="1">
              <a:lnSpc>
                <a:spcPct val="90000"/>
              </a:lnSpc>
              <a:buFont typeface="Wingdings" panose="05000000000000000000" pitchFamily="2" charset="2"/>
              <a:buNone/>
            </a:pPr>
            <a:r>
              <a:rPr lang="zh-CN" altLang="en-US" sz="2800"/>
              <a:t>预测分析器对 </a:t>
            </a:r>
            <a:r>
              <a:rPr lang="en-US" altLang="zh-CN" sz="2800" b="1"/>
              <a:t>+id * +id</a:t>
            </a:r>
            <a:r>
              <a:rPr lang="en-US" altLang="zh-CN" sz="2800"/>
              <a:t> </a:t>
            </a:r>
            <a:r>
              <a:rPr lang="zh-CN" altLang="en-US" sz="2800"/>
              <a:t>的分析和错误恢复</a:t>
            </a:r>
          </a:p>
        </p:txBody>
      </p:sp>
      <p:graphicFrame>
        <p:nvGraphicFramePr>
          <p:cNvPr id="7" name="Group 4">
            <a:extLst>
              <a:ext uri="{FF2B5EF4-FFF2-40B4-BE49-F238E27FC236}">
                <a16:creationId xmlns:a16="http://schemas.microsoft.com/office/drawing/2014/main" id="{54487CD2-D8B2-4580-93BC-A7BD24D02965}"/>
              </a:ext>
            </a:extLst>
          </p:cNvPr>
          <p:cNvGraphicFramePr>
            <a:graphicFrameLocks/>
          </p:cNvGraphicFramePr>
          <p:nvPr>
            <p:extLst>
              <p:ext uri="{D42A27DB-BD31-4B8C-83A1-F6EECF244321}">
                <p14:modId xmlns:p14="http://schemas.microsoft.com/office/powerpoint/2010/main" val="1445194049"/>
              </p:ext>
            </p:extLst>
          </p:nvPr>
        </p:nvGraphicFramePr>
        <p:xfrm>
          <a:off x="533400" y="1981200"/>
          <a:ext cx="8305800" cy="4664079"/>
        </p:xfrm>
        <a:graphic>
          <a:graphicData uri="http://schemas.openxmlformats.org/drawingml/2006/table">
            <a:tbl>
              <a:tblPr/>
              <a:tblGrid>
                <a:gridCol w="2690813">
                  <a:extLst>
                    <a:ext uri="{9D8B030D-6E8A-4147-A177-3AD203B41FA5}">
                      <a16:colId xmlns:a16="http://schemas.microsoft.com/office/drawing/2014/main" val="20000"/>
                    </a:ext>
                  </a:extLst>
                </a:gridCol>
                <a:gridCol w="2808287">
                  <a:extLst>
                    <a:ext uri="{9D8B030D-6E8A-4147-A177-3AD203B41FA5}">
                      <a16:colId xmlns:a16="http://schemas.microsoft.com/office/drawing/2014/main" val="20001"/>
                    </a:ext>
                  </a:extLst>
                </a:gridCol>
                <a:gridCol w="2806700">
                  <a:extLst>
                    <a:ext uri="{9D8B030D-6E8A-4147-A177-3AD203B41FA5}">
                      <a16:colId xmlns:a16="http://schemas.microsoft.com/office/drawing/2014/main" val="20002"/>
                    </a:ext>
                  </a:extLst>
                </a:gridCol>
              </a:tblGrid>
              <a:tr h="518231">
                <a:tc>
                  <a:txBody>
                    <a:body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itchFamily="2" charset="2"/>
                        <a:buNone/>
                        <a:tabLst/>
                      </a:pPr>
                      <a:r>
                        <a:rPr kumimoji="0" lang="zh-CN" altLang="en-US" sz="2800" b="0" i="0" u="none" strike="noStrike" cap="none" normalizeH="0" baseline="0">
                          <a:ln>
                            <a:noFill/>
                          </a:ln>
                          <a:solidFill>
                            <a:schemeClr val="tx1"/>
                          </a:solidFill>
                          <a:effectLst/>
                          <a:latin typeface="Times New Roman" pitchFamily="18" charset="0"/>
                          <a:ea typeface="黑体" pitchFamily="2" charset="-122"/>
                        </a:rPr>
                        <a:t>栈 </a:t>
                      </a:r>
                    </a:p>
                  </a:txBody>
                  <a:tcPr marT="45726" marB="45726" horzOverflow="overflow">
                    <a:lnL w="28575"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28575"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a:txBody>
                    <a:body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itchFamily="2" charset="2"/>
                        <a:buNone/>
                        <a:tabLst/>
                      </a:pPr>
                      <a:r>
                        <a:rPr kumimoji="0" lang="zh-CN" altLang="en-US" sz="2800" b="0" i="0" u="none" strike="noStrike" cap="none" normalizeH="0" baseline="0">
                          <a:ln>
                            <a:noFill/>
                          </a:ln>
                          <a:solidFill>
                            <a:schemeClr val="tx1"/>
                          </a:solidFill>
                          <a:effectLst/>
                          <a:latin typeface="Times New Roman" pitchFamily="18" charset="0"/>
                          <a:ea typeface="黑体" pitchFamily="2" charset="-122"/>
                        </a:rPr>
                        <a:t>输    入 </a:t>
                      </a:r>
                    </a:p>
                  </a:txBody>
                  <a:tcPr marT="45726" marB="45726"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28575"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a:txBody>
                    <a:body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itchFamily="2" charset="2"/>
                        <a:buNone/>
                        <a:tabLst/>
                      </a:pPr>
                      <a:r>
                        <a:rPr kumimoji="0" lang="zh-CN" altLang="en-US" sz="2800" b="0" i="0" u="none" strike="noStrike" cap="none" normalizeH="0" baseline="0">
                          <a:ln>
                            <a:noFill/>
                          </a:ln>
                          <a:solidFill>
                            <a:schemeClr val="tx1"/>
                          </a:solidFill>
                          <a:effectLst/>
                          <a:latin typeface="Times New Roman" pitchFamily="18" charset="0"/>
                          <a:ea typeface="黑体" pitchFamily="2" charset="-122"/>
                        </a:rPr>
                        <a:t>输    出 </a:t>
                      </a:r>
                    </a:p>
                  </a:txBody>
                  <a:tcPr marT="45726" marB="45726" horzOverflow="overflow">
                    <a:lnL w="12700" cap="flat" cmpd="sng" algn="ctr">
                      <a:solidFill>
                        <a:schemeClr val="tx1"/>
                      </a:solidFill>
                      <a:prstDash val="solid"/>
                      <a:round/>
                      <a:headEnd type="none" w="sm" len="sm"/>
                      <a:tailEnd type="none" w="sm" len="sm"/>
                    </a:lnL>
                    <a:lnR w="28575" cap="flat" cmpd="sng" algn="ctr">
                      <a:solidFill>
                        <a:schemeClr val="tx1"/>
                      </a:solidFill>
                      <a:prstDash val="solid"/>
                      <a:round/>
                      <a:headEnd type="none" w="sm" len="sm"/>
                      <a:tailEnd type="none" w="sm" len="sm"/>
                    </a:lnR>
                    <a:lnT w="28575"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extLst>
                  <a:ext uri="{0D108BD9-81ED-4DB2-BD59-A6C34878D82A}">
                    <a16:rowId xmlns:a16="http://schemas.microsoft.com/office/drawing/2014/main" val="10000"/>
                  </a:ext>
                </a:extLst>
              </a:tr>
              <a:tr h="518231">
                <a:tc>
                  <a:txBody>
                    <a:bodyPr/>
                    <a:lstStyle/>
                    <a:p>
                      <a:pPr marL="0" marR="0" lvl="0" indent="0" algn="l" defTabSz="914400" rtl="0" eaLnBrk="1" fontAlgn="base" latinLnBrk="0" hangingPunct="1">
                        <a:lnSpc>
                          <a:spcPct val="100000"/>
                        </a:lnSpc>
                        <a:spcBef>
                          <a:spcPct val="20000"/>
                        </a:spcBef>
                        <a:spcAft>
                          <a:spcPct val="0"/>
                        </a:spcAft>
                        <a:buClr>
                          <a:schemeClr val="folHlink"/>
                        </a:buClr>
                        <a:buSzPct val="60000"/>
                        <a:buFont typeface="Wingdings" pitchFamily="2" charset="2"/>
                        <a:buNone/>
                        <a:tabLst/>
                      </a:pPr>
                      <a:r>
                        <a:rPr kumimoji="0" lang="en-US" altLang="zh-CN" sz="2800" b="1" i="0" u="none" strike="noStrike" cap="none" normalizeH="0" baseline="0">
                          <a:ln>
                            <a:noFill/>
                          </a:ln>
                          <a:solidFill>
                            <a:schemeClr val="tx1"/>
                          </a:solidFill>
                          <a:effectLst/>
                          <a:latin typeface="Times New Roman" pitchFamily="18" charset="0"/>
                          <a:ea typeface="黑体" pitchFamily="2" charset="-122"/>
                        </a:rPr>
                        <a:t>$</a:t>
                      </a:r>
                      <a:r>
                        <a:rPr kumimoji="0" lang="en-US" altLang="zh-CN" sz="2800" b="1" i="1" u="none" strike="noStrike" cap="none" normalizeH="0" baseline="0">
                          <a:ln>
                            <a:noFill/>
                          </a:ln>
                          <a:solidFill>
                            <a:schemeClr val="tx1"/>
                          </a:solidFill>
                          <a:effectLst/>
                          <a:latin typeface="Times New Roman" pitchFamily="18" charset="0"/>
                          <a:ea typeface="黑体" pitchFamily="2" charset="-122"/>
                        </a:rPr>
                        <a:t>E</a:t>
                      </a:r>
                      <a:r>
                        <a:rPr kumimoji="0" lang="en-US" altLang="zh-CN" sz="2800" b="0" i="0" u="none" strike="noStrike" cap="none" normalizeH="0" baseline="0">
                          <a:ln>
                            <a:noFill/>
                          </a:ln>
                          <a:solidFill>
                            <a:schemeClr val="tx1"/>
                          </a:solidFill>
                          <a:effectLst/>
                          <a:latin typeface="Times New Roman" pitchFamily="18" charset="0"/>
                          <a:ea typeface="黑体" pitchFamily="2" charset="-122"/>
                        </a:rPr>
                        <a:t> </a:t>
                      </a:r>
                    </a:p>
                  </a:txBody>
                  <a:tcPr marT="45726" marB="45726" horzOverflow="overflow">
                    <a:lnL w="28575"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
                          <a:schemeClr val="folHlink"/>
                        </a:buClr>
                        <a:buSzPct val="60000"/>
                        <a:buFont typeface="Wingdings" pitchFamily="2" charset="2"/>
                        <a:buNone/>
                        <a:tabLst/>
                      </a:pPr>
                      <a:r>
                        <a:rPr kumimoji="0" lang="en-US" altLang="zh-CN" sz="2800" b="1" i="0" u="none" strike="noStrike" cap="none" normalizeH="0" baseline="0">
                          <a:ln>
                            <a:noFill/>
                          </a:ln>
                          <a:solidFill>
                            <a:schemeClr val="tx1"/>
                          </a:solidFill>
                          <a:effectLst/>
                          <a:latin typeface="Times New Roman" pitchFamily="18" charset="0"/>
                          <a:ea typeface="黑体" pitchFamily="2" charset="-122"/>
                        </a:rPr>
                        <a:t>     +id </a:t>
                      </a:r>
                      <a:r>
                        <a:rPr kumimoji="0" lang="en-US" altLang="zh-CN" sz="2800" b="1" i="0" u="none" strike="noStrike" cap="none" normalizeH="0" baseline="0">
                          <a:ln>
                            <a:noFill/>
                          </a:ln>
                          <a:solidFill>
                            <a:schemeClr val="tx1"/>
                          </a:solidFill>
                          <a:effectLst/>
                          <a:latin typeface="Times New Roman" pitchFamily="18" charset="0"/>
                          <a:ea typeface="黑体" pitchFamily="2" charset="-122"/>
                          <a:cs typeface="Times New Roman" pitchFamily="18" charset="0"/>
                          <a:sym typeface="Symbol" pitchFamily="18" charset="2"/>
                        </a:rPr>
                        <a:t>+</a:t>
                      </a:r>
                      <a:r>
                        <a:rPr kumimoji="0" lang="en-US" altLang="zh-CN" sz="2800" b="1" i="0" u="none" strike="noStrike" cap="none" normalizeH="0" baseline="0">
                          <a:ln>
                            <a:noFill/>
                          </a:ln>
                          <a:solidFill>
                            <a:schemeClr val="tx1"/>
                          </a:solidFill>
                          <a:effectLst/>
                          <a:latin typeface="Times New Roman" pitchFamily="18" charset="0"/>
                          <a:ea typeface="黑体" pitchFamily="2" charset="-122"/>
                        </a:rPr>
                        <a:t> id $</a:t>
                      </a:r>
                      <a:r>
                        <a:rPr kumimoji="0" lang="en-US" altLang="zh-CN" sz="2800" b="0" i="0" u="none" strike="noStrike" cap="none" normalizeH="0" baseline="0">
                          <a:ln>
                            <a:noFill/>
                          </a:ln>
                          <a:solidFill>
                            <a:schemeClr val="tx1"/>
                          </a:solidFill>
                          <a:effectLst/>
                          <a:latin typeface="Times New Roman" pitchFamily="18" charset="0"/>
                          <a:ea typeface="黑体" pitchFamily="2" charset="-122"/>
                        </a:rPr>
                        <a:t> </a:t>
                      </a:r>
                    </a:p>
                  </a:txBody>
                  <a:tcPr marT="45726" marB="45726"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
                          <a:schemeClr val="folHlink"/>
                        </a:buClr>
                        <a:buSzPct val="60000"/>
                        <a:buFont typeface="Wingdings" pitchFamily="2" charset="2"/>
                        <a:buNone/>
                        <a:tabLst/>
                      </a:pPr>
                      <a:r>
                        <a:rPr kumimoji="0" lang="zh-CN" altLang="en-US" sz="2800" b="0" i="0" u="none" strike="noStrike" cap="none" normalizeH="0" baseline="0">
                          <a:ln>
                            <a:noFill/>
                          </a:ln>
                          <a:solidFill>
                            <a:schemeClr val="accent2"/>
                          </a:solidFill>
                          <a:effectLst/>
                          <a:latin typeface="Times New Roman" pitchFamily="18" charset="0"/>
                          <a:ea typeface="黑体" pitchFamily="2" charset="-122"/>
                        </a:rPr>
                        <a:t>出错，跳过</a:t>
                      </a:r>
                      <a:r>
                        <a:rPr kumimoji="0" lang="en-US" altLang="zh-CN" sz="2800" b="1" i="0" u="none" strike="noStrike" cap="none" normalizeH="0" baseline="0">
                          <a:ln>
                            <a:noFill/>
                          </a:ln>
                          <a:solidFill>
                            <a:schemeClr val="accent2"/>
                          </a:solidFill>
                          <a:effectLst/>
                          <a:latin typeface="Times New Roman" pitchFamily="18" charset="0"/>
                          <a:ea typeface="黑体" pitchFamily="2" charset="-122"/>
                        </a:rPr>
                        <a:t>+</a:t>
                      </a:r>
                    </a:p>
                  </a:txBody>
                  <a:tcPr marT="45726" marB="45726" horzOverflow="overflow">
                    <a:lnL w="12700" cap="flat" cmpd="sng" algn="ctr">
                      <a:solidFill>
                        <a:schemeClr val="tx1"/>
                      </a:solidFill>
                      <a:prstDash val="solid"/>
                      <a:round/>
                      <a:headEnd type="none" w="sm" len="sm"/>
                      <a:tailEnd type="none" w="sm" len="sm"/>
                    </a:lnL>
                    <a:lnR w="28575"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extLst>
                  <a:ext uri="{0D108BD9-81ED-4DB2-BD59-A6C34878D82A}">
                    <a16:rowId xmlns:a16="http://schemas.microsoft.com/office/drawing/2014/main" val="10001"/>
                  </a:ext>
                </a:extLst>
              </a:tr>
              <a:tr h="518231">
                <a:tc>
                  <a:txBody>
                    <a:bodyPr/>
                    <a:lstStyle/>
                    <a:p>
                      <a:pPr marL="0" marR="0" lvl="0" indent="0" algn="l" defTabSz="914400" rtl="0" eaLnBrk="1" fontAlgn="base" latinLnBrk="0" hangingPunct="1">
                        <a:lnSpc>
                          <a:spcPct val="100000"/>
                        </a:lnSpc>
                        <a:spcBef>
                          <a:spcPct val="20000"/>
                        </a:spcBef>
                        <a:spcAft>
                          <a:spcPct val="0"/>
                        </a:spcAft>
                        <a:buClr>
                          <a:schemeClr val="folHlink"/>
                        </a:buClr>
                        <a:buSzPct val="60000"/>
                        <a:buFont typeface="Wingdings" pitchFamily="2" charset="2"/>
                        <a:buNone/>
                        <a:tabLst/>
                      </a:pPr>
                      <a:r>
                        <a:rPr kumimoji="0" lang="en-US" altLang="zh-CN" sz="2800" b="1" i="0" u="none" strike="noStrike" cap="none" normalizeH="0" baseline="0">
                          <a:ln>
                            <a:noFill/>
                          </a:ln>
                          <a:solidFill>
                            <a:schemeClr val="tx1"/>
                          </a:solidFill>
                          <a:effectLst/>
                          <a:latin typeface="Times New Roman" pitchFamily="18" charset="0"/>
                          <a:ea typeface="黑体" pitchFamily="2" charset="-122"/>
                        </a:rPr>
                        <a:t>$</a:t>
                      </a:r>
                      <a:r>
                        <a:rPr kumimoji="0" lang="en-US" altLang="zh-CN" sz="2800" b="1" i="1" u="none" strike="noStrike" cap="none" normalizeH="0" baseline="0">
                          <a:ln>
                            <a:noFill/>
                          </a:ln>
                          <a:solidFill>
                            <a:schemeClr val="tx1"/>
                          </a:solidFill>
                          <a:effectLst/>
                          <a:latin typeface="Times New Roman" pitchFamily="18" charset="0"/>
                          <a:ea typeface="黑体" pitchFamily="2" charset="-122"/>
                        </a:rPr>
                        <a:t>E</a:t>
                      </a:r>
                    </a:p>
                  </a:txBody>
                  <a:tcPr marT="45726" marB="45726" horzOverflow="overflow">
                    <a:lnL w="28575"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
                          <a:schemeClr val="folHlink"/>
                        </a:buClr>
                        <a:buSzPct val="60000"/>
                        <a:buFont typeface="Wingdings" pitchFamily="2" charset="2"/>
                        <a:buNone/>
                        <a:tabLst/>
                      </a:pPr>
                      <a:r>
                        <a:rPr kumimoji="0" lang="en-US" altLang="zh-CN" sz="2800" b="1" i="0" u="none" strike="noStrike" cap="none" normalizeH="0" baseline="0">
                          <a:ln>
                            <a:noFill/>
                          </a:ln>
                          <a:solidFill>
                            <a:schemeClr val="tx1"/>
                          </a:solidFill>
                          <a:effectLst/>
                          <a:latin typeface="Times New Roman" pitchFamily="18" charset="0"/>
                          <a:ea typeface="黑体" pitchFamily="2" charset="-122"/>
                        </a:rPr>
                        <a:t>       id </a:t>
                      </a:r>
                      <a:r>
                        <a:rPr kumimoji="0" lang="en-US" altLang="zh-CN" sz="2800" b="1" i="0" u="none" strike="noStrike" cap="none" normalizeH="0" baseline="0">
                          <a:ln>
                            <a:noFill/>
                          </a:ln>
                          <a:solidFill>
                            <a:schemeClr val="tx1"/>
                          </a:solidFill>
                          <a:effectLst/>
                          <a:latin typeface="Times New Roman" pitchFamily="18" charset="0"/>
                          <a:ea typeface="黑体" pitchFamily="2" charset="-122"/>
                          <a:cs typeface="Times New Roman" pitchFamily="18" charset="0"/>
                          <a:sym typeface="Symbol" pitchFamily="18" charset="2"/>
                        </a:rPr>
                        <a:t>+</a:t>
                      </a:r>
                      <a:r>
                        <a:rPr kumimoji="0" lang="en-US" altLang="zh-CN" sz="2800" b="1" i="0" u="none" strike="noStrike" cap="none" normalizeH="0" baseline="0">
                          <a:ln>
                            <a:noFill/>
                          </a:ln>
                          <a:solidFill>
                            <a:schemeClr val="tx1"/>
                          </a:solidFill>
                          <a:effectLst/>
                          <a:latin typeface="Times New Roman" pitchFamily="18" charset="0"/>
                          <a:ea typeface="黑体" pitchFamily="2" charset="-122"/>
                        </a:rPr>
                        <a:t> id $</a:t>
                      </a:r>
                      <a:r>
                        <a:rPr kumimoji="0" lang="en-US" altLang="zh-CN" sz="2800" b="0" i="0" u="none" strike="noStrike" cap="none" normalizeH="0" baseline="0">
                          <a:ln>
                            <a:noFill/>
                          </a:ln>
                          <a:solidFill>
                            <a:schemeClr val="tx1"/>
                          </a:solidFill>
                          <a:effectLst/>
                          <a:latin typeface="Times New Roman" pitchFamily="18" charset="0"/>
                          <a:ea typeface="黑体" pitchFamily="2" charset="-122"/>
                        </a:rPr>
                        <a:t> </a:t>
                      </a:r>
                    </a:p>
                  </a:txBody>
                  <a:tcPr marT="45726" marB="45726"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
                          <a:schemeClr val="folHlink"/>
                        </a:buClr>
                        <a:buSzPct val="60000"/>
                        <a:buFont typeface="Wingdings" pitchFamily="2" charset="2"/>
                        <a:buNone/>
                        <a:tabLst/>
                      </a:pPr>
                      <a:r>
                        <a:rPr kumimoji="0" lang="en-US" altLang="zh-CN" sz="2800" b="1" i="0" u="none" strike="noStrike" cap="none" normalizeH="0" baseline="0">
                          <a:ln>
                            <a:noFill/>
                          </a:ln>
                          <a:solidFill>
                            <a:schemeClr val="accent2"/>
                          </a:solidFill>
                          <a:effectLst/>
                          <a:latin typeface="Times New Roman" pitchFamily="18" charset="0"/>
                          <a:ea typeface="黑体" pitchFamily="2" charset="-122"/>
                        </a:rPr>
                        <a:t>id</a:t>
                      </a:r>
                      <a:r>
                        <a:rPr kumimoji="0" lang="zh-CN" altLang="en-US" sz="2800" b="0" i="0" u="none" strike="noStrike" cap="none" normalizeH="0" baseline="0">
                          <a:ln>
                            <a:noFill/>
                          </a:ln>
                          <a:solidFill>
                            <a:schemeClr val="accent2"/>
                          </a:solidFill>
                          <a:effectLst/>
                          <a:latin typeface="Times New Roman" pitchFamily="18" charset="0"/>
                          <a:ea typeface="黑体" pitchFamily="2" charset="-122"/>
                        </a:rPr>
                        <a:t>属于</a:t>
                      </a:r>
                      <a:r>
                        <a:rPr kumimoji="0" lang="en-US" altLang="zh-CN" sz="2800" b="1" i="0" u="none" strike="noStrike" cap="none" normalizeH="0" baseline="0">
                          <a:ln>
                            <a:noFill/>
                          </a:ln>
                          <a:solidFill>
                            <a:schemeClr val="accent2"/>
                          </a:solidFill>
                          <a:effectLst/>
                          <a:latin typeface="Times New Roman" pitchFamily="18" charset="0"/>
                          <a:ea typeface="黑体" pitchFamily="2" charset="-122"/>
                        </a:rPr>
                        <a:t>FIRST</a:t>
                      </a:r>
                      <a:r>
                        <a:rPr kumimoji="0" lang="en-US" altLang="zh-CN" sz="2800" b="0" i="0" u="none" strike="noStrike" cap="none" normalizeH="0" baseline="0">
                          <a:ln>
                            <a:noFill/>
                          </a:ln>
                          <a:solidFill>
                            <a:schemeClr val="accent2"/>
                          </a:solidFill>
                          <a:effectLst/>
                          <a:latin typeface="Times New Roman" pitchFamily="18" charset="0"/>
                          <a:ea typeface="黑体" pitchFamily="2" charset="-122"/>
                        </a:rPr>
                        <a:t>(</a:t>
                      </a:r>
                      <a:r>
                        <a:rPr kumimoji="0" lang="en-US" altLang="zh-CN" sz="2800" b="1" i="1" u="none" strike="noStrike" cap="none" normalizeH="0" baseline="0">
                          <a:ln>
                            <a:noFill/>
                          </a:ln>
                          <a:solidFill>
                            <a:schemeClr val="accent2"/>
                          </a:solidFill>
                          <a:effectLst/>
                          <a:latin typeface="Times New Roman" pitchFamily="18" charset="0"/>
                          <a:ea typeface="黑体" pitchFamily="2" charset="-122"/>
                        </a:rPr>
                        <a:t>E</a:t>
                      </a:r>
                      <a:r>
                        <a:rPr kumimoji="0" lang="en-US" altLang="zh-CN" sz="2800" b="0" i="0" u="none" strike="noStrike" cap="none" normalizeH="0" baseline="0">
                          <a:ln>
                            <a:noFill/>
                          </a:ln>
                          <a:solidFill>
                            <a:schemeClr val="accent2"/>
                          </a:solidFill>
                          <a:effectLst/>
                          <a:latin typeface="Times New Roman" pitchFamily="18" charset="0"/>
                          <a:ea typeface="黑体" pitchFamily="2" charset="-122"/>
                        </a:rPr>
                        <a:t>)</a:t>
                      </a:r>
                    </a:p>
                  </a:txBody>
                  <a:tcPr marT="45726" marB="45726" horzOverflow="overflow">
                    <a:lnL w="12700" cap="flat" cmpd="sng" algn="ctr">
                      <a:solidFill>
                        <a:schemeClr val="tx1"/>
                      </a:solidFill>
                      <a:prstDash val="solid"/>
                      <a:round/>
                      <a:headEnd type="none" w="sm" len="sm"/>
                      <a:tailEnd type="none" w="sm" len="sm"/>
                    </a:lnL>
                    <a:lnR w="28575"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extLst>
                  <a:ext uri="{0D108BD9-81ED-4DB2-BD59-A6C34878D82A}">
                    <a16:rowId xmlns:a16="http://schemas.microsoft.com/office/drawing/2014/main" val="10002"/>
                  </a:ext>
                </a:extLst>
              </a:tr>
              <a:tr h="518231">
                <a:tc>
                  <a:txBody>
                    <a:bodyPr/>
                    <a:lstStyle/>
                    <a:p>
                      <a:pPr marL="0" marR="0" lvl="0" indent="0" algn="l" defTabSz="914400" rtl="0" eaLnBrk="1" fontAlgn="base" latinLnBrk="0" hangingPunct="1">
                        <a:lnSpc>
                          <a:spcPct val="100000"/>
                        </a:lnSpc>
                        <a:spcBef>
                          <a:spcPct val="20000"/>
                        </a:spcBef>
                        <a:spcAft>
                          <a:spcPct val="0"/>
                        </a:spcAft>
                        <a:buClr>
                          <a:schemeClr val="folHlink"/>
                        </a:buClr>
                        <a:buSzPct val="60000"/>
                        <a:buFont typeface="Wingdings" pitchFamily="2" charset="2"/>
                        <a:buNone/>
                        <a:tabLst/>
                      </a:pPr>
                      <a:r>
                        <a:rPr kumimoji="0" lang="en-US" altLang="zh-CN" sz="2800" b="1" i="0" u="none" strike="noStrike" cap="none" normalizeH="0" baseline="0">
                          <a:ln>
                            <a:noFill/>
                          </a:ln>
                          <a:solidFill>
                            <a:schemeClr val="tx1"/>
                          </a:solidFill>
                          <a:effectLst/>
                          <a:latin typeface="Times New Roman" pitchFamily="18" charset="0"/>
                          <a:ea typeface="黑体" pitchFamily="2" charset="-122"/>
                        </a:rPr>
                        <a:t>$</a:t>
                      </a:r>
                      <a:r>
                        <a:rPr kumimoji="0" lang="en-US" altLang="zh-CN" sz="2800" b="1" i="1" u="none" strike="noStrike" cap="none" normalizeH="0" baseline="0">
                          <a:ln>
                            <a:noFill/>
                          </a:ln>
                          <a:solidFill>
                            <a:schemeClr val="tx1"/>
                          </a:solidFill>
                          <a:effectLst/>
                          <a:latin typeface="Times New Roman" pitchFamily="18" charset="0"/>
                          <a:ea typeface="黑体" pitchFamily="2" charset="-122"/>
                        </a:rPr>
                        <a:t>E </a:t>
                      </a:r>
                      <a:r>
                        <a:rPr kumimoji="0" lang="en-US" altLang="zh-CN" sz="2800" b="1" i="0" u="none" strike="noStrike" cap="none" normalizeH="0" baseline="0">
                          <a:ln>
                            <a:noFill/>
                          </a:ln>
                          <a:solidFill>
                            <a:schemeClr val="tx1"/>
                          </a:solidFill>
                          <a:effectLst/>
                          <a:latin typeface="Times New Roman" pitchFamily="18" charset="0"/>
                          <a:ea typeface="黑体" pitchFamily="2" charset="-122"/>
                          <a:sym typeface="Symbol" pitchFamily="18" charset="2"/>
                        </a:rPr>
                        <a:t></a:t>
                      </a:r>
                      <a:r>
                        <a:rPr kumimoji="0" lang="en-US" altLang="zh-CN" sz="2800" b="1" i="1" u="none" strike="noStrike" cap="none" normalizeH="0" baseline="0">
                          <a:ln>
                            <a:noFill/>
                          </a:ln>
                          <a:solidFill>
                            <a:schemeClr val="tx1"/>
                          </a:solidFill>
                          <a:effectLst/>
                          <a:latin typeface="Times New Roman" pitchFamily="18" charset="0"/>
                          <a:ea typeface="黑体" pitchFamily="2" charset="-122"/>
                          <a:sym typeface="Symbol" pitchFamily="18" charset="2"/>
                        </a:rPr>
                        <a:t>T</a:t>
                      </a:r>
                    </a:p>
                  </a:txBody>
                  <a:tcPr marT="45726" marB="45726" horzOverflow="overflow">
                    <a:lnL w="28575"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
                          <a:schemeClr val="folHlink"/>
                        </a:buClr>
                        <a:buSzPct val="60000"/>
                        <a:buFont typeface="Wingdings" pitchFamily="2" charset="2"/>
                        <a:buNone/>
                        <a:tabLst/>
                      </a:pPr>
                      <a:r>
                        <a:rPr kumimoji="0" lang="en-US" altLang="zh-CN" sz="2800" b="1" i="0" u="none" strike="noStrike" cap="none" normalizeH="0" baseline="0">
                          <a:ln>
                            <a:noFill/>
                          </a:ln>
                          <a:solidFill>
                            <a:schemeClr val="tx1"/>
                          </a:solidFill>
                          <a:effectLst/>
                          <a:latin typeface="Times New Roman" pitchFamily="18" charset="0"/>
                          <a:ea typeface="黑体" pitchFamily="2" charset="-122"/>
                        </a:rPr>
                        <a:t>       id </a:t>
                      </a:r>
                      <a:r>
                        <a:rPr kumimoji="0" lang="en-US" altLang="zh-CN" sz="2800" b="1" i="0" u="none" strike="noStrike" cap="none" normalizeH="0" baseline="0">
                          <a:ln>
                            <a:noFill/>
                          </a:ln>
                          <a:solidFill>
                            <a:schemeClr val="tx1"/>
                          </a:solidFill>
                          <a:effectLst/>
                          <a:latin typeface="Times New Roman" pitchFamily="18" charset="0"/>
                          <a:ea typeface="黑体" pitchFamily="2" charset="-122"/>
                          <a:cs typeface="Times New Roman" pitchFamily="18" charset="0"/>
                          <a:sym typeface="Symbol" pitchFamily="18" charset="2"/>
                        </a:rPr>
                        <a:t>+</a:t>
                      </a:r>
                      <a:r>
                        <a:rPr kumimoji="0" lang="en-US" altLang="zh-CN" sz="2800" b="1" i="0" u="none" strike="noStrike" cap="none" normalizeH="0" baseline="0">
                          <a:ln>
                            <a:noFill/>
                          </a:ln>
                          <a:solidFill>
                            <a:schemeClr val="tx1"/>
                          </a:solidFill>
                          <a:effectLst/>
                          <a:latin typeface="Times New Roman" pitchFamily="18" charset="0"/>
                          <a:ea typeface="黑体" pitchFamily="2" charset="-122"/>
                        </a:rPr>
                        <a:t> id $</a:t>
                      </a:r>
                    </a:p>
                  </a:txBody>
                  <a:tcPr marT="45726" marB="45726"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
                          <a:schemeClr val="folHlink"/>
                        </a:buClr>
                        <a:buSzPct val="60000"/>
                        <a:buFont typeface="Wingdings" pitchFamily="2" charset="2"/>
                        <a:buNone/>
                        <a:tabLst/>
                      </a:pPr>
                      <a:r>
                        <a:rPr kumimoji="0" lang="en-US" altLang="zh-CN" sz="2800" b="1" i="1" u="none" strike="noStrike" cap="none" normalizeH="0" baseline="0">
                          <a:ln>
                            <a:noFill/>
                          </a:ln>
                          <a:solidFill>
                            <a:schemeClr val="tx1"/>
                          </a:solidFill>
                          <a:effectLst/>
                          <a:latin typeface="Times New Roman" pitchFamily="18" charset="0"/>
                          <a:ea typeface="黑体" pitchFamily="2" charset="-122"/>
                        </a:rPr>
                        <a:t>E</a:t>
                      </a:r>
                      <a:r>
                        <a:rPr kumimoji="0" lang="en-US" altLang="zh-CN" sz="2800" b="1" i="0" u="none" strike="noStrike" cap="none" normalizeH="0" baseline="0">
                          <a:ln>
                            <a:noFill/>
                          </a:ln>
                          <a:solidFill>
                            <a:schemeClr val="tx1"/>
                          </a:solidFill>
                          <a:effectLst/>
                          <a:latin typeface="Times New Roman" pitchFamily="18" charset="0"/>
                          <a:ea typeface="黑体" pitchFamily="2" charset="-122"/>
                        </a:rPr>
                        <a:t> </a:t>
                      </a:r>
                      <a:r>
                        <a:rPr kumimoji="0" lang="en-US" altLang="zh-CN" sz="2800" b="1" i="0" u="none" strike="noStrike" cap="none" normalizeH="0" baseline="0">
                          <a:ln>
                            <a:noFill/>
                          </a:ln>
                          <a:solidFill>
                            <a:schemeClr val="tx1"/>
                          </a:solidFill>
                          <a:effectLst/>
                          <a:latin typeface="Times New Roman" pitchFamily="18" charset="0"/>
                          <a:ea typeface="黑体" pitchFamily="2" charset="-122"/>
                          <a:sym typeface="Symbol" pitchFamily="18" charset="2"/>
                        </a:rPr>
                        <a:t></a:t>
                      </a:r>
                      <a:r>
                        <a:rPr kumimoji="0" lang="en-US" altLang="zh-CN" sz="2800" b="1" i="0" u="none" strike="noStrike" cap="none" normalizeH="0" baseline="0">
                          <a:ln>
                            <a:noFill/>
                          </a:ln>
                          <a:solidFill>
                            <a:schemeClr val="tx1"/>
                          </a:solidFill>
                          <a:effectLst/>
                          <a:latin typeface="Times New Roman" pitchFamily="18" charset="0"/>
                          <a:ea typeface="黑体" pitchFamily="2" charset="-122"/>
                        </a:rPr>
                        <a:t> </a:t>
                      </a:r>
                      <a:r>
                        <a:rPr kumimoji="0" lang="en-US" altLang="zh-CN" sz="2800" b="1" i="1" u="none" strike="noStrike" cap="none" normalizeH="0" baseline="0">
                          <a:ln>
                            <a:noFill/>
                          </a:ln>
                          <a:solidFill>
                            <a:schemeClr val="tx1"/>
                          </a:solidFill>
                          <a:effectLst/>
                          <a:latin typeface="Times New Roman" pitchFamily="18" charset="0"/>
                          <a:ea typeface="黑体" pitchFamily="2" charset="-122"/>
                        </a:rPr>
                        <a:t>TE </a:t>
                      </a:r>
                      <a:r>
                        <a:rPr kumimoji="0" lang="en-US" altLang="zh-CN" sz="2800" b="1" i="0" u="none" strike="noStrike" cap="none" normalizeH="0" baseline="0">
                          <a:ln>
                            <a:noFill/>
                          </a:ln>
                          <a:solidFill>
                            <a:schemeClr val="tx1"/>
                          </a:solidFill>
                          <a:effectLst/>
                          <a:latin typeface="Times New Roman" pitchFamily="18" charset="0"/>
                          <a:ea typeface="黑体" pitchFamily="2" charset="-122"/>
                          <a:sym typeface="Symbol" pitchFamily="18" charset="2"/>
                        </a:rPr>
                        <a:t></a:t>
                      </a:r>
                    </a:p>
                  </a:txBody>
                  <a:tcPr marT="45726" marB="45726" horzOverflow="overflow">
                    <a:lnL w="12700" cap="flat" cmpd="sng" algn="ctr">
                      <a:solidFill>
                        <a:schemeClr val="tx1"/>
                      </a:solidFill>
                      <a:prstDash val="solid"/>
                      <a:round/>
                      <a:headEnd type="none" w="sm" len="sm"/>
                      <a:tailEnd type="none" w="sm" len="sm"/>
                    </a:lnL>
                    <a:lnR w="28575"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extLst>
                  <a:ext uri="{0D108BD9-81ED-4DB2-BD59-A6C34878D82A}">
                    <a16:rowId xmlns:a16="http://schemas.microsoft.com/office/drawing/2014/main" val="10003"/>
                  </a:ext>
                </a:extLst>
              </a:tr>
              <a:tr h="518231">
                <a:tc>
                  <a:txBody>
                    <a:bodyPr/>
                    <a:lstStyle/>
                    <a:p>
                      <a:pPr marL="0" marR="0" lvl="0" indent="0" algn="l" defTabSz="914400" rtl="0" eaLnBrk="1" fontAlgn="base" latinLnBrk="0" hangingPunct="1">
                        <a:lnSpc>
                          <a:spcPct val="100000"/>
                        </a:lnSpc>
                        <a:spcBef>
                          <a:spcPct val="20000"/>
                        </a:spcBef>
                        <a:spcAft>
                          <a:spcPct val="0"/>
                        </a:spcAft>
                        <a:buClr>
                          <a:schemeClr val="folHlink"/>
                        </a:buClr>
                        <a:buSzPct val="60000"/>
                        <a:buFont typeface="Wingdings" pitchFamily="2" charset="2"/>
                        <a:buNone/>
                        <a:tabLst/>
                      </a:pPr>
                      <a:r>
                        <a:rPr kumimoji="0" lang="en-US" altLang="zh-CN" sz="2800" b="1" i="0" u="none" strike="noStrike" cap="none" normalizeH="0" baseline="0">
                          <a:ln>
                            <a:noFill/>
                          </a:ln>
                          <a:solidFill>
                            <a:schemeClr val="tx1"/>
                          </a:solidFill>
                          <a:effectLst/>
                          <a:latin typeface="Times New Roman" pitchFamily="18" charset="0"/>
                          <a:ea typeface="黑体" pitchFamily="2" charset="-122"/>
                        </a:rPr>
                        <a:t>$</a:t>
                      </a:r>
                      <a:r>
                        <a:rPr kumimoji="0" lang="en-US" altLang="zh-CN" sz="2800" b="1" i="1" u="none" strike="noStrike" cap="none" normalizeH="0" baseline="0">
                          <a:ln>
                            <a:noFill/>
                          </a:ln>
                          <a:solidFill>
                            <a:schemeClr val="tx1"/>
                          </a:solidFill>
                          <a:effectLst/>
                          <a:latin typeface="Times New Roman" pitchFamily="18" charset="0"/>
                          <a:ea typeface="黑体" pitchFamily="2" charset="-122"/>
                        </a:rPr>
                        <a:t>E </a:t>
                      </a:r>
                      <a:r>
                        <a:rPr kumimoji="0" lang="en-US" altLang="zh-CN" sz="2800" b="1" i="0" u="none" strike="noStrike" cap="none" normalizeH="0" baseline="0">
                          <a:ln>
                            <a:noFill/>
                          </a:ln>
                          <a:solidFill>
                            <a:schemeClr val="tx1"/>
                          </a:solidFill>
                          <a:effectLst/>
                          <a:latin typeface="Times New Roman" pitchFamily="18" charset="0"/>
                          <a:ea typeface="黑体" pitchFamily="2" charset="-122"/>
                          <a:sym typeface="Symbol" pitchFamily="18" charset="2"/>
                        </a:rPr>
                        <a:t></a:t>
                      </a:r>
                      <a:r>
                        <a:rPr kumimoji="0" lang="en-US" altLang="zh-CN" sz="2800" b="1" i="1" u="none" strike="noStrike" cap="none" normalizeH="0" baseline="0">
                          <a:ln>
                            <a:noFill/>
                          </a:ln>
                          <a:solidFill>
                            <a:schemeClr val="tx1"/>
                          </a:solidFill>
                          <a:effectLst/>
                          <a:latin typeface="Times New Roman" pitchFamily="18" charset="0"/>
                          <a:ea typeface="黑体" pitchFamily="2" charset="-122"/>
                          <a:sym typeface="Symbol" pitchFamily="18" charset="2"/>
                        </a:rPr>
                        <a:t>T</a:t>
                      </a:r>
                      <a:r>
                        <a:rPr kumimoji="0" lang="en-US" altLang="zh-CN" sz="2800" b="1" i="1" u="none" strike="noStrike" cap="none" normalizeH="0" baseline="0">
                          <a:ln>
                            <a:noFill/>
                          </a:ln>
                          <a:solidFill>
                            <a:schemeClr val="tx1"/>
                          </a:solidFill>
                          <a:effectLst/>
                          <a:latin typeface="Times New Roman" pitchFamily="18" charset="0"/>
                          <a:ea typeface="黑体" pitchFamily="2" charset="-122"/>
                        </a:rPr>
                        <a:t> </a:t>
                      </a:r>
                      <a:r>
                        <a:rPr kumimoji="0" lang="en-US" altLang="zh-CN" sz="2800" b="1" i="0" u="none" strike="noStrike" cap="none" normalizeH="0" baseline="0">
                          <a:ln>
                            <a:noFill/>
                          </a:ln>
                          <a:solidFill>
                            <a:schemeClr val="tx1"/>
                          </a:solidFill>
                          <a:effectLst/>
                          <a:latin typeface="Times New Roman" pitchFamily="18" charset="0"/>
                          <a:ea typeface="黑体" pitchFamily="2" charset="-122"/>
                          <a:sym typeface="Symbol" pitchFamily="18" charset="2"/>
                        </a:rPr>
                        <a:t></a:t>
                      </a:r>
                      <a:r>
                        <a:rPr kumimoji="0" lang="en-US" altLang="zh-CN" sz="2800" b="1" i="1" u="none" strike="noStrike" cap="none" normalizeH="0" baseline="0">
                          <a:ln>
                            <a:noFill/>
                          </a:ln>
                          <a:solidFill>
                            <a:schemeClr val="tx1"/>
                          </a:solidFill>
                          <a:effectLst/>
                          <a:latin typeface="Times New Roman" pitchFamily="18" charset="0"/>
                          <a:ea typeface="黑体" pitchFamily="2" charset="-122"/>
                          <a:sym typeface="Symbol" pitchFamily="18" charset="2"/>
                        </a:rPr>
                        <a:t>F</a:t>
                      </a:r>
                    </a:p>
                  </a:txBody>
                  <a:tcPr marT="45726" marB="45726" horzOverflow="overflow">
                    <a:lnL w="28575"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
                          <a:schemeClr val="folHlink"/>
                        </a:buClr>
                        <a:buSzPct val="60000"/>
                        <a:buFont typeface="Wingdings" pitchFamily="2" charset="2"/>
                        <a:buNone/>
                        <a:tabLst/>
                      </a:pPr>
                      <a:r>
                        <a:rPr kumimoji="0" lang="en-US" altLang="zh-CN" sz="2800" b="1" i="0" u="none" strike="noStrike" cap="none" normalizeH="0" baseline="0">
                          <a:ln>
                            <a:noFill/>
                          </a:ln>
                          <a:solidFill>
                            <a:schemeClr val="tx1"/>
                          </a:solidFill>
                          <a:effectLst/>
                          <a:latin typeface="Times New Roman" pitchFamily="18" charset="0"/>
                          <a:ea typeface="黑体" pitchFamily="2" charset="-122"/>
                        </a:rPr>
                        <a:t>       id </a:t>
                      </a:r>
                      <a:r>
                        <a:rPr kumimoji="0" lang="en-US" altLang="zh-CN" sz="2800" b="1" i="0" u="none" strike="noStrike" cap="none" normalizeH="0" baseline="0">
                          <a:ln>
                            <a:noFill/>
                          </a:ln>
                          <a:solidFill>
                            <a:schemeClr val="tx1"/>
                          </a:solidFill>
                          <a:effectLst/>
                          <a:latin typeface="Times New Roman" pitchFamily="18" charset="0"/>
                          <a:ea typeface="黑体" pitchFamily="2" charset="-122"/>
                          <a:cs typeface="Times New Roman" pitchFamily="18" charset="0"/>
                          <a:sym typeface="Symbol" pitchFamily="18" charset="2"/>
                        </a:rPr>
                        <a:t>+</a:t>
                      </a:r>
                      <a:r>
                        <a:rPr kumimoji="0" lang="en-US" altLang="zh-CN" sz="2800" b="1" i="0" u="none" strike="noStrike" cap="none" normalizeH="0" baseline="0">
                          <a:ln>
                            <a:noFill/>
                          </a:ln>
                          <a:solidFill>
                            <a:schemeClr val="tx1"/>
                          </a:solidFill>
                          <a:effectLst/>
                          <a:latin typeface="Times New Roman" pitchFamily="18" charset="0"/>
                          <a:ea typeface="黑体" pitchFamily="2" charset="-122"/>
                        </a:rPr>
                        <a:t> id $</a:t>
                      </a:r>
                    </a:p>
                  </a:txBody>
                  <a:tcPr marT="45726" marB="45726"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
                          <a:schemeClr val="folHlink"/>
                        </a:buClr>
                        <a:buSzPct val="60000"/>
                        <a:buFont typeface="Wingdings" pitchFamily="2" charset="2"/>
                        <a:buNone/>
                        <a:tabLst/>
                      </a:pPr>
                      <a:r>
                        <a:rPr kumimoji="0" lang="en-US" altLang="zh-CN" sz="2800" b="1" i="1" u="none" strike="noStrike" cap="none" normalizeH="0" baseline="0">
                          <a:ln>
                            <a:noFill/>
                          </a:ln>
                          <a:solidFill>
                            <a:schemeClr val="tx1"/>
                          </a:solidFill>
                          <a:effectLst/>
                          <a:latin typeface="Times New Roman" pitchFamily="18" charset="0"/>
                          <a:ea typeface="黑体" pitchFamily="2" charset="-122"/>
                          <a:sym typeface="Symbol" pitchFamily="18" charset="2"/>
                        </a:rPr>
                        <a:t>T </a:t>
                      </a:r>
                      <a:r>
                        <a:rPr kumimoji="0" lang="en-US" altLang="zh-CN" sz="2800" b="1" i="0" u="none" strike="noStrike" cap="none" normalizeH="0" baseline="0">
                          <a:ln>
                            <a:noFill/>
                          </a:ln>
                          <a:solidFill>
                            <a:schemeClr val="tx1"/>
                          </a:solidFill>
                          <a:effectLst/>
                          <a:latin typeface="Times New Roman" pitchFamily="18" charset="0"/>
                          <a:ea typeface="黑体" pitchFamily="2" charset="-122"/>
                          <a:sym typeface="Symbol" pitchFamily="18" charset="2"/>
                        </a:rPr>
                        <a:t> </a:t>
                      </a:r>
                      <a:r>
                        <a:rPr kumimoji="0" lang="en-US" altLang="zh-CN" sz="2800" b="1" i="1" u="none" strike="noStrike" cap="none" normalizeH="0" baseline="0">
                          <a:ln>
                            <a:noFill/>
                          </a:ln>
                          <a:solidFill>
                            <a:schemeClr val="tx1"/>
                          </a:solidFill>
                          <a:effectLst/>
                          <a:latin typeface="Times New Roman" pitchFamily="18" charset="0"/>
                          <a:ea typeface="黑体" pitchFamily="2" charset="-122"/>
                          <a:sym typeface="Symbol" pitchFamily="18" charset="2"/>
                        </a:rPr>
                        <a:t>FT</a:t>
                      </a:r>
                      <a:r>
                        <a:rPr kumimoji="0" lang="en-US" altLang="zh-CN" sz="2800" b="1" i="1" u="none" strike="noStrike" cap="none" normalizeH="0" baseline="0">
                          <a:ln>
                            <a:noFill/>
                          </a:ln>
                          <a:solidFill>
                            <a:schemeClr val="tx1"/>
                          </a:solidFill>
                          <a:effectLst/>
                          <a:latin typeface="Times New Roman" pitchFamily="18" charset="0"/>
                          <a:ea typeface="黑体" pitchFamily="2" charset="-122"/>
                        </a:rPr>
                        <a:t> </a:t>
                      </a:r>
                      <a:r>
                        <a:rPr kumimoji="0" lang="en-US" altLang="zh-CN" sz="2800" b="1" i="0" u="none" strike="noStrike" cap="none" normalizeH="0" baseline="0">
                          <a:ln>
                            <a:noFill/>
                          </a:ln>
                          <a:solidFill>
                            <a:schemeClr val="tx1"/>
                          </a:solidFill>
                          <a:effectLst/>
                          <a:latin typeface="Times New Roman" pitchFamily="18" charset="0"/>
                          <a:ea typeface="黑体" pitchFamily="2" charset="-122"/>
                          <a:sym typeface="Symbol" pitchFamily="18" charset="2"/>
                        </a:rPr>
                        <a:t></a:t>
                      </a:r>
                    </a:p>
                  </a:txBody>
                  <a:tcPr marT="45726" marB="45726" horzOverflow="overflow">
                    <a:lnL w="12700" cap="flat" cmpd="sng" algn="ctr">
                      <a:solidFill>
                        <a:schemeClr val="tx1"/>
                      </a:solidFill>
                      <a:prstDash val="solid"/>
                      <a:round/>
                      <a:headEnd type="none" w="sm" len="sm"/>
                      <a:tailEnd type="none" w="sm" len="sm"/>
                    </a:lnL>
                    <a:lnR w="28575"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extLst>
                  <a:ext uri="{0D108BD9-81ED-4DB2-BD59-A6C34878D82A}">
                    <a16:rowId xmlns:a16="http://schemas.microsoft.com/office/drawing/2014/main" val="10004"/>
                  </a:ext>
                </a:extLst>
              </a:tr>
              <a:tr h="518231">
                <a:tc>
                  <a:txBody>
                    <a:bodyPr/>
                    <a:lstStyle/>
                    <a:p>
                      <a:pPr marL="0" marR="0" lvl="0" indent="0" algn="l" defTabSz="914400" rtl="0" eaLnBrk="1" fontAlgn="base" latinLnBrk="0" hangingPunct="1">
                        <a:lnSpc>
                          <a:spcPct val="100000"/>
                        </a:lnSpc>
                        <a:spcBef>
                          <a:spcPct val="20000"/>
                        </a:spcBef>
                        <a:spcAft>
                          <a:spcPct val="0"/>
                        </a:spcAft>
                        <a:buClr>
                          <a:schemeClr val="folHlink"/>
                        </a:buClr>
                        <a:buSzPct val="60000"/>
                        <a:buFont typeface="Wingdings" pitchFamily="2" charset="2"/>
                        <a:buNone/>
                        <a:tabLst/>
                      </a:pPr>
                      <a:endParaRPr kumimoji="0" lang="zh-CN" altLang="zh-CN" sz="2800" b="1" i="0" u="none" strike="noStrike" cap="none" normalizeH="0" baseline="0">
                        <a:ln>
                          <a:noFill/>
                        </a:ln>
                        <a:solidFill>
                          <a:schemeClr val="tx1"/>
                        </a:solidFill>
                        <a:effectLst/>
                        <a:latin typeface="Times New Roman" pitchFamily="18" charset="0"/>
                        <a:ea typeface="黑体" pitchFamily="2" charset="-122"/>
                        <a:sym typeface="Symbol" pitchFamily="18" charset="2"/>
                      </a:endParaRPr>
                    </a:p>
                  </a:txBody>
                  <a:tcPr marT="45726" marB="45726" horzOverflow="overflow">
                    <a:lnL w="28575"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
                          <a:schemeClr val="folHlink"/>
                        </a:buClr>
                        <a:buSzPct val="60000"/>
                        <a:buFont typeface="Wingdings" pitchFamily="2" charset="2"/>
                        <a:buNone/>
                        <a:tabLst/>
                      </a:pPr>
                      <a:endParaRPr kumimoji="0" lang="zh-CN" altLang="zh-CN" sz="2800" b="1" i="0" u="none" strike="noStrike" cap="none" normalizeH="0" baseline="0">
                        <a:ln>
                          <a:noFill/>
                        </a:ln>
                        <a:solidFill>
                          <a:schemeClr val="tx1"/>
                        </a:solidFill>
                        <a:effectLst/>
                        <a:latin typeface="Times New Roman" pitchFamily="18" charset="0"/>
                        <a:ea typeface="黑体" pitchFamily="2" charset="-122"/>
                      </a:endParaRPr>
                    </a:p>
                  </a:txBody>
                  <a:tcPr marT="45726" marB="45726"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
                          <a:schemeClr val="folHlink"/>
                        </a:buClr>
                        <a:buSzPct val="60000"/>
                        <a:buFont typeface="Wingdings" pitchFamily="2" charset="2"/>
                        <a:buNone/>
                        <a:tabLst/>
                      </a:pPr>
                      <a:endParaRPr kumimoji="0" lang="zh-CN" altLang="zh-CN" sz="2800" b="1" i="0" u="none" strike="noStrike" cap="none" normalizeH="0" baseline="0">
                        <a:ln>
                          <a:noFill/>
                        </a:ln>
                        <a:solidFill>
                          <a:schemeClr val="tx1"/>
                        </a:solidFill>
                        <a:effectLst/>
                        <a:latin typeface="Times New Roman" pitchFamily="18" charset="0"/>
                        <a:ea typeface="黑体" pitchFamily="2" charset="-122"/>
                      </a:endParaRPr>
                    </a:p>
                  </a:txBody>
                  <a:tcPr marT="45726" marB="45726" horzOverflow="overflow">
                    <a:lnL w="12700" cap="flat" cmpd="sng" algn="ctr">
                      <a:solidFill>
                        <a:schemeClr val="tx1"/>
                      </a:solidFill>
                      <a:prstDash val="solid"/>
                      <a:round/>
                      <a:headEnd type="none" w="sm" len="sm"/>
                      <a:tailEnd type="none" w="sm" len="sm"/>
                    </a:lnL>
                    <a:lnR w="28575"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extLst>
                  <a:ext uri="{0D108BD9-81ED-4DB2-BD59-A6C34878D82A}">
                    <a16:rowId xmlns:a16="http://schemas.microsoft.com/office/drawing/2014/main" val="10005"/>
                  </a:ext>
                </a:extLst>
              </a:tr>
              <a:tr h="518231">
                <a:tc>
                  <a:txBody>
                    <a:bodyPr/>
                    <a:lstStyle/>
                    <a:p>
                      <a:pPr marL="0" marR="0" lvl="0" indent="0" algn="l" defTabSz="914400" rtl="0" eaLnBrk="1" fontAlgn="base" latinLnBrk="0" hangingPunct="1">
                        <a:lnSpc>
                          <a:spcPct val="100000"/>
                        </a:lnSpc>
                        <a:spcBef>
                          <a:spcPct val="20000"/>
                        </a:spcBef>
                        <a:spcAft>
                          <a:spcPct val="0"/>
                        </a:spcAft>
                        <a:buClr>
                          <a:schemeClr val="folHlink"/>
                        </a:buClr>
                        <a:buSzPct val="60000"/>
                        <a:buFont typeface="Wingdings" pitchFamily="2" charset="2"/>
                        <a:buNone/>
                        <a:tabLst/>
                      </a:pPr>
                      <a:endParaRPr kumimoji="0" lang="zh-CN" altLang="zh-CN" sz="2800" b="1" i="0" u="none" strike="noStrike" cap="none" normalizeH="0" baseline="0">
                        <a:ln>
                          <a:noFill/>
                        </a:ln>
                        <a:solidFill>
                          <a:schemeClr val="tx1"/>
                        </a:solidFill>
                        <a:effectLst/>
                        <a:latin typeface="Times New Roman" pitchFamily="18" charset="0"/>
                        <a:ea typeface="黑体" pitchFamily="2" charset="-122"/>
                        <a:sym typeface="Symbol" pitchFamily="18" charset="2"/>
                      </a:endParaRPr>
                    </a:p>
                  </a:txBody>
                  <a:tcPr marT="45726" marB="45726" horzOverflow="overflow">
                    <a:lnL w="28575"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
                          <a:schemeClr val="folHlink"/>
                        </a:buClr>
                        <a:buSzPct val="60000"/>
                        <a:buFont typeface="Wingdings" pitchFamily="2" charset="2"/>
                        <a:buNone/>
                        <a:tabLst/>
                      </a:pPr>
                      <a:endParaRPr kumimoji="0" lang="zh-CN" altLang="zh-CN" sz="2800" b="1" i="0" u="none" strike="noStrike" cap="none" normalizeH="0" baseline="0">
                        <a:ln>
                          <a:noFill/>
                        </a:ln>
                        <a:solidFill>
                          <a:schemeClr val="tx1"/>
                        </a:solidFill>
                        <a:effectLst/>
                        <a:latin typeface="Times New Roman" pitchFamily="18" charset="0"/>
                        <a:ea typeface="黑体" pitchFamily="2" charset="-122"/>
                      </a:endParaRPr>
                    </a:p>
                  </a:txBody>
                  <a:tcPr marT="45726" marB="45726"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
                          <a:schemeClr val="folHlink"/>
                        </a:buClr>
                        <a:buSzPct val="60000"/>
                        <a:buFont typeface="Wingdings" pitchFamily="2" charset="2"/>
                        <a:buNone/>
                        <a:tabLst/>
                      </a:pPr>
                      <a:endParaRPr kumimoji="0" lang="zh-CN" altLang="zh-CN" sz="2800" b="0" i="0" u="none" strike="noStrike" cap="none" normalizeH="0" baseline="0">
                        <a:ln>
                          <a:noFill/>
                        </a:ln>
                        <a:solidFill>
                          <a:schemeClr val="tx1"/>
                        </a:solidFill>
                        <a:effectLst/>
                        <a:latin typeface="Times New Roman" pitchFamily="18" charset="0"/>
                        <a:ea typeface="黑体" pitchFamily="2" charset="-122"/>
                      </a:endParaRPr>
                    </a:p>
                  </a:txBody>
                  <a:tcPr marT="45726" marB="45726" horzOverflow="overflow">
                    <a:lnL w="12700" cap="flat" cmpd="sng" algn="ctr">
                      <a:solidFill>
                        <a:schemeClr val="tx1"/>
                      </a:solidFill>
                      <a:prstDash val="solid"/>
                      <a:round/>
                      <a:headEnd type="none" w="sm" len="sm"/>
                      <a:tailEnd type="none" w="sm" len="sm"/>
                    </a:lnL>
                    <a:lnR w="28575"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extLst>
                  <a:ext uri="{0D108BD9-81ED-4DB2-BD59-A6C34878D82A}">
                    <a16:rowId xmlns:a16="http://schemas.microsoft.com/office/drawing/2014/main" val="10006"/>
                  </a:ext>
                </a:extLst>
              </a:tr>
              <a:tr h="518231">
                <a:tc>
                  <a:txBody>
                    <a:bodyPr/>
                    <a:lstStyle/>
                    <a:p>
                      <a:pPr marL="0" marR="0" lvl="0" indent="0" algn="l" defTabSz="914400" rtl="0" eaLnBrk="1" fontAlgn="base" latinLnBrk="0" hangingPunct="1">
                        <a:lnSpc>
                          <a:spcPct val="100000"/>
                        </a:lnSpc>
                        <a:spcBef>
                          <a:spcPct val="20000"/>
                        </a:spcBef>
                        <a:spcAft>
                          <a:spcPct val="0"/>
                        </a:spcAft>
                        <a:buClr>
                          <a:schemeClr val="folHlink"/>
                        </a:buClr>
                        <a:buSzPct val="60000"/>
                        <a:buFont typeface="Wingdings" pitchFamily="2" charset="2"/>
                        <a:buNone/>
                        <a:tabLst/>
                      </a:pPr>
                      <a:endParaRPr kumimoji="0" lang="zh-CN" altLang="zh-CN" sz="2800" b="1" i="0" u="none" strike="noStrike" cap="none" normalizeH="0" baseline="0">
                        <a:ln>
                          <a:noFill/>
                        </a:ln>
                        <a:solidFill>
                          <a:schemeClr val="tx1"/>
                        </a:solidFill>
                        <a:effectLst/>
                        <a:latin typeface="Times New Roman" pitchFamily="18" charset="0"/>
                        <a:ea typeface="黑体" pitchFamily="2" charset="-122"/>
                        <a:cs typeface="Times New Roman" pitchFamily="18" charset="0"/>
                        <a:sym typeface="Symbol" pitchFamily="18" charset="2"/>
                      </a:endParaRPr>
                    </a:p>
                  </a:txBody>
                  <a:tcPr marT="45726" marB="45726" horzOverflow="overflow">
                    <a:lnL w="28575"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
                          <a:schemeClr val="folHlink"/>
                        </a:buClr>
                        <a:buSzPct val="60000"/>
                        <a:buFont typeface="Wingdings" pitchFamily="2" charset="2"/>
                        <a:buNone/>
                        <a:tabLst/>
                      </a:pPr>
                      <a:endParaRPr kumimoji="0" lang="zh-CN" altLang="zh-CN" sz="2800" b="1" i="0" u="none" strike="noStrike" cap="none" normalizeH="0" baseline="0">
                        <a:ln>
                          <a:noFill/>
                        </a:ln>
                        <a:solidFill>
                          <a:schemeClr val="tx1"/>
                        </a:solidFill>
                        <a:effectLst/>
                        <a:latin typeface="Times New Roman" pitchFamily="18" charset="0"/>
                        <a:ea typeface="黑体" pitchFamily="2" charset="-122"/>
                      </a:endParaRPr>
                    </a:p>
                  </a:txBody>
                  <a:tcPr marT="45726" marB="45726"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
                          <a:schemeClr val="folHlink"/>
                        </a:buClr>
                        <a:buSzPct val="60000"/>
                        <a:buFont typeface="Wingdings" pitchFamily="2" charset="2"/>
                        <a:buNone/>
                        <a:tabLst/>
                      </a:pPr>
                      <a:endParaRPr kumimoji="0" lang="zh-CN" altLang="zh-CN" sz="2800" b="1" i="0" u="none" strike="noStrike" cap="none" normalizeH="0" baseline="0">
                        <a:ln>
                          <a:noFill/>
                        </a:ln>
                        <a:solidFill>
                          <a:schemeClr val="tx1"/>
                        </a:solidFill>
                        <a:effectLst/>
                        <a:latin typeface="Times New Roman" pitchFamily="18" charset="0"/>
                        <a:ea typeface="黑体" pitchFamily="2" charset="-122"/>
                        <a:sym typeface="Symbol" pitchFamily="18" charset="2"/>
                      </a:endParaRPr>
                    </a:p>
                  </a:txBody>
                  <a:tcPr marT="45726" marB="45726" horzOverflow="overflow">
                    <a:lnL w="12700" cap="flat" cmpd="sng" algn="ctr">
                      <a:solidFill>
                        <a:schemeClr val="tx1"/>
                      </a:solidFill>
                      <a:prstDash val="solid"/>
                      <a:round/>
                      <a:headEnd type="none" w="sm" len="sm"/>
                      <a:tailEnd type="none" w="sm" len="sm"/>
                    </a:lnL>
                    <a:lnR w="28575"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extLst>
                  <a:ext uri="{0D108BD9-81ED-4DB2-BD59-A6C34878D82A}">
                    <a16:rowId xmlns:a16="http://schemas.microsoft.com/office/drawing/2014/main" val="10007"/>
                  </a:ext>
                </a:extLst>
              </a:tr>
              <a:tr h="518231">
                <a:tc>
                  <a:txBody>
                    <a:bodyPr/>
                    <a:lstStyle/>
                    <a:p>
                      <a:pPr marL="0" marR="0" lvl="0" indent="0" algn="l" defTabSz="914400" rtl="0" eaLnBrk="1" fontAlgn="base" latinLnBrk="0" hangingPunct="1">
                        <a:lnSpc>
                          <a:spcPct val="100000"/>
                        </a:lnSpc>
                        <a:spcBef>
                          <a:spcPct val="20000"/>
                        </a:spcBef>
                        <a:spcAft>
                          <a:spcPct val="0"/>
                        </a:spcAft>
                        <a:buClr>
                          <a:schemeClr val="folHlink"/>
                        </a:buClr>
                        <a:buSzPct val="60000"/>
                        <a:buFont typeface="Wingdings" pitchFamily="2" charset="2"/>
                        <a:buNone/>
                        <a:tabLst/>
                      </a:pPr>
                      <a:endParaRPr kumimoji="0" lang="zh-CN" altLang="zh-CN" sz="2800" b="1" i="1" u="none" strike="noStrike" cap="none" normalizeH="0" baseline="0">
                        <a:ln>
                          <a:noFill/>
                        </a:ln>
                        <a:solidFill>
                          <a:schemeClr val="tx1"/>
                        </a:solidFill>
                        <a:effectLst/>
                        <a:latin typeface="Times New Roman" pitchFamily="18" charset="0"/>
                        <a:ea typeface="黑体" pitchFamily="2" charset="-122"/>
                        <a:sym typeface="Symbol" pitchFamily="18" charset="2"/>
                      </a:endParaRPr>
                    </a:p>
                  </a:txBody>
                  <a:tcPr marT="45726" marB="45726" horzOverflow="overflow">
                    <a:lnL w="28575"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28575" cap="flat" cmpd="sng" algn="ctr">
                      <a:solidFill>
                        <a:schemeClr val="tx1"/>
                      </a:solidFill>
                      <a:prstDash val="solid"/>
                      <a:round/>
                      <a:headEnd type="none" w="sm" len="sm"/>
                      <a:tailEnd type="none" w="sm" len="sm"/>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
                          <a:schemeClr val="folHlink"/>
                        </a:buClr>
                        <a:buSzPct val="60000"/>
                        <a:buFont typeface="Wingdings" pitchFamily="2" charset="2"/>
                        <a:buNone/>
                        <a:tabLst/>
                      </a:pPr>
                      <a:endParaRPr kumimoji="0" lang="zh-CN" altLang="zh-CN" sz="2800" b="1" i="0" u="none" strike="noStrike" cap="none" normalizeH="0" baseline="0">
                        <a:ln>
                          <a:noFill/>
                        </a:ln>
                        <a:solidFill>
                          <a:schemeClr val="tx1"/>
                        </a:solidFill>
                        <a:effectLst/>
                        <a:latin typeface="Times New Roman" pitchFamily="18" charset="0"/>
                        <a:ea typeface="黑体" pitchFamily="2" charset="-122"/>
                      </a:endParaRPr>
                    </a:p>
                  </a:txBody>
                  <a:tcPr marT="45726" marB="45726"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28575" cap="flat" cmpd="sng" algn="ctr">
                      <a:solidFill>
                        <a:schemeClr val="tx1"/>
                      </a:solidFill>
                      <a:prstDash val="solid"/>
                      <a:round/>
                      <a:headEnd type="none" w="sm" len="sm"/>
                      <a:tailEnd type="none" w="sm" len="sm"/>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
                          <a:schemeClr val="folHlink"/>
                        </a:buClr>
                        <a:buSzPct val="60000"/>
                        <a:buFont typeface="Wingdings" pitchFamily="2" charset="2"/>
                        <a:buNone/>
                        <a:tabLst/>
                      </a:pPr>
                      <a:endParaRPr kumimoji="0" lang="zh-CN" altLang="zh-CN" sz="2800" b="0" i="0" u="none" strike="noStrike" cap="none" normalizeH="0" baseline="0" dirty="0">
                        <a:ln>
                          <a:noFill/>
                        </a:ln>
                        <a:solidFill>
                          <a:schemeClr val="tx2"/>
                        </a:solidFill>
                        <a:effectLst/>
                        <a:latin typeface="Times New Roman" pitchFamily="18" charset="0"/>
                        <a:ea typeface="黑体" pitchFamily="2" charset="-122"/>
                      </a:endParaRPr>
                    </a:p>
                  </a:txBody>
                  <a:tcPr marT="45726" marB="45726" horzOverflow="overflow">
                    <a:lnL w="12700" cap="flat" cmpd="sng" algn="ctr">
                      <a:solidFill>
                        <a:schemeClr val="tx1"/>
                      </a:solidFill>
                      <a:prstDash val="solid"/>
                      <a:round/>
                      <a:headEnd type="none" w="sm" len="sm"/>
                      <a:tailEnd type="none" w="sm" len="sm"/>
                    </a:lnL>
                    <a:lnR w="28575"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28575" cap="flat" cmpd="sng" algn="ctr">
                      <a:solidFill>
                        <a:schemeClr val="tx1"/>
                      </a:solidFill>
                      <a:prstDash val="solid"/>
                      <a:round/>
                      <a:headEnd type="none" w="sm" len="sm"/>
                      <a:tailEnd type="none" w="sm" len="sm"/>
                    </a:lnB>
                    <a:lnTlToBr>
                      <a:noFill/>
                    </a:lnTlToBr>
                    <a:lnBlToTr>
                      <a:noFill/>
                    </a:lnBlToTr>
                    <a:noFill/>
                  </a:tcPr>
                </a:tc>
                <a:extLst>
                  <a:ext uri="{0D108BD9-81ED-4DB2-BD59-A6C34878D82A}">
                    <a16:rowId xmlns:a16="http://schemas.microsoft.com/office/drawing/2014/main" val="10008"/>
                  </a:ext>
                </a:extLst>
              </a:tr>
            </a:tbl>
          </a:graphicData>
        </a:graphic>
      </p:graphicFrame>
      <p:sp>
        <p:nvSpPr>
          <p:cNvPr id="2" name="日期占位符 1">
            <a:extLst>
              <a:ext uri="{FF2B5EF4-FFF2-40B4-BE49-F238E27FC236}">
                <a16:creationId xmlns:a16="http://schemas.microsoft.com/office/drawing/2014/main" id="{F41D1A99-0D07-FB07-0A53-C64F706F63F1}"/>
              </a:ext>
            </a:extLst>
          </p:cNvPr>
          <p:cNvSpPr>
            <a:spLocks noGrp="1"/>
          </p:cNvSpPr>
          <p:nvPr>
            <p:ph type="dt" sz="half" idx="10"/>
          </p:nvPr>
        </p:nvSpPr>
        <p:spPr/>
        <p:txBody>
          <a:bodyPr/>
          <a:lstStyle/>
          <a:p>
            <a:fld id="{CB697125-D56E-479E-85C8-F224D4953074}" type="datetime2">
              <a:rPr lang="zh-CN" altLang="en-US" smtClean="0"/>
              <a:pPr/>
              <a:t>2025年11月26日</a:t>
            </a:fld>
            <a:endParaRPr lang="zh-CN" altLang="en-US"/>
          </a:p>
        </p:txBody>
      </p:sp>
      <p:sp>
        <p:nvSpPr>
          <p:cNvPr id="3" name="页脚占位符 2">
            <a:extLst>
              <a:ext uri="{FF2B5EF4-FFF2-40B4-BE49-F238E27FC236}">
                <a16:creationId xmlns:a16="http://schemas.microsoft.com/office/drawing/2014/main" id="{E020D7A4-687D-1BB6-F01D-380D0DF395D9}"/>
              </a:ext>
            </a:extLst>
          </p:cNvPr>
          <p:cNvSpPr>
            <a:spLocks noGrp="1"/>
          </p:cNvSpPr>
          <p:nvPr>
            <p:ph type="ftr" sz="quarter" idx="11"/>
          </p:nvPr>
        </p:nvSpPr>
        <p:spPr/>
        <p:txBody>
          <a:bodyPr/>
          <a:lstStyle/>
          <a:p>
            <a:r>
              <a:rPr lang="zh-CN" altLang="en-US"/>
              <a:t>编译原理</a:t>
            </a:r>
            <a:r>
              <a:rPr lang="en-US" altLang="zh-CN"/>
              <a:t>-</a:t>
            </a:r>
            <a:r>
              <a:rPr lang="zh-CN" altLang="en-US"/>
              <a:t>王欣捷</a:t>
            </a:r>
            <a:r>
              <a:rPr lang="en-US" altLang="zh-CN"/>
              <a:t>-</a:t>
            </a:r>
            <a:r>
              <a:rPr lang="zh-CN" altLang="en-US"/>
              <a:t>第三章 语法分析</a:t>
            </a:r>
            <a:r>
              <a:rPr lang="en-US" altLang="zh-CN"/>
              <a:t>(4)</a:t>
            </a:r>
            <a:endParaRPr lang="zh-CN" altLang="en-US"/>
          </a:p>
        </p:txBody>
      </p:sp>
      <p:sp>
        <p:nvSpPr>
          <p:cNvPr id="4" name="灯片编号占位符 3">
            <a:extLst>
              <a:ext uri="{FF2B5EF4-FFF2-40B4-BE49-F238E27FC236}">
                <a16:creationId xmlns:a16="http://schemas.microsoft.com/office/drawing/2014/main" id="{D43CA251-C8B6-2EFF-31B8-6A2C8B39903C}"/>
              </a:ext>
            </a:extLst>
          </p:cNvPr>
          <p:cNvSpPr>
            <a:spLocks noGrp="1"/>
          </p:cNvSpPr>
          <p:nvPr>
            <p:ph type="sldNum" sz="quarter" idx="12"/>
          </p:nvPr>
        </p:nvSpPr>
        <p:spPr/>
        <p:txBody>
          <a:bodyPr/>
          <a:lstStyle/>
          <a:p>
            <a:fld id="{094DEB03-EFC6-4C20-8FC8-295189A5386F}" type="slidenum">
              <a:rPr lang="zh-CN" altLang="en-US" smtClean="0"/>
              <a:pPr/>
              <a:t>95</a:t>
            </a:fld>
            <a:endParaRPr lang="zh-CN" altLang="en-US"/>
          </a:p>
        </p:txBody>
      </p:sp>
    </p:spTree>
  </p:cSld>
  <p:clrMapOvr>
    <a:masterClrMapping/>
  </p:clrMapOvr>
</p:sld>
</file>

<file path=ppt/slides/slide9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4450" name="Rectangle 2">
            <a:extLst>
              <a:ext uri="{FF2B5EF4-FFF2-40B4-BE49-F238E27FC236}">
                <a16:creationId xmlns:a16="http://schemas.microsoft.com/office/drawing/2014/main" id="{6B7DCC01-1BFD-4685-AB6A-E3DD4CE6157C}"/>
              </a:ext>
            </a:extLst>
          </p:cNvPr>
          <p:cNvSpPr>
            <a:spLocks noGrp="1" noChangeArrowheads="1"/>
          </p:cNvSpPr>
          <p:nvPr>
            <p:ph type="title"/>
          </p:nvPr>
        </p:nvSpPr>
        <p:spPr/>
        <p:txBody>
          <a:bodyPr/>
          <a:lstStyle/>
          <a:p>
            <a:pPr eaLnBrk="1" hangingPunct="1"/>
            <a:r>
              <a:rPr lang="en-US" altLang="zh-CN" sz="4000"/>
              <a:t>3.3.6 </a:t>
            </a:r>
            <a:r>
              <a:rPr lang="zh-CN" altLang="en-US" sz="4000"/>
              <a:t>预测分析的错误恢复</a:t>
            </a:r>
          </a:p>
        </p:txBody>
      </p:sp>
      <p:sp>
        <p:nvSpPr>
          <p:cNvPr id="104451" name="Rectangle 3">
            <a:extLst>
              <a:ext uri="{FF2B5EF4-FFF2-40B4-BE49-F238E27FC236}">
                <a16:creationId xmlns:a16="http://schemas.microsoft.com/office/drawing/2014/main" id="{F63FC0E4-EBF7-4E01-B6CA-D0BFA1AA7CF3}"/>
              </a:ext>
            </a:extLst>
          </p:cNvPr>
          <p:cNvSpPr>
            <a:spLocks noGrp="1" noChangeArrowheads="1"/>
          </p:cNvSpPr>
          <p:nvPr>
            <p:ph idx="1"/>
          </p:nvPr>
        </p:nvSpPr>
        <p:spPr/>
        <p:txBody>
          <a:bodyPr/>
          <a:lstStyle/>
          <a:p>
            <a:pPr eaLnBrk="1" hangingPunct="1">
              <a:lnSpc>
                <a:spcPct val="90000"/>
              </a:lnSpc>
              <a:buFont typeface="Wingdings" panose="05000000000000000000" pitchFamily="2" charset="2"/>
              <a:buNone/>
            </a:pPr>
            <a:r>
              <a:rPr lang="zh-CN" altLang="en-US" sz="2800"/>
              <a:t>预测分析器对 </a:t>
            </a:r>
            <a:r>
              <a:rPr lang="en-US" altLang="zh-CN" sz="2800" b="1"/>
              <a:t>+id * +id</a:t>
            </a:r>
            <a:r>
              <a:rPr lang="en-US" altLang="zh-CN" sz="2800"/>
              <a:t> </a:t>
            </a:r>
            <a:r>
              <a:rPr lang="zh-CN" altLang="en-US" sz="2800"/>
              <a:t>的分析和错误恢复</a:t>
            </a:r>
          </a:p>
        </p:txBody>
      </p:sp>
      <p:graphicFrame>
        <p:nvGraphicFramePr>
          <p:cNvPr id="7" name="Group 4">
            <a:extLst>
              <a:ext uri="{FF2B5EF4-FFF2-40B4-BE49-F238E27FC236}">
                <a16:creationId xmlns:a16="http://schemas.microsoft.com/office/drawing/2014/main" id="{32ADDA87-67EE-46E8-B0FB-993960BA145D}"/>
              </a:ext>
            </a:extLst>
          </p:cNvPr>
          <p:cNvGraphicFramePr>
            <a:graphicFrameLocks/>
          </p:cNvGraphicFramePr>
          <p:nvPr>
            <p:extLst>
              <p:ext uri="{D42A27DB-BD31-4B8C-83A1-F6EECF244321}">
                <p14:modId xmlns:p14="http://schemas.microsoft.com/office/powerpoint/2010/main" val="3077001582"/>
              </p:ext>
            </p:extLst>
          </p:nvPr>
        </p:nvGraphicFramePr>
        <p:xfrm>
          <a:off x="533400" y="1981200"/>
          <a:ext cx="8305800" cy="4664079"/>
        </p:xfrm>
        <a:graphic>
          <a:graphicData uri="http://schemas.openxmlformats.org/drawingml/2006/table">
            <a:tbl>
              <a:tblPr/>
              <a:tblGrid>
                <a:gridCol w="2690813">
                  <a:extLst>
                    <a:ext uri="{9D8B030D-6E8A-4147-A177-3AD203B41FA5}">
                      <a16:colId xmlns:a16="http://schemas.microsoft.com/office/drawing/2014/main" val="20000"/>
                    </a:ext>
                  </a:extLst>
                </a:gridCol>
                <a:gridCol w="2808287">
                  <a:extLst>
                    <a:ext uri="{9D8B030D-6E8A-4147-A177-3AD203B41FA5}">
                      <a16:colId xmlns:a16="http://schemas.microsoft.com/office/drawing/2014/main" val="20001"/>
                    </a:ext>
                  </a:extLst>
                </a:gridCol>
                <a:gridCol w="2806700">
                  <a:extLst>
                    <a:ext uri="{9D8B030D-6E8A-4147-A177-3AD203B41FA5}">
                      <a16:colId xmlns:a16="http://schemas.microsoft.com/office/drawing/2014/main" val="20002"/>
                    </a:ext>
                  </a:extLst>
                </a:gridCol>
              </a:tblGrid>
              <a:tr h="518231">
                <a:tc>
                  <a:txBody>
                    <a:body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itchFamily="2" charset="2"/>
                        <a:buNone/>
                        <a:tabLst/>
                      </a:pPr>
                      <a:r>
                        <a:rPr kumimoji="0" lang="zh-CN" altLang="en-US" sz="2800" b="0" i="0" u="none" strike="noStrike" cap="none" normalizeH="0" baseline="0">
                          <a:ln>
                            <a:noFill/>
                          </a:ln>
                          <a:solidFill>
                            <a:schemeClr val="tx1"/>
                          </a:solidFill>
                          <a:effectLst/>
                          <a:latin typeface="Times New Roman" pitchFamily="18" charset="0"/>
                          <a:ea typeface="黑体" pitchFamily="2" charset="-122"/>
                        </a:rPr>
                        <a:t>栈 </a:t>
                      </a:r>
                    </a:p>
                  </a:txBody>
                  <a:tcPr marT="45726" marB="45726" horzOverflow="overflow">
                    <a:lnL w="28575"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28575"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a:txBody>
                    <a:body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itchFamily="2" charset="2"/>
                        <a:buNone/>
                        <a:tabLst/>
                      </a:pPr>
                      <a:r>
                        <a:rPr kumimoji="0" lang="zh-CN" altLang="en-US" sz="2800" b="0" i="0" u="none" strike="noStrike" cap="none" normalizeH="0" baseline="0">
                          <a:ln>
                            <a:noFill/>
                          </a:ln>
                          <a:solidFill>
                            <a:schemeClr val="tx1"/>
                          </a:solidFill>
                          <a:effectLst/>
                          <a:latin typeface="Times New Roman" pitchFamily="18" charset="0"/>
                          <a:ea typeface="黑体" pitchFamily="2" charset="-122"/>
                        </a:rPr>
                        <a:t>输    入 </a:t>
                      </a:r>
                    </a:p>
                  </a:txBody>
                  <a:tcPr marT="45726" marB="45726"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28575"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a:txBody>
                    <a:body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itchFamily="2" charset="2"/>
                        <a:buNone/>
                        <a:tabLst/>
                      </a:pPr>
                      <a:r>
                        <a:rPr kumimoji="0" lang="zh-CN" altLang="en-US" sz="2800" b="0" i="0" u="none" strike="noStrike" cap="none" normalizeH="0" baseline="0">
                          <a:ln>
                            <a:noFill/>
                          </a:ln>
                          <a:solidFill>
                            <a:schemeClr val="tx1"/>
                          </a:solidFill>
                          <a:effectLst/>
                          <a:latin typeface="Times New Roman" pitchFamily="18" charset="0"/>
                          <a:ea typeface="黑体" pitchFamily="2" charset="-122"/>
                        </a:rPr>
                        <a:t>输    出 </a:t>
                      </a:r>
                    </a:p>
                  </a:txBody>
                  <a:tcPr marT="45726" marB="45726" horzOverflow="overflow">
                    <a:lnL w="12700" cap="flat" cmpd="sng" algn="ctr">
                      <a:solidFill>
                        <a:schemeClr val="tx1"/>
                      </a:solidFill>
                      <a:prstDash val="solid"/>
                      <a:round/>
                      <a:headEnd type="none" w="sm" len="sm"/>
                      <a:tailEnd type="none" w="sm" len="sm"/>
                    </a:lnL>
                    <a:lnR w="28575" cap="flat" cmpd="sng" algn="ctr">
                      <a:solidFill>
                        <a:schemeClr val="tx1"/>
                      </a:solidFill>
                      <a:prstDash val="solid"/>
                      <a:round/>
                      <a:headEnd type="none" w="sm" len="sm"/>
                      <a:tailEnd type="none" w="sm" len="sm"/>
                    </a:lnR>
                    <a:lnT w="28575"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extLst>
                  <a:ext uri="{0D108BD9-81ED-4DB2-BD59-A6C34878D82A}">
                    <a16:rowId xmlns:a16="http://schemas.microsoft.com/office/drawing/2014/main" val="10000"/>
                  </a:ext>
                </a:extLst>
              </a:tr>
              <a:tr h="518231">
                <a:tc>
                  <a:txBody>
                    <a:bodyPr/>
                    <a:lstStyle/>
                    <a:p>
                      <a:pPr marL="0" marR="0" lvl="0" indent="0" algn="l" defTabSz="914400" rtl="0" eaLnBrk="1" fontAlgn="base" latinLnBrk="0" hangingPunct="1">
                        <a:lnSpc>
                          <a:spcPct val="100000"/>
                        </a:lnSpc>
                        <a:spcBef>
                          <a:spcPct val="20000"/>
                        </a:spcBef>
                        <a:spcAft>
                          <a:spcPct val="0"/>
                        </a:spcAft>
                        <a:buClr>
                          <a:schemeClr val="folHlink"/>
                        </a:buClr>
                        <a:buSzPct val="60000"/>
                        <a:buFont typeface="Wingdings" pitchFamily="2" charset="2"/>
                        <a:buNone/>
                        <a:tabLst/>
                      </a:pPr>
                      <a:r>
                        <a:rPr kumimoji="0" lang="en-US" altLang="zh-CN" sz="2800" b="1" i="0" u="none" strike="noStrike" cap="none" normalizeH="0" baseline="0">
                          <a:ln>
                            <a:noFill/>
                          </a:ln>
                          <a:solidFill>
                            <a:schemeClr val="tx1"/>
                          </a:solidFill>
                          <a:effectLst/>
                          <a:latin typeface="Times New Roman" pitchFamily="18" charset="0"/>
                          <a:ea typeface="黑体" pitchFamily="2" charset="-122"/>
                        </a:rPr>
                        <a:t>$</a:t>
                      </a:r>
                      <a:r>
                        <a:rPr kumimoji="0" lang="en-US" altLang="zh-CN" sz="2800" b="1" i="1" u="none" strike="noStrike" cap="none" normalizeH="0" baseline="0">
                          <a:ln>
                            <a:noFill/>
                          </a:ln>
                          <a:solidFill>
                            <a:schemeClr val="tx1"/>
                          </a:solidFill>
                          <a:effectLst/>
                          <a:latin typeface="Times New Roman" pitchFamily="18" charset="0"/>
                          <a:ea typeface="黑体" pitchFamily="2" charset="-122"/>
                        </a:rPr>
                        <a:t>E</a:t>
                      </a:r>
                      <a:r>
                        <a:rPr kumimoji="0" lang="en-US" altLang="zh-CN" sz="2800" b="0" i="0" u="none" strike="noStrike" cap="none" normalizeH="0" baseline="0">
                          <a:ln>
                            <a:noFill/>
                          </a:ln>
                          <a:solidFill>
                            <a:schemeClr val="tx1"/>
                          </a:solidFill>
                          <a:effectLst/>
                          <a:latin typeface="Times New Roman" pitchFamily="18" charset="0"/>
                          <a:ea typeface="黑体" pitchFamily="2" charset="-122"/>
                        </a:rPr>
                        <a:t> </a:t>
                      </a:r>
                    </a:p>
                  </a:txBody>
                  <a:tcPr marT="45726" marB="45726" horzOverflow="overflow">
                    <a:lnL w="28575"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
                          <a:schemeClr val="folHlink"/>
                        </a:buClr>
                        <a:buSzPct val="60000"/>
                        <a:buFont typeface="Wingdings" pitchFamily="2" charset="2"/>
                        <a:buNone/>
                        <a:tabLst/>
                      </a:pPr>
                      <a:r>
                        <a:rPr kumimoji="0" lang="en-US" altLang="zh-CN" sz="2800" b="1" i="0" u="none" strike="noStrike" cap="none" normalizeH="0" baseline="0">
                          <a:ln>
                            <a:noFill/>
                          </a:ln>
                          <a:solidFill>
                            <a:schemeClr val="tx1"/>
                          </a:solidFill>
                          <a:effectLst/>
                          <a:latin typeface="Times New Roman" pitchFamily="18" charset="0"/>
                          <a:ea typeface="黑体" pitchFamily="2" charset="-122"/>
                        </a:rPr>
                        <a:t>     +id </a:t>
                      </a:r>
                      <a:r>
                        <a:rPr kumimoji="0" lang="en-US" altLang="zh-CN" sz="2800" b="1" i="0" u="none" strike="noStrike" cap="none" normalizeH="0" baseline="0">
                          <a:ln>
                            <a:noFill/>
                          </a:ln>
                          <a:solidFill>
                            <a:schemeClr val="tx1"/>
                          </a:solidFill>
                          <a:effectLst/>
                          <a:latin typeface="Times New Roman" pitchFamily="18" charset="0"/>
                          <a:ea typeface="黑体" pitchFamily="2" charset="-122"/>
                          <a:cs typeface="Times New Roman" pitchFamily="18" charset="0"/>
                          <a:sym typeface="Symbol" pitchFamily="18" charset="2"/>
                        </a:rPr>
                        <a:t>+</a:t>
                      </a:r>
                      <a:r>
                        <a:rPr kumimoji="0" lang="en-US" altLang="zh-CN" sz="2800" b="1" i="0" u="none" strike="noStrike" cap="none" normalizeH="0" baseline="0">
                          <a:ln>
                            <a:noFill/>
                          </a:ln>
                          <a:solidFill>
                            <a:schemeClr val="tx1"/>
                          </a:solidFill>
                          <a:effectLst/>
                          <a:latin typeface="Times New Roman" pitchFamily="18" charset="0"/>
                          <a:ea typeface="黑体" pitchFamily="2" charset="-122"/>
                        </a:rPr>
                        <a:t> id $</a:t>
                      </a:r>
                      <a:r>
                        <a:rPr kumimoji="0" lang="en-US" altLang="zh-CN" sz="2800" b="0" i="0" u="none" strike="noStrike" cap="none" normalizeH="0" baseline="0">
                          <a:ln>
                            <a:noFill/>
                          </a:ln>
                          <a:solidFill>
                            <a:schemeClr val="tx1"/>
                          </a:solidFill>
                          <a:effectLst/>
                          <a:latin typeface="Times New Roman" pitchFamily="18" charset="0"/>
                          <a:ea typeface="黑体" pitchFamily="2" charset="-122"/>
                        </a:rPr>
                        <a:t> </a:t>
                      </a:r>
                    </a:p>
                  </a:txBody>
                  <a:tcPr marT="45726" marB="45726"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
                          <a:schemeClr val="folHlink"/>
                        </a:buClr>
                        <a:buSzPct val="60000"/>
                        <a:buFont typeface="Wingdings" pitchFamily="2" charset="2"/>
                        <a:buNone/>
                        <a:tabLst/>
                      </a:pPr>
                      <a:r>
                        <a:rPr kumimoji="0" lang="zh-CN" altLang="en-US" sz="2800" b="0" i="0" u="none" strike="noStrike" cap="none" normalizeH="0" baseline="0">
                          <a:ln>
                            <a:noFill/>
                          </a:ln>
                          <a:solidFill>
                            <a:schemeClr val="accent2"/>
                          </a:solidFill>
                          <a:effectLst/>
                          <a:latin typeface="Times New Roman" pitchFamily="18" charset="0"/>
                          <a:ea typeface="黑体" pitchFamily="2" charset="-122"/>
                        </a:rPr>
                        <a:t>出错，跳过</a:t>
                      </a:r>
                      <a:r>
                        <a:rPr kumimoji="0" lang="en-US" altLang="zh-CN" sz="2800" b="1" i="0" u="none" strike="noStrike" cap="none" normalizeH="0" baseline="0">
                          <a:ln>
                            <a:noFill/>
                          </a:ln>
                          <a:solidFill>
                            <a:schemeClr val="accent2"/>
                          </a:solidFill>
                          <a:effectLst/>
                          <a:latin typeface="Times New Roman" pitchFamily="18" charset="0"/>
                          <a:ea typeface="黑体" pitchFamily="2" charset="-122"/>
                        </a:rPr>
                        <a:t>+</a:t>
                      </a:r>
                    </a:p>
                  </a:txBody>
                  <a:tcPr marT="45726" marB="45726" horzOverflow="overflow">
                    <a:lnL w="12700" cap="flat" cmpd="sng" algn="ctr">
                      <a:solidFill>
                        <a:schemeClr val="tx1"/>
                      </a:solidFill>
                      <a:prstDash val="solid"/>
                      <a:round/>
                      <a:headEnd type="none" w="sm" len="sm"/>
                      <a:tailEnd type="none" w="sm" len="sm"/>
                    </a:lnL>
                    <a:lnR w="28575"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extLst>
                  <a:ext uri="{0D108BD9-81ED-4DB2-BD59-A6C34878D82A}">
                    <a16:rowId xmlns:a16="http://schemas.microsoft.com/office/drawing/2014/main" val="10001"/>
                  </a:ext>
                </a:extLst>
              </a:tr>
              <a:tr h="518231">
                <a:tc>
                  <a:txBody>
                    <a:bodyPr/>
                    <a:lstStyle/>
                    <a:p>
                      <a:pPr marL="0" marR="0" lvl="0" indent="0" algn="l" defTabSz="914400" rtl="0" eaLnBrk="1" fontAlgn="base" latinLnBrk="0" hangingPunct="1">
                        <a:lnSpc>
                          <a:spcPct val="100000"/>
                        </a:lnSpc>
                        <a:spcBef>
                          <a:spcPct val="20000"/>
                        </a:spcBef>
                        <a:spcAft>
                          <a:spcPct val="0"/>
                        </a:spcAft>
                        <a:buClr>
                          <a:schemeClr val="folHlink"/>
                        </a:buClr>
                        <a:buSzPct val="60000"/>
                        <a:buFont typeface="Wingdings" pitchFamily="2" charset="2"/>
                        <a:buNone/>
                        <a:tabLst/>
                      </a:pPr>
                      <a:r>
                        <a:rPr kumimoji="0" lang="en-US" altLang="zh-CN" sz="2800" b="1" i="0" u="none" strike="noStrike" cap="none" normalizeH="0" baseline="0">
                          <a:ln>
                            <a:noFill/>
                          </a:ln>
                          <a:solidFill>
                            <a:schemeClr val="tx1"/>
                          </a:solidFill>
                          <a:effectLst/>
                          <a:latin typeface="Times New Roman" pitchFamily="18" charset="0"/>
                          <a:ea typeface="黑体" pitchFamily="2" charset="-122"/>
                        </a:rPr>
                        <a:t>$</a:t>
                      </a:r>
                      <a:r>
                        <a:rPr kumimoji="0" lang="en-US" altLang="zh-CN" sz="2800" b="1" i="1" u="none" strike="noStrike" cap="none" normalizeH="0" baseline="0">
                          <a:ln>
                            <a:noFill/>
                          </a:ln>
                          <a:solidFill>
                            <a:schemeClr val="tx1"/>
                          </a:solidFill>
                          <a:effectLst/>
                          <a:latin typeface="Times New Roman" pitchFamily="18" charset="0"/>
                          <a:ea typeface="黑体" pitchFamily="2" charset="-122"/>
                        </a:rPr>
                        <a:t>E</a:t>
                      </a:r>
                    </a:p>
                  </a:txBody>
                  <a:tcPr marT="45726" marB="45726" horzOverflow="overflow">
                    <a:lnL w="28575"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
                          <a:schemeClr val="folHlink"/>
                        </a:buClr>
                        <a:buSzPct val="60000"/>
                        <a:buFont typeface="Wingdings" pitchFamily="2" charset="2"/>
                        <a:buNone/>
                        <a:tabLst/>
                      </a:pPr>
                      <a:r>
                        <a:rPr kumimoji="0" lang="en-US" altLang="zh-CN" sz="2800" b="1" i="0" u="none" strike="noStrike" cap="none" normalizeH="0" baseline="0">
                          <a:ln>
                            <a:noFill/>
                          </a:ln>
                          <a:solidFill>
                            <a:schemeClr val="tx1"/>
                          </a:solidFill>
                          <a:effectLst/>
                          <a:latin typeface="Times New Roman" pitchFamily="18" charset="0"/>
                          <a:ea typeface="黑体" pitchFamily="2" charset="-122"/>
                        </a:rPr>
                        <a:t>       id </a:t>
                      </a:r>
                      <a:r>
                        <a:rPr kumimoji="0" lang="en-US" altLang="zh-CN" sz="2800" b="1" i="0" u="none" strike="noStrike" cap="none" normalizeH="0" baseline="0">
                          <a:ln>
                            <a:noFill/>
                          </a:ln>
                          <a:solidFill>
                            <a:schemeClr val="tx1"/>
                          </a:solidFill>
                          <a:effectLst/>
                          <a:latin typeface="Times New Roman" pitchFamily="18" charset="0"/>
                          <a:ea typeface="黑体" pitchFamily="2" charset="-122"/>
                          <a:cs typeface="Times New Roman" pitchFamily="18" charset="0"/>
                          <a:sym typeface="Symbol" pitchFamily="18" charset="2"/>
                        </a:rPr>
                        <a:t>+</a:t>
                      </a:r>
                      <a:r>
                        <a:rPr kumimoji="0" lang="en-US" altLang="zh-CN" sz="2800" b="1" i="0" u="none" strike="noStrike" cap="none" normalizeH="0" baseline="0">
                          <a:ln>
                            <a:noFill/>
                          </a:ln>
                          <a:solidFill>
                            <a:schemeClr val="tx1"/>
                          </a:solidFill>
                          <a:effectLst/>
                          <a:latin typeface="Times New Roman" pitchFamily="18" charset="0"/>
                          <a:ea typeface="黑体" pitchFamily="2" charset="-122"/>
                        </a:rPr>
                        <a:t> id $</a:t>
                      </a:r>
                      <a:r>
                        <a:rPr kumimoji="0" lang="en-US" altLang="zh-CN" sz="2800" b="0" i="0" u="none" strike="noStrike" cap="none" normalizeH="0" baseline="0">
                          <a:ln>
                            <a:noFill/>
                          </a:ln>
                          <a:solidFill>
                            <a:schemeClr val="tx1"/>
                          </a:solidFill>
                          <a:effectLst/>
                          <a:latin typeface="Times New Roman" pitchFamily="18" charset="0"/>
                          <a:ea typeface="黑体" pitchFamily="2" charset="-122"/>
                        </a:rPr>
                        <a:t> </a:t>
                      </a:r>
                    </a:p>
                  </a:txBody>
                  <a:tcPr marT="45726" marB="45726"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
                          <a:schemeClr val="folHlink"/>
                        </a:buClr>
                        <a:buSzPct val="60000"/>
                        <a:buFont typeface="Wingdings" pitchFamily="2" charset="2"/>
                        <a:buNone/>
                        <a:tabLst/>
                      </a:pPr>
                      <a:r>
                        <a:rPr kumimoji="0" lang="en-US" altLang="zh-CN" sz="2800" b="1" i="0" u="none" strike="noStrike" cap="none" normalizeH="0" baseline="0">
                          <a:ln>
                            <a:noFill/>
                          </a:ln>
                          <a:solidFill>
                            <a:schemeClr val="accent2"/>
                          </a:solidFill>
                          <a:effectLst/>
                          <a:latin typeface="Times New Roman" pitchFamily="18" charset="0"/>
                          <a:ea typeface="黑体" pitchFamily="2" charset="-122"/>
                        </a:rPr>
                        <a:t>id</a:t>
                      </a:r>
                      <a:r>
                        <a:rPr kumimoji="0" lang="zh-CN" altLang="en-US" sz="2800" b="0" i="0" u="none" strike="noStrike" cap="none" normalizeH="0" baseline="0">
                          <a:ln>
                            <a:noFill/>
                          </a:ln>
                          <a:solidFill>
                            <a:schemeClr val="accent2"/>
                          </a:solidFill>
                          <a:effectLst/>
                          <a:latin typeface="Times New Roman" pitchFamily="18" charset="0"/>
                          <a:ea typeface="黑体" pitchFamily="2" charset="-122"/>
                        </a:rPr>
                        <a:t>属于</a:t>
                      </a:r>
                      <a:r>
                        <a:rPr kumimoji="0" lang="en-US" altLang="zh-CN" sz="2800" b="1" i="0" u="none" strike="noStrike" cap="none" normalizeH="0" baseline="0">
                          <a:ln>
                            <a:noFill/>
                          </a:ln>
                          <a:solidFill>
                            <a:schemeClr val="accent2"/>
                          </a:solidFill>
                          <a:effectLst/>
                          <a:latin typeface="Times New Roman" pitchFamily="18" charset="0"/>
                          <a:ea typeface="黑体" pitchFamily="2" charset="-122"/>
                        </a:rPr>
                        <a:t>FIRST</a:t>
                      </a:r>
                      <a:r>
                        <a:rPr kumimoji="0" lang="en-US" altLang="zh-CN" sz="2800" b="0" i="0" u="none" strike="noStrike" cap="none" normalizeH="0" baseline="0">
                          <a:ln>
                            <a:noFill/>
                          </a:ln>
                          <a:solidFill>
                            <a:schemeClr val="accent2"/>
                          </a:solidFill>
                          <a:effectLst/>
                          <a:latin typeface="Times New Roman" pitchFamily="18" charset="0"/>
                          <a:ea typeface="黑体" pitchFamily="2" charset="-122"/>
                        </a:rPr>
                        <a:t>(</a:t>
                      </a:r>
                      <a:r>
                        <a:rPr kumimoji="0" lang="en-US" altLang="zh-CN" sz="2800" b="1" i="1" u="none" strike="noStrike" cap="none" normalizeH="0" baseline="0">
                          <a:ln>
                            <a:noFill/>
                          </a:ln>
                          <a:solidFill>
                            <a:schemeClr val="accent2"/>
                          </a:solidFill>
                          <a:effectLst/>
                          <a:latin typeface="Times New Roman" pitchFamily="18" charset="0"/>
                          <a:ea typeface="黑体" pitchFamily="2" charset="-122"/>
                        </a:rPr>
                        <a:t>E</a:t>
                      </a:r>
                      <a:r>
                        <a:rPr kumimoji="0" lang="en-US" altLang="zh-CN" sz="2800" b="0" i="0" u="none" strike="noStrike" cap="none" normalizeH="0" baseline="0">
                          <a:ln>
                            <a:noFill/>
                          </a:ln>
                          <a:solidFill>
                            <a:schemeClr val="accent2"/>
                          </a:solidFill>
                          <a:effectLst/>
                          <a:latin typeface="Times New Roman" pitchFamily="18" charset="0"/>
                          <a:ea typeface="黑体" pitchFamily="2" charset="-122"/>
                        </a:rPr>
                        <a:t>)</a:t>
                      </a:r>
                    </a:p>
                  </a:txBody>
                  <a:tcPr marT="45726" marB="45726" horzOverflow="overflow">
                    <a:lnL w="12700" cap="flat" cmpd="sng" algn="ctr">
                      <a:solidFill>
                        <a:schemeClr val="tx1"/>
                      </a:solidFill>
                      <a:prstDash val="solid"/>
                      <a:round/>
                      <a:headEnd type="none" w="sm" len="sm"/>
                      <a:tailEnd type="none" w="sm" len="sm"/>
                    </a:lnL>
                    <a:lnR w="28575"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extLst>
                  <a:ext uri="{0D108BD9-81ED-4DB2-BD59-A6C34878D82A}">
                    <a16:rowId xmlns:a16="http://schemas.microsoft.com/office/drawing/2014/main" val="10002"/>
                  </a:ext>
                </a:extLst>
              </a:tr>
              <a:tr h="518231">
                <a:tc>
                  <a:txBody>
                    <a:bodyPr/>
                    <a:lstStyle/>
                    <a:p>
                      <a:pPr marL="0" marR="0" lvl="0" indent="0" algn="l" defTabSz="914400" rtl="0" eaLnBrk="1" fontAlgn="base" latinLnBrk="0" hangingPunct="1">
                        <a:lnSpc>
                          <a:spcPct val="100000"/>
                        </a:lnSpc>
                        <a:spcBef>
                          <a:spcPct val="20000"/>
                        </a:spcBef>
                        <a:spcAft>
                          <a:spcPct val="0"/>
                        </a:spcAft>
                        <a:buClr>
                          <a:schemeClr val="folHlink"/>
                        </a:buClr>
                        <a:buSzPct val="60000"/>
                        <a:buFont typeface="Wingdings" pitchFamily="2" charset="2"/>
                        <a:buNone/>
                        <a:tabLst/>
                      </a:pPr>
                      <a:r>
                        <a:rPr kumimoji="0" lang="en-US" altLang="zh-CN" sz="2800" b="1" i="0" u="none" strike="noStrike" cap="none" normalizeH="0" baseline="0">
                          <a:ln>
                            <a:noFill/>
                          </a:ln>
                          <a:solidFill>
                            <a:schemeClr val="tx1"/>
                          </a:solidFill>
                          <a:effectLst/>
                          <a:latin typeface="Times New Roman" pitchFamily="18" charset="0"/>
                          <a:ea typeface="黑体" pitchFamily="2" charset="-122"/>
                        </a:rPr>
                        <a:t>$</a:t>
                      </a:r>
                      <a:r>
                        <a:rPr kumimoji="0" lang="en-US" altLang="zh-CN" sz="2800" b="1" i="1" u="none" strike="noStrike" cap="none" normalizeH="0" baseline="0">
                          <a:ln>
                            <a:noFill/>
                          </a:ln>
                          <a:solidFill>
                            <a:schemeClr val="tx1"/>
                          </a:solidFill>
                          <a:effectLst/>
                          <a:latin typeface="Times New Roman" pitchFamily="18" charset="0"/>
                          <a:ea typeface="黑体" pitchFamily="2" charset="-122"/>
                        </a:rPr>
                        <a:t>E </a:t>
                      </a:r>
                      <a:r>
                        <a:rPr kumimoji="0" lang="en-US" altLang="zh-CN" sz="2800" b="1" i="0" u="none" strike="noStrike" cap="none" normalizeH="0" baseline="0">
                          <a:ln>
                            <a:noFill/>
                          </a:ln>
                          <a:solidFill>
                            <a:schemeClr val="tx1"/>
                          </a:solidFill>
                          <a:effectLst/>
                          <a:latin typeface="Times New Roman" pitchFamily="18" charset="0"/>
                          <a:ea typeface="黑体" pitchFamily="2" charset="-122"/>
                          <a:sym typeface="Symbol" pitchFamily="18" charset="2"/>
                        </a:rPr>
                        <a:t></a:t>
                      </a:r>
                      <a:r>
                        <a:rPr kumimoji="0" lang="en-US" altLang="zh-CN" sz="2800" b="1" i="1" u="none" strike="noStrike" cap="none" normalizeH="0" baseline="0">
                          <a:ln>
                            <a:noFill/>
                          </a:ln>
                          <a:solidFill>
                            <a:schemeClr val="tx1"/>
                          </a:solidFill>
                          <a:effectLst/>
                          <a:latin typeface="Times New Roman" pitchFamily="18" charset="0"/>
                          <a:ea typeface="黑体" pitchFamily="2" charset="-122"/>
                          <a:sym typeface="Symbol" pitchFamily="18" charset="2"/>
                        </a:rPr>
                        <a:t>T</a:t>
                      </a:r>
                    </a:p>
                  </a:txBody>
                  <a:tcPr marT="45726" marB="45726" horzOverflow="overflow">
                    <a:lnL w="28575"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
                          <a:schemeClr val="folHlink"/>
                        </a:buClr>
                        <a:buSzPct val="60000"/>
                        <a:buFont typeface="Wingdings" pitchFamily="2" charset="2"/>
                        <a:buNone/>
                        <a:tabLst/>
                      </a:pPr>
                      <a:r>
                        <a:rPr kumimoji="0" lang="en-US" altLang="zh-CN" sz="2800" b="1" i="0" u="none" strike="noStrike" cap="none" normalizeH="0" baseline="0">
                          <a:ln>
                            <a:noFill/>
                          </a:ln>
                          <a:solidFill>
                            <a:schemeClr val="tx1"/>
                          </a:solidFill>
                          <a:effectLst/>
                          <a:latin typeface="Times New Roman" pitchFamily="18" charset="0"/>
                          <a:ea typeface="黑体" pitchFamily="2" charset="-122"/>
                        </a:rPr>
                        <a:t>       id </a:t>
                      </a:r>
                      <a:r>
                        <a:rPr kumimoji="0" lang="en-US" altLang="zh-CN" sz="2800" b="1" i="0" u="none" strike="noStrike" cap="none" normalizeH="0" baseline="0">
                          <a:ln>
                            <a:noFill/>
                          </a:ln>
                          <a:solidFill>
                            <a:schemeClr val="tx1"/>
                          </a:solidFill>
                          <a:effectLst/>
                          <a:latin typeface="Times New Roman" pitchFamily="18" charset="0"/>
                          <a:ea typeface="黑体" pitchFamily="2" charset="-122"/>
                          <a:cs typeface="Times New Roman" pitchFamily="18" charset="0"/>
                          <a:sym typeface="Symbol" pitchFamily="18" charset="2"/>
                        </a:rPr>
                        <a:t>+</a:t>
                      </a:r>
                      <a:r>
                        <a:rPr kumimoji="0" lang="en-US" altLang="zh-CN" sz="2800" b="1" i="0" u="none" strike="noStrike" cap="none" normalizeH="0" baseline="0">
                          <a:ln>
                            <a:noFill/>
                          </a:ln>
                          <a:solidFill>
                            <a:schemeClr val="tx1"/>
                          </a:solidFill>
                          <a:effectLst/>
                          <a:latin typeface="Times New Roman" pitchFamily="18" charset="0"/>
                          <a:ea typeface="黑体" pitchFamily="2" charset="-122"/>
                        </a:rPr>
                        <a:t> id $</a:t>
                      </a:r>
                    </a:p>
                  </a:txBody>
                  <a:tcPr marT="45726" marB="45726"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
                          <a:schemeClr val="folHlink"/>
                        </a:buClr>
                        <a:buSzPct val="60000"/>
                        <a:buFont typeface="Wingdings" pitchFamily="2" charset="2"/>
                        <a:buNone/>
                        <a:tabLst/>
                      </a:pPr>
                      <a:r>
                        <a:rPr kumimoji="0" lang="en-US" altLang="zh-CN" sz="2800" b="1" i="1" u="none" strike="noStrike" cap="none" normalizeH="0" baseline="0">
                          <a:ln>
                            <a:noFill/>
                          </a:ln>
                          <a:solidFill>
                            <a:schemeClr val="tx1"/>
                          </a:solidFill>
                          <a:effectLst/>
                          <a:latin typeface="Times New Roman" pitchFamily="18" charset="0"/>
                          <a:ea typeface="黑体" pitchFamily="2" charset="-122"/>
                        </a:rPr>
                        <a:t>E</a:t>
                      </a:r>
                      <a:r>
                        <a:rPr kumimoji="0" lang="en-US" altLang="zh-CN" sz="2800" b="1" i="0" u="none" strike="noStrike" cap="none" normalizeH="0" baseline="0">
                          <a:ln>
                            <a:noFill/>
                          </a:ln>
                          <a:solidFill>
                            <a:schemeClr val="tx1"/>
                          </a:solidFill>
                          <a:effectLst/>
                          <a:latin typeface="Times New Roman" pitchFamily="18" charset="0"/>
                          <a:ea typeface="黑体" pitchFamily="2" charset="-122"/>
                        </a:rPr>
                        <a:t> </a:t>
                      </a:r>
                      <a:r>
                        <a:rPr kumimoji="0" lang="en-US" altLang="zh-CN" sz="2800" b="1" i="0" u="none" strike="noStrike" cap="none" normalizeH="0" baseline="0">
                          <a:ln>
                            <a:noFill/>
                          </a:ln>
                          <a:solidFill>
                            <a:schemeClr val="tx1"/>
                          </a:solidFill>
                          <a:effectLst/>
                          <a:latin typeface="Times New Roman" pitchFamily="18" charset="0"/>
                          <a:ea typeface="黑体" pitchFamily="2" charset="-122"/>
                          <a:sym typeface="Symbol" pitchFamily="18" charset="2"/>
                        </a:rPr>
                        <a:t></a:t>
                      </a:r>
                      <a:r>
                        <a:rPr kumimoji="0" lang="en-US" altLang="zh-CN" sz="2800" b="1" i="0" u="none" strike="noStrike" cap="none" normalizeH="0" baseline="0">
                          <a:ln>
                            <a:noFill/>
                          </a:ln>
                          <a:solidFill>
                            <a:schemeClr val="tx1"/>
                          </a:solidFill>
                          <a:effectLst/>
                          <a:latin typeface="Times New Roman" pitchFamily="18" charset="0"/>
                          <a:ea typeface="黑体" pitchFamily="2" charset="-122"/>
                        </a:rPr>
                        <a:t> </a:t>
                      </a:r>
                      <a:r>
                        <a:rPr kumimoji="0" lang="en-US" altLang="zh-CN" sz="2800" b="1" i="1" u="none" strike="noStrike" cap="none" normalizeH="0" baseline="0">
                          <a:ln>
                            <a:noFill/>
                          </a:ln>
                          <a:solidFill>
                            <a:schemeClr val="tx1"/>
                          </a:solidFill>
                          <a:effectLst/>
                          <a:latin typeface="Times New Roman" pitchFamily="18" charset="0"/>
                          <a:ea typeface="黑体" pitchFamily="2" charset="-122"/>
                        </a:rPr>
                        <a:t>TE </a:t>
                      </a:r>
                      <a:r>
                        <a:rPr kumimoji="0" lang="en-US" altLang="zh-CN" sz="2800" b="1" i="0" u="none" strike="noStrike" cap="none" normalizeH="0" baseline="0">
                          <a:ln>
                            <a:noFill/>
                          </a:ln>
                          <a:solidFill>
                            <a:schemeClr val="tx1"/>
                          </a:solidFill>
                          <a:effectLst/>
                          <a:latin typeface="Times New Roman" pitchFamily="18" charset="0"/>
                          <a:ea typeface="黑体" pitchFamily="2" charset="-122"/>
                          <a:sym typeface="Symbol" pitchFamily="18" charset="2"/>
                        </a:rPr>
                        <a:t></a:t>
                      </a:r>
                    </a:p>
                  </a:txBody>
                  <a:tcPr marT="45726" marB="45726" horzOverflow="overflow">
                    <a:lnL w="12700" cap="flat" cmpd="sng" algn="ctr">
                      <a:solidFill>
                        <a:schemeClr val="tx1"/>
                      </a:solidFill>
                      <a:prstDash val="solid"/>
                      <a:round/>
                      <a:headEnd type="none" w="sm" len="sm"/>
                      <a:tailEnd type="none" w="sm" len="sm"/>
                    </a:lnL>
                    <a:lnR w="28575"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extLst>
                  <a:ext uri="{0D108BD9-81ED-4DB2-BD59-A6C34878D82A}">
                    <a16:rowId xmlns:a16="http://schemas.microsoft.com/office/drawing/2014/main" val="10003"/>
                  </a:ext>
                </a:extLst>
              </a:tr>
              <a:tr h="518231">
                <a:tc>
                  <a:txBody>
                    <a:bodyPr/>
                    <a:lstStyle/>
                    <a:p>
                      <a:pPr marL="0" marR="0" lvl="0" indent="0" algn="l" defTabSz="914400" rtl="0" eaLnBrk="1" fontAlgn="base" latinLnBrk="0" hangingPunct="1">
                        <a:lnSpc>
                          <a:spcPct val="100000"/>
                        </a:lnSpc>
                        <a:spcBef>
                          <a:spcPct val="20000"/>
                        </a:spcBef>
                        <a:spcAft>
                          <a:spcPct val="0"/>
                        </a:spcAft>
                        <a:buClr>
                          <a:schemeClr val="folHlink"/>
                        </a:buClr>
                        <a:buSzPct val="60000"/>
                        <a:buFont typeface="Wingdings" pitchFamily="2" charset="2"/>
                        <a:buNone/>
                        <a:tabLst/>
                      </a:pPr>
                      <a:r>
                        <a:rPr kumimoji="0" lang="en-US" altLang="zh-CN" sz="2800" b="1" i="0" u="none" strike="noStrike" cap="none" normalizeH="0" baseline="0">
                          <a:ln>
                            <a:noFill/>
                          </a:ln>
                          <a:solidFill>
                            <a:schemeClr val="tx1"/>
                          </a:solidFill>
                          <a:effectLst/>
                          <a:latin typeface="Times New Roman" pitchFamily="18" charset="0"/>
                          <a:ea typeface="黑体" pitchFamily="2" charset="-122"/>
                        </a:rPr>
                        <a:t>$</a:t>
                      </a:r>
                      <a:r>
                        <a:rPr kumimoji="0" lang="en-US" altLang="zh-CN" sz="2800" b="1" i="1" u="none" strike="noStrike" cap="none" normalizeH="0" baseline="0">
                          <a:ln>
                            <a:noFill/>
                          </a:ln>
                          <a:solidFill>
                            <a:schemeClr val="tx1"/>
                          </a:solidFill>
                          <a:effectLst/>
                          <a:latin typeface="Times New Roman" pitchFamily="18" charset="0"/>
                          <a:ea typeface="黑体" pitchFamily="2" charset="-122"/>
                        </a:rPr>
                        <a:t>E </a:t>
                      </a:r>
                      <a:r>
                        <a:rPr kumimoji="0" lang="en-US" altLang="zh-CN" sz="2800" b="1" i="0" u="none" strike="noStrike" cap="none" normalizeH="0" baseline="0">
                          <a:ln>
                            <a:noFill/>
                          </a:ln>
                          <a:solidFill>
                            <a:schemeClr val="tx1"/>
                          </a:solidFill>
                          <a:effectLst/>
                          <a:latin typeface="Times New Roman" pitchFamily="18" charset="0"/>
                          <a:ea typeface="黑体" pitchFamily="2" charset="-122"/>
                          <a:sym typeface="Symbol" pitchFamily="18" charset="2"/>
                        </a:rPr>
                        <a:t></a:t>
                      </a:r>
                      <a:r>
                        <a:rPr kumimoji="0" lang="en-US" altLang="zh-CN" sz="2800" b="1" i="1" u="none" strike="noStrike" cap="none" normalizeH="0" baseline="0">
                          <a:ln>
                            <a:noFill/>
                          </a:ln>
                          <a:solidFill>
                            <a:schemeClr val="tx1"/>
                          </a:solidFill>
                          <a:effectLst/>
                          <a:latin typeface="Times New Roman" pitchFamily="18" charset="0"/>
                          <a:ea typeface="黑体" pitchFamily="2" charset="-122"/>
                          <a:sym typeface="Symbol" pitchFamily="18" charset="2"/>
                        </a:rPr>
                        <a:t>T</a:t>
                      </a:r>
                      <a:r>
                        <a:rPr kumimoji="0" lang="en-US" altLang="zh-CN" sz="2800" b="1" i="1" u="none" strike="noStrike" cap="none" normalizeH="0" baseline="0">
                          <a:ln>
                            <a:noFill/>
                          </a:ln>
                          <a:solidFill>
                            <a:schemeClr val="tx1"/>
                          </a:solidFill>
                          <a:effectLst/>
                          <a:latin typeface="Times New Roman" pitchFamily="18" charset="0"/>
                          <a:ea typeface="黑体" pitchFamily="2" charset="-122"/>
                        </a:rPr>
                        <a:t> </a:t>
                      </a:r>
                      <a:r>
                        <a:rPr kumimoji="0" lang="en-US" altLang="zh-CN" sz="2800" b="1" i="0" u="none" strike="noStrike" cap="none" normalizeH="0" baseline="0">
                          <a:ln>
                            <a:noFill/>
                          </a:ln>
                          <a:solidFill>
                            <a:schemeClr val="tx1"/>
                          </a:solidFill>
                          <a:effectLst/>
                          <a:latin typeface="Times New Roman" pitchFamily="18" charset="0"/>
                          <a:ea typeface="黑体" pitchFamily="2" charset="-122"/>
                          <a:sym typeface="Symbol" pitchFamily="18" charset="2"/>
                        </a:rPr>
                        <a:t></a:t>
                      </a:r>
                      <a:r>
                        <a:rPr kumimoji="0" lang="en-US" altLang="zh-CN" sz="2800" b="1" i="1" u="none" strike="noStrike" cap="none" normalizeH="0" baseline="0">
                          <a:ln>
                            <a:noFill/>
                          </a:ln>
                          <a:solidFill>
                            <a:schemeClr val="tx1"/>
                          </a:solidFill>
                          <a:effectLst/>
                          <a:latin typeface="Times New Roman" pitchFamily="18" charset="0"/>
                          <a:ea typeface="黑体" pitchFamily="2" charset="-122"/>
                          <a:sym typeface="Symbol" pitchFamily="18" charset="2"/>
                        </a:rPr>
                        <a:t>F</a:t>
                      </a:r>
                    </a:p>
                  </a:txBody>
                  <a:tcPr marT="45726" marB="45726" horzOverflow="overflow">
                    <a:lnL w="28575"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
                          <a:schemeClr val="folHlink"/>
                        </a:buClr>
                        <a:buSzPct val="60000"/>
                        <a:buFont typeface="Wingdings" pitchFamily="2" charset="2"/>
                        <a:buNone/>
                        <a:tabLst/>
                      </a:pPr>
                      <a:r>
                        <a:rPr kumimoji="0" lang="en-US" altLang="zh-CN" sz="2800" b="1" i="0" u="none" strike="noStrike" cap="none" normalizeH="0" baseline="0">
                          <a:ln>
                            <a:noFill/>
                          </a:ln>
                          <a:solidFill>
                            <a:schemeClr val="tx1"/>
                          </a:solidFill>
                          <a:effectLst/>
                          <a:latin typeface="Times New Roman" pitchFamily="18" charset="0"/>
                          <a:ea typeface="黑体" pitchFamily="2" charset="-122"/>
                        </a:rPr>
                        <a:t>       id </a:t>
                      </a:r>
                      <a:r>
                        <a:rPr kumimoji="0" lang="en-US" altLang="zh-CN" sz="2800" b="1" i="0" u="none" strike="noStrike" cap="none" normalizeH="0" baseline="0">
                          <a:ln>
                            <a:noFill/>
                          </a:ln>
                          <a:solidFill>
                            <a:schemeClr val="tx1"/>
                          </a:solidFill>
                          <a:effectLst/>
                          <a:latin typeface="Times New Roman" pitchFamily="18" charset="0"/>
                          <a:ea typeface="黑体" pitchFamily="2" charset="-122"/>
                          <a:cs typeface="Times New Roman" pitchFamily="18" charset="0"/>
                          <a:sym typeface="Symbol" pitchFamily="18" charset="2"/>
                        </a:rPr>
                        <a:t>+</a:t>
                      </a:r>
                      <a:r>
                        <a:rPr kumimoji="0" lang="en-US" altLang="zh-CN" sz="2800" b="1" i="0" u="none" strike="noStrike" cap="none" normalizeH="0" baseline="0">
                          <a:ln>
                            <a:noFill/>
                          </a:ln>
                          <a:solidFill>
                            <a:schemeClr val="tx1"/>
                          </a:solidFill>
                          <a:effectLst/>
                          <a:latin typeface="Times New Roman" pitchFamily="18" charset="0"/>
                          <a:ea typeface="黑体" pitchFamily="2" charset="-122"/>
                        </a:rPr>
                        <a:t> id $</a:t>
                      </a:r>
                    </a:p>
                  </a:txBody>
                  <a:tcPr marT="45726" marB="45726"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
                          <a:schemeClr val="folHlink"/>
                        </a:buClr>
                        <a:buSzPct val="60000"/>
                        <a:buFont typeface="Wingdings" pitchFamily="2" charset="2"/>
                        <a:buNone/>
                        <a:tabLst/>
                      </a:pPr>
                      <a:r>
                        <a:rPr kumimoji="0" lang="en-US" altLang="zh-CN" sz="2800" b="1" i="1" u="none" strike="noStrike" cap="none" normalizeH="0" baseline="0">
                          <a:ln>
                            <a:noFill/>
                          </a:ln>
                          <a:solidFill>
                            <a:schemeClr val="tx1"/>
                          </a:solidFill>
                          <a:effectLst/>
                          <a:latin typeface="Times New Roman" pitchFamily="18" charset="0"/>
                          <a:ea typeface="黑体" pitchFamily="2" charset="-122"/>
                          <a:sym typeface="Symbol" pitchFamily="18" charset="2"/>
                        </a:rPr>
                        <a:t>T </a:t>
                      </a:r>
                      <a:r>
                        <a:rPr kumimoji="0" lang="en-US" altLang="zh-CN" sz="2800" b="1" i="0" u="none" strike="noStrike" cap="none" normalizeH="0" baseline="0">
                          <a:ln>
                            <a:noFill/>
                          </a:ln>
                          <a:solidFill>
                            <a:schemeClr val="tx1"/>
                          </a:solidFill>
                          <a:effectLst/>
                          <a:latin typeface="Times New Roman" pitchFamily="18" charset="0"/>
                          <a:ea typeface="黑体" pitchFamily="2" charset="-122"/>
                          <a:sym typeface="Symbol" pitchFamily="18" charset="2"/>
                        </a:rPr>
                        <a:t> </a:t>
                      </a:r>
                      <a:r>
                        <a:rPr kumimoji="0" lang="en-US" altLang="zh-CN" sz="2800" b="1" i="1" u="none" strike="noStrike" cap="none" normalizeH="0" baseline="0">
                          <a:ln>
                            <a:noFill/>
                          </a:ln>
                          <a:solidFill>
                            <a:schemeClr val="tx1"/>
                          </a:solidFill>
                          <a:effectLst/>
                          <a:latin typeface="Times New Roman" pitchFamily="18" charset="0"/>
                          <a:ea typeface="黑体" pitchFamily="2" charset="-122"/>
                          <a:sym typeface="Symbol" pitchFamily="18" charset="2"/>
                        </a:rPr>
                        <a:t>FT</a:t>
                      </a:r>
                      <a:r>
                        <a:rPr kumimoji="0" lang="en-US" altLang="zh-CN" sz="2800" b="1" i="1" u="none" strike="noStrike" cap="none" normalizeH="0" baseline="0">
                          <a:ln>
                            <a:noFill/>
                          </a:ln>
                          <a:solidFill>
                            <a:schemeClr val="tx1"/>
                          </a:solidFill>
                          <a:effectLst/>
                          <a:latin typeface="Times New Roman" pitchFamily="18" charset="0"/>
                          <a:ea typeface="黑体" pitchFamily="2" charset="-122"/>
                        </a:rPr>
                        <a:t> </a:t>
                      </a:r>
                      <a:r>
                        <a:rPr kumimoji="0" lang="en-US" altLang="zh-CN" sz="2800" b="1" i="0" u="none" strike="noStrike" cap="none" normalizeH="0" baseline="0">
                          <a:ln>
                            <a:noFill/>
                          </a:ln>
                          <a:solidFill>
                            <a:schemeClr val="tx1"/>
                          </a:solidFill>
                          <a:effectLst/>
                          <a:latin typeface="Times New Roman" pitchFamily="18" charset="0"/>
                          <a:ea typeface="黑体" pitchFamily="2" charset="-122"/>
                          <a:sym typeface="Symbol" pitchFamily="18" charset="2"/>
                        </a:rPr>
                        <a:t></a:t>
                      </a:r>
                    </a:p>
                  </a:txBody>
                  <a:tcPr marT="45726" marB="45726" horzOverflow="overflow">
                    <a:lnL w="12700" cap="flat" cmpd="sng" algn="ctr">
                      <a:solidFill>
                        <a:schemeClr val="tx1"/>
                      </a:solidFill>
                      <a:prstDash val="solid"/>
                      <a:round/>
                      <a:headEnd type="none" w="sm" len="sm"/>
                      <a:tailEnd type="none" w="sm" len="sm"/>
                    </a:lnL>
                    <a:lnR w="28575"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extLst>
                  <a:ext uri="{0D108BD9-81ED-4DB2-BD59-A6C34878D82A}">
                    <a16:rowId xmlns:a16="http://schemas.microsoft.com/office/drawing/2014/main" val="10004"/>
                  </a:ext>
                </a:extLst>
              </a:tr>
              <a:tr h="518231">
                <a:tc>
                  <a:txBody>
                    <a:bodyPr/>
                    <a:lstStyle/>
                    <a:p>
                      <a:pPr marL="0" marR="0" lvl="0" indent="0" algn="l" defTabSz="914400" rtl="0" eaLnBrk="1" fontAlgn="base" latinLnBrk="0" hangingPunct="1">
                        <a:lnSpc>
                          <a:spcPct val="100000"/>
                        </a:lnSpc>
                        <a:spcBef>
                          <a:spcPct val="20000"/>
                        </a:spcBef>
                        <a:spcAft>
                          <a:spcPct val="0"/>
                        </a:spcAft>
                        <a:buClr>
                          <a:schemeClr val="folHlink"/>
                        </a:buClr>
                        <a:buSzPct val="60000"/>
                        <a:buFont typeface="Wingdings" pitchFamily="2" charset="2"/>
                        <a:buNone/>
                        <a:tabLst/>
                      </a:pPr>
                      <a:r>
                        <a:rPr kumimoji="0" lang="en-US" altLang="zh-CN" sz="2800" b="1" i="0" u="none" strike="noStrike" cap="none" normalizeH="0" baseline="0">
                          <a:ln>
                            <a:noFill/>
                          </a:ln>
                          <a:solidFill>
                            <a:schemeClr val="tx1"/>
                          </a:solidFill>
                          <a:effectLst/>
                          <a:latin typeface="Times New Roman" pitchFamily="18" charset="0"/>
                          <a:ea typeface="黑体" pitchFamily="2" charset="-122"/>
                        </a:rPr>
                        <a:t>$</a:t>
                      </a:r>
                      <a:r>
                        <a:rPr kumimoji="0" lang="en-US" altLang="zh-CN" sz="2800" b="1" i="1" u="none" strike="noStrike" cap="none" normalizeH="0" baseline="0">
                          <a:ln>
                            <a:noFill/>
                          </a:ln>
                          <a:solidFill>
                            <a:schemeClr val="tx1"/>
                          </a:solidFill>
                          <a:effectLst/>
                          <a:latin typeface="Times New Roman" pitchFamily="18" charset="0"/>
                          <a:ea typeface="黑体" pitchFamily="2" charset="-122"/>
                        </a:rPr>
                        <a:t>E </a:t>
                      </a:r>
                      <a:r>
                        <a:rPr kumimoji="0" lang="en-US" altLang="zh-CN" sz="2800" b="1" i="0" u="none" strike="noStrike" cap="none" normalizeH="0" baseline="0">
                          <a:ln>
                            <a:noFill/>
                          </a:ln>
                          <a:solidFill>
                            <a:schemeClr val="tx1"/>
                          </a:solidFill>
                          <a:effectLst/>
                          <a:latin typeface="Times New Roman" pitchFamily="18" charset="0"/>
                          <a:ea typeface="黑体" pitchFamily="2" charset="-122"/>
                          <a:sym typeface="Symbol" pitchFamily="18" charset="2"/>
                        </a:rPr>
                        <a:t></a:t>
                      </a:r>
                      <a:r>
                        <a:rPr kumimoji="0" lang="en-US" altLang="zh-CN" sz="2800" b="1" i="1" u="none" strike="noStrike" cap="none" normalizeH="0" baseline="0">
                          <a:ln>
                            <a:noFill/>
                          </a:ln>
                          <a:solidFill>
                            <a:schemeClr val="tx1"/>
                          </a:solidFill>
                          <a:effectLst/>
                          <a:latin typeface="Times New Roman" pitchFamily="18" charset="0"/>
                          <a:ea typeface="黑体" pitchFamily="2" charset="-122"/>
                          <a:sym typeface="Symbol" pitchFamily="18" charset="2"/>
                        </a:rPr>
                        <a:t>T</a:t>
                      </a:r>
                      <a:r>
                        <a:rPr kumimoji="0" lang="en-US" altLang="zh-CN" sz="2800" b="1" i="1" u="none" strike="noStrike" cap="none" normalizeH="0" baseline="0">
                          <a:ln>
                            <a:noFill/>
                          </a:ln>
                          <a:solidFill>
                            <a:schemeClr val="tx1"/>
                          </a:solidFill>
                          <a:effectLst/>
                          <a:latin typeface="Times New Roman" pitchFamily="18" charset="0"/>
                          <a:ea typeface="黑体" pitchFamily="2" charset="-122"/>
                        </a:rPr>
                        <a:t> </a:t>
                      </a:r>
                      <a:r>
                        <a:rPr kumimoji="0" lang="en-US" altLang="zh-CN" sz="2800" b="1" i="0" u="none" strike="noStrike" cap="none" normalizeH="0" baseline="0">
                          <a:ln>
                            <a:noFill/>
                          </a:ln>
                          <a:solidFill>
                            <a:schemeClr val="tx1"/>
                          </a:solidFill>
                          <a:effectLst/>
                          <a:latin typeface="Times New Roman" pitchFamily="18" charset="0"/>
                          <a:ea typeface="黑体" pitchFamily="2" charset="-122"/>
                          <a:sym typeface="Symbol" pitchFamily="18" charset="2"/>
                        </a:rPr>
                        <a:t>id</a:t>
                      </a:r>
                    </a:p>
                  </a:txBody>
                  <a:tcPr marT="45726" marB="45726" horzOverflow="overflow">
                    <a:lnL w="28575"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
                          <a:schemeClr val="folHlink"/>
                        </a:buClr>
                        <a:buSzPct val="60000"/>
                        <a:buFont typeface="Wingdings" pitchFamily="2" charset="2"/>
                        <a:buNone/>
                        <a:tabLst/>
                      </a:pPr>
                      <a:r>
                        <a:rPr kumimoji="0" lang="en-US" altLang="zh-CN" sz="2800" b="1" i="0" u="none" strike="noStrike" cap="none" normalizeH="0" baseline="0">
                          <a:ln>
                            <a:noFill/>
                          </a:ln>
                          <a:solidFill>
                            <a:schemeClr val="tx1"/>
                          </a:solidFill>
                          <a:effectLst/>
                          <a:latin typeface="Times New Roman" pitchFamily="18" charset="0"/>
                          <a:ea typeface="黑体" pitchFamily="2" charset="-122"/>
                        </a:rPr>
                        <a:t>       id </a:t>
                      </a:r>
                      <a:r>
                        <a:rPr kumimoji="0" lang="en-US" altLang="zh-CN" sz="2800" b="1" i="0" u="none" strike="noStrike" cap="none" normalizeH="0" baseline="0">
                          <a:ln>
                            <a:noFill/>
                          </a:ln>
                          <a:solidFill>
                            <a:schemeClr val="tx1"/>
                          </a:solidFill>
                          <a:effectLst/>
                          <a:latin typeface="Times New Roman" pitchFamily="18" charset="0"/>
                          <a:ea typeface="黑体" pitchFamily="2" charset="-122"/>
                          <a:cs typeface="Times New Roman" pitchFamily="18" charset="0"/>
                          <a:sym typeface="Symbol" pitchFamily="18" charset="2"/>
                        </a:rPr>
                        <a:t>+</a:t>
                      </a:r>
                      <a:r>
                        <a:rPr kumimoji="0" lang="en-US" altLang="zh-CN" sz="2800" b="1" i="0" u="none" strike="noStrike" cap="none" normalizeH="0" baseline="0">
                          <a:ln>
                            <a:noFill/>
                          </a:ln>
                          <a:solidFill>
                            <a:schemeClr val="tx1"/>
                          </a:solidFill>
                          <a:effectLst/>
                          <a:latin typeface="Times New Roman" pitchFamily="18" charset="0"/>
                          <a:ea typeface="黑体" pitchFamily="2" charset="-122"/>
                        </a:rPr>
                        <a:t> id $</a:t>
                      </a:r>
                    </a:p>
                  </a:txBody>
                  <a:tcPr marT="45726" marB="45726"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
                          <a:schemeClr val="folHlink"/>
                        </a:buClr>
                        <a:buSzPct val="60000"/>
                        <a:buFont typeface="Wingdings" pitchFamily="2" charset="2"/>
                        <a:buNone/>
                        <a:tabLst/>
                      </a:pPr>
                      <a:r>
                        <a:rPr kumimoji="0" lang="en-US" altLang="zh-CN" sz="2800" b="1" i="1" u="none" strike="noStrike" cap="none" normalizeH="0" baseline="0">
                          <a:ln>
                            <a:noFill/>
                          </a:ln>
                          <a:solidFill>
                            <a:schemeClr val="tx1"/>
                          </a:solidFill>
                          <a:effectLst/>
                          <a:latin typeface="Times New Roman" pitchFamily="18" charset="0"/>
                          <a:ea typeface="黑体" pitchFamily="2" charset="-122"/>
                        </a:rPr>
                        <a:t>F</a:t>
                      </a:r>
                      <a:r>
                        <a:rPr kumimoji="0" lang="en-US" altLang="zh-CN" sz="2800" b="1" i="0" u="none" strike="noStrike" cap="none" normalizeH="0" baseline="0">
                          <a:ln>
                            <a:noFill/>
                          </a:ln>
                          <a:solidFill>
                            <a:schemeClr val="tx1"/>
                          </a:solidFill>
                          <a:effectLst/>
                          <a:latin typeface="Times New Roman" pitchFamily="18" charset="0"/>
                          <a:ea typeface="黑体" pitchFamily="2" charset="-122"/>
                        </a:rPr>
                        <a:t> </a:t>
                      </a:r>
                      <a:r>
                        <a:rPr kumimoji="0" lang="en-US" altLang="zh-CN" sz="2800" b="1" i="0" u="none" strike="noStrike" cap="none" normalizeH="0" baseline="0">
                          <a:ln>
                            <a:noFill/>
                          </a:ln>
                          <a:solidFill>
                            <a:schemeClr val="tx1"/>
                          </a:solidFill>
                          <a:effectLst/>
                          <a:latin typeface="Times New Roman" pitchFamily="18" charset="0"/>
                          <a:ea typeface="黑体" pitchFamily="2" charset="-122"/>
                          <a:sym typeface="Symbol" pitchFamily="18" charset="2"/>
                        </a:rPr>
                        <a:t></a:t>
                      </a:r>
                      <a:r>
                        <a:rPr kumimoji="0" lang="en-US" altLang="zh-CN" sz="2800" b="1" i="0" u="none" strike="noStrike" cap="none" normalizeH="0" baseline="0">
                          <a:ln>
                            <a:noFill/>
                          </a:ln>
                          <a:solidFill>
                            <a:schemeClr val="tx1"/>
                          </a:solidFill>
                          <a:effectLst/>
                          <a:latin typeface="Times New Roman" pitchFamily="18" charset="0"/>
                          <a:ea typeface="黑体" pitchFamily="2" charset="-122"/>
                        </a:rPr>
                        <a:t> id</a:t>
                      </a:r>
                    </a:p>
                  </a:txBody>
                  <a:tcPr marT="45726" marB="45726" horzOverflow="overflow">
                    <a:lnL w="12700" cap="flat" cmpd="sng" algn="ctr">
                      <a:solidFill>
                        <a:schemeClr val="tx1"/>
                      </a:solidFill>
                      <a:prstDash val="solid"/>
                      <a:round/>
                      <a:headEnd type="none" w="sm" len="sm"/>
                      <a:tailEnd type="none" w="sm" len="sm"/>
                    </a:lnL>
                    <a:lnR w="28575"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extLst>
                  <a:ext uri="{0D108BD9-81ED-4DB2-BD59-A6C34878D82A}">
                    <a16:rowId xmlns:a16="http://schemas.microsoft.com/office/drawing/2014/main" val="10005"/>
                  </a:ext>
                </a:extLst>
              </a:tr>
              <a:tr h="518231">
                <a:tc>
                  <a:txBody>
                    <a:bodyPr/>
                    <a:lstStyle/>
                    <a:p>
                      <a:pPr marL="0" marR="0" lvl="0" indent="0" algn="l" defTabSz="914400" rtl="0" eaLnBrk="1" fontAlgn="base" latinLnBrk="0" hangingPunct="1">
                        <a:lnSpc>
                          <a:spcPct val="100000"/>
                        </a:lnSpc>
                        <a:spcBef>
                          <a:spcPct val="20000"/>
                        </a:spcBef>
                        <a:spcAft>
                          <a:spcPct val="0"/>
                        </a:spcAft>
                        <a:buClr>
                          <a:schemeClr val="folHlink"/>
                        </a:buClr>
                        <a:buSzPct val="60000"/>
                        <a:buFont typeface="Wingdings" pitchFamily="2" charset="2"/>
                        <a:buNone/>
                        <a:tabLst/>
                      </a:pPr>
                      <a:endParaRPr kumimoji="0" lang="zh-CN" altLang="zh-CN" sz="2800" b="1" i="0" u="none" strike="noStrike" cap="none" normalizeH="0" baseline="0">
                        <a:ln>
                          <a:noFill/>
                        </a:ln>
                        <a:solidFill>
                          <a:schemeClr val="tx1"/>
                        </a:solidFill>
                        <a:effectLst/>
                        <a:latin typeface="Times New Roman" pitchFamily="18" charset="0"/>
                        <a:ea typeface="黑体" pitchFamily="2" charset="-122"/>
                        <a:sym typeface="Symbol" pitchFamily="18" charset="2"/>
                      </a:endParaRPr>
                    </a:p>
                  </a:txBody>
                  <a:tcPr marT="45726" marB="45726" horzOverflow="overflow">
                    <a:lnL w="28575"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
                          <a:schemeClr val="folHlink"/>
                        </a:buClr>
                        <a:buSzPct val="60000"/>
                        <a:buFont typeface="Wingdings" pitchFamily="2" charset="2"/>
                        <a:buNone/>
                        <a:tabLst/>
                      </a:pPr>
                      <a:endParaRPr kumimoji="0" lang="zh-CN" altLang="zh-CN" sz="2800" b="1" i="0" u="none" strike="noStrike" cap="none" normalizeH="0" baseline="0">
                        <a:ln>
                          <a:noFill/>
                        </a:ln>
                        <a:solidFill>
                          <a:schemeClr val="tx1"/>
                        </a:solidFill>
                        <a:effectLst/>
                        <a:latin typeface="Times New Roman" pitchFamily="18" charset="0"/>
                        <a:ea typeface="黑体" pitchFamily="2" charset="-122"/>
                      </a:endParaRPr>
                    </a:p>
                  </a:txBody>
                  <a:tcPr marT="45726" marB="45726"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
                          <a:schemeClr val="folHlink"/>
                        </a:buClr>
                        <a:buSzPct val="60000"/>
                        <a:buFont typeface="Wingdings" pitchFamily="2" charset="2"/>
                        <a:buNone/>
                        <a:tabLst/>
                      </a:pPr>
                      <a:endParaRPr kumimoji="0" lang="zh-CN" altLang="zh-CN" sz="2800" b="0" i="0" u="none" strike="noStrike" cap="none" normalizeH="0" baseline="0">
                        <a:ln>
                          <a:noFill/>
                        </a:ln>
                        <a:solidFill>
                          <a:schemeClr val="tx1"/>
                        </a:solidFill>
                        <a:effectLst/>
                        <a:latin typeface="Times New Roman" pitchFamily="18" charset="0"/>
                        <a:ea typeface="黑体" pitchFamily="2" charset="-122"/>
                      </a:endParaRPr>
                    </a:p>
                  </a:txBody>
                  <a:tcPr marT="45726" marB="45726" horzOverflow="overflow">
                    <a:lnL w="12700" cap="flat" cmpd="sng" algn="ctr">
                      <a:solidFill>
                        <a:schemeClr val="tx1"/>
                      </a:solidFill>
                      <a:prstDash val="solid"/>
                      <a:round/>
                      <a:headEnd type="none" w="sm" len="sm"/>
                      <a:tailEnd type="none" w="sm" len="sm"/>
                    </a:lnL>
                    <a:lnR w="28575"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extLst>
                  <a:ext uri="{0D108BD9-81ED-4DB2-BD59-A6C34878D82A}">
                    <a16:rowId xmlns:a16="http://schemas.microsoft.com/office/drawing/2014/main" val="10006"/>
                  </a:ext>
                </a:extLst>
              </a:tr>
              <a:tr h="518231">
                <a:tc>
                  <a:txBody>
                    <a:bodyPr/>
                    <a:lstStyle/>
                    <a:p>
                      <a:pPr marL="0" marR="0" lvl="0" indent="0" algn="l" defTabSz="914400" rtl="0" eaLnBrk="1" fontAlgn="base" latinLnBrk="0" hangingPunct="1">
                        <a:lnSpc>
                          <a:spcPct val="100000"/>
                        </a:lnSpc>
                        <a:spcBef>
                          <a:spcPct val="20000"/>
                        </a:spcBef>
                        <a:spcAft>
                          <a:spcPct val="0"/>
                        </a:spcAft>
                        <a:buClr>
                          <a:schemeClr val="folHlink"/>
                        </a:buClr>
                        <a:buSzPct val="60000"/>
                        <a:buFont typeface="Wingdings" pitchFamily="2" charset="2"/>
                        <a:buNone/>
                        <a:tabLst/>
                      </a:pPr>
                      <a:endParaRPr kumimoji="0" lang="zh-CN" altLang="zh-CN" sz="2800" b="1" i="0" u="none" strike="noStrike" cap="none" normalizeH="0" baseline="0">
                        <a:ln>
                          <a:noFill/>
                        </a:ln>
                        <a:solidFill>
                          <a:schemeClr val="tx1"/>
                        </a:solidFill>
                        <a:effectLst/>
                        <a:latin typeface="Times New Roman" pitchFamily="18" charset="0"/>
                        <a:ea typeface="黑体" pitchFamily="2" charset="-122"/>
                        <a:cs typeface="Times New Roman" pitchFamily="18" charset="0"/>
                        <a:sym typeface="Symbol" pitchFamily="18" charset="2"/>
                      </a:endParaRPr>
                    </a:p>
                  </a:txBody>
                  <a:tcPr marT="45726" marB="45726" horzOverflow="overflow">
                    <a:lnL w="28575"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
                          <a:schemeClr val="folHlink"/>
                        </a:buClr>
                        <a:buSzPct val="60000"/>
                        <a:buFont typeface="Wingdings" pitchFamily="2" charset="2"/>
                        <a:buNone/>
                        <a:tabLst/>
                      </a:pPr>
                      <a:endParaRPr kumimoji="0" lang="zh-CN" altLang="zh-CN" sz="2800" b="1" i="0" u="none" strike="noStrike" cap="none" normalizeH="0" baseline="0">
                        <a:ln>
                          <a:noFill/>
                        </a:ln>
                        <a:solidFill>
                          <a:schemeClr val="tx1"/>
                        </a:solidFill>
                        <a:effectLst/>
                        <a:latin typeface="Times New Roman" pitchFamily="18" charset="0"/>
                        <a:ea typeface="黑体" pitchFamily="2" charset="-122"/>
                      </a:endParaRPr>
                    </a:p>
                  </a:txBody>
                  <a:tcPr marT="45726" marB="45726"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
                          <a:schemeClr val="folHlink"/>
                        </a:buClr>
                        <a:buSzPct val="60000"/>
                        <a:buFont typeface="Wingdings" pitchFamily="2" charset="2"/>
                        <a:buNone/>
                        <a:tabLst/>
                      </a:pPr>
                      <a:endParaRPr kumimoji="0" lang="zh-CN" altLang="zh-CN" sz="2800" b="1" i="0" u="none" strike="noStrike" cap="none" normalizeH="0" baseline="0">
                        <a:ln>
                          <a:noFill/>
                        </a:ln>
                        <a:solidFill>
                          <a:schemeClr val="tx1"/>
                        </a:solidFill>
                        <a:effectLst/>
                        <a:latin typeface="Times New Roman" pitchFamily="18" charset="0"/>
                        <a:ea typeface="黑体" pitchFamily="2" charset="-122"/>
                        <a:sym typeface="Symbol" pitchFamily="18" charset="2"/>
                      </a:endParaRPr>
                    </a:p>
                  </a:txBody>
                  <a:tcPr marT="45726" marB="45726" horzOverflow="overflow">
                    <a:lnL w="12700" cap="flat" cmpd="sng" algn="ctr">
                      <a:solidFill>
                        <a:schemeClr val="tx1"/>
                      </a:solidFill>
                      <a:prstDash val="solid"/>
                      <a:round/>
                      <a:headEnd type="none" w="sm" len="sm"/>
                      <a:tailEnd type="none" w="sm" len="sm"/>
                    </a:lnL>
                    <a:lnR w="28575"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extLst>
                  <a:ext uri="{0D108BD9-81ED-4DB2-BD59-A6C34878D82A}">
                    <a16:rowId xmlns:a16="http://schemas.microsoft.com/office/drawing/2014/main" val="10007"/>
                  </a:ext>
                </a:extLst>
              </a:tr>
              <a:tr h="518231">
                <a:tc>
                  <a:txBody>
                    <a:bodyPr/>
                    <a:lstStyle/>
                    <a:p>
                      <a:pPr marL="0" marR="0" lvl="0" indent="0" algn="l" defTabSz="914400" rtl="0" eaLnBrk="1" fontAlgn="base" latinLnBrk="0" hangingPunct="1">
                        <a:lnSpc>
                          <a:spcPct val="100000"/>
                        </a:lnSpc>
                        <a:spcBef>
                          <a:spcPct val="20000"/>
                        </a:spcBef>
                        <a:spcAft>
                          <a:spcPct val="0"/>
                        </a:spcAft>
                        <a:buClr>
                          <a:schemeClr val="folHlink"/>
                        </a:buClr>
                        <a:buSzPct val="60000"/>
                        <a:buFont typeface="Wingdings" pitchFamily="2" charset="2"/>
                        <a:buNone/>
                        <a:tabLst/>
                      </a:pPr>
                      <a:endParaRPr kumimoji="0" lang="zh-CN" altLang="zh-CN" sz="2800" b="1" i="1" u="none" strike="noStrike" cap="none" normalizeH="0" baseline="0">
                        <a:ln>
                          <a:noFill/>
                        </a:ln>
                        <a:solidFill>
                          <a:schemeClr val="tx1"/>
                        </a:solidFill>
                        <a:effectLst/>
                        <a:latin typeface="Times New Roman" pitchFamily="18" charset="0"/>
                        <a:ea typeface="黑体" pitchFamily="2" charset="-122"/>
                        <a:sym typeface="Symbol" pitchFamily="18" charset="2"/>
                      </a:endParaRPr>
                    </a:p>
                  </a:txBody>
                  <a:tcPr marT="45726" marB="45726" horzOverflow="overflow">
                    <a:lnL w="28575"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28575" cap="flat" cmpd="sng" algn="ctr">
                      <a:solidFill>
                        <a:schemeClr val="tx1"/>
                      </a:solidFill>
                      <a:prstDash val="solid"/>
                      <a:round/>
                      <a:headEnd type="none" w="sm" len="sm"/>
                      <a:tailEnd type="none" w="sm" len="sm"/>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
                          <a:schemeClr val="folHlink"/>
                        </a:buClr>
                        <a:buSzPct val="60000"/>
                        <a:buFont typeface="Wingdings" pitchFamily="2" charset="2"/>
                        <a:buNone/>
                        <a:tabLst/>
                      </a:pPr>
                      <a:endParaRPr kumimoji="0" lang="zh-CN" altLang="zh-CN" sz="2800" b="1" i="0" u="none" strike="noStrike" cap="none" normalizeH="0" baseline="0">
                        <a:ln>
                          <a:noFill/>
                        </a:ln>
                        <a:solidFill>
                          <a:schemeClr val="tx1"/>
                        </a:solidFill>
                        <a:effectLst/>
                        <a:latin typeface="Times New Roman" pitchFamily="18" charset="0"/>
                        <a:ea typeface="黑体" pitchFamily="2" charset="-122"/>
                      </a:endParaRPr>
                    </a:p>
                  </a:txBody>
                  <a:tcPr marT="45726" marB="45726"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28575" cap="flat" cmpd="sng" algn="ctr">
                      <a:solidFill>
                        <a:schemeClr val="tx1"/>
                      </a:solidFill>
                      <a:prstDash val="solid"/>
                      <a:round/>
                      <a:headEnd type="none" w="sm" len="sm"/>
                      <a:tailEnd type="none" w="sm" len="sm"/>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
                          <a:schemeClr val="folHlink"/>
                        </a:buClr>
                        <a:buSzPct val="60000"/>
                        <a:buFont typeface="Wingdings" pitchFamily="2" charset="2"/>
                        <a:buNone/>
                        <a:tabLst/>
                      </a:pPr>
                      <a:endParaRPr kumimoji="0" lang="zh-CN" altLang="zh-CN" sz="2800" b="0" i="0" u="none" strike="noStrike" cap="none" normalizeH="0" baseline="0" dirty="0">
                        <a:ln>
                          <a:noFill/>
                        </a:ln>
                        <a:solidFill>
                          <a:schemeClr val="tx2"/>
                        </a:solidFill>
                        <a:effectLst/>
                        <a:latin typeface="Times New Roman" pitchFamily="18" charset="0"/>
                        <a:ea typeface="黑体" pitchFamily="2" charset="-122"/>
                      </a:endParaRPr>
                    </a:p>
                  </a:txBody>
                  <a:tcPr marT="45726" marB="45726" horzOverflow="overflow">
                    <a:lnL w="12700" cap="flat" cmpd="sng" algn="ctr">
                      <a:solidFill>
                        <a:schemeClr val="tx1"/>
                      </a:solidFill>
                      <a:prstDash val="solid"/>
                      <a:round/>
                      <a:headEnd type="none" w="sm" len="sm"/>
                      <a:tailEnd type="none" w="sm" len="sm"/>
                    </a:lnL>
                    <a:lnR w="28575"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28575" cap="flat" cmpd="sng" algn="ctr">
                      <a:solidFill>
                        <a:schemeClr val="tx1"/>
                      </a:solidFill>
                      <a:prstDash val="solid"/>
                      <a:round/>
                      <a:headEnd type="none" w="sm" len="sm"/>
                      <a:tailEnd type="none" w="sm" len="sm"/>
                    </a:lnB>
                    <a:lnTlToBr>
                      <a:noFill/>
                    </a:lnTlToBr>
                    <a:lnBlToTr>
                      <a:noFill/>
                    </a:lnBlToTr>
                    <a:noFill/>
                  </a:tcPr>
                </a:tc>
                <a:extLst>
                  <a:ext uri="{0D108BD9-81ED-4DB2-BD59-A6C34878D82A}">
                    <a16:rowId xmlns:a16="http://schemas.microsoft.com/office/drawing/2014/main" val="10008"/>
                  </a:ext>
                </a:extLst>
              </a:tr>
            </a:tbl>
          </a:graphicData>
        </a:graphic>
      </p:graphicFrame>
      <p:sp>
        <p:nvSpPr>
          <p:cNvPr id="2" name="日期占位符 1">
            <a:extLst>
              <a:ext uri="{FF2B5EF4-FFF2-40B4-BE49-F238E27FC236}">
                <a16:creationId xmlns:a16="http://schemas.microsoft.com/office/drawing/2014/main" id="{F550F40F-2288-678D-12F3-6C3B6B70E814}"/>
              </a:ext>
            </a:extLst>
          </p:cNvPr>
          <p:cNvSpPr>
            <a:spLocks noGrp="1"/>
          </p:cNvSpPr>
          <p:nvPr>
            <p:ph type="dt" sz="half" idx="10"/>
          </p:nvPr>
        </p:nvSpPr>
        <p:spPr/>
        <p:txBody>
          <a:bodyPr/>
          <a:lstStyle/>
          <a:p>
            <a:fld id="{2741B3A1-85FB-4E41-9ED4-79065DAD710E}" type="datetime2">
              <a:rPr lang="zh-CN" altLang="en-US" smtClean="0"/>
              <a:pPr/>
              <a:t>2025年11月26日</a:t>
            </a:fld>
            <a:endParaRPr lang="zh-CN" altLang="en-US"/>
          </a:p>
        </p:txBody>
      </p:sp>
      <p:sp>
        <p:nvSpPr>
          <p:cNvPr id="3" name="页脚占位符 2">
            <a:extLst>
              <a:ext uri="{FF2B5EF4-FFF2-40B4-BE49-F238E27FC236}">
                <a16:creationId xmlns:a16="http://schemas.microsoft.com/office/drawing/2014/main" id="{A42F6EBB-A685-E411-C27A-75CD752D500B}"/>
              </a:ext>
            </a:extLst>
          </p:cNvPr>
          <p:cNvSpPr>
            <a:spLocks noGrp="1"/>
          </p:cNvSpPr>
          <p:nvPr>
            <p:ph type="ftr" sz="quarter" idx="11"/>
          </p:nvPr>
        </p:nvSpPr>
        <p:spPr/>
        <p:txBody>
          <a:bodyPr/>
          <a:lstStyle/>
          <a:p>
            <a:r>
              <a:rPr lang="zh-CN" altLang="en-US"/>
              <a:t>编译原理</a:t>
            </a:r>
            <a:r>
              <a:rPr lang="en-US" altLang="zh-CN"/>
              <a:t>-</a:t>
            </a:r>
            <a:r>
              <a:rPr lang="zh-CN" altLang="en-US"/>
              <a:t>王欣捷</a:t>
            </a:r>
            <a:r>
              <a:rPr lang="en-US" altLang="zh-CN"/>
              <a:t>-</a:t>
            </a:r>
            <a:r>
              <a:rPr lang="zh-CN" altLang="en-US"/>
              <a:t>第三章 语法分析</a:t>
            </a:r>
            <a:r>
              <a:rPr lang="en-US" altLang="zh-CN"/>
              <a:t>(4)</a:t>
            </a:r>
            <a:endParaRPr lang="zh-CN" altLang="en-US"/>
          </a:p>
        </p:txBody>
      </p:sp>
      <p:sp>
        <p:nvSpPr>
          <p:cNvPr id="4" name="灯片编号占位符 3">
            <a:extLst>
              <a:ext uri="{FF2B5EF4-FFF2-40B4-BE49-F238E27FC236}">
                <a16:creationId xmlns:a16="http://schemas.microsoft.com/office/drawing/2014/main" id="{FF235C8B-868E-14AB-FEE8-231394517C59}"/>
              </a:ext>
            </a:extLst>
          </p:cNvPr>
          <p:cNvSpPr>
            <a:spLocks noGrp="1"/>
          </p:cNvSpPr>
          <p:nvPr>
            <p:ph type="sldNum" sz="quarter" idx="12"/>
          </p:nvPr>
        </p:nvSpPr>
        <p:spPr/>
        <p:txBody>
          <a:bodyPr/>
          <a:lstStyle/>
          <a:p>
            <a:fld id="{094DEB03-EFC6-4C20-8FC8-295189A5386F}" type="slidenum">
              <a:rPr lang="zh-CN" altLang="en-US" smtClean="0"/>
              <a:pPr/>
              <a:t>96</a:t>
            </a:fld>
            <a:endParaRPr lang="zh-CN" altLang="en-US"/>
          </a:p>
        </p:txBody>
      </p:sp>
    </p:spTree>
  </p:cSld>
  <p:clrMapOvr>
    <a:masterClrMapping/>
  </p:clrMapOvr>
</p:sld>
</file>

<file path=ppt/slides/slide9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5474" name="Rectangle 2">
            <a:extLst>
              <a:ext uri="{FF2B5EF4-FFF2-40B4-BE49-F238E27FC236}">
                <a16:creationId xmlns:a16="http://schemas.microsoft.com/office/drawing/2014/main" id="{CAD726D0-5995-4EE0-A927-261C06F11705}"/>
              </a:ext>
            </a:extLst>
          </p:cNvPr>
          <p:cNvSpPr>
            <a:spLocks noGrp="1" noChangeArrowheads="1"/>
          </p:cNvSpPr>
          <p:nvPr>
            <p:ph type="title"/>
          </p:nvPr>
        </p:nvSpPr>
        <p:spPr/>
        <p:txBody>
          <a:bodyPr/>
          <a:lstStyle/>
          <a:p>
            <a:pPr eaLnBrk="1" hangingPunct="1"/>
            <a:r>
              <a:rPr lang="en-US" altLang="zh-CN" sz="4000"/>
              <a:t>3.3.6 </a:t>
            </a:r>
            <a:r>
              <a:rPr lang="zh-CN" altLang="en-US" sz="4000"/>
              <a:t>预测分析的错误恢复</a:t>
            </a:r>
          </a:p>
        </p:txBody>
      </p:sp>
      <p:sp>
        <p:nvSpPr>
          <p:cNvPr id="105475" name="Rectangle 3">
            <a:extLst>
              <a:ext uri="{FF2B5EF4-FFF2-40B4-BE49-F238E27FC236}">
                <a16:creationId xmlns:a16="http://schemas.microsoft.com/office/drawing/2014/main" id="{29FAEEAE-B27F-4DA5-91F6-B58D26D9E7B7}"/>
              </a:ext>
            </a:extLst>
          </p:cNvPr>
          <p:cNvSpPr>
            <a:spLocks noGrp="1" noChangeArrowheads="1"/>
          </p:cNvSpPr>
          <p:nvPr>
            <p:ph idx="1"/>
          </p:nvPr>
        </p:nvSpPr>
        <p:spPr/>
        <p:txBody>
          <a:bodyPr/>
          <a:lstStyle/>
          <a:p>
            <a:pPr eaLnBrk="1" hangingPunct="1">
              <a:lnSpc>
                <a:spcPct val="90000"/>
              </a:lnSpc>
              <a:buFont typeface="Wingdings" panose="05000000000000000000" pitchFamily="2" charset="2"/>
              <a:buNone/>
            </a:pPr>
            <a:r>
              <a:rPr lang="zh-CN" altLang="en-US" sz="2800"/>
              <a:t>预测分析器对 </a:t>
            </a:r>
            <a:r>
              <a:rPr lang="en-US" altLang="zh-CN" sz="2800" b="1"/>
              <a:t>+id * +id</a:t>
            </a:r>
            <a:r>
              <a:rPr lang="en-US" altLang="zh-CN" sz="2800"/>
              <a:t> </a:t>
            </a:r>
            <a:r>
              <a:rPr lang="zh-CN" altLang="en-US" sz="2800"/>
              <a:t>的分析和错误恢复</a:t>
            </a:r>
          </a:p>
        </p:txBody>
      </p:sp>
      <p:graphicFrame>
        <p:nvGraphicFramePr>
          <p:cNvPr id="7" name="Group 4">
            <a:extLst>
              <a:ext uri="{FF2B5EF4-FFF2-40B4-BE49-F238E27FC236}">
                <a16:creationId xmlns:a16="http://schemas.microsoft.com/office/drawing/2014/main" id="{215089AB-8CEC-462A-9B2D-1BA7174BD410}"/>
              </a:ext>
            </a:extLst>
          </p:cNvPr>
          <p:cNvGraphicFramePr>
            <a:graphicFrameLocks/>
          </p:cNvGraphicFramePr>
          <p:nvPr>
            <p:extLst>
              <p:ext uri="{D42A27DB-BD31-4B8C-83A1-F6EECF244321}">
                <p14:modId xmlns:p14="http://schemas.microsoft.com/office/powerpoint/2010/main" val="2254247973"/>
              </p:ext>
            </p:extLst>
          </p:nvPr>
        </p:nvGraphicFramePr>
        <p:xfrm>
          <a:off x="533400" y="1981200"/>
          <a:ext cx="8305800" cy="4664079"/>
        </p:xfrm>
        <a:graphic>
          <a:graphicData uri="http://schemas.openxmlformats.org/drawingml/2006/table">
            <a:tbl>
              <a:tblPr/>
              <a:tblGrid>
                <a:gridCol w="2690813">
                  <a:extLst>
                    <a:ext uri="{9D8B030D-6E8A-4147-A177-3AD203B41FA5}">
                      <a16:colId xmlns:a16="http://schemas.microsoft.com/office/drawing/2014/main" val="20000"/>
                    </a:ext>
                  </a:extLst>
                </a:gridCol>
                <a:gridCol w="2808287">
                  <a:extLst>
                    <a:ext uri="{9D8B030D-6E8A-4147-A177-3AD203B41FA5}">
                      <a16:colId xmlns:a16="http://schemas.microsoft.com/office/drawing/2014/main" val="20001"/>
                    </a:ext>
                  </a:extLst>
                </a:gridCol>
                <a:gridCol w="2806700">
                  <a:extLst>
                    <a:ext uri="{9D8B030D-6E8A-4147-A177-3AD203B41FA5}">
                      <a16:colId xmlns:a16="http://schemas.microsoft.com/office/drawing/2014/main" val="20002"/>
                    </a:ext>
                  </a:extLst>
                </a:gridCol>
              </a:tblGrid>
              <a:tr h="518231">
                <a:tc>
                  <a:txBody>
                    <a:body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itchFamily="2" charset="2"/>
                        <a:buNone/>
                        <a:tabLst/>
                      </a:pPr>
                      <a:r>
                        <a:rPr kumimoji="0" lang="zh-CN" altLang="en-US" sz="2800" b="0" i="0" u="none" strike="noStrike" cap="none" normalizeH="0" baseline="0">
                          <a:ln>
                            <a:noFill/>
                          </a:ln>
                          <a:solidFill>
                            <a:schemeClr val="tx1"/>
                          </a:solidFill>
                          <a:effectLst/>
                          <a:latin typeface="Times New Roman" pitchFamily="18" charset="0"/>
                          <a:ea typeface="黑体" pitchFamily="2" charset="-122"/>
                        </a:rPr>
                        <a:t>栈 </a:t>
                      </a:r>
                    </a:p>
                  </a:txBody>
                  <a:tcPr marT="45726" marB="45726" horzOverflow="overflow">
                    <a:lnL w="28575"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28575"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a:txBody>
                    <a:body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itchFamily="2" charset="2"/>
                        <a:buNone/>
                        <a:tabLst/>
                      </a:pPr>
                      <a:r>
                        <a:rPr kumimoji="0" lang="zh-CN" altLang="en-US" sz="2800" b="0" i="0" u="none" strike="noStrike" cap="none" normalizeH="0" baseline="0">
                          <a:ln>
                            <a:noFill/>
                          </a:ln>
                          <a:solidFill>
                            <a:schemeClr val="tx1"/>
                          </a:solidFill>
                          <a:effectLst/>
                          <a:latin typeface="Times New Roman" pitchFamily="18" charset="0"/>
                          <a:ea typeface="黑体" pitchFamily="2" charset="-122"/>
                        </a:rPr>
                        <a:t>输    入 </a:t>
                      </a:r>
                    </a:p>
                  </a:txBody>
                  <a:tcPr marT="45726" marB="45726"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28575"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a:txBody>
                    <a:body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itchFamily="2" charset="2"/>
                        <a:buNone/>
                        <a:tabLst/>
                      </a:pPr>
                      <a:r>
                        <a:rPr kumimoji="0" lang="zh-CN" altLang="en-US" sz="2800" b="0" i="0" u="none" strike="noStrike" cap="none" normalizeH="0" baseline="0">
                          <a:ln>
                            <a:noFill/>
                          </a:ln>
                          <a:solidFill>
                            <a:schemeClr val="tx1"/>
                          </a:solidFill>
                          <a:effectLst/>
                          <a:latin typeface="Times New Roman" pitchFamily="18" charset="0"/>
                          <a:ea typeface="黑体" pitchFamily="2" charset="-122"/>
                        </a:rPr>
                        <a:t>输    出 </a:t>
                      </a:r>
                    </a:p>
                  </a:txBody>
                  <a:tcPr marT="45726" marB="45726" horzOverflow="overflow">
                    <a:lnL w="12700" cap="flat" cmpd="sng" algn="ctr">
                      <a:solidFill>
                        <a:schemeClr val="tx1"/>
                      </a:solidFill>
                      <a:prstDash val="solid"/>
                      <a:round/>
                      <a:headEnd type="none" w="sm" len="sm"/>
                      <a:tailEnd type="none" w="sm" len="sm"/>
                    </a:lnL>
                    <a:lnR w="28575" cap="flat" cmpd="sng" algn="ctr">
                      <a:solidFill>
                        <a:schemeClr val="tx1"/>
                      </a:solidFill>
                      <a:prstDash val="solid"/>
                      <a:round/>
                      <a:headEnd type="none" w="sm" len="sm"/>
                      <a:tailEnd type="none" w="sm" len="sm"/>
                    </a:lnR>
                    <a:lnT w="28575"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extLst>
                  <a:ext uri="{0D108BD9-81ED-4DB2-BD59-A6C34878D82A}">
                    <a16:rowId xmlns:a16="http://schemas.microsoft.com/office/drawing/2014/main" val="10000"/>
                  </a:ext>
                </a:extLst>
              </a:tr>
              <a:tr h="518231">
                <a:tc>
                  <a:txBody>
                    <a:bodyPr/>
                    <a:lstStyle/>
                    <a:p>
                      <a:pPr marL="0" marR="0" lvl="0" indent="0" algn="l" defTabSz="914400" rtl="0" eaLnBrk="1" fontAlgn="base" latinLnBrk="0" hangingPunct="1">
                        <a:lnSpc>
                          <a:spcPct val="100000"/>
                        </a:lnSpc>
                        <a:spcBef>
                          <a:spcPct val="20000"/>
                        </a:spcBef>
                        <a:spcAft>
                          <a:spcPct val="0"/>
                        </a:spcAft>
                        <a:buClr>
                          <a:schemeClr val="folHlink"/>
                        </a:buClr>
                        <a:buSzPct val="60000"/>
                        <a:buFont typeface="Wingdings" pitchFamily="2" charset="2"/>
                        <a:buNone/>
                        <a:tabLst/>
                      </a:pPr>
                      <a:r>
                        <a:rPr kumimoji="0" lang="en-US" altLang="zh-CN" sz="2800" b="1" i="0" u="none" strike="noStrike" cap="none" normalizeH="0" baseline="0">
                          <a:ln>
                            <a:noFill/>
                          </a:ln>
                          <a:solidFill>
                            <a:schemeClr val="tx1"/>
                          </a:solidFill>
                          <a:effectLst/>
                          <a:latin typeface="Times New Roman" pitchFamily="18" charset="0"/>
                          <a:ea typeface="黑体" pitchFamily="2" charset="-122"/>
                        </a:rPr>
                        <a:t>$</a:t>
                      </a:r>
                      <a:r>
                        <a:rPr kumimoji="0" lang="en-US" altLang="zh-CN" sz="2800" b="1" i="1" u="none" strike="noStrike" cap="none" normalizeH="0" baseline="0">
                          <a:ln>
                            <a:noFill/>
                          </a:ln>
                          <a:solidFill>
                            <a:schemeClr val="tx1"/>
                          </a:solidFill>
                          <a:effectLst/>
                          <a:latin typeface="Times New Roman" pitchFamily="18" charset="0"/>
                          <a:ea typeface="黑体" pitchFamily="2" charset="-122"/>
                        </a:rPr>
                        <a:t>E</a:t>
                      </a:r>
                      <a:r>
                        <a:rPr kumimoji="0" lang="en-US" altLang="zh-CN" sz="2800" b="0" i="0" u="none" strike="noStrike" cap="none" normalizeH="0" baseline="0">
                          <a:ln>
                            <a:noFill/>
                          </a:ln>
                          <a:solidFill>
                            <a:schemeClr val="tx1"/>
                          </a:solidFill>
                          <a:effectLst/>
                          <a:latin typeface="Times New Roman" pitchFamily="18" charset="0"/>
                          <a:ea typeface="黑体" pitchFamily="2" charset="-122"/>
                        </a:rPr>
                        <a:t> </a:t>
                      </a:r>
                    </a:p>
                  </a:txBody>
                  <a:tcPr marT="45726" marB="45726" horzOverflow="overflow">
                    <a:lnL w="28575"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
                          <a:schemeClr val="folHlink"/>
                        </a:buClr>
                        <a:buSzPct val="60000"/>
                        <a:buFont typeface="Wingdings" pitchFamily="2" charset="2"/>
                        <a:buNone/>
                        <a:tabLst/>
                      </a:pPr>
                      <a:r>
                        <a:rPr kumimoji="0" lang="en-US" altLang="zh-CN" sz="2800" b="1" i="0" u="none" strike="noStrike" cap="none" normalizeH="0" baseline="0">
                          <a:ln>
                            <a:noFill/>
                          </a:ln>
                          <a:solidFill>
                            <a:schemeClr val="tx1"/>
                          </a:solidFill>
                          <a:effectLst/>
                          <a:latin typeface="Times New Roman" pitchFamily="18" charset="0"/>
                          <a:ea typeface="黑体" pitchFamily="2" charset="-122"/>
                        </a:rPr>
                        <a:t>     +id </a:t>
                      </a:r>
                      <a:r>
                        <a:rPr kumimoji="0" lang="en-US" altLang="zh-CN" sz="2800" b="1" i="0" u="none" strike="noStrike" cap="none" normalizeH="0" baseline="0">
                          <a:ln>
                            <a:noFill/>
                          </a:ln>
                          <a:solidFill>
                            <a:schemeClr val="tx1"/>
                          </a:solidFill>
                          <a:effectLst/>
                          <a:latin typeface="Times New Roman" pitchFamily="18" charset="0"/>
                          <a:ea typeface="黑体" pitchFamily="2" charset="-122"/>
                          <a:cs typeface="Times New Roman" pitchFamily="18" charset="0"/>
                          <a:sym typeface="Symbol" pitchFamily="18" charset="2"/>
                        </a:rPr>
                        <a:t>+</a:t>
                      </a:r>
                      <a:r>
                        <a:rPr kumimoji="0" lang="en-US" altLang="zh-CN" sz="2800" b="1" i="0" u="none" strike="noStrike" cap="none" normalizeH="0" baseline="0">
                          <a:ln>
                            <a:noFill/>
                          </a:ln>
                          <a:solidFill>
                            <a:schemeClr val="tx1"/>
                          </a:solidFill>
                          <a:effectLst/>
                          <a:latin typeface="Times New Roman" pitchFamily="18" charset="0"/>
                          <a:ea typeface="黑体" pitchFamily="2" charset="-122"/>
                        </a:rPr>
                        <a:t> id $</a:t>
                      </a:r>
                      <a:r>
                        <a:rPr kumimoji="0" lang="en-US" altLang="zh-CN" sz="2800" b="0" i="0" u="none" strike="noStrike" cap="none" normalizeH="0" baseline="0">
                          <a:ln>
                            <a:noFill/>
                          </a:ln>
                          <a:solidFill>
                            <a:schemeClr val="tx1"/>
                          </a:solidFill>
                          <a:effectLst/>
                          <a:latin typeface="Times New Roman" pitchFamily="18" charset="0"/>
                          <a:ea typeface="黑体" pitchFamily="2" charset="-122"/>
                        </a:rPr>
                        <a:t> </a:t>
                      </a:r>
                    </a:p>
                  </a:txBody>
                  <a:tcPr marT="45726" marB="45726"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
                          <a:schemeClr val="folHlink"/>
                        </a:buClr>
                        <a:buSzPct val="60000"/>
                        <a:buFont typeface="Wingdings" pitchFamily="2" charset="2"/>
                        <a:buNone/>
                        <a:tabLst/>
                      </a:pPr>
                      <a:r>
                        <a:rPr kumimoji="0" lang="zh-CN" altLang="en-US" sz="2800" b="0" i="0" u="none" strike="noStrike" cap="none" normalizeH="0" baseline="0">
                          <a:ln>
                            <a:noFill/>
                          </a:ln>
                          <a:solidFill>
                            <a:schemeClr val="accent2"/>
                          </a:solidFill>
                          <a:effectLst/>
                          <a:latin typeface="Times New Roman" pitchFamily="18" charset="0"/>
                          <a:ea typeface="黑体" pitchFamily="2" charset="-122"/>
                        </a:rPr>
                        <a:t>出错，跳过</a:t>
                      </a:r>
                      <a:r>
                        <a:rPr kumimoji="0" lang="en-US" altLang="zh-CN" sz="2800" b="1" i="0" u="none" strike="noStrike" cap="none" normalizeH="0" baseline="0">
                          <a:ln>
                            <a:noFill/>
                          </a:ln>
                          <a:solidFill>
                            <a:schemeClr val="accent2"/>
                          </a:solidFill>
                          <a:effectLst/>
                          <a:latin typeface="Times New Roman" pitchFamily="18" charset="0"/>
                          <a:ea typeface="黑体" pitchFamily="2" charset="-122"/>
                        </a:rPr>
                        <a:t>+</a:t>
                      </a:r>
                    </a:p>
                  </a:txBody>
                  <a:tcPr marT="45726" marB="45726" horzOverflow="overflow">
                    <a:lnL w="12700" cap="flat" cmpd="sng" algn="ctr">
                      <a:solidFill>
                        <a:schemeClr val="tx1"/>
                      </a:solidFill>
                      <a:prstDash val="solid"/>
                      <a:round/>
                      <a:headEnd type="none" w="sm" len="sm"/>
                      <a:tailEnd type="none" w="sm" len="sm"/>
                    </a:lnL>
                    <a:lnR w="28575"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extLst>
                  <a:ext uri="{0D108BD9-81ED-4DB2-BD59-A6C34878D82A}">
                    <a16:rowId xmlns:a16="http://schemas.microsoft.com/office/drawing/2014/main" val="10001"/>
                  </a:ext>
                </a:extLst>
              </a:tr>
              <a:tr h="518231">
                <a:tc>
                  <a:txBody>
                    <a:bodyPr/>
                    <a:lstStyle/>
                    <a:p>
                      <a:pPr marL="0" marR="0" lvl="0" indent="0" algn="l" defTabSz="914400" rtl="0" eaLnBrk="1" fontAlgn="base" latinLnBrk="0" hangingPunct="1">
                        <a:lnSpc>
                          <a:spcPct val="100000"/>
                        </a:lnSpc>
                        <a:spcBef>
                          <a:spcPct val="20000"/>
                        </a:spcBef>
                        <a:spcAft>
                          <a:spcPct val="0"/>
                        </a:spcAft>
                        <a:buClr>
                          <a:schemeClr val="folHlink"/>
                        </a:buClr>
                        <a:buSzPct val="60000"/>
                        <a:buFont typeface="Wingdings" pitchFamily="2" charset="2"/>
                        <a:buNone/>
                        <a:tabLst/>
                      </a:pPr>
                      <a:r>
                        <a:rPr kumimoji="0" lang="en-US" altLang="zh-CN" sz="2800" b="1" i="0" u="none" strike="noStrike" cap="none" normalizeH="0" baseline="0">
                          <a:ln>
                            <a:noFill/>
                          </a:ln>
                          <a:solidFill>
                            <a:schemeClr val="tx1"/>
                          </a:solidFill>
                          <a:effectLst/>
                          <a:latin typeface="Times New Roman" pitchFamily="18" charset="0"/>
                          <a:ea typeface="黑体" pitchFamily="2" charset="-122"/>
                        </a:rPr>
                        <a:t>$</a:t>
                      </a:r>
                      <a:r>
                        <a:rPr kumimoji="0" lang="en-US" altLang="zh-CN" sz="2800" b="1" i="1" u="none" strike="noStrike" cap="none" normalizeH="0" baseline="0">
                          <a:ln>
                            <a:noFill/>
                          </a:ln>
                          <a:solidFill>
                            <a:schemeClr val="tx1"/>
                          </a:solidFill>
                          <a:effectLst/>
                          <a:latin typeface="Times New Roman" pitchFamily="18" charset="0"/>
                          <a:ea typeface="黑体" pitchFamily="2" charset="-122"/>
                        </a:rPr>
                        <a:t>E</a:t>
                      </a:r>
                    </a:p>
                  </a:txBody>
                  <a:tcPr marT="45726" marB="45726" horzOverflow="overflow">
                    <a:lnL w="28575"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
                          <a:schemeClr val="folHlink"/>
                        </a:buClr>
                        <a:buSzPct val="60000"/>
                        <a:buFont typeface="Wingdings" pitchFamily="2" charset="2"/>
                        <a:buNone/>
                        <a:tabLst/>
                      </a:pPr>
                      <a:r>
                        <a:rPr kumimoji="0" lang="en-US" altLang="zh-CN" sz="2800" b="1" i="0" u="none" strike="noStrike" cap="none" normalizeH="0" baseline="0">
                          <a:ln>
                            <a:noFill/>
                          </a:ln>
                          <a:solidFill>
                            <a:schemeClr val="tx1"/>
                          </a:solidFill>
                          <a:effectLst/>
                          <a:latin typeface="Times New Roman" pitchFamily="18" charset="0"/>
                          <a:ea typeface="黑体" pitchFamily="2" charset="-122"/>
                        </a:rPr>
                        <a:t>       id </a:t>
                      </a:r>
                      <a:r>
                        <a:rPr kumimoji="0" lang="en-US" altLang="zh-CN" sz="2800" b="1" i="0" u="none" strike="noStrike" cap="none" normalizeH="0" baseline="0">
                          <a:ln>
                            <a:noFill/>
                          </a:ln>
                          <a:solidFill>
                            <a:schemeClr val="tx1"/>
                          </a:solidFill>
                          <a:effectLst/>
                          <a:latin typeface="Times New Roman" pitchFamily="18" charset="0"/>
                          <a:ea typeface="黑体" pitchFamily="2" charset="-122"/>
                          <a:cs typeface="Times New Roman" pitchFamily="18" charset="0"/>
                          <a:sym typeface="Symbol" pitchFamily="18" charset="2"/>
                        </a:rPr>
                        <a:t>+</a:t>
                      </a:r>
                      <a:r>
                        <a:rPr kumimoji="0" lang="en-US" altLang="zh-CN" sz="2800" b="1" i="0" u="none" strike="noStrike" cap="none" normalizeH="0" baseline="0">
                          <a:ln>
                            <a:noFill/>
                          </a:ln>
                          <a:solidFill>
                            <a:schemeClr val="tx1"/>
                          </a:solidFill>
                          <a:effectLst/>
                          <a:latin typeface="Times New Roman" pitchFamily="18" charset="0"/>
                          <a:ea typeface="黑体" pitchFamily="2" charset="-122"/>
                        </a:rPr>
                        <a:t> id $</a:t>
                      </a:r>
                      <a:r>
                        <a:rPr kumimoji="0" lang="en-US" altLang="zh-CN" sz="2800" b="0" i="0" u="none" strike="noStrike" cap="none" normalizeH="0" baseline="0">
                          <a:ln>
                            <a:noFill/>
                          </a:ln>
                          <a:solidFill>
                            <a:schemeClr val="tx1"/>
                          </a:solidFill>
                          <a:effectLst/>
                          <a:latin typeface="Times New Roman" pitchFamily="18" charset="0"/>
                          <a:ea typeface="黑体" pitchFamily="2" charset="-122"/>
                        </a:rPr>
                        <a:t> </a:t>
                      </a:r>
                    </a:p>
                  </a:txBody>
                  <a:tcPr marT="45726" marB="45726"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
                          <a:schemeClr val="folHlink"/>
                        </a:buClr>
                        <a:buSzPct val="60000"/>
                        <a:buFont typeface="Wingdings" pitchFamily="2" charset="2"/>
                        <a:buNone/>
                        <a:tabLst/>
                      </a:pPr>
                      <a:r>
                        <a:rPr kumimoji="0" lang="en-US" altLang="zh-CN" sz="2800" b="1" i="0" u="none" strike="noStrike" cap="none" normalizeH="0" baseline="0">
                          <a:ln>
                            <a:noFill/>
                          </a:ln>
                          <a:solidFill>
                            <a:schemeClr val="accent2"/>
                          </a:solidFill>
                          <a:effectLst/>
                          <a:latin typeface="Times New Roman" pitchFamily="18" charset="0"/>
                          <a:ea typeface="黑体" pitchFamily="2" charset="-122"/>
                        </a:rPr>
                        <a:t>id</a:t>
                      </a:r>
                      <a:r>
                        <a:rPr kumimoji="0" lang="zh-CN" altLang="en-US" sz="2800" b="0" i="0" u="none" strike="noStrike" cap="none" normalizeH="0" baseline="0">
                          <a:ln>
                            <a:noFill/>
                          </a:ln>
                          <a:solidFill>
                            <a:schemeClr val="accent2"/>
                          </a:solidFill>
                          <a:effectLst/>
                          <a:latin typeface="Times New Roman" pitchFamily="18" charset="0"/>
                          <a:ea typeface="黑体" pitchFamily="2" charset="-122"/>
                        </a:rPr>
                        <a:t>属于</a:t>
                      </a:r>
                      <a:r>
                        <a:rPr kumimoji="0" lang="en-US" altLang="zh-CN" sz="2800" b="1" i="0" u="none" strike="noStrike" cap="none" normalizeH="0" baseline="0">
                          <a:ln>
                            <a:noFill/>
                          </a:ln>
                          <a:solidFill>
                            <a:schemeClr val="accent2"/>
                          </a:solidFill>
                          <a:effectLst/>
                          <a:latin typeface="Times New Roman" pitchFamily="18" charset="0"/>
                          <a:ea typeface="黑体" pitchFamily="2" charset="-122"/>
                        </a:rPr>
                        <a:t>FIRST</a:t>
                      </a:r>
                      <a:r>
                        <a:rPr kumimoji="0" lang="en-US" altLang="zh-CN" sz="2800" b="0" i="0" u="none" strike="noStrike" cap="none" normalizeH="0" baseline="0">
                          <a:ln>
                            <a:noFill/>
                          </a:ln>
                          <a:solidFill>
                            <a:schemeClr val="accent2"/>
                          </a:solidFill>
                          <a:effectLst/>
                          <a:latin typeface="Times New Roman" pitchFamily="18" charset="0"/>
                          <a:ea typeface="黑体" pitchFamily="2" charset="-122"/>
                        </a:rPr>
                        <a:t>(</a:t>
                      </a:r>
                      <a:r>
                        <a:rPr kumimoji="0" lang="en-US" altLang="zh-CN" sz="2800" b="1" i="1" u="none" strike="noStrike" cap="none" normalizeH="0" baseline="0">
                          <a:ln>
                            <a:noFill/>
                          </a:ln>
                          <a:solidFill>
                            <a:schemeClr val="accent2"/>
                          </a:solidFill>
                          <a:effectLst/>
                          <a:latin typeface="Times New Roman" pitchFamily="18" charset="0"/>
                          <a:ea typeface="黑体" pitchFamily="2" charset="-122"/>
                        </a:rPr>
                        <a:t>E</a:t>
                      </a:r>
                      <a:r>
                        <a:rPr kumimoji="0" lang="en-US" altLang="zh-CN" sz="2800" b="0" i="0" u="none" strike="noStrike" cap="none" normalizeH="0" baseline="0">
                          <a:ln>
                            <a:noFill/>
                          </a:ln>
                          <a:solidFill>
                            <a:schemeClr val="accent2"/>
                          </a:solidFill>
                          <a:effectLst/>
                          <a:latin typeface="Times New Roman" pitchFamily="18" charset="0"/>
                          <a:ea typeface="黑体" pitchFamily="2" charset="-122"/>
                        </a:rPr>
                        <a:t>)</a:t>
                      </a:r>
                    </a:p>
                  </a:txBody>
                  <a:tcPr marT="45726" marB="45726" horzOverflow="overflow">
                    <a:lnL w="12700" cap="flat" cmpd="sng" algn="ctr">
                      <a:solidFill>
                        <a:schemeClr val="tx1"/>
                      </a:solidFill>
                      <a:prstDash val="solid"/>
                      <a:round/>
                      <a:headEnd type="none" w="sm" len="sm"/>
                      <a:tailEnd type="none" w="sm" len="sm"/>
                    </a:lnL>
                    <a:lnR w="28575"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extLst>
                  <a:ext uri="{0D108BD9-81ED-4DB2-BD59-A6C34878D82A}">
                    <a16:rowId xmlns:a16="http://schemas.microsoft.com/office/drawing/2014/main" val="10002"/>
                  </a:ext>
                </a:extLst>
              </a:tr>
              <a:tr h="518231">
                <a:tc>
                  <a:txBody>
                    <a:bodyPr/>
                    <a:lstStyle/>
                    <a:p>
                      <a:pPr marL="0" marR="0" lvl="0" indent="0" algn="l" defTabSz="914400" rtl="0" eaLnBrk="1" fontAlgn="base" latinLnBrk="0" hangingPunct="1">
                        <a:lnSpc>
                          <a:spcPct val="100000"/>
                        </a:lnSpc>
                        <a:spcBef>
                          <a:spcPct val="20000"/>
                        </a:spcBef>
                        <a:spcAft>
                          <a:spcPct val="0"/>
                        </a:spcAft>
                        <a:buClr>
                          <a:schemeClr val="folHlink"/>
                        </a:buClr>
                        <a:buSzPct val="60000"/>
                        <a:buFont typeface="Wingdings" pitchFamily="2" charset="2"/>
                        <a:buNone/>
                        <a:tabLst/>
                      </a:pPr>
                      <a:r>
                        <a:rPr kumimoji="0" lang="en-US" altLang="zh-CN" sz="2800" b="1" i="0" u="none" strike="noStrike" cap="none" normalizeH="0" baseline="0">
                          <a:ln>
                            <a:noFill/>
                          </a:ln>
                          <a:solidFill>
                            <a:schemeClr val="tx1"/>
                          </a:solidFill>
                          <a:effectLst/>
                          <a:latin typeface="Times New Roman" pitchFamily="18" charset="0"/>
                          <a:ea typeface="黑体" pitchFamily="2" charset="-122"/>
                        </a:rPr>
                        <a:t>$</a:t>
                      </a:r>
                      <a:r>
                        <a:rPr kumimoji="0" lang="en-US" altLang="zh-CN" sz="2800" b="1" i="1" u="none" strike="noStrike" cap="none" normalizeH="0" baseline="0">
                          <a:ln>
                            <a:noFill/>
                          </a:ln>
                          <a:solidFill>
                            <a:schemeClr val="tx1"/>
                          </a:solidFill>
                          <a:effectLst/>
                          <a:latin typeface="Times New Roman" pitchFamily="18" charset="0"/>
                          <a:ea typeface="黑体" pitchFamily="2" charset="-122"/>
                        </a:rPr>
                        <a:t>E </a:t>
                      </a:r>
                      <a:r>
                        <a:rPr kumimoji="0" lang="en-US" altLang="zh-CN" sz="2800" b="1" i="0" u="none" strike="noStrike" cap="none" normalizeH="0" baseline="0">
                          <a:ln>
                            <a:noFill/>
                          </a:ln>
                          <a:solidFill>
                            <a:schemeClr val="tx1"/>
                          </a:solidFill>
                          <a:effectLst/>
                          <a:latin typeface="Times New Roman" pitchFamily="18" charset="0"/>
                          <a:ea typeface="黑体" pitchFamily="2" charset="-122"/>
                          <a:sym typeface="Symbol" pitchFamily="18" charset="2"/>
                        </a:rPr>
                        <a:t></a:t>
                      </a:r>
                      <a:r>
                        <a:rPr kumimoji="0" lang="en-US" altLang="zh-CN" sz="2800" b="1" i="1" u="none" strike="noStrike" cap="none" normalizeH="0" baseline="0">
                          <a:ln>
                            <a:noFill/>
                          </a:ln>
                          <a:solidFill>
                            <a:schemeClr val="tx1"/>
                          </a:solidFill>
                          <a:effectLst/>
                          <a:latin typeface="Times New Roman" pitchFamily="18" charset="0"/>
                          <a:ea typeface="黑体" pitchFamily="2" charset="-122"/>
                          <a:sym typeface="Symbol" pitchFamily="18" charset="2"/>
                        </a:rPr>
                        <a:t>T</a:t>
                      </a:r>
                    </a:p>
                  </a:txBody>
                  <a:tcPr marT="45726" marB="45726" horzOverflow="overflow">
                    <a:lnL w="28575"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
                          <a:schemeClr val="folHlink"/>
                        </a:buClr>
                        <a:buSzPct val="60000"/>
                        <a:buFont typeface="Wingdings" pitchFamily="2" charset="2"/>
                        <a:buNone/>
                        <a:tabLst/>
                      </a:pPr>
                      <a:r>
                        <a:rPr kumimoji="0" lang="en-US" altLang="zh-CN" sz="2800" b="1" i="0" u="none" strike="noStrike" cap="none" normalizeH="0" baseline="0">
                          <a:ln>
                            <a:noFill/>
                          </a:ln>
                          <a:solidFill>
                            <a:schemeClr val="tx1"/>
                          </a:solidFill>
                          <a:effectLst/>
                          <a:latin typeface="Times New Roman" pitchFamily="18" charset="0"/>
                          <a:ea typeface="黑体" pitchFamily="2" charset="-122"/>
                        </a:rPr>
                        <a:t>       id </a:t>
                      </a:r>
                      <a:r>
                        <a:rPr kumimoji="0" lang="en-US" altLang="zh-CN" sz="2800" b="1" i="0" u="none" strike="noStrike" cap="none" normalizeH="0" baseline="0">
                          <a:ln>
                            <a:noFill/>
                          </a:ln>
                          <a:solidFill>
                            <a:schemeClr val="tx1"/>
                          </a:solidFill>
                          <a:effectLst/>
                          <a:latin typeface="Times New Roman" pitchFamily="18" charset="0"/>
                          <a:ea typeface="黑体" pitchFamily="2" charset="-122"/>
                          <a:cs typeface="Times New Roman" pitchFamily="18" charset="0"/>
                          <a:sym typeface="Symbol" pitchFamily="18" charset="2"/>
                        </a:rPr>
                        <a:t>+</a:t>
                      </a:r>
                      <a:r>
                        <a:rPr kumimoji="0" lang="en-US" altLang="zh-CN" sz="2800" b="1" i="0" u="none" strike="noStrike" cap="none" normalizeH="0" baseline="0">
                          <a:ln>
                            <a:noFill/>
                          </a:ln>
                          <a:solidFill>
                            <a:schemeClr val="tx1"/>
                          </a:solidFill>
                          <a:effectLst/>
                          <a:latin typeface="Times New Roman" pitchFamily="18" charset="0"/>
                          <a:ea typeface="黑体" pitchFamily="2" charset="-122"/>
                        </a:rPr>
                        <a:t> id $</a:t>
                      </a:r>
                    </a:p>
                  </a:txBody>
                  <a:tcPr marT="45726" marB="45726"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
                          <a:schemeClr val="folHlink"/>
                        </a:buClr>
                        <a:buSzPct val="60000"/>
                        <a:buFont typeface="Wingdings" pitchFamily="2" charset="2"/>
                        <a:buNone/>
                        <a:tabLst/>
                      </a:pPr>
                      <a:r>
                        <a:rPr kumimoji="0" lang="en-US" altLang="zh-CN" sz="2800" b="1" i="1" u="none" strike="noStrike" cap="none" normalizeH="0" baseline="0">
                          <a:ln>
                            <a:noFill/>
                          </a:ln>
                          <a:solidFill>
                            <a:schemeClr val="tx1"/>
                          </a:solidFill>
                          <a:effectLst/>
                          <a:latin typeface="Times New Roman" pitchFamily="18" charset="0"/>
                          <a:ea typeface="黑体" pitchFamily="2" charset="-122"/>
                        </a:rPr>
                        <a:t>E</a:t>
                      </a:r>
                      <a:r>
                        <a:rPr kumimoji="0" lang="en-US" altLang="zh-CN" sz="2800" b="1" i="0" u="none" strike="noStrike" cap="none" normalizeH="0" baseline="0">
                          <a:ln>
                            <a:noFill/>
                          </a:ln>
                          <a:solidFill>
                            <a:schemeClr val="tx1"/>
                          </a:solidFill>
                          <a:effectLst/>
                          <a:latin typeface="Times New Roman" pitchFamily="18" charset="0"/>
                          <a:ea typeface="黑体" pitchFamily="2" charset="-122"/>
                        </a:rPr>
                        <a:t> </a:t>
                      </a:r>
                      <a:r>
                        <a:rPr kumimoji="0" lang="en-US" altLang="zh-CN" sz="2800" b="1" i="0" u="none" strike="noStrike" cap="none" normalizeH="0" baseline="0">
                          <a:ln>
                            <a:noFill/>
                          </a:ln>
                          <a:solidFill>
                            <a:schemeClr val="tx1"/>
                          </a:solidFill>
                          <a:effectLst/>
                          <a:latin typeface="Times New Roman" pitchFamily="18" charset="0"/>
                          <a:ea typeface="黑体" pitchFamily="2" charset="-122"/>
                          <a:sym typeface="Symbol" pitchFamily="18" charset="2"/>
                        </a:rPr>
                        <a:t></a:t>
                      </a:r>
                      <a:r>
                        <a:rPr kumimoji="0" lang="en-US" altLang="zh-CN" sz="2800" b="1" i="0" u="none" strike="noStrike" cap="none" normalizeH="0" baseline="0">
                          <a:ln>
                            <a:noFill/>
                          </a:ln>
                          <a:solidFill>
                            <a:schemeClr val="tx1"/>
                          </a:solidFill>
                          <a:effectLst/>
                          <a:latin typeface="Times New Roman" pitchFamily="18" charset="0"/>
                          <a:ea typeface="黑体" pitchFamily="2" charset="-122"/>
                        </a:rPr>
                        <a:t> </a:t>
                      </a:r>
                      <a:r>
                        <a:rPr kumimoji="0" lang="en-US" altLang="zh-CN" sz="2800" b="1" i="1" u="none" strike="noStrike" cap="none" normalizeH="0" baseline="0">
                          <a:ln>
                            <a:noFill/>
                          </a:ln>
                          <a:solidFill>
                            <a:schemeClr val="tx1"/>
                          </a:solidFill>
                          <a:effectLst/>
                          <a:latin typeface="Times New Roman" pitchFamily="18" charset="0"/>
                          <a:ea typeface="黑体" pitchFamily="2" charset="-122"/>
                        </a:rPr>
                        <a:t>TE </a:t>
                      </a:r>
                      <a:r>
                        <a:rPr kumimoji="0" lang="en-US" altLang="zh-CN" sz="2800" b="1" i="0" u="none" strike="noStrike" cap="none" normalizeH="0" baseline="0">
                          <a:ln>
                            <a:noFill/>
                          </a:ln>
                          <a:solidFill>
                            <a:schemeClr val="tx1"/>
                          </a:solidFill>
                          <a:effectLst/>
                          <a:latin typeface="Times New Roman" pitchFamily="18" charset="0"/>
                          <a:ea typeface="黑体" pitchFamily="2" charset="-122"/>
                          <a:sym typeface="Symbol" pitchFamily="18" charset="2"/>
                        </a:rPr>
                        <a:t></a:t>
                      </a:r>
                    </a:p>
                  </a:txBody>
                  <a:tcPr marT="45726" marB="45726" horzOverflow="overflow">
                    <a:lnL w="12700" cap="flat" cmpd="sng" algn="ctr">
                      <a:solidFill>
                        <a:schemeClr val="tx1"/>
                      </a:solidFill>
                      <a:prstDash val="solid"/>
                      <a:round/>
                      <a:headEnd type="none" w="sm" len="sm"/>
                      <a:tailEnd type="none" w="sm" len="sm"/>
                    </a:lnL>
                    <a:lnR w="28575"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extLst>
                  <a:ext uri="{0D108BD9-81ED-4DB2-BD59-A6C34878D82A}">
                    <a16:rowId xmlns:a16="http://schemas.microsoft.com/office/drawing/2014/main" val="10003"/>
                  </a:ext>
                </a:extLst>
              </a:tr>
              <a:tr h="518231">
                <a:tc>
                  <a:txBody>
                    <a:bodyPr/>
                    <a:lstStyle/>
                    <a:p>
                      <a:pPr marL="0" marR="0" lvl="0" indent="0" algn="l" defTabSz="914400" rtl="0" eaLnBrk="1" fontAlgn="base" latinLnBrk="0" hangingPunct="1">
                        <a:lnSpc>
                          <a:spcPct val="100000"/>
                        </a:lnSpc>
                        <a:spcBef>
                          <a:spcPct val="20000"/>
                        </a:spcBef>
                        <a:spcAft>
                          <a:spcPct val="0"/>
                        </a:spcAft>
                        <a:buClr>
                          <a:schemeClr val="folHlink"/>
                        </a:buClr>
                        <a:buSzPct val="60000"/>
                        <a:buFont typeface="Wingdings" pitchFamily="2" charset="2"/>
                        <a:buNone/>
                        <a:tabLst/>
                      </a:pPr>
                      <a:r>
                        <a:rPr kumimoji="0" lang="en-US" altLang="zh-CN" sz="2800" b="1" i="0" u="none" strike="noStrike" cap="none" normalizeH="0" baseline="0">
                          <a:ln>
                            <a:noFill/>
                          </a:ln>
                          <a:solidFill>
                            <a:schemeClr val="tx1"/>
                          </a:solidFill>
                          <a:effectLst/>
                          <a:latin typeface="Times New Roman" pitchFamily="18" charset="0"/>
                          <a:ea typeface="黑体" pitchFamily="2" charset="-122"/>
                        </a:rPr>
                        <a:t>$</a:t>
                      </a:r>
                      <a:r>
                        <a:rPr kumimoji="0" lang="en-US" altLang="zh-CN" sz="2800" b="1" i="1" u="none" strike="noStrike" cap="none" normalizeH="0" baseline="0">
                          <a:ln>
                            <a:noFill/>
                          </a:ln>
                          <a:solidFill>
                            <a:schemeClr val="tx1"/>
                          </a:solidFill>
                          <a:effectLst/>
                          <a:latin typeface="Times New Roman" pitchFamily="18" charset="0"/>
                          <a:ea typeface="黑体" pitchFamily="2" charset="-122"/>
                        </a:rPr>
                        <a:t>E </a:t>
                      </a:r>
                      <a:r>
                        <a:rPr kumimoji="0" lang="en-US" altLang="zh-CN" sz="2800" b="1" i="0" u="none" strike="noStrike" cap="none" normalizeH="0" baseline="0">
                          <a:ln>
                            <a:noFill/>
                          </a:ln>
                          <a:solidFill>
                            <a:schemeClr val="tx1"/>
                          </a:solidFill>
                          <a:effectLst/>
                          <a:latin typeface="Times New Roman" pitchFamily="18" charset="0"/>
                          <a:ea typeface="黑体" pitchFamily="2" charset="-122"/>
                          <a:sym typeface="Symbol" pitchFamily="18" charset="2"/>
                        </a:rPr>
                        <a:t></a:t>
                      </a:r>
                      <a:r>
                        <a:rPr kumimoji="0" lang="en-US" altLang="zh-CN" sz="2800" b="1" i="1" u="none" strike="noStrike" cap="none" normalizeH="0" baseline="0">
                          <a:ln>
                            <a:noFill/>
                          </a:ln>
                          <a:solidFill>
                            <a:schemeClr val="tx1"/>
                          </a:solidFill>
                          <a:effectLst/>
                          <a:latin typeface="Times New Roman" pitchFamily="18" charset="0"/>
                          <a:ea typeface="黑体" pitchFamily="2" charset="-122"/>
                          <a:sym typeface="Symbol" pitchFamily="18" charset="2"/>
                        </a:rPr>
                        <a:t>T</a:t>
                      </a:r>
                      <a:r>
                        <a:rPr kumimoji="0" lang="en-US" altLang="zh-CN" sz="2800" b="1" i="1" u="none" strike="noStrike" cap="none" normalizeH="0" baseline="0">
                          <a:ln>
                            <a:noFill/>
                          </a:ln>
                          <a:solidFill>
                            <a:schemeClr val="tx1"/>
                          </a:solidFill>
                          <a:effectLst/>
                          <a:latin typeface="Times New Roman" pitchFamily="18" charset="0"/>
                          <a:ea typeface="黑体" pitchFamily="2" charset="-122"/>
                        </a:rPr>
                        <a:t> </a:t>
                      </a:r>
                      <a:r>
                        <a:rPr kumimoji="0" lang="en-US" altLang="zh-CN" sz="2800" b="1" i="0" u="none" strike="noStrike" cap="none" normalizeH="0" baseline="0">
                          <a:ln>
                            <a:noFill/>
                          </a:ln>
                          <a:solidFill>
                            <a:schemeClr val="tx1"/>
                          </a:solidFill>
                          <a:effectLst/>
                          <a:latin typeface="Times New Roman" pitchFamily="18" charset="0"/>
                          <a:ea typeface="黑体" pitchFamily="2" charset="-122"/>
                          <a:sym typeface="Symbol" pitchFamily="18" charset="2"/>
                        </a:rPr>
                        <a:t></a:t>
                      </a:r>
                      <a:r>
                        <a:rPr kumimoji="0" lang="en-US" altLang="zh-CN" sz="2800" b="1" i="1" u="none" strike="noStrike" cap="none" normalizeH="0" baseline="0">
                          <a:ln>
                            <a:noFill/>
                          </a:ln>
                          <a:solidFill>
                            <a:schemeClr val="tx1"/>
                          </a:solidFill>
                          <a:effectLst/>
                          <a:latin typeface="Times New Roman" pitchFamily="18" charset="0"/>
                          <a:ea typeface="黑体" pitchFamily="2" charset="-122"/>
                          <a:sym typeface="Symbol" pitchFamily="18" charset="2"/>
                        </a:rPr>
                        <a:t>F</a:t>
                      </a:r>
                    </a:p>
                  </a:txBody>
                  <a:tcPr marT="45726" marB="45726" horzOverflow="overflow">
                    <a:lnL w="28575"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
                          <a:schemeClr val="folHlink"/>
                        </a:buClr>
                        <a:buSzPct val="60000"/>
                        <a:buFont typeface="Wingdings" pitchFamily="2" charset="2"/>
                        <a:buNone/>
                        <a:tabLst/>
                      </a:pPr>
                      <a:r>
                        <a:rPr kumimoji="0" lang="en-US" altLang="zh-CN" sz="2800" b="1" i="0" u="none" strike="noStrike" cap="none" normalizeH="0" baseline="0">
                          <a:ln>
                            <a:noFill/>
                          </a:ln>
                          <a:solidFill>
                            <a:schemeClr val="tx1"/>
                          </a:solidFill>
                          <a:effectLst/>
                          <a:latin typeface="Times New Roman" pitchFamily="18" charset="0"/>
                          <a:ea typeface="黑体" pitchFamily="2" charset="-122"/>
                        </a:rPr>
                        <a:t>       id </a:t>
                      </a:r>
                      <a:r>
                        <a:rPr kumimoji="0" lang="en-US" altLang="zh-CN" sz="2800" b="1" i="0" u="none" strike="noStrike" cap="none" normalizeH="0" baseline="0">
                          <a:ln>
                            <a:noFill/>
                          </a:ln>
                          <a:solidFill>
                            <a:schemeClr val="tx1"/>
                          </a:solidFill>
                          <a:effectLst/>
                          <a:latin typeface="Times New Roman" pitchFamily="18" charset="0"/>
                          <a:ea typeface="黑体" pitchFamily="2" charset="-122"/>
                          <a:cs typeface="Times New Roman" pitchFamily="18" charset="0"/>
                          <a:sym typeface="Symbol" pitchFamily="18" charset="2"/>
                        </a:rPr>
                        <a:t>+</a:t>
                      </a:r>
                      <a:r>
                        <a:rPr kumimoji="0" lang="en-US" altLang="zh-CN" sz="2800" b="1" i="0" u="none" strike="noStrike" cap="none" normalizeH="0" baseline="0">
                          <a:ln>
                            <a:noFill/>
                          </a:ln>
                          <a:solidFill>
                            <a:schemeClr val="tx1"/>
                          </a:solidFill>
                          <a:effectLst/>
                          <a:latin typeface="Times New Roman" pitchFamily="18" charset="0"/>
                          <a:ea typeface="黑体" pitchFamily="2" charset="-122"/>
                        </a:rPr>
                        <a:t> id $</a:t>
                      </a:r>
                    </a:p>
                  </a:txBody>
                  <a:tcPr marT="45726" marB="45726"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
                          <a:schemeClr val="folHlink"/>
                        </a:buClr>
                        <a:buSzPct val="60000"/>
                        <a:buFont typeface="Wingdings" pitchFamily="2" charset="2"/>
                        <a:buNone/>
                        <a:tabLst/>
                      </a:pPr>
                      <a:r>
                        <a:rPr kumimoji="0" lang="en-US" altLang="zh-CN" sz="2800" b="1" i="1" u="none" strike="noStrike" cap="none" normalizeH="0" baseline="0">
                          <a:ln>
                            <a:noFill/>
                          </a:ln>
                          <a:solidFill>
                            <a:schemeClr val="tx1"/>
                          </a:solidFill>
                          <a:effectLst/>
                          <a:latin typeface="Times New Roman" pitchFamily="18" charset="0"/>
                          <a:ea typeface="黑体" pitchFamily="2" charset="-122"/>
                          <a:sym typeface="Symbol" pitchFamily="18" charset="2"/>
                        </a:rPr>
                        <a:t>T </a:t>
                      </a:r>
                      <a:r>
                        <a:rPr kumimoji="0" lang="en-US" altLang="zh-CN" sz="2800" b="1" i="0" u="none" strike="noStrike" cap="none" normalizeH="0" baseline="0">
                          <a:ln>
                            <a:noFill/>
                          </a:ln>
                          <a:solidFill>
                            <a:schemeClr val="tx1"/>
                          </a:solidFill>
                          <a:effectLst/>
                          <a:latin typeface="Times New Roman" pitchFamily="18" charset="0"/>
                          <a:ea typeface="黑体" pitchFamily="2" charset="-122"/>
                          <a:sym typeface="Symbol" pitchFamily="18" charset="2"/>
                        </a:rPr>
                        <a:t> </a:t>
                      </a:r>
                      <a:r>
                        <a:rPr kumimoji="0" lang="en-US" altLang="zh-CN" sz="2800" b="1" i="1" u="none" strike="noStrike" cap="none" normalizeH="0" baseline="0">
                          <a:ln>
                            <a:noFill/>
                          </a:ln>
                          <a:solidFill>
                            <a:schemeClr val="tx1"/>
                          </a:solidFill>
                          <a:effectLst/>
                          <a:latin typeface="Times New Roman" pitchFamily="18" charset="0"/>
                          <a:ea typeface="黑体" pitchFamily="2" charset="-122"/>
                          <a:sym typeface="Symbol" pitchFamily="18" charset="2"/>
                        </a:rPr>
                        <a:t>FT</a:t>
                      </a:r>
                      <a:r>
                        <a:rPr kumimoji="0" lang="en-US" altLang="zh-CN" sz="2800" b="1" i="1" u="none" strike="noStrike" cap="none" normalizeH="0" baseline="0">
                          <a:ln>
                            <a:noFill/>
                          </a:ln>
                          <a:solidFill>
                            <a:schemeClr val="tx1"/>
                          </a:solidFill>
                          <a:effectLst/>
                          <a:latin typeface="Times New Roman" pitchFamily="18" charset="0"/>
                          <a:ea typeface="黑体" pitchFamily="2" charset="-122"/>
                        </a:rPr>
                        <a:t> </a:t>
                      </a:r>
                      <a:r>
                        <a:rPr kumimoji="0" lang="en-US" altLang="zh-CN" sz="2800" b="1" i="0" u="none" strike="noStrike" cap="none" normalizeH="0" baseline="0">
                          <a:ln>
                            <a:noFill/>
                          </a:ln>
                          <a:solidFill>
                            <a:schemeClr val="tx1"/>
                          </a:solidFill>
                          <a:effectLst/>
                          <a:latin typeface="Times New Roman" pitchFamily="18" charset="0"/>
                          <a:ea typeface="黑体" pitchFamily="2" charset="-122"/>
                          <a:sym typeface="Symbol" pitchFamily="18" charset="2"/>
                        </a:rPr>
                        <a:t></a:t>
                      </a:r>
                    </a:p>
                  </a:txBody>
                  <a:tcPr marT="45726" marB="45726" horzOverflow="overflow">
                    <a:lnL w="12700" cap="flat" cmpd="sng" algn="ctr">
                      <a:solidFill>
                        <a:schemeClr val="tx1"/>
                      </a:solidFill>
                      <a:prstDash val="solid"/>
                      <a:round/>
                      <a:headEnd type="none" w="sm" len="sm"/>
                      <a:tailEnd type="none" w="sm" len="sm"/>
                    </a:lnL>
                    <a:lnR w="28575"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extLst>
                  <a:ext uri="{0D108BD9-81ED-4DB2-BD59-A6C34878D82A}">
                    <a16:rowId xmlns:a16="http://schemas.microsoft.com/office/drawing/2014/main" val="10004"/>
                  </a:ext>
                </a:extLst>
              </a:tr>
              <a:tr h="518231">
                <a:tc>
                  <a:txBody>
                    <a:bodyPr/>
                    <a:lstStyle/>
                    <a:p>
                      <a:pPr marL="0" marR="0" lvl="0" indent="0" algn="l" defTabSz="914400" rtl="0" eaLnBrk="1" fontAlgn="base" latinLnBrk="0" hangingPunct="1">
                        <a:lnSpc>
                          <a:spcPct val="100000"/>
                        </a:lnSpc>
                        <a:spcBef>
                          <a:spcPct val="20000"/>
                        </a:spcBef>
                        <a:spcAft>
                          <a:spcPct val="0"/>
                        </a:spcAft>
                        <a:buClr>
                          <a:schemeClr val="folHlink"/>
                        </a:buClr>
                        <a:buSzPct val="60000"/>
                        <a:buFont typeface="Wingdings" pitchFamily="2" charset="2"/>
                        <a:buNone/>
                        <a:tabLst/>
                      </a:pPr>
                      <a:r>
                        <a:rPr kumimoji="0" lang="en-US" altLang="zh-CN" sz="2800" b="1" i="0" u="none" strike="noStrike" cap="none" normalizeH="0" baseline="0">
                          <a:ln>
                            <a:noFill/>
                          </a:ln>
                          <a:solidFill>
                            <a:schemeClr val="tx1"/>
                          </a:solidFill>
                          <a:effectLst/>
                          <a:latin typeface="Times New Roman" pitchFamily="18" charset="0"/>
                          <a:ea typeface="黑体" pitchFamily="2" charset="-122"/>
                        </a:rPr>
                        <a:t>$</a:t>
                      </a:r>
                      <a:r>
                        <a:rPr kumimoji="0" lang="en-US" altLang="zh-CN" sz="2800" b="1" i="1" u="none" strike="noStrike" cap="none" normalizeH="0" baseline="0">
                          <a:ln>
                            <a:noFill/>
                          </a:ln>
                          <a:solidFill>
                            <a:schemeClr val="tx1"/>
                          </a:solidFill>
                          <a:effectLst/>
                          <a:latin typeface="Times New Roman" pitchFamily="18" charset="0"/>
                          <a:ea typeface="黑体" pitchFamily="2" charset="-122"/>
                        </a:rPr>
                        <a:t>E </a:t>
                      </a:r>
                      <a:r>
                        <a:rPr kumimoji="0" lang="en-US" altLang="zh-CN" sz="2800" b="1" i="0" u="none" strike="noStrike" cap="none" normalizeH="0" baseline="0">
                          <a:ln>
                            <a:noFill/>
                          </a:ln>
                          <a:solidFill>
                            <a:schemeClr val="tx1"/>
                          </a:solidFill>
                          <a:effectLst/>
                          <a:latin typeface="Times New Roman" pitchFamily="18" charset="0"/>
                          <a:ea typeface="黑体" pitchFamily="2" charset="-122"/>
                          <a:sym typeface="Symbol" pitchFamily="18" charset="2"/>
                        </a:rPr>
                        <a:t></a:t>
                      </a:r>
                      <a:r>
                        <a:rPr kumimoji="0" lang="en-US" altLang="zh-CN" sz="2800" b="1" i="1" u="none" strike="noStrike" cap="none" normalizeH="0" baseline="0">
                          <a:ln>
                            <a:noFill/>
                          </a:ln>
                          <a:solidFill>
                            <a:schemeClr val="tx1"/>
                          </a:solidFill>
                          <a:effectLst/>
                          <a:latin typeface="Times New Roman" pitchFamily="18" charset="0"/>
                          <a:ea typeface="黑体" pitchFamily="2" charset="-122"/>
                          <a:sym typeface="Symbol" pitchFamily="18" charset="2"/>
                        </a:rPr>
                        <a:t>T</a:t>
                      </a:r>
                      <a:r>
                        <a:rPr kumimoji="0" lang="en-US" altLang="zh-CN" sz="2800" b="1" i="1" u="none" strike="noStrike" cap="none" normalizeH="0" baseline="0">
                          <a:ln>
                            <a:noFill/>
                          </a:ln>
                          <a:solidFill>
                            <a:schemeClr val="tx1"/>
                          </a:solidFill>
                          <a:effectLst/>
                          <a:latin typeface="Times New Roman" pitchFamily="18" charset="0"/>
                          <a:ea typeface="黑体" pitchFamily="2" charset="-122"/>
                        </a:rPr>
                        <a:t> </a:t>
                      </a:r>
                      <a:r>
                        <a:rPr kumimoji="0" lang="en-US" altLang="zh-CN" sz="2800" b="1" i="0" u="none" strike="noStrike" cap="none" normalizeH="0" baseline="0">
                          <a:ln>
                            <a:noFill/>
                          </a:ln>
                          <a:solidFill>
                            <a:schemeClr val="tx1"/>
                          </a:solidFill>
                          <a:effectLst/>
                          <a:latin typeface="Times New Roman" pitchFamily="18" charset="0"/>
                          <a:ea typeface="黑体" pitchFamily="2" charset="-122"/>
                          <a:sym typeface="Symbol" pitchFamily="18" charset="2"/>
                        </a:rPr>
                        <a:t>id</a:t>
                      </a:r>
                    </a:p>
                  </a:txBody>
                  <a:tcPr marT="45726" marB="45726" horzOverflow="overflow">
                    <a:lnL w="28575"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
                          <a:schemeClr val="folHlink"/>
                        </a:buClr>
                        <a:buSzPct val="60000"/>
                        <a:buFont typeface="Wingdings" pitchFamily="2" charset="2"/>
                        <a:buNone/>
                        <a:tabLst/>
                      </a:pPr>
                      <a:r>
                        <a:rPr kumimoji="0" lang="en-US" altLang="zh-CN" sz="2800" b="1" i="0" u="none" strike="noStrike" cap="none" normalizeH="0" baseline="0">
                          <a:ln>
                            <a:noFill/>
                          </a:ln>
                          <a:solidFill>
                            <a:schemeClr val="tx1"/>
                          </a:solidFill>
                          <a:effectLst/>
                          <a:latin typeface="Times New Roman" pitchFamily="18" charset="0"/>
                          <a:ea typeface="黑体" pitchFamily="2" charset="-122"/>
                        </a:rPr>
                        <a:t>       id </a:t>
                      </a:r>
                      <a:r>
                        <a:rPr kumimoji="0" lang="en-US" altLang="zh-CN" sz="2800" b="1" i="0" u="none" strike="noStrike" cap="none" normalizeH="0" baseline="0">
                          <a:ln>
                            <a:noFill/>
                          </a:ln>
                          <a:solidFill>
                            <a:schemeClr val="tx1"/>
                          </a:solidFill>
                          <a:effectLst/>
                          <a:latin typeface="Times New Roman" pitchFamily="18" charset="0"/>
                          <a:ea typeface="黑体" pitchFamily="2" charset="-122"/>
                          <a:cs typeface="Times New Roman" pitchFamily="18" charset="0"/>
                          <a:sym typeface="Symbol" pitchFamily="18" charset="2"/>
                        </a:rPr>
                        <a:t>+</a:t>
                      </a:r>
                      <a:r>
                        <a:rPr kumimoji="0" lang="en-US" altLang="zh-CN" sz="2800" b="1" i="0" u="none" strike="noStrike" cap="none" normalizeH="0" baseline="0">
                          <a:ln>
                            <a:noFill/>
                          </a:ln>
                          <a:solidFill>
                            <a:schemeClr val="tx1"/>
                          </a:solidFill>
                          <a:effectLst/>
                          <a:latin typeface="Times New Roman" pitchFamily="18" charset="0"/>
                          <a:ea typeface="黑体" pitchFamily="2" charset="-122"/>
                        </a:rPr>
                        <a:t> id $</a:t>
                      </a:r>
                    </a:p>
                  </a:txBody>
                  <a:tcPr marT="45726" marB="45726"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
                          <a:schemeClr val="folHlink"/>
                        </a:buClr>
                        <a:buSzPct val="60000"/>
                        <a:buFont typeface="Wingdings" pitchFamily="2" charset="2"/>
                        <a:buNone/>
                        <a:tabLst/>
                      </a:pPr>
                      <a:r>
                        <a:rPr kumimoji="0" lang="en-US" altLang="zh-CN" sz="2800" b="1" i="1" u="none" strike="noStrike" cap="none" normalizeH="0" baseline="0">
                          <a:ln>
                            <a:noFill/>
                          </a:ln>
                          <a:solidFill>
                            <a:schemeClr val="tx1"/>
                          </a:solidFill>
                          <a:effectLst/>
                          <a:latin typeface="Times New Roman" pitchFamily="18" charset="0"/>
                          <a:ea typeface="黑体" pitchFamily="2" charset="-122"/>
                        </a:rPr>
                        <a:t>F</a:t>
                      </a:r>
                      <a:r>
                        <a:rPr kumimoji="0" lang="en-US" altLang="zh-CN" sz="2800" b="1" i="0" u="none" strike="noStrike" cap="none" normalizeH="0" baseline="0">
                          <a:ln>
                            <a:noFill/>
                          </a:ln>
                          <a:solidFill>
                            <a:schemeClr val="tx1"/>
                          </a:solidFill>
                          <a:effectLst/>
                          <a:latin typeface="Times New Roman" pitchFamily="18" charset="0"/>
                          <a:ea typeface="黑体" pitchFamily="2" charset="-122"/>
                        </a:rPr>
                        <a:t> </a:t>
                      </a:r>
                      <a:r>
                        <a:rPr kumimoji="0" lang="en-US" altLang="zh-CN" sz="2800" b="1" i="0" u="none" strike="noStrike" cap="none" normalizeH="0" baseline="0">
                          <a:ln>
                            <a:noFill/>
                          </a:ln>
                          <a:solidFill>
                            <a:schemeClr val="tx1"/>
                          </a:solidFill>
                          <a:effectLst/>
                          <a:latin typeface="Times New Roman" pitchFamily="18" charset="0"/>
                          <a:ea typeface="黑体" pitchFamily="2" charset="-122"/>
                          <a:sym typeface="Symbol" pitchFamily="18" charset="2"/>
                        </a:rPr>
                        <a:t></a:t>
                      </a:r>
                      <a:r>
                        <a:rPr kumimoji="0" lang="en-US" altLang="zh-CN" sz="2800" b="1" i="0" u="none" strike="noStrike" cap="none" normalizeH="0" baseline="0">
                          <a:ln>
                            <a:noFill/>
                          </a:ln>
                          <a:solidFill>
                            <a:schemeClr val="tx1"/>
                          </a:solidFill>
                          <a:effectLst/>
                          <a:latin typeface="Times New Roman" pitchFamily="18" charset="0"/>
                          <a:ea typeface="黑体" pitchFamily="2" charset="-122"/>
                        </a:rPr>
                        <a:t> id</a:t>
                      </a:r>
                    </a:p>
                  </a:txBody>
                  <a:tcPr marT="45726" marB="45726" horzOverflow="overflow">
                    <a:lnL w="12700" cap="flat" cmpd="sng" algn="ctr">
                      <a:solidFill>
                        <a:schemeClr val="tx1"/>
                      </a:solidFill>
                      <a:prstDash val="solid"/>
                      <a:round/>
                      <a:headEnd type="none" w="sm" len="sm"/>
                      <a:tailEnd type="none" w="sm" len="sm"/>
                    </a:lnL>
                    <a:lnR w="28575"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extLst>
                  <a:ext uri="{0D108BD9-81ED-4DB2-BD59-A6C34878D82A}">
                    <a16:rowId xmlns:a16="http://schemas.microsoft.com/office/drawing/2014/main" val="10005"/>
                  </a:ext>
                </a:extLst>
              </a:tr>
              <a:tr h="518231">
                <a:tc>
                  <a:txBody>
                    <a:bodyPr/>
                    <a:lstStyle/>
                    <a:p>
                      <a:pPr marL="0" marR="0" lvl="0" indent="0" algn="l" defTabSz="914400" rtl="0" eaLnBrk="1" fontAlgn="base" latinLnBrk="0" hangingPunct="1">
                        <a:lnSpc>
                          <a:spcPct val="100000"/>
                        </a:lnSpc>
                        <a:spcBef>
                          <a:spcPct val="20000"/>
                        </a:spcBef>
                        <a:spcAft>
                          <a:spcPct val="0"/>
                        </a:spcAft>
                        <a:buClr>
                          <a:schemeClr val="folHlink"/>
                        </a:buClr>
                        <a:buSzPct val="60000"/>
                        <a:buFont typeface="Wingdings" pitchFamily="2" charset="2"/>
                        <a:buNone/>
                        <a:tabLst/>
                      </a:pPr>
                      <a:r>
                        <a:rPr kumimoji="0" lang="en-US" altLang="zh-CN" sz="2800" b="1" i="0" u="none" strike="noStrike" cap="none" normalizeH="0" baseline="0">
                          <a:ln>
                            <a:noFill/>
                          </a:ln>
                          <a:solidFill>
                            <a:schemeClr val="tx1"/>
                          </a:solidFill>
                          <a:effectLst/>
                          <a:latin typeface="Times New Roman" pitchFamily="18" charset="0"/>
                          <a:ea typeface="黑体" pitchFamily="2" charset="-122"/>
                        </a:rPr>
                        <a:t>$</a:t>
                      </a:r>
                      <a:r>
                        <a:rPr kumimoji="0" lang="en-US" altLang="zh-CN" sz="2800" b="1" i="1" u="none" strike="noStrike" cap="none" normalizeH="0" baseline="0">
                          <a:ln>
                            <a:noFill/>
                          </a:ln>
                          <a:solidFill>
                            <a:schemeClr val="tx1"/>
                          </a:solidFill>
                          <a:effectLst/>
                          <a:latin typeface="Times New Roman" pitchFamily="18" charset="0"/>
                          <a:ea typeface="黑体" pitchFamily="2" charset="-122"/>
                        </a:rPr>
                        <a:t>E </a:t>
                      </a:r>
                      <a:r>
                        <a:rPr kumimoji="0" lang="en-US" altLang="zh-CN" sz="2800" b="1" i="0" u="none" strike="noStrike" cap="none" normalizeH="0" baseline="0">
                          <a:ln>
                            <a:noFill/>
                          </a:ln>
                          <a:solidFill>
                            <a:schemeClr val="tx1"/>
                          </a:solidFill>
                          <a:effectLst/>
                          <a:latin typeface="Times New Roman" pitchFamily="18" charset="0"/>
                          <a:ea typeface="黑体" pitchFamily="2" charset="-122"/>
                          <a:sym typeface="Symbol" pitchFamily="18" charset="2"/>
                        </a:rPr>
                        <a:t></a:t>
                      </a:r>
                      <a:r>
                        <a:rPr kumimoji="0" lang="en-US" altLang="zh-CN" sz="2800" b="1" i="1" u="none" strike="noStrike" cap="none" normalizeH="0" baseline="0">
                          <a:ln>
                            <a:noFill/>
                          </a:ln>
                          <a:solidFill>
                            <a:schemeClr val="tx1"/>
                          </a:solidFill>
                          <a:effectLst/>
                          <a:latin typeface="Times New Roman" pitchFamily="18" charset="0"/>
                          <a:ea typeface="黑体" pitchFamily="2" charset="-122"/>
                          <a:sym typeface="Symbol" pitchFamily="18" charset="2"/>
                        </a:rPr>
                        <a:t>T</a:t>
                      </a:r>
                      <a:r>
                        <a:rPr kumimoji="0" lang="en-US" altLang="zh-CN" sz="2800" b="1" i="1" u="none" strike="noStrike" cap="none" normalizeH="0" baseline="0">
                          <a:ln>
                            <a:noFill/>
                          </a:ln>
                          <a:solidFill>
                            <a:schemeClr val="tx1"/>
                          </a:solidFill>
                          <a:effectLst/>
                          <a:latin typeface="Times New Roman" pitchFamily="18" charset="0"/>
                          <a:ea typeface="黑体" pitchFamily="2" charset="-122"/>
                        </a:rPr>
                        <a:t> </a:t>
                      </a:r>
                      <a:r>
                        <a:rPr kumimoji="0" lang="en-US" altLang="zh-CN" sz="2800" b="1" i="0" u="none" strike="noStrike" cap="none" normalizeH="0" baseline="0">
                          <a:ln>
                            <a:noFill/>
                          </a:ln>
                          <a:solidFill>
                            <a:schemeClr val="tx1"/>
                          </a:solidFill>
                          <a:effectLst/>
                          <a:latin typeface="Times New Roman" pitchFamily="18" charset="0"/>
                          <a:ea typeface="黑体" pitchFamily="2" charset="-122"/>
                          <a:sym typeface="Symbol" pitchFamily="18" charset="2"/>
                        </a:rPr>
                        <a:t></a:t>
                      </a:r>
                    </a:p>
                  </a:txBody>
                  <a:tcPr marT="45726" marB="45726" horzOverflow="overflow">
                    <a:lnL w="28575"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
                          <a:schemeClr val="folHlink"/>
                        </a:buClr>
                        <a:buSzPct val="60000"/>
                        <a:buFont typeface="Wingdings" pitchFamily="2" charset="2"/>
                        <a:buNone/>
                        <a:tabLst/>
                      </a:pPr>
                      <a:r>
                        <a:rPr kumimoji="0" lang="en-US" altLang="zh-CN" sz="2800" b="1" i="0" u="none" strike="noStrike" cap="none" normalizeH="0" baseline="0">
                          <a:ln>
                            <a:noFill/>
                          </a:ln>
                          <a:solidFill>
                            <a:schemeClr val="tx1"/>
                          </a:solidFill>
                          <a:effectLst/>
                          <a:latin typeface="Times New Roman" pitchFamily="18" charset="0"/>
                          <a:ea typeface="黑体" pitchFamily="2" charset="-122"/>
                          <a:cs typeface="Times New Roman" pitchFamily="18" charset="0"/>
                          <a:sym typeface="Symbol" pitchFamily="18" charset="2"/>
                        </a:rPr>
                        <a:t>           +</a:t>
                      </a:r>
                      <a:r>
                        <a:rPr kumimoji="0" lang="en-US" altLang="zh-CN" sz="2800" b="1" i="0" u="none" strike="noStrike" cap="none" normalizeH="0" baseline="0">
                          <a:ln>
                            <a:noFill/>
                          </a:ln>
                          <a:solidFill>
                            <a:schemeClr val="tx1"/>
                          </a:solidFill>
                          <a:effectLst/>
                          <a:latin typeface="Times New Roman" pitchFamily="18" charset="0"/>
                          <a:ea typeface="黑体" pitchFamily="2" charset="-122"/>
                        </a:rPr>
                        <a:t> id $</a:t>
                      </a:r>
                    </a:p>
                  </a:txBody>
                  <a:tcPr marT="45726" marB="45726"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
                          <a:schemeClr val="folHlink"/>
                        </a:buClr>
                        <a:buSzPct val="60000"/>
                        <a:buFont typeface="Wingdings" pitchFamily="2" charset="2"/>
                        <a:buNone/>
                        <a:tabLst/>
                      </a:pPr>
                      <a:endParaRPr kumimoji="0" lang="zh-CN" altLang="zh-CN" sz="2800" b="0" i="0" u="none" strike="noStrike" cap="none" normalizeH="0" baseline="0">
                        <a:ln>
                          <a:noFill/>
                        </a:ln>
                        <a:solidFill>
                          <a:schemeClr val="tx1"/>
                        </a:solidFill>
                        <a:effectLst/>
                        <a:latin typeface="Times New Roman" pitchFamily="18" charset="0"/>
                        <a:ea typeface="黑体" pitchFamily="2" charset="-122"/>
                      </a:endParaRPr>
                    </a:p>
                  </a:txBody>
                  <a:tcPr marT="45726" marB="45726" horzOverflow="overflow">
                    <a:lnL w="12700" cap="flat" cmpd="sng" algn="ctr">
                      <a:solidFill>
                        <a:schemeClr val="tx1"/>
                      </a:solidFill>
                      <a:prstDash val="solid"/>
                      <a:round/>
                      <a:headEnd type="none" w="sm" len="sm"/>
                      <a:tailEnd type="none" w="sm" len="sm"/>
                    </a:lnL>
                    <a:lnR w="28575"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extLst>
                  <a:ext uri="{0D108BD9-81ED-4DB2-BD59-A6C34878D82A}">
                    <a16:rowId xmlns:a16="http://schemas.microsoft.com/office/drawing/2014/main" val="10006"/>
                  </a:ext>
                </a:extLst>
              </a:tr>
              <a:tr h="518231">
                <a:tc>
                  <a:txBody>
                    <a:bodyPr/>
                    <a:lstStyle/>
                    <a:p>
                      <a:pPr marL="0" marR="0" lvl="0" indent="0" algn="l" defTabSz="914400" rtl="0" eaLnBrk="1" fontAlgn="base" latinLnBrk="0" hangingPunct="1">
                        <a:lnSpc>
                          <a:spcPct val="100000"/>
                        </a:lnSpc>
                        <a:spcBef>
                          <a:spcPct val="20000"/>
                        </a:spcBef>
                        <a:spcAft>
                          <a:spcPct val="0"/>
                        </a:spcAft>
                        <a:buClr>
                          <a:schemeClr val="folHlink"/>
                        </a:buClr>
                        <a:buSzPct val="60000"/>
                        <a:buFont typeface="Wingdings" pitchFamily="2" charset="2"/>
                        <a:buNone/>
                        <a:tabLst/>
                      </a:pPr>
                      <a:endParaRPr kumimoji="0" lang="zh-CN" altLang="zh-CN" sz="2800" b="1" i="0" u="none" strike="noStrike" cap="none" normalizeH="0" baseline="0">
                        <a:ln>
                          <a:noFill/>
                        </a:ln>
                        <a:solidFill>
                          <a:schemeClr val="tx1"/>
                        </a:solidFill>
                        <a:effectLst/>
                        <a:latin typeface="Times New Roman" pitchFamily="18" charset="0"/>
                        <a:ea typeface="黑体" pitchFamily="2" charset="-122"/>
                        <a:cs typeface="Times New Roman" pitchFamily="18" charset="0"/>
                        <a:sym typeface="Symbol" pitchFamily="18" charset="2"/>
                      </a:endParaRPr>
                    </a:p>
                  </a:txBody>
                  <a:tcPr marT="45726" marB="45726" horzOverflow="overflow">
                    <a:lnL w="28575"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
                          <a:schemeClr val="folHlink"/>
                        </a:buClr>
                        <a:buSzPct val="60000"/>
                        <a:buFont typeface="Wingdings" pitchFamily="2" charset="2"/>
                        <a:buNone/>
                        <a:tabLst/>
                      </a:pPr>
                      <a:endParaRPr kumimoji="0" lang="zh-CN" altLang="zh-CN" sz="2800" b="1" i="0" u="none" strike="noStrike" cap="none" normalizeH="0" baseline="0">
                        <a:ln>
                          <a:noFill/>
                        </a:ln>
                        <a:solidFill>
                          <a:schemeClr val="tx1"/>
                        </a:solidFill>
                        <a:effectLst/>
                        <a:latin typeface="Times New Roman" pitchFamily="18" charset="0"/>
                        <a:ea typeface="黑体" pitchFamily="2" charset="-122"/>
                      </a:endParaRPr>
                    </a:p>
                  </a:txBody>
                  <a:tcPr marT="45726" marB="45726"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
                          <a:schemeClr val="folHlink"/>
                        </a:buClr>
                        <a:buSzPct val="60000"/>
                        <a:buFont typeface="Wingdings" pitchFamily="2" charset="2"/>
                        <a:buNone/>
                        <a:tabLst/>
                      </a:pPr>
                      <a:endParaRPr kumimoji="0" lang="zh-CN" altLang="zh-CN" sz="2800" b="1" i="0" u="none" strike="noStrike" cap="none" normalizeH="0" baseline="0">
                        <a:ln>
                          <a:noFill/>
                        </a:ln>
                        <a:solidFill>
                          <a:schemeClr val="tx1"/>
                        </a:solidFill>
                        <a:effectLst/>
                        <a:latin typeface="Times New Roman" pitchFamily="18" charset="0"/>
                        <a:ea typeface="黑体" pitchFamily="2" charset="-122"/>
                        <a:sym typeface="Symbol" pitchFamily="18" charset="2"/>
                      </a:endParaRPr>
                    </a:p>
                  </a:txBody>
                  <a:tcPr marT="45726" marB="45726" horzOverflow="overflow">
                    <a:lnL w="12700" cap="flat" cmpd="sng" algn="ctr">
                      <a:solidFill>
                        <a:schemeClr val="tx1"/>
                      </a:solidFill>
                      <a:prstDash val="solid"/>
                      <a:round/>
                      <a:headEnd type="none" w="sm" len="sm"/>
                      <a:tailEnd type="none" w="sm" len="sm"/>
                    </a:lnL>
                    <a:lnR w="28575"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extLst>
                  <a:ext uri="{0D108BD9-81ED-4DB2-BD59-A6C34878D82A}">
                    <a16:rowId xmlns:a16="http://schemas.microsoft.com/office/drawing/2014/main" val="10007"/>
                  </a:ext>
                </a:extLst>
              </a:tr>
              <a:tr h="518231">
                <a:tc>
                  <a:txBody>
                    <a:bodyPr/>
                    <a:lstStyle/>
                    <a:p>
                      <a:pPr marL="0" marR="0" lvl="0" indent="0" algn="l" defTabSz="914400" rtl="0" eaLnBrk="1" fontAlgn="base" latinLnBrk="0" hangingPunct="1">
                        <a:lnSpc>
                          <a:spcPct val="100000"/>
                        </a:lnSpc>
                        <a:spcBef>
                          <a:spcPct val="20000"/>
                        </a:spcBef>
                        <a:spcAft>
                          <a:spcPct val="0"/>
                        </a:spcAft>
                        <a:buClr>
                          <a:schemeClr val="folHlink"/>
                        </a:buClr>
                        <a:buSzPct val="60000"/>
                        <a:buFont typeface="Wingdings" pitchFamily="2" charset="2"/>
                        <a:buNone/>
                        <a:tabLst/>
                      </a:pPr>
                      <a:endParaRPr kumimoji="0" lang="zh-CN" altLang="zh-CN" sz="2800" b="1" i="1" u="none" strike="noStrike" cap="none" normalizeH="0" baseline="0">
                        <a:ln>
                          <a:noFill/>
                        </a:ln>
                        <a:solidFill>
                          <a:schemeClr val="tx1"/>
                        </a:solidFill>
                        <a:effectLst/>
                        <a:latin typeface="Times New Roman" pitchFamily="18" charset="0"/>
                        <a:ea typeface="黑体" pitchFamily="2" charset="-122"/>
                        <a:sym typeface="Symbol" pitchFamily="18" charset="2"/>
                      </a:endParaRPr>
                    </a:p>
                  </a:txBody>
                  <a:tcPr marT="45726" marB="45726" horzOverflow="overflow">
                    <a:lnL w="28575"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28575" cap="flat" cmpd="sng" algn="ctr">
                      <a:solidFill>
                        <a:schemeClr val="tx1"/>
                      </a:solidFill>
                      <a:prstDash val="solid"/>
                      <a:round/>
                      <a:headEnd type="none" w="sm" len="sm"/>
                      <a:tailEnd type="none" w="sm" len="sm"/>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
                          <a:schemeClr val="folHlink"/>
                        </a:buClr>
                        <a:buSzPct val="60000"/>
                        <a:buFont typeface="Wingdings" pitchFamily="2" charset="2"/>
                        <a:buNone/>
                        <a:tabLst/>
                      </a:pPr>
                      <a:endParaRPr kumimoji="0" lang="zh-CN" altLang="zh-CN" sz="2800" b="1" i="0" u="none" strike="noStrike" cap="none" normalizeH="0" baseline="0">
                        <a:ln>
                          <a:noFill/>
                        </a:ln>
                        <a:solidFill>
                          <a:schemeClr val="tx1"/>
                        </a:solidFill>
                        <a:effectLst/>
                        <a:latin typeface="Times New Roman" pitchFamily="18" charset="0"/>
                        <a:ea typeface="黑体" pitchFamily="2" charset="-122"/>
                      </a:endParaRPr>
                    </a:p>
                  </a:txBody>
                  <a:tcPr marT="45726" marB="45726"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28575" cap="flat" cmpd="sng" algn="ctr">
                      <a:solidFill>
                        <a:schemeClr val="tx1"/>
                      </a:solidFill>
                      <a:prstDash val="solid"/>
                      <a:round/>
                      <a:headEnd type="none" w="sm" len="sm"/>
                      <a:tailEnd type="none" w="sm" len="sm"/>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
                          <a:schemeClr val="folHlink"/>
                        </a:buClr>
                        <a:buSzPct val="60000"/>
                        <a:buFont typeface="Wingdings" pitchFamily="2" charset="2"/>
                        <a:buNone/>
                        <a:tabLst/>
                      </a:pPr>
                      <a:endParaRPr kumimoji="0" lang="zh-CN" altLang="zh-CN" sz="2800" b="0" i="0" u="none" strike="noStrike" cap="none" normalizeH="0" baseline="0" dirty="0">
                        <a:ln>
                          <a:noFill/>
                        </a:ln>
                        <a:solidFill>
                          <a:schemeClr val="tx2"/>
                        </a:solidFill>
                        <a:effectLst/>
                        <a:latin typeface="Times New Roman" pitchFamily="18" charset="0"/>
                        <a:ea typeface="黑体" pitchFamily="2" charset="-122"/>
                      </a:endParaRPr>
                    </a:p>
                  </a:txBody>
                  <a:tcPr marT="45726" marB="45726" horzOverflow="overflow">
                    <a:lnL w="12700" cap="flat" cmpd="sng" algn="ctr">
                      <a:solidFill>
                        <a:schemeClr val="tx1"/>
                      </a:solidFill>
                      <a:prstDash val="solid"/>
                      <a:round/>
                      <a:headEnd type="none" w="sm" len="sm"/>
                      <a:tailEnd type="none" w="sm" len="sm"/>
                    </a:lnL>
                    <a:lnR w="28575"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28575" cap="flat" cmpd="sng" algn="ctr">
                      <a:solidFill>
                        <a:schemeClr val="tx1"/>
                      </a:solidFill>
                      <a:prstDash val="solid"/>
                      <a:round/>
                      <a:headEnd type="none" w="sm" len="sm"/>
                      <a:tailEnd type="none" w="sm" len="sm"/>
                    </a:lnB>
                    <a:lnTlToBr>
                      <a:noFill/>
                    </a:lnTlToBr>
                    <a:lnBlToTr>
                      <a:noFill/>
                    </a:lnBlToTr>
                    <a:noFill/>
                  </a:tcPr>
                </a:tc>
                <a:extLst>
                  <a:ext uri="{0D108BD9-81ED-4DB2-BD59-A6C34878D82A}">
                    <a16:rowId xmlns:a16="http://schemas.microsoft.com/office/drawing/2014/main" val="10008"/>
                  </a:ext>
                </a:extLst>
              </a:tr>
            </a:tbl>
          </a:graphicData>
        </a:graphic>
      </p:graphicFrame>
      <p:sp>
        <p:nvSpPr>
          <p:cNvPr id="2" name="日期占位符 1">
            <a:extLst>
              <a:ext uri="{FF2B5EF4-FFF2-40B4-BE49-F238E27FC236}">
                <a16:creationId xmlns:a16="http://schemas.microsoft.com/office/drawing/2014/main" id="{D7BC0536-CE1F-F922-157F-1698C5A224E8}"/>
              </a:ext>
            </a:extLst>
          </p:cNvPr>
          <p:cNvSpPr>
            <a:spLocks noGrp="1"/>
          </p:cNvSpPr>
          <p:nvPr>
            <p:ph type="dt" sz="half" idx="10"/>
          </p:nvPr>
        </p:nvSpPr>
        <p:spPr/>
        <p:txBody>
          <a:bodyPr/>
          <a:lstStyle/>
          <a:p>
            <a:fld id="{CBA2B2EC-742F-4D85-940B-27FB1729992F}" type="datetime2">
              <a:rPr lang="zh-CN" altLang="en-US" smtClean="0"/>
              <a:pPr/>
              <a:t>2025年11月26日</a:t>
            </a:fld>
            <a:endParaRPr lang="zh-CN" altLang="en-US"/>
          </a:p>
        </p:txBody>
      </p:sp>
      <p:sp>
        <p:nvSpPr>
          <p:cNvPr id="3" name="页脚占位符 2">
            <a:extLst>
              <a:ext uri="{FF2B5EF4-FFF2-40B4-BE49-F238E27FC236}">
                <a16:creationId xmlns:a16="http://schemas.microsoft.com/office/drawing/2014/main" id="{F43CB8C8-1FCB-C967-463F-96ABE7D9F6FB}"/>
              </a:ext>
            </a:extLst>
          </p:cNvPr>
          <p:cNvSpPr>
            <a:spLocks noGrp="1"/>
          </p:cNvSpPr>
          <p:nvPr>
            <p:ph type="ftr" sz="quarter" idx="11"/>
          </p:nvPr>
        </p:nvSpPr>
        <p:spPr/>
        <p:txBody>
          <a:bodyPr/>
          <a:lstStyle/>
          <a:p>
            <a:r>
              <a:rPr lang="zh-CN" altLang="en-US"/>
              <a:t>编译原理</a:t>
            </a:r>
            <a:r>
              <a:rPr lang="en-US" altLang="zh-CN"/>
              <a:t>-</a:t>
            </a:r>
            <a:r>
              <a:rPr lang="zh-CN" altLang="en-US"/>
              <a:t>王欣捷</a:t>
            </a:r>
            <a:r>
              <a:rPr lang="en-US" altLang="zh-CN"/>
              <a:t>-</a:t>
            </a:r>
            <a:r>
              <a:rPr lang="zh-CN" altLang="en-US"/>
              <a:t>第三章 语法分析</a:t>
            </a:r>
            <a:r>
              <a:rPr lang="en-US" altLang="zh-CN"/>
              <a:t>(4)</a:t>
            </a:r>
            <a:endParaRPr lang="zh-CN" altLang="en-US"/>
          </a:p>
        </p:txBody>
      </p:sp>
      <p:sp>
        <p:nvSpPr>
          <p:cNvPr id="4" name="灯片编号占位符 3">
            <a:extLst>
              <a:ext uri="{FF2B5EF4-FFF2-40B4-BE49-F238E27FC236}">
                <a16:creationId xmlns:a16="http://schemas.microsoft.com/office/drawing/2014/main" id="{318D13F7-A793-4F49-C0FD-996883974597}"/>
              </a:ext>
            </a:extLst>
          </p:cNvPr>
          <p:cNvSpPr>
            <a:spLocks noGrp="1"/>
          </p:cNvSpPr>
          <p:nvPr>
            <p:ph type="sldNum" sz="quarter" idx="12"/>
          </p:nvPr>
        </p:nvSpPr>
        <p:spPr/>
        <p:txBody>
          <a:bodyPr/>
          <a:lstStyle/>
          <a:p>
            <a:fld id="{094DEB03-EFC6-4C20-8FC8-295189A5386F}" type="slidenum">
              <a:rPr lang="zh-CN" altLang="en-US" smtClean="0"/>
              <a:pPr/>
              <a:t>97</a:t>
            </a:fld>
            <a:endParaRPr lang="zh-CN" altLang="en-US"/>
          </a:p>
        </p:txBody>
      </p:sp>
    </p:spTree>
  </p:cSld>
  <p:clrMapOvr>
    <a:masterClrMapping/>
  </p:clrMapOvr>
</p:sld>
</file>

<file path=ppt/slides/slide9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6498" name="Rectangle 2">
            <a:extLst>
              <a:ext uri="{FF2B5EF4-FFF2-40B4-BE49-F238E27FC236}">
                <a16:creationId xmlns:a16="http://schemas.microsoft.com/office/drawing/2014/main" id="{718EB380-4F44-4E82-A9B3-15278A58C551}"/>
              </a:ext>
            </a:extLst>
          </p:cNvPr>
          <p:cNvSpPr>
            <a:spLocks noGrp="1" noChangeArrowheads="1"/>
          </p:cNvSpPr>
          <p:nvPr>
            <p:ph type="title"/>
          </p:nvPr>
        </p:nvSpPr>
        <p:spPr/>
        <p:txBody>
          <a:bodyPr/>
          <a:lstStyle/>
          <a:p>
            <a:pPr eaLnBrk="1" hangingPunct="1"/>
            <a:r>
              <a:rPr lang="en-US" altLang="zh-CN" sz="4000"/>
              <a:t>3.3.6 </a:t>
            </a:r>
            <a:r>
              <a:rPr lang="zh-CN" altLang="en-US" sz="4000"/>
              <a:t>预测分析的错误恢复</a:t>
            </a:r>
          </a:p>
        </p:txBody>
      </p:sp>
      <p:sp>
        <p:nvSpPr>
          <p:cNvPr id="106499" name="Rectangle 3">
            <a:extLst>
              <a:ext uri="{FF2B5EF4-FFF2-40B4-BE49-F238E27FC236}">
                <a16:creationId xmlns:a16="http://schemas.microsoft.com/office/drawing/2014/main" id="{BE4ABDEF-D219-4A5F-AB54-B82EEBD18AD8}"/>
              </a:ext>
            </a:extLst>
          </p:cNvPr>
          <p:cNvSpPr>
            <a:spLocks noGrp="1" noChangeArrowheads="1"/>
          </p:cNvSpPr>
          <p:nvPr>
            <p:ph idx="1"/>
          </p:nvPr>
        </p:nvSpPr>
        <p:spPr/>
        <p:txBody>
          <a:bodyPr/>
          <a:lstStyle/>
          <a:p>
            <a:pPr eaLnBrk="1" hangingPunct="1">
              <a:lnSpc>
                <a:spcPct val="90000"/>
              </a:lnSpc>
              <a:buFont typeface="Wingdings" panose="05000000000000000000" pitchFamily="2" charset="2"/>
              <a:buNone/>
            </a:pPr>
            <a:r>
              <a:rPr lang="zh-CN" altLang="en-US" sz="2800"/>
              <a:t>预测分析器对 </a:t>
            </a:r>
            <a:r>
              <a:rPr lang="en-US" altLang="zh-CN" sz="2800" b="1"/>
              <a:t>+id * +id</a:t>
            </a:r>
            <a:r>
              <a:rPr lang="en-US" altLang="zh-CN" sz="2800"/>
              <a:t> </a:t>
            </a:r>
            <a:r>
              <a:rPr lang="zh-CN" altLang="en-US" sz="2800"/>
              <a:t>的分析和错误恢复</a:t>
            </a:r>
          </a:p>
        </p:txBody>
      </p:sp>
      <p:graphicFrame>
        <p:nvGraphicFramePr>
          <p:cNvPr id="7" name="Group 4">
            <a:extLst>
              <a:ext uri="{FF2B5EF4-FFF2-40B4-BE49-F238E27FC236}">
                <a16:creationId xmlns:a16="http://schemas.microsoft.com/office/drawing/2014/main" id="{6B245F6F-F4FB-438E-B01F-94A8A96981DA}"/>
              </a:ext>
            </a:extLst>
          </p:cNvPr>
          <p:cNvGraphicFramePr>
            <a:graphicFrameLocks/>
          </p:cNvGraphicFramePr>
          <p:nvPr>
            <p:extLst>
              <p:ext uri="{D42A27DB-BD31-4B8C-83A1-F6EECF244321}">
                <p14:modId xmlns:p14="http://schemas.microsoft.com/office/powerpoint/2010/main" val="1197337549"/>
              </p:ext>
            </p:extLst>
          </p:nvPr>
        </p:nvGraphicFramePr>
        <p:xfrm>
          <a:off x="533400" y="1981200"/>
          <a:ext cx="8305800" cy="4664079"/>
        </p:xfrm>
        <a:graphic>
          <a:graphicData uri="http://schemas.openxmlformats.org/drawingml/2006/table">
            <a:tbl>
              <a:tblPr/>
              <a:tblGrid>
                <a:gridCol w="2690813">
                  <a:extLst>
                    <a:ext uri="{9D8B030D-6E8A-4147-A177-3AD203B41FA5}">
                      <a16:colId xmlns:a16="http://schemas.microsoft.com/office/drawing/2014/main" val="20000"/>
                    </a:ext>
                  </a:extLst>
                </a:gridCol>
                <a:gridCol w="2808287">
                  <a:extLst>
                    <a:ext uri="{9D8B030D-6E8A-4147-A177-3AD203B41FA5}">
                      <a16:colId xmlns:a16="http://schemas.microsoft.com/office/drawing/2014/main" val="20001"/>
                    </a:ext>
                  </a:extLst>
                </a:gridCol>
                <a:gridCol w="2806700">
                  <a:extLst>
                    <a:ext uri="{9D8B030D-6E8A-4147-A177-3AD203B41FA5}">
                      <a16:colId xmlns:a16="http://schemas.microsoft.com/office/drawing/2014/main" val="20002"/>
                    </a:ext>
                  </a:extLst>
                </a:gridCol>
              </a:tblGrid>
              <a:tr h="518231">
                <a:tc>
                  <a:txBody>
                    <a:body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itchFamily="2" charset="2"/>
                        <a:buNone/>
                        <a:tabLst/>
                      </a:pPr>
                      <a:r>
                        <a:rPr kumimoji="0" lang="zh-CN" altLang="en-US" sz="2800" b="0" i="0" u="none" strike="noStrike" cap="none" normalizeH="0" baseline="0">
                          <a:ln>
                            <a:noFill/>
                          </a:ln>
                          <a:solidFill>
                            <a:schemeClr val="tx1"/>
                          </a:solidFill>
                          <a:effectLst/>
                          <a:latin typeface="Times New Roman" pitchFamily="18" charset="0"/>
                          <a:ea typeface="黑体" pitchFamily="2" charset="-122"/>
                        </a:rPr>
                        <a:t>栈 </a:t>
                      </a:r>
                    </a:p>
                  </a:txBody>
                  <a:tcPr marT="45726" marB="45726" horzOverflow="overflow">
                    <a:lnL w="28575"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28575"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a:txBody>
                    <a:body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itchFamily="2" charset="2"/>
                        <a:buNone/>
                        <a:tabLst/>
                      </a:pPr>
                      <a:r>
                        <a:rPr kumimoji="0" lang="zh-CN" altLang="en-US" sz="2800" b="0" i="0" u="none" strike="noStrike" cap="none" normalizeH="0" baseline="0">
                          <a:ln>
                            <a:noFill/>
                          </a:ln>
                          <a:solidFill>
                            <a:schemeClr val="tx1"/>
                          </a:solidFill>
                          <a:effectLst/>
                          <a:latin typeface="Times New Roman" pitchFamily="18" charset="0"/>
                          <a:ea typeface="黑体" pitchFamily="2" charset="-122"/>
                        </a:rPr>
                        <a:t>输    入 </a:t>
                      </a:r>
                    </a:p>
                  </a:txBody>
                  <a:tcPr marT="45726" marB="45726"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28575"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a:txBody>
                    <a:body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itchFamily="2" charset="2"/>
                        <a:buNone/>
                        <a:tabLst/>
                      </a:pPr>
                      <a:r>
                        <a:rPr kumimoji="0" lang="zh-CN" altLang="en-US" sz="2800" b="0" i="0" u="none" strike="noStrike" cap="none" normalizeH="0" baseline="0">
                          <a:ln>
                            <a:noFill/>
                          </a:ln>
                          <a:solidFill>
                            <a:schemeClr val="tx1"/>
                          </a:solidFill>
                          <a:effectLst/>
                          <a:latin typeface="Times New Roman" pitchFamily="18" charset="0"/>
                          <a:ea typeface="黑体" pitchFamily="2" charset="-122"/>
                        </a:rPr>
                        <a:t>输    出 </a:t>
                      </a:r>
                    </a:p>
                  </a:txBody>
                  <a:tcPr marT="45726" marB="45726" horzOverflow="overflow">
                    <a:lnL w="12700" cap="flat" cmpd="sng" algn="ctr">
                      <a:solidFill>
                        <a:schemeClr val="tx1"/>
                      </a:solidFill>
                      <a:prstDash val="solid"/>
                      <a:round/>
                      <a:headEnd type="none" w="sm" len="sm"/>
                      <a:tailEnd type="none" w="sm" len="sm"/>
                    </a:lnL>
                    <a:lnR w="28575" cap="flat" cmpd="sng" algn="ctr">
                      <a:solidFill>
                        <a:schemeClr val="tx1"/>
                      </a:solidFill>
                      <a:prstDash val="solid"/>
                      <a:round/>
                      <a:headEnd type="none" w="sm" len="sm"/>
                      <a:tailEnd type="none" w="sm" len="sm"/>
                    </a:lnR>
                    <a:lnT w="28575"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extLst>
                  <a:ext uri="{0D108BD9-81ED-4DB2-BD59-A6C34878D82A}">
                    <a16:rowId xmlns:a16="http://schemas.microsoft.com/office/drawing/2014/main" val="10000"/>
                  </a:ext>
                </a:extLst>
              </a:tr>
              <a:tr h="518231">
                <a:tc>
                  <a:txBody>
                    <a:bodyPr/>
                    <a:lstStyle/>
                    <a:p>
                      <a:pPr marL="0" marR="0" lvl="0" indent="0" algn="l" defTabSz="914400" rtl="0" eaLnBrk="1" fontAlgn="base" latinLnBrk="0" hangingPunct="1">
                        <a:lnSpc>
                          <a:spcPct val="100000"/>
                        </a:lnSpc>
                        <a:spcBef>
                          <a:spcPct val="20000"/>
                        </a:spcBef>
                        <a:spcAft>
                          <a:spcPct val="0"/>
                        </a:spcAft>
                        <a:buClr>
                          <a:schemeClr val="folHlink"/>
                        </a:buClr>
                        <a:buSzPct val="60000"/>
                        <a:buFont typeface="Wingdings" pitchFamily="2" charset="2"/>
                        <a:buNone/>
                        <a:tabLst/>
                      </a:pPr>
                      <a:r>
                        <a:rPr kumimoji="0" lang="en-US" altLang="zh-CN" sz="2800" b="1" i="0" u="none" strike="noStrike" cap="none" normalizeH="0" baseline="0">
                          <a:ln>
                            <a:noFill/>
                          </a:ln>
                          <a:solidFill>
                            <a:schemeClr val="tx1"/>
                          </a:solidFill>
                          <a:effectLst/>
                          <a:latin typeface="Times New Roman" pitchFamily="18" charset="0"/>
                          <a:ea typeface="黑体" pitchFamily="2" charset="-122"/>
                        </a:rPr>
                        <a:t>$</a:t>
                      </a:r>
                      <a:r>
                        <a:rPr kumimoji="0" lang="en-US" altLang="zh-CN" sz="2800" b="1" i="1" u="none" strike="noStrike" cap="none" normalizeH="0" baseline="0">
                          <a:ln>
                            <a:noFill/>
                          </a:ln>
                          <a:solidFill>
                            <a:schemeClr val="tx1"/>
                          </a:solidFill>
                          <a:effectLst/>
                          <a:latin typeface="Times New Roman" pitchFamily="18" charset="0"/>
                          <a:ea typeface="黑体" pitchFamily="2" charset="-122"/>
                        </a:rPr>
                        <a:t>E</a:t>
                      </a:r>
                      <a:r>
                        <a:rPr kumimoji="0" lang="en-US" altLang="zh-CN" sz="2800" b="0" i="0" u="none" strike="noStrike" cap="none" normalizeH="0" baseline="0">
                          <a:ln>
                            <a:noFill/>
                          </a:ln>
                          <a:solidFill>
                            <a:schemeClr val="tx1"/>
                          </a:solidFill>
                          <a:effectLst/>
                          <a:latin typeface="Times New Roman" pitchFamily="18" charset="0"/>
                          <a:ea typeface="黑体" pitchFamily="2" charset="-122"/>
                        </a:rPr>
                        <a:t> </a:t>
                      </a:r>
                    </a:p>
                  </a:txBody>
                  <a:tcPr marT="45726" marB="45726" horzOverflow="overflow">
                    <a:lnL w="28575"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
                          <a:schemeClr val="folHlink"/>
                        </a:buClr>
                        <a:buSzPct val="60000"/>
                        <a:buFont typeface="Wingdings" pitchFamily="2" charset="2"/>
                        <a:buNone/>
                        <a:tabLst/>
                      </a:pPr>
                      <a:r>
                        <a:rPr kumimoji="0" lang="en-US" altLang="zh-CN" sz="2800" b="1" i="0" u="none" strike="noStrike" cap="none" normalizeH="0" baseline="0">
                          <a:ln>
                            <a:noFill/>
                          </a:ln>
                          <a:solidFill>
                            <a:schemeClr val="tx1"/>
                          </a:solidFill>
                          <a:effectLst/>
                          <a:latin typeface="Times New Roman" pitchFamily="18" charset="0"/>
                          <a:ea typeface="黑体" pitchFamily="2" charset="-122"/>
                        </a:rPr>
                        <a:t>     +id </a:t>
                      </a:r>
                      <a:r>
                        <a:rPr kumimoji="0" lang="en-US" altLang="zh-CN" sz="2800" b="1" i="0" u="none" strike="noStrike" cap="none" normalizeH="0" baseline="0">
                          <a:ln>
                            <a:noFill/>
                          </a:ln>
                          <a:solidFill>
                            <a:schemeClr val="tx1"/>
                          </a:solidFill>
                          <a:effectLst/>
                          <a:latin typeface="Times New Roman" pitchFamily="18" charset="0"/>
                          <a:ea typeface="黑体" pitchFamily="2" charset="-122"/>
                          <a:cs typeface="Times New Roman" pitchFamily="18" charset="0"/>
                          <a:sym typeface="Symbol" pitchFamily="18" charset="2"/>
                        </a:rPr>
                        <a:t>+</a:t>
                      </a:r>
                      <a:r>
                        <a:rPr kumimoji="0" lang="en-US" altLang="zh-CN" sz="2800" b="1" i="0" u="none" strike="noStrike" cap="none" normalizeH="0" baseline="0">
                          <a:ln>
                            <a:noFill/>
                          </a:ln>
                          <a:solidFill>
                            <a:schemeClr val="tx1"/>
                          </a:solidFill>
                          <a:effectLst/>
                          <a:latin typeface="Times New Roman" pitchFamily="18" charset="0"/>
                          <a:ea typeface="黑体" pitchFamily="2" charset="-122"/>
                        </a:rPr>
                        <a:t> id $</a:t>
                      </a:r>
                      <a:r>
                        <a:rPr kumimoji="0" lang="en-US" altLang="zh-CN" sz="2800" b="0" i="0" u="none" strike="noStrike" cap="none" normalizeH="0" baseline="0">
                          <a:ln>
                            <a:noFill/>
                          </a:ln>
                          <a:solidFill>
                            <a:schemeClr val="tx1"/>
                          </a:solidFill>
                          <a:effectLst/>
                          <a:latin typeface="Times New Roman" pitchFamily="18" charset="0"/>
                          <a:ea typeface="黑体" pitchFamily="2" charset="-122"/>
                        </a:rPr>
                        <a:t> </a:t>
                      </a:r>
                    </a:p>
                  </a:txBody>
                  <a:tcPr marT="45726" marB="45726"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
                          <a:schemeClr val="folHlink"/>
                        </a:buClr>
                        <a:buSzPct val="60000"/>
                        <a:buFont typeface="Wingdings" pitchFamily="2" charset="2"/>
                        <a:buNone/>
                        <a:tabLst/>
                      </a:pPr>
                      <a:r>
                        <a:rPr kumimoji="0" lang="zh-CN" altLang="en-US" sz="2800" b="0" i="0" u="none" strike="noStrike" cap="none" normalizeH="0" baseline="0">
                          <a:ln>
                            <a:noFill/>
                          </a:ln>
                          <a:solidFill>
                            <a:schemeClr val="accent2"/>
                          </a:solidFill>
                          <a:effectLst/>
                          <a:latin typeface="Times New Roman" pitchFamily="18" charset="0"/>
                          <a:ea typeface="黑体" pitchFamily="2" charset="-122"/>
                        </a:rPr>
                        <a:t>出错，跳过</a:t>
                      </a:r>
                      <a:r>
                        <a:rPr kumimoji="0" lang="en-US" altLang="zh-CN" sz="2800" b="1" i="0" u="none" strike="noStrike" cap="none" normalizeH="0" baseline="0">
                          <a:ln>
                            <a:noFill/>
                          </a:ln>
                          <a:solidFill>
                            <a:schemeClr val="accent2"/>
                          </a:solidFill>
                          <a:effectLst/>
                          <a:latin typeface="Times New Roman" pitchFamily="18" charset="0"/>
                          <a:ea typeface="黑体" pitchFamily="2" charset="-122"/>
                        </a:rPr>
                        <a:t>+</a:t>
                      </a:r>
                    </a:p>
                  </a:txBody>
                  <a:tcPr marT="45726" marB="45726" horzOverflow="overflow">
                    <a:lnL w="12700" cap="flat" cmpd="sng" algn="ctr">
                      <a:solidFill>
                        <a:schemeClr val="tx1"/>
                      </a:solidFill>
                      <a:prstDash val="solid"/>
                      <a:round/>
                      <a:headEnd type="none" w="sm" len="sm"/>
                      <a:tailEnd type="none" w="sm" len="sm"/>
                    </a:lnL>
                    <a:lnR w="28575"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extLst>
                  <a:ext uri="{0D108BD9-81ED-4DB2-BD59-A6C34878D82A}">
                    <a16:rowId xmlns:a16="http://schemas.microsoft.com/office/drawing/2014/main" val="10001"/>
                  </a:ext>
                </a:extLst>
              </a:tr>
              <a:tr h="518231">
                <a:tc>
                  <a:txBody>
                    <a:bodyPr/>
                    <a:lstStyle/>
                    <a:p>
                      <a:pPr marL="0" marR="0" lvl="0" indent="0" algn="l" defTabSz="914400" rtl="0" eaLnBrk="1" fontAlgn="base" latinLnBrk="0" hangingPunct="1">
                        <a:lnSpc>
                          <a:spcPct val="100000"/>
                        </a:lnSpc>
                        <a:spcBef>
                          <a:spcPct val="20000"/>
                        </a:spcBef>
                        <a:spcAft>
                          <a:spcPct val="0"/>
                        </a:spcAft>
                        <a:buClr>
                          <a:schemeClr val="folHlink"/>
                        </a:buClr>
                        <a:buSzPct val="60000"/>
                        <a:buFont typeface="Wingdings" pitchFamily="2" charset="2"/>
                        <a:buNone/>
                        <a:tabLst/>
                      </a:pPr>
                      <a:r>
                        <a:rPr kumimoji="0" lang="en-US" altLang="zh-CN" sz="2800" b="1" i="0" u="none" strike="noStrike" cap="none" normalizeH="0" baseline="0">
                          <a:ln>
                            <a:noFill/>
                          </a:ln>
                          <a:solidFill>
                            <a:schemeClr val="tx1"/>
                          </a:solidFill>
                          <a:effectLst/>
                          <a:latin typeface="Times New Roman" pitchFamily="18" charset="0"/>
                          <a:ea typeface="黑体" pitchFamily="2" charset="-122"/>
                        </a:rPr>
                        <a:t>$</a:t>
                      </a:r>
                      <a:r>
                        <a:rPr kumimoji="0" lang="en-US" altLang="zh-CN" sz="2800" b="1" i="1" u="none" strike="noStrike" cap="none" normalizeH="0" baseline="0">
                          <a:ln>
                            <a:noFill/>
                          </a:ln>
                          <a:solidFill>
                            <a:schemeClr val="tx1"/>
                          </a:solidFill>
                          <a:effectLst/>
                          <a:latin typeface="Times New Roman" pitchFamily="18" charset="0"/>
                          <a:ea typeface="黑体" pitchFamily="2" charset="-122"/>
                        </a:rPr>
                        <a:t>E</a:t>
                      </a:r>
                    </a:p>
                  </a:txBody>
                  <a:tcPr marT="45726" marB="45726" horzOverflow="overflow">
                    <a:lnL w="28575"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
                          <a:schemeClr val="folHlink"/>
                        </a:buClr>
                        <a:buSzPct val="60000"/>
                        <a:buFont typeface="Wingdings" pitchFamily="2" charset="2"/>
                        <a:buNone/>
                        <a:tabLst/>
                      </a:pPr>
                      <a:r>
                        <a:rPr kumimoji="0" lang="en-US" altLang="zh-CN" sz="2800" b="1" i="0" u="none" strike="noStrike" cap="none" normalizeH="0" baseline="0">
                          <a:ln>
                            <a:noFill/>
                          </a:ln>
                          <a:solidFill>
                            <a:schemeClr val="tx1"/>
                          </a:solidFill>
                          <a:effectLst/>
                          <a:latin typeface="Times New Roman" pitchFamily="18" charset="0"/>
                          <a:ea typeface="黑体" pitchFamily="2" charset="-122"/>
                        </a:rPr>
                        <a:t>       id </a:t>
                      </a:r>
                      <a:r>
                        <a:rPr kumimoji="0" lang="en-US" altLang="zh-CN" sz="2800" b="1" i="0" u="none" strike="noStrike" cap="none" normalizeH="0" baseline="0">
                          <a:ln>
                            <a:noFill/>
                          </a:ln>
                          <a:solidFill>
                            <a:schemeClr val="tx1"/>
                          </a:solidFill>
                          <a:effectLst/>
                          <a:latin typeface="Times New Roman" pitchFamily="18" charset="0"/>
                          <a:ea typeface="黑体" pitchFamily="2" charset="-122"/>
                          <a:cs typeface="Times New Roman" pitchFamily="18" charset="0"/>
                          <a:sym typeface="Symbol" pitchFamily="18" charset="2"/>
                        </a:rPr>
                        <a:t>+</a:t>
                      </a:r>
                      <a:r>
                        <a:rPr kumimoji="0" lang="en-US" altLang="zh-CN" sz="2800" b="1" i="0" u="none" strike="noStrike" cap="none" normalizeH="0" baseline="0">
                          <a:ln>
                            <a:noFill/>
                          </a:ln>
                          <a:solidFill>
                            <a:schemeClr val="tx1"/>
                          </a:solidFill>
                          <a:effectLst/>
                          <a:latin typeface="Times New Roman" pitchFamily="18" charset="0"/>
                          <a:ea typeface="黑体" pitchFamily="2" charset="-122"/>
                        </a:rPr>
                        <a:t> id $</a:t>
                      </a:r>
                      <a:r>
                        <a:rPr kumimoji="0" lang="en-US" altLang="zh-CN" sz="2800" b="0" i="0" u="none" strike="noStrike" cap="none" normalizeH="0" baseline="0">
                          <a:ln>
                            <a:noFill/>
                          </a:ln>
                          <a:solidFill>
                            <a:schemeClr val="tx1"/>
                          </a:solidFill>
                          <a:effectLst/>
                          <a:latin typeface="Times New Roman" pitchFamily="18" charset="0"/>
                          <a:ea typeface="黑体" pitchFamily="2" charset="-122"/>
                        </a:rPr>
                        <a:t> </a:t>
                      </a:r>
                    </a:p>
                  </a:txBody>
                  <a:tcPr marT="45726" marB="45726"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
                          <a:schemeClr val="folHlink"/>
                        </a:buClr>
                        <a:buSzPct val="60000"/>
                        <a:buFont typeface="Wingdings" pitchFamily="2" charset="2"/>
                        <a:buNone/>
                        <a:tabLst/>
                      </a:pPr>
                      <a:r>
                        <a:rPr kumimoji="0" lang="en-US" altLang="zh-CN" sz="2800" b="1" i="0" u="none" strike="noStrike" cap="none" normalizeH="0" baseline="0">
                          <a:ln>
                            <a:noFill/>
                          </a:ln>
                          <a:solidFill>
                            <a:schemeClr val="accent2"/>
                          </a:solidFill>
                          <a:effectLst/>
                          <a:latin typeface="Times New Roman" pitchFamily="18" charset="0"/>
                          <a:ea typeface="黑体" pitchFamily="2" charset="-122"/>
                        </a:rPr>
                        <a:t>id</a:t>
                      </a:r>
                      <a:r>
                        <a:rPr kumimoji="0" lang="zh-CN" altLang="en-US" sz="2800" b="0" i="0" u="none" strike="noStrike" cap="none" normalizeH="0" baseline="0">
                          <a:ln>
                            <a:noFill/>
                          </a:ln>
                          <a:solidFill>
                            <a:schemeClr val="accent2"/>
                          </a:solidFill>
                          <a:effectLst/>
                          <a:latin typeface="Times New Roman" pitchFamily="18" charset="0"/>
                          <a:ea typeface="黑体" pitchFamily="2" charset="-122"/>
                        </a:rPr>
                        <a:t>属于</a:t>
                      </a:r>
                      <a:r>
                        <a:rPr kumimoji="0" lang="en-US" altLang="zh-CN" sz="2800" b="1" i="0" u="none" strike="noStrike" cap="none" normalizeH="0" baseline="0">
                          <a:ln>
                            <a:noFill/>
                          </a:ln>
                          <a:solidFill>
                            <a:schemeClr val="accent2"/>
                          </a:solidFill>
                          <a:effectLst/>
                          <a:latin typeface="Times New Roman" pitchFamily="18" charset="0"/>
                          <a:ea typeface="黑体" pitchFamily="2" charset="-122"/>
                        </a:rPr>
                        <a:t>FIRST</a:t>
                      </a:r>
                      <a:r>
                        <a:rPr kumimoji="0" lang="en-US" altLang="zh-CN" sz="2800" b="0" i="0" u="none" strike="noStrike" cap="none" normalizeH="0" baseline="0">
                          <a:ln>
                            <a:noFill/>
                          </a:ln>
                          <a:solidFill>
                            <a:schemeClr val="accent2"/>
                          </a:solidFill>
                          <a:effectLst/>
                          <a:latin typeface="Times New Roman" pitchFamily="18" charset="0"/>
                          <a:ea typeface="黑体" pitchFamily="2" charset="-122"/>
                        </a:rPr>
                        <a:t>(</a:t>
                      </a:r>
                      <a:r>
                        <a:rPr kumimoji="0" lang="en-US" altLang="zh-CN" sz="2800" b="1" i="1" u="none" strike="noStrike" cap="none" normalizeH="0" baseline="0">
                          <a:ln>
                            <a:noFill/>
                          </a:ln>
                          <a:solidFill>
                            <a:schemeClr val="accent2"/>
                          </a:solidFill>
                          <a:effectLst/>
                          <a:latin typeface="Times New Roman" pitchFamily="18" charset="0"/>
                          <a:ea typeface="黑体" pitchFamily="2" charset="-122"/>
                        </a:rPr>
                        <a:t>E</a:t>
                      </a:r>
                      <a:r>
                        <a:rPr kumimoji="0" lang="en-US" altLang="zh-CN" sz="2800" b="0" i="0" u="none" strike="noStrike" cap="none" normalizeH="0" baseline="0">
                          <a:ln>
                            <a:noFill/>
                          </a:ln>
                          <a:solidFill>
                            <a:schemeClr val="accent2"/>
                          </a:solidFill>
                          <a:effectLst/>
                          <a:latin typeface="Times New Roman" pitchFamily="18" charset="0"/>
                          <a:ea typeface="黑体" pitchFamily="2" charset="-122"/>
                        </a:rPr>
                        <a:t>)</a:t>
                      </a:r>
                    </a:p>
                  </a:txBody>
                  <a:tcPr marT="45726" marB="45726" horzOverflow="overflow">
                    <a:lnL w="12700" cap="flat" cmpd="sng" algn="ctr">
                      <a:solidFill>
                        <a:schemeClr val="tx1"/>
                      </a:solidFill>
                      <a:prstDash val="solid"/>
                      <a:round/>
                      <a:headEnd type="none" w="sm" len="sm"/>
                      <a:tailEnd type="none" w="sm" len="sm"/>
                    </a:lnL>
                    <a:lnR w="28575"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extLst>
                  <a:ext uri="{0D108BD9-81ED-4DB2-BD59-A6C34878D82A}">
                    <a16:rowId xmlns:a16="http://schemas.microsoft.com/office/drawing/2014/main" val="10002"/>
                  </a:ext>
                </a:extLst>
              </a:tr>
              <a:tr h="518231">
                <a:tc>
                  <a:txBody>
                    <a:bodyPr/>
                    <a:lstStyle/>
                    <a:p>
                      <a:pPr marL="0" marR="0" lvl="0" indent="0" algn="l" defTabSz="914400" rtl="0" eaLnBrk="1" fontAlgn="base" latinLnBrk="0" hangingPunct="1">
                        <a:lnSpc>
                          <a:spcPct val="100000"/>
                        </a:lnSpc>
                        <a:spcBef>
                          <a:spcPct val="20000"/>
                        </a:spcBef>
                        <a:spcAft>
                          <a:spcPct val="0"/>
                        </a:spcAft>
                        <a:buClr>
                          <a:schemeClr val="folHlink"/>
                        </a:buClr>
                        <a:buSzPct val="60000"/>
                        <a:buFont typeface="Wingdings" pitchFamily="2" charset="2"/>
                        <a:buNone/>
                        <a:tabLst/>
                      </a:pPr>
                      <a:r>
                        <a:rPr kumimoji="0" lang="en-US" altLang="zh-CN" sz="2800" b="1" i="0" u="none" strike="noStrike" cap="none" normalizeH="0" baseline="0">
                          <a:ln>
                            <a:noFill/>
                          </a:ln>
                          <a:solidFill>
                            <a:schemeClr val="tx1"/>
                          </a:solidFill>
                          <a:effectLst/>
                          <a:latin typeface="Times New Roman" pitchFamily="18" charset="0"/>
                          <a:ea typeface="黑体" pitchFamily="2" charset="-122"/>
                        </a:rPr>
                        <a:t>$</a:t>
                      </a:r>
                      <a:r>
                        <a:rPr kumimoji="0" lang="en-US" altLang="zh-CN" sz="2800" b="1" i="1" u="none" strike="noStrike" cap="none" normalizeH="0" baseline="0">
                          <a:ln>
                            <a:noFill/>
                          </a:ln>
                          <a:solidFill>
                            <a:schemeClr val="tx1"/>
                          </a:solidFill>
                          <a:effectLst/>
                          <a:latin typeface="Times New Roman" pitchFamily="18" charset="0"/>
                          <a:ea typeface="黑体" pitchFamily="2" charset="-122"/>
                        </a:rPr>
                        <a:t>E </a:t>
                      </a:r>
                      <a:r>
                        <a:rPr kumimoji="0" lang="en-US" altLang="zh-CN" sz="2800" b="1" i="0" u="none" strike="noStrike" cap="none" normalizeH="0" baseline="0">
                          <a:ln>
                            <a:noFill/>
                          </a:ln>
                          <a:solidFill>
                            <a:schemeClr val="tx1"/>
                          </a:solidFill>
                          <a:effectLst/>
                          <a:latin typeface="Times New Roman" pitchFamily="18" charset="0"/>
                          <a:ea typeface="黑体" pitchFamily="2" charset="-122"/>
                          <a:sym typeface="Symbol" pitchFamily="18" charset="2"/>
                        </a:rPr>
                        <a:t></a:t>
                      </a:r>
                      <a:r>
                        <a:rPr kumimoji="0" lang="en-US" altLang="zh-CN" sz="2800" b="1" i="1" u="none" strike="noStrike" cap="none" normalizeH="0" baseline="0">
                          <a:ln>
                            <a:noFill/>
                          </a:ln>
                          <a:solidFill>
                            <a:schemeClr val="tx1"/>
                          </a:solidFill>
                          <a:effectLst/>
                          <a:latin typeface="Times New Roman" pitchFamily="18" charset="0"/>
                          <a:ea typeface="黑体" pitchFamily="2" charset="-122"/>
                          <a:sym typeface="Symbol" pitchFamily="18" charset="2"/>
                        </a:rPr>
                        <a:t>T</a:t>
                      </a:r>
                    </a:p>
                  </a:txBody>
                  <a:tcPr marT="45726" marB="45726" horzOverflow="overflow">
                    <a:lnL w="28575"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
                          <a:schemeClr val="folHlink"/>
                        </a:buClr>
                        <a:buSzPct val="60000"/>
                        <a:buFont typeface="Wingdings" pitchFamily="2" charset="2"/>
                        <a:buNone/>
                        <a:tabLst/>
                      </a:pPr>
                      <a:r>
                        <a:rPr kumimoji="0" lang="en-US" altLang="zh-CN" sz="2800" b="1" i="0" u="none" strike="noStrike" cap="none" normalizeH="0" baseline="0">
                          <a:ln>
                            <a:noFill/>
                          </a:ln>
                          <a:solidFill>
                            <a:schemeClr val="tx1"/>
                          </a:solidFill>
                          <a:effectLst/>
                          <a:latin typeface="Times New Roman" pitchFamily="18" charset="0"/>
                          <a:ea typeface="黑体" pitchFamily="2" charset="-122"/>
                        </a:rPr>
                        <a:t>       id </a:t>
                      </a:r>
                      <a:r>
                        <a:rPr kumimoji="0" lang="en-US" altLang="zh-CN" sz="2800" b="1" i="0" u="none" strike="noStrike" cap="none" normalizeH="0" baseline="0">
                          <a:ln>
                            <a:noFill/>
                          </a:ln>
                          <a:solidFill>
                            <a:schemeClr val="tx1"/>
                          </a:solidFill>
                          <a:effectLst/>
                          <a:latin typeface="Times New Roman" pitchFamily="18" charset="0"/>
                          <a:ea typeface="黑体" pitchFamily="2" charset="-122"/>
                          <a:cs typeface="Times New Roman" pitchFamily="18" charset="0"/>
                          <a:sym typeface="Symbol" pitchFamily="18" charset="2"/>
                        </a:rPr>
                        <a:t>+</a:t>
                      </a:r>
                      <a:r>
                        <a:rPr kumimoji="0" lang="en-US" altLang="zh-CN" sz="2800" b="1" i="0" u="none" strike="noStrike" cap="none" normalizeH="0" baseline="0">
                          <a:ln>
                            <a:noFill/>
                          </a:ln>
                          <a:solidFill>
                            <a:schemeClr val="tx1"/>
                          </a:solidFill>
                          <a:effectLst/>
                          <a:latin typeface="Times New Roman" pitchFamily="18" charset="0"/>
                          <a:ea typeface="黑体" pitchFamily="2" charset="-122"/>
                        </a:rPr>
                        <a:t> id $</a:t>
                      </a:r>
                    </a:p>
                  </a:txBody>
                  <a:tcPr marT="45726" marB="45726"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
                          <a:schemeClr val="folHlink"/>
                        </a:buClr>
                        <a:buSzPct val="60000"/>
                        <a:buFont typeface="Wingdings" pitchFamily="2" charset="2"/>
                        <a:buNone/>
                        <a:tabLst/>
                      </a:pPr>
                      <a:r>
                        <a:rPr kumimoji="0" lang="en-US" altLang="zh-CN" sz="2800" b="1" i="1" u="none" strike="noStrike" cap="none" normalizeH="0" baseline="0">
                          <a:ln>
                            <a:noFill/>
                          </a:ln>
                          <a:solidFill>
                            <a:schemeClr val="tx1"/>
                          </a:solidFill>
                          <a:effectLst/>
                          <a:latin typeface="Times New Roman" pitchFamily="18" charset="0"/>
                          <a:ea typeface="黑体" pitchFamily="2" charset="-122"/>
                        </a:rPr>
                        <a:t>E</a:t>
                      </a:r>
                      <a:r>
                        <a:rPr kumimoji="0" lang="en-US" altLang="zh-CN" sz="2800" b="1" i="0" u="none" strike="noStrike" cap="none" normalizeH="0" baseline="0">
                          <a:ln>
                            <a:noFill/>
                          </a:ln>
                          <a:solidFill>
                            <a:schemeClr val="tx1"/>
                          </a:solidFill>
                          <a:effectLst/>
                          <a:latin typeface="Times New Roman" pitchFamily="18" charset="0"/>
                          <a:ea typeface="黑体" pitchFamily="2" charset="-122"/>
                        </a:rPr>
                        <a:t> </a:t>
                      </a:r>
                      <a:r>
                        <a:rPr kumimoji="0" lang="en-US" altLang="zh-CN" sz="2800" b="1" i="0" u="none" strike="noStrike" cap="none" normalizeH="0" baseline="0">
                          <a:ln>
                            <a:noFill/>
                          </a:ln>
                          <a:solidFill>
                            <a:schemeClr val="tx1"/>
                          </a:solidFill>
                          <a:effectLst/>
                          <a:latin typeface="Times New Roman" pitchFamily="18" charset="0"/>
                          <a:ea typeface="黑体" pitchFamily="2" charset="-122"/>
                          <a:sym typeface="Symbol" pitchFamily="18" charset="2"/>
                        </a:rPr>
                        <a:t></a:t>
                      </a:r>
                      <a:r>
                        <a:rPr kumimoji="0" lang="en-US" altLang="zh-CN" sz="2800" b="1" i="0" u="none" strike="noStrike" cap="none" normalizeH="0" baseline="0">
                          <a:ln>
                            <a:noFill/>
                          </a:ln>
                          <a:solidFill>
                            <a:schemeClr val="tx1"/>
                          </a:solidFill>
                          <a:effectLst/>
                          <a:latin typeface="Times New Roman" pitchFamily="18" charset="0"/>
                          <a:ea typeface="黑体" pitchFamily="2" charset="-122"/>
                        </a:rPr>
                        <a:t> </a:t>
                      </a:r>
                      <a:r>
                        <a:rPr kumimoji="0" lang="en-US" altLang="zh-CN" sz="2800" b="1" i="1" u="none" strike="noStrike" cap="none" normalizeH="0" baseline="0">
                          <a:ln>
                            <a:noFill/>
                          </a:ln>
                          <a:solidFill>
                            <a:schemeClr val="tx1"/>
                          </a:solidFill>
                          <a:effectLst/>
                          <a:latin typeface="Times New Roman" pitchFamily="18" charset="0"/>
                          <a:ea typeface="黑体" pitchFamily="2" charset="-122"/>
                        </a:rPr>
                        <a:t>TE </a:t>
                      </a:r>
                      <a:r>
                        <a:rPr kumimoji="0" lang="en-US" altLang="zh-CN" sz="2800" b="1" i="0" u="none" strike="noStrike" cap="none" normalizeH="0" baseline="0">
                          <a:ln>
                            <a:noFill/>
                          </a:ln>
                          <a:solidFill>
                            <a:schemeClr val="tx1"/>
                          </a:solidFill>
                          <a:effectLst/>
                          <a:latin typeface="Times New Roman" pitchFamily="18" charset="0"/>
                          <a:ea typeface="黑体" pitchFamily="2" charset="-122"/>
                          <a:sym typeface="Symbol" pitchFamily="18" charset="2"/>
                        </a:rPr>
                        <a:t></a:t>
                      </a:r>
                    </a:p>
                  </a:txBody>
                  <a:tcPr marT="45726" marB="45726" horzOverflow="overflow">
                    <a:lnL w="12700" cap="flat" cmpd="sng" algn="ctr">
                      <a:solidFill>
                        <a:schemeClr val="tx1"/>
                      </a:solidFill>
                      <a:prstDash val="solid"/>
                      <a:round/>
                      <a:headEnd type="none" w="sm" len="sm"/>
                      <a:tailEnd type="none" w="sm" len="sm"/>
                    </a:lnL>
                    <a:lnR w="28575"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extLst>
                  <a:ext uri="{0D108BD9-81ED-4DB2-BD59-A6C34878D82A}">
                    <a16:rowId xmlns:a16="http://schemas.microsoft.com/office/drawing/2014/main" val="10003"/>
                  </a:ext>
                </a:extLst>
              </a:tr>
              <a:tr h="518231">
                <a:tc>
                  <a:txBody>
                    <a:bodyPr/>
                    <a:lstStyle/>
                    <a:p>
                      <a:pPr marL="0" marR="0" lvl="0" indent="0" algn="l" defTabSz="914400" rtl="0" eaLnBrk="1" fontAlgn="base" latinLnBrk="0" hangingPunct="1">
                        <a:lnSpc>
                          <a:spcPct val="100000"/>
                        </a:lnSpc>
                        <a:spcBef>
                          <a:spcPct val="20000"/>
                        </a:spcBef>
                        <a:spcAft>
                          <a:spcPct val="0"/>
                        </a:spcAft>
                        <a:buClr>
                          <a:schemeClr val="folHlink"/>
                        </a:buClr>
                        <a:buSzPct val="60000"/>
                        <a:buFont typeface="Wingdings" pitchFamily="2" charset="2"/>
                        <a:buNone/>
                        <a:tabLst/>
                      </a:pPr>
                      <a:r>
                        <a:rPr kumimoji="0" lang="en-US" altLang="zh-CN" sz="2800" b="1" i="0" u="none" strike="noStrike" cap="none" normalizeH="0" baseline="0">
                          <a:ln>
                            <a:noFill/>
                          </a:ln>
                          <a:solidFill>
                            <a:schemeClr val="tx1"/>
                          </a:solidFill>
                          <a:effectLst/>
                          <a:latin typeface="Times New Roman" pitchFamily="18" charset="0"/>
                          <a:ea typeface="黑体" pitchFamily="2" charset="-122"/>
                        </a:rPr>
                        <a:t>$</a:t>
                      </a:r>
                      <a:r>
                        <a:rPr kumimoji="0" lang="en-US" altLang="zh-CN" sz="2800" b="1" i="1" u="none" strike="noStrike" cap="none" normalizeH="0" baseline="0">
                          <a:ln>
                            <a:noFill/>
                          </a:ln>
                          <a:solidFill>
                            <a:schemeClr val="tx1"/>
                          </a:solidFill>
                          <a:effectLst/>
                          <a:latin typeface="Times New Roman" pitchFamily="18" charset="0"/>
                          <a:ea typeface="黑体" pitchFamily="2" charset="-122"/>
                        </a:rPr>
                        <a:t>E </a:t>
                      </a:r>
                      <a:r>
                        <a:rPr kumimoji="0" lang="en-US" altLang="zh-CN" sz="2800" b="1" i="0" u="none" strike="noStrike" cap="none" normalizeH="0" baseline="0">
                          <a:ln>
                            <a:noFill/>
                          </a:ln>
                          <a:solidFill>
                            <a:schemeClr val="tx1"/>
                          </a:solidFill>
                          <a:effectLst/>
                          <a:latin typeface="Times New Roman" pitchFamily="18" charset="0"/>
                          <a:ea typeface="黑体" pitchFamily="2" charset="-122"/>
                          <a:sym typeface="Symbol" pitchFamily="18" charset="2"/>
                        </a:rPr>
                        <a:t></a:t>
                      </a:r>
                      <a:r>
                        <a:rPr kumimoji="0" lang="en-US" altLang="zh-CN" sz="2800" b="1" i="1" u="none" strike="noStrike" cap="none" normalizeH="0" baseline="0">
                          <a:ln>
                            <a:noFill/>
                          </a:ln>
                          <a:solidFill>
                            <a:schemeClr val="tx1"/>
                          </a:solidFill>
                          <a:effectLst/>
                          <a:latin typeface="Times New Roman" pitchFamily="18" charset="0"/>
                          <a:ea typeface="黑体" pitchFamily="2" charset="-122"/>
                          <a:sym typeface="Symbol" pitchFamily="18" charset="2"/>
                        </a:rPr>
                        <a:t>T</a:t>
                      </a:r>
                      <a:r>
                        <a:rPr kumimoji="0" lang="en-US" altLang="zh-CN" sz="2800" b="1" i="1" u="none" strike="noStrike" cap="none" normalizeH="0" baseline="0">
                          <a:ln>
                            <a:noFill/>
                          </a:ln>
                          <a:solidFill>
                            <a:schemeClr val="tx1"/>
                          </a:solidFill>
                          <a:effectLst/>
                          <a:latin typeface="Times New Roman" pitchFamily="18" charset="0"/>
                          <a:ea typeface="黑体" pitchFamily="2" charset="-122"/>
                        </a:rPr>
                        <a:t> </a:t>
                      </a:r>
                      <a:r>
                        <a:rPr kumimoji="0" lang="en-US" altLang="zh-CN" sz="2800" b="1" i="0" u="none" strike="noStrike" cap="none" normalizeH="0" baseline="0">
                          <a:ln>
                            <a:noFill/>
                          </a:ln>
                          <a:solidFill>
                            <a:schemeClr val="tx1"/>
                          </a:solidFill>
                          <a:effectLst/>
                          <a:latin typeface="Times New Roman" pitchFamily="18" charset="0"/>
                          <a:ea typeface="黑体" pitchFamily="2" charset="-122"/>
                          <a:sym typeface="Symbol" pitchFamily="18" charset="2"/>
                        </a:rPr>
                        <a:t></a:t>
                      </a:r>
                      <a:r>
                        <a:rPr kumimoji="0" lang="en-US" altLang="zh-CN" sz="2800" b="1" i="1" u="none" strike="noStrike" cap="none" normalizeH="0" baseline="0">
                          <a:ln>
                            <a:noFill/>
                          </a:ln>
                          <a:solidFill>
                            <a:schemeClr val="tx1"/>
                          </a:solidFill>
                          <a:effectLst/>
                          <a:latin typeface="Times New Roman" pitchFamily="18" charset="0"/>
                          <a:ea typeface="黑体" pitchFamily="2" charset="-122"/>
                          <a:sym typeface="Symbol" pitchFamily="18" charset="2"/>
                        </a:rPr>
                        <a:t>F</a:t>
                      </a:r>
                    </a:p>
                  </a:txBody>
                  <a:tcPr marT="45726" marB="45726" horzOverflow="overflow">
                    <a:lnL w="28575"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
                          <a:schemeClr val="folHlink"/>
                        </a:buClr>
                        <a:buSzPct val="60000"/>
                        <a:buFont typeface="Wingdings" pitchFamily="2" charset="2"/>
                        <a:buNone/>
                        <a:tabLst/>
                      </a:pPr>
                      <a:r>
                        <a:rPr kumimoji="0" lang="en-US" altLang="zh-CN" sz="2800" b="1" i="0" u="none" strike="noStrike" cap="none" normalizeH="0" baseline="0">
                          <a:ln>
                            <a:noFill/>
                          </a:ln>
                          <a:solidFill>
                            <a:schemeClr val="tx1"/>
                          </a:solidFill>
                          <a:effectLst/>
                          <a:latin typeface="Times New Roman" pitchFamily="18" charset="0"/>
                          <a:ea typeface="黑体" pitchFamily="2" charset="-122"/>
                        </a:rPr>
                        <a:t>       id </a:t>
                      </a:r>
                      <a:r>
                        <a:rPr kumimoji="0" lang="en-US" altLang="zh-CN" sz="2800" b="1" i="0" u="none" strike="noStrike" cap="none" normalizeH="0" baseline="0">
                          <a:ln>
                            <a:noFill/>
                          </a:ln>
                          <a:solidFill>
                            <a:schemeClr val="tx1"/>
                          </a:solidFill>
                          <a:effectLst/>
                          <a:latin typeface="Times New Roman" pitchFamily="18" charset="0"/>
                          <a:ea typeface="黑体" pitchFamily="2" charset="-122"/>
                          <a:cs typeface="Times New Roman" pitchFamily="18" charset="0"/>
                          <a:sym typeface="Symbol" pitchFamily="18" charset="2"/>
                        </a:rPr>
                        <a:t>+</a:t>
                      </a:r>
                      <a:r>
                        <a:rPr kumimoji="0" lang="en-US" altLang="zh-CN" sz="2800" b="1" i="0" u="none" strike="noStrike" cap="none" normalizeH="0" baseline="0">
                          <a:ln>
                            <a:noFill/>
                          </a:ln>
                          <a:solidFill>
                            <a:schemeClr val="tx1"/>
                          </a:solidFill>
                          <a:effectLst/>
                          <a:latin typeface="Times New Roman" pitchFamily="18" charset="0"/>
                          <a:ea typeface="黑体" pitchFamily="2" charset="-122"/>
                        </a:rPr>
                        <a:t> id $</a:t>
                      </a:r>
                    </a:p>
                  </a:txBody>
                  <a:tcPr marT="45726" marB="45726"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
                          <a:schemeClr val="folHlink"/>
                        </a:buClr>
                        <a:buSzPct val="60000"/>
                        <a:buFont typeface="Wingdings" pitchFamily="2" charset="2"/>
                        <a:buNone/>
                        <a:tabLst/>
                      </a:pPr>
                      <a:r>
                        <a:rPr kumimoji="0" lang="en-US" altLang="zh-CN" sz="2800" b="1" i="1" u="none" strike="noStrike" cap="none" normalizeH="0" baseline="0">
                          <a:ln>
                            <a:noFill/>
                          </a:ln>
                          <a:solidFill>
                            <a:schemeClr val="tx1"/>
                          </a:solidFill>
                          <a:effectLst/>
                          <a:latin typeface="Times New Roman" pitchFamily="18" charset="0"/>
                          <a:ea typeface="黑体" pitchFamily="2" charset="-122"/>
                          <a:sym typeface="Symbol" pitchFamily="18" charset="2"/>
                        </a:rPr>
                        <a:t>T </a:t>
                      </a:r>
                      <a:r>
                        <a:rPr kumimoji="0" lang="en-US" altLang="zh-CN" sz="2800" b="1" i="0" u="none" strike="noStrike" cap="none" normalizeH="0" baseline="0">
                          <a:ln>
                            <a:noFill/>
                          </a:ln>
                          <a:solidFill>
                            <a:schemeClr val="tx1"/>
                          </a:solidFill>
                          <a:effectLst/>
                          <a:latin typeface="Times New Roman" pitchFamily="18" charset="0"/>
                          <a:ea typeface="黑体" pitchFamily="2" charset="-122"/>
                          <a:sym typeface="Symbol" pitchFamily="18" charset="2"/>
                        </a:rPr>
                        <a:t> </a:t>
                      </a:r>
                      <a:r>
                        <a:rPr kumimoji="0" lang="en-US" altLang="zh-CN" sz="2800" b="1" i="1" u="none" strike="noStrike" cap="none" normalizeH="0" baseline="0">
                          <a:ln>
                            <a:noFill/>
                          </a:ln>
                          <a:solidFill>
                            <a:schemeClr val="tx1"/>
                          </a:solidFill>
                          <a:effectLst/>
                          <a:latin typeface="Times New Roman" pitchFamily="18" charset="0"/>
                          <a:ea typeface="黑体" pitchFamily="2" charset="-122"/>
                          <a:sym typeface="Symbol" pitchFamily="18" charset="2"/>
                        </a:rPr>
                        <a:t>FT</a:t>
                      </a:r>
                      <a:r>
                        <a:rPr kumimoji="0" lang="en-US" altLang="zh-CN" sz="2800" b="1" i="1" u="none" strike="noStrike" cap="none" normalizeH="0" baseline="0">
                          <a:ln>
                            <a:noFill/>
                          </a:ln>
                          <a:solidFill>
                            <a:schemeClr val="tx1"/>
                          </a:solidFill>
                          <a:effectLst/>
                          <a:latin typeface="Times New Roman" pitchFamily="18" charset="0"/>
                          <a:ea typeface="黑体" pitchFamily="2" charset="-122"/>
                        </a:rPr>
                        <a:t> </a:t>
                      </a:r>
                      <a:r>
                        <a:rPr kumimoji="0" lang="en-US" altLang="zh-CN" sz="2800" b="1" i="0" u="none" strike="noStrike" cap="none" normalizeH="0" baseline="0">
                          <a:ln>
                            <a:noFill/>
                          </a:ln>
                          <a:solidFill>
                            <a:schemeClr val="tx1"/>
                          </a:solidFill>
                          <a:effectLst/>
                          <a:latin typeface="Times New Roman" pitchFamily="18" charset="0"/>
                          <a:ea typeface="黑体" pitchFamily="2" charset="-122"/>
                          <a:sym typeface="Symbol" pitchFamily="18" charset="2"/>
                        </a:rPr>
                        <a:t></a:t>
                      </a:r>
                    </a:p>
                  </a:txBody>
                  <a:tcPr marT="45726" marB="45726" horzOverflow="overflow">
                    <a:lnL w="12700" cap="flat" cmpd="sng" algn="ctr">
                      <a:solidFill>
                        <a:schemeClr val="tx1"/>
                      </a:solidFill>
                      <a:prstDash val="solid"/>
                      <a:round/>
                      <a:headEnd type="none" w="sm" len="sm"/>
                      <a:tailEnd type="none" w="sm" len="sm"/>
                    </a:lnL>
                    <a:lnR w="28575"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extLst>
                  <a:ext uri="{0D108BD9-81ED-4DB2-BD59-A6C34878D82A}">
                    <a16:rowId xmlns:a16="http://schemas.microsoft.com/office/drawing/2014/main" val="10004"/>
                  </a:ext>
                </a:extLst>
              </a:tr>
              <a:tr h="518231">
                <a:tc>
                  <a:txBody>
                    <a:bodyPr/>
                    <a:lstStyle/>
                    <a:p>
                      <a:pPr marL="0" marR="0" lvl="0" indent="0" algn="l" defTabSz="914400" rtl="0" eaLnBrk="1" fontAlgn="base" latinLnBrk="0" hangingPunct="1">
                        <a:lnSpc>
                          <a:spcPct val="100000"/>
                        </a:lnSpc>
                        <a:spcBef>
                          <a:spcPct val="20000"/>
                        </a:spcBef>
                        <a:spcAft>
                          <a:spcPct val="0"/>
                        </a:spcAft>
                        <a:buClr>
                          <a:schemeClr val="folHlink"/>
                        </a:buClr>
                        <a:buSzPct val="60000"/>
                        <a:buFont typeface="Wingdings" pitchFamily="2" charset="2"/>
                        <a:buNone/>
                        <a:tabLst/>
                      </a:pPr>
                      <a:r>
                        <a:rPr kumimoji="0" lang="en-US" altLang="zh-CN" sz="2800" b="1" i="0" u="none" strike="noStrike" cap="none" normalizeH="0" baseline="0">
                          <a:ln>
                            <a:noFill/>
                          </a:ln>
                          <a:solidFill>
                            <a:schemeClr val="tx1"/>
                          </a:solidFill>
                          <a:effectLst/>
                          <a:latin typeface="Times New Roman" pitchFamily="18" charset="0"/>
                          <a:ea typeface="黑体" pitchFamily="2" charset="-122"/>
                        </a:rPr>
                        <a:t>$</a:t>
                      </a:r>
                      <a:r>
                        <a:rPr kumimoji="0" lang="en-US" altLang="zh-CN" sz="2800" b="1" i="1" u="none" strike="noStrike" cap="none" normalizeH="0" baseline="0">
                          <a:ln>
                            <a:noFill/>
                          </a:ln>
                          <a:solidFill>
                            <a:schemeClr val="tx1"/>
                          </a:solidFill>
                          <a:effectLst/>
                          <a:latin typeface="Times New Roman" pitchFamily="18" charset="0"/>
                          <a:ea typeface="黑体" pitchFamily="2" charset="-122"/>
                        </a:rPr>
                        <a:t>E </a:t>
                      </a:r>
                      <a:r>
                        <a:rPr kumimoji="0" lang="en-US" altLang="zh-CN" sz="2800" b="1" i="0" u="none" strike="noStrike" cap="none" normalizeH="0" baseline="0">
                          <a:ln>
                            <a:noFill/>
                          </a:ln>
                          <a:solidFill>
                            <a:schemeClr val="tx1"/>
                          </a:solidFill>
                          <a:effectLst/>
                          <a:latin typeface="Times New Roman" pitchFamily="18" charset="0"/>
                          <a:ea typeface="黑体" pitchFamily="2" charset="-122"/>
                          <a:sym typeface="Symbol" pitchFamily="18" charset="2"/>
                        </a:rPr>
                        <a:t></a:t>
                      </a:r>
                      <a:r>
                        <a:rPr kumimoji="0" lang="en-US" altLang="zh-CN" sz="2800" b="1" i="1" u="none" strike="noStrike" cap="none" normalizeH="0" baseline="0">
                          <a:ln>
                            <a:noFill/>
                          </a:ln>
                          <a:solidFill>
                            <a:schemeClr val="tx1"/>
                          </a:solidFill>
                          <a:effectLst/>
                          <a:latin typeface="Times New Roman" pitchFamily="18" charset="0"/>
                          <a:ea typeface="黑体" pitchFamily="2" charset="-122"/>
                          <a:sym typeface="Symbol" pitchFamily="18" charset="2"/>
                        </a:rPr>
                        <a:t>T</a:t>
                      </a:r>
                      <a:r>
                        <a:rPr kumimoji="0" lang="en-US" altLang="zh-CN" sz="2800" b="1" i="1" u="none" strike="noStrike" cap="none" normalizeH="0" baseline="0">
                          <a:ln>
                            <a:noFill/>
                          </a:ln>
                          <a:solidFill>
                            <a:schemeClr val="tx1"/>
                          </a:solidFill>
                          <a:effectLst/>
                          <a:latin typeface="Times New Roman" pitchFamily="18" charset="0"/>
                          <a:ea typeface="黑体" pitchFamily="2" charset="-122"/>
                        </a:rPr>
                        <a:t> </a:t>
                      </a:r>
                      <a:r>
                        <a:rPr kumimoji="0" lang="en-US" altLang="zh-CN" sz="2800" b="1" i="0" u="none" strike="noStrike" cap="none" normalizeH="0" baseline="0">
                          <a:ln>
                            <a:noFill/>
                          </a:ln>
                          <a:solidFill>
                            <a:schemeClr val="tx1"/>
                          </a:solidFill>
                          <a:effectLst/>
                          <a:latin typeface="Times New Roman" pitchFamily="18" charset="0"/>
                          <a:ea typeface="黑体" pitchFamily="2" charset="-122"/>
                          <a:sym typeface="Symbol" pitchFamily="18" charset="2"/>
                        </a:rPr>
                        <a:t>id</a:t>
                      </a:r>
                    </a:p>
                  </a:txBody>
                  <a:tcPr marT="45726" marB="45726" horzOverflow="overflow">
                    <a:lnL w="28575"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
                          <a:schemeClr val="folHlink"/>
                        </a:buClr>
                        <a:buSzPct val="60000"/>
                        <a:buFont typeface="Wingdings" pitchFamily="2" charset="2"/>
                        <a:buNone/>
                        <a:tabLst/>
                      </a:pPr>
                      <a:r>
                        <a:rPr kumimoji="0" lang="en-US" altLang="zh-CN" sz="2800" b="1" i="0" u="none" strike="noStrike" cap="none" normalizeH="0" baseline="0">
                          <a:ln>
                            <a:noFill/>
                          </a:ln>
                          <a:solidFill>
                            <a:schemeClr val="tx1"/>
                          </a:solidFill>
                          <a:effectLst/>
                          <a:latin typeface="Times New Roman" pitchFamily="18" charset="0"/>
                          <a:ea typeface="黑体" pitchFamily="2" charset="-122"/>
                        </a:rPr>
                        <a:t>       id </a:t>
                      </a:r>
                      <a:r>
                        <a:rPr kumimoji="0" lang="en-US" altLang="zh-CN" sz="2800" b="1" i="0" u="none" strike="noStrike" cap="none" normalizeH="0" baseline="0">
                          <a:ln>
                            <a:noFill/>
                          </a:ln>
                          <a:solidFill>
                            <a:schemeClr val="tx1"/>
                          </a:solidFill>
                          <a:effectLst/>
                          <a:latin typeface="Times New Roman" pitchFamily="18" charset="0"/>
                          <a:ea typeface="黑体" pitchFamily="2" charset="-122"/>
                          <a:cs typeface="Times New Roman" pitchFamily="18" charset="0"/>
                          <a:sym typeface="Symbol" pitchFamily="18" charset="2"/>
                        </a:rPr>
                        <a:t>+</a:t>
                      </a:r>
                      <a:r>
                        <a:rPr kumimoji="0" lang="en-US" altLang="zh-CN" sz="2800" b="1" i="0" u="none" strike="noStrike" cap="none" normalizeH="0" baseline="0">
                          <a:ln>
                            <a:noFill/>
                          </a:ln>
                          <a:solidFill>
                            <a:schemeClr val="tx1"/>
                          </a:solidFill>
                          <a:effectLst/>
                          <a:latin typeface="Times New Roman" pitchFamily="18" charset="0"/>
                          <a:ea typeface="黑体" pitchFamily="2" charset="-122"/>
                        </a:rPr>
                        <a:t> id $</a:t>
                      </a:r>
                    </a:p>
                  </a:txBody>
                  <a:tcPr marT="45726" marB="45726"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
                          <a:schemeClr val="folHlink"/>
                        </a:buClr>
                        <a:buSzPct val="60000"/>
                        <a:buFont typeface="Wingdings" pitchFamily="2" charset="2"/>
                        <a:buNone/>
                        <a:tabLst/>
                      </a:pPr>
                      <a:r>
                        <a:rPr kumimoji="0" lang="en-US" altLang="zh-CN" sz="2800" b="1" i="1" u="none" strike="noStrike" cap="none" normalizeH="0" baseline="0">
                          <a:ln>
                            <a:noFill/>
                          </a:ln>
                          <a:solidFill>
                            <a:schemeClr val="tx1"/>
                          </a:solidFill>
                          <a:effectLst/>
                          <a:latin typeface="Times New Roman" pitchFamily="18" charset="0"/>
                          <a:ea typeface="黑体" pitchFamily="2" charset="-122"/>
                        </a:rPr>
                        <a:t>F</a:t>
                      </a:r>
                      <a:r>
                        <a:rPr kumimoji="0" lang="en-US" altLang="zh-CN" sz="2800" b="1" i="0" u="none" strike="noStrike" cap="none" normalizeH="0" baseline="0">
                          <a:ln>
                            <a:noFill/>
                          </a:ln>
                          <a:solidFill>
                            <a:schemeClr val="tx1"/>
                          </a:solidFill>
                          <a:effectLst/>
                          <a:latin typeface="Times New Roman" pitchFamily="18" charset="0"/>
                          <a:ea typeface="黑体" pitchFamily="2" charset="-122"/>
                        </a:rPr>
                        <a:t> </a:t>
                      </a:r>
                      <a:r>
                        <a:rPr kumimoji="0" lang="en-US" altLang="zh-CN" sz="2800" b="1" i="0" u="none" strike="noStrike" cap="none" normalizeH="0" baseline="0">
                          <a:ln>
                            <a:noFill/>
                          </a:ln>
                          <a:solidFill>
                            <a:schemeClr val="tx1"/>
                          </a:solidFill>
                          <a:effectLst/>
                          <a:latin typeface="Times New Roman" pitchFamily="18" charset="0"/>
                          <a:ea typeface="黑体" pitchFamily="2" charset="-122"/>
                          <a:sym typeface="Symbol" pitchFamily="18" charset="2"/>
                        </a:rPr>
                        <a:t></a:t>
                      </a:r>
                      <a:r>
                        <a:rPr kumimoji="0" lang="en-US" altLang="zh-CN" sz="2800" b="1" i="0" u="none" strike="noStrike" cap="none" normalizeH="0" baseline="0">
                          <a:ln>
                            <a:noFill/>
                          </a:ln>
                          <a:solidFill>
                            <a:schemeClr val="tx1"/>
                          </a:solidFill>
                          <a:effectLst/>
                          <a:latin typeface="Times New Roman" pitchFamily="18" charset="0"/>
                          <a:ea typeface="黑体" pitchFamily="2" charset="-122"/>
                        </a:rPr>
                        <a:t> id</a:t>
                      </a:r>
                    </a:p>
                  </a:txBody>
                  <a:tcPr marT="45726" marB="45726" horzOverflow="overflow">
                    <a:lnL w="12700" cap="flat" cmpd="sng" algn="ctr">
                      <a:solidFill>
                        <a:schemeClr val="tx1"/>
                      </a:solidFill>
                      <a:prstDash val="solid"/>
                      <a:round/>
                      <a:headEnd type="none" w="sm" len="sm"/>
                      <a:tailEnd type="none" w="sm" len="sm"/>
                    </a:lnL>
                    <a:lnR w="28575"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extLst>
                  <a:ext uri="{0D108BD9-81ED-4DB2-BD59-A6C34878D82A}">
                    <a16:rowId xmlns:a16="http://schemas.microsoft.com/office/drawing/2014/main" val="10005"/>
                  </a:ext>
                </a:extLst>
              </a:tr>
              <a:tr h="518231">
                <a:tc>
                  <a:txBody>
                    <a:bodyPr/>
                    <a:lstStyle/>
                    <a:p>
                      <a:pPr marL="0" marR="0" lvl="0" indent="0" algn="l" defTabSz="914400" rtl="0" eaLnBrk="1" fontAlgn="base" latinLnBrk="0" hangingPunct="1">
                        <a:lnSpc>
                          <a:spcPct val="100000"/>
                        </a:lnSpc>
                        <a:spcBef>
                          <a:spcPct val="20000"/>
                        </a:spcBef>
                        <a:spcAft>
                          <a:spcPct val="0"/>
                        </a:spcAft>
                        <a:buClr>
                          <a:schemeClr val="folHlink"/>
                        </a:buClr>
                        <a:buSzPct val="60000"/>
                        <a:buFont typeface="Wingdings" pitchFamily="2" charset="2"/>
                        <a:buNone/>
                        <a:tabLst/>
                      </a:pPr>
                      <a:r>
                        <a:rPr kumimoji="0" lang="en-US" altLang="zh-CN" sz="2800" b="1" i="0" u="none" strike="noStrike" cap="none" normalizeH="0" baseline="0">
                          <a:ln>
                            <a:noFill/>
                          </a:ln>
                          <a:solidFill>
                            <a:schemeClr val="tx1"/>
                          </a:solidFill>
                          <a:effectLst/>
                          <a:latin typeface="Times New Roman" pitchFamily="18" charset="0"/>
                          <a:ea typeface="黑体" pitchFamily="2" charset="-122"/>
                        </a:rPr>
                        <a:t>$</a:t>
                      </a:r>
                      <a:r>
                        <a:rPr kumimoji="0" lang="en-US" altLang="zh-CN" sz="2800" b="1" i="1" u="none" strike="noStrike" cap="none" normalizeH="0" baseline="0">
                          <a:ln>
                            <a:noFill/>
                          </a:ln>
                          <a:solidFill>
                            <a:schemeClr val="tx1"/>
                          </a:solidFill>
                          <a:effectLst/>
                          <a:latin typeface="Times New Roman" pitchFamily="18" charset="0"/>
                          <a:ea typeface="黑体" pitchFamily="2" charset="-122"/>
                        </a:rPr>
                        <a:t>E </a:t>
                      </a:r>
                      <a:r>
                        <a:rPr kumimoji="0" lang="en-US" altLang="zh-CN" sz="2800" b="1" i="0" u="none" strike="noStrike" cap="none" normalizeH="0" baseline="0">
                          <a:ln>
                            <a:noFill/>
                          </a:ln>
                          <a:solidFill>
                            <a:schemeClr val="tx1"/>
                          </a:solidFill>
                          <a:effectLst/>
                          <a:latin typeface="Times New Roman" pitchFamily="18" charset="0"/>
                          <a:ea typeface="黑体" pitchFamily="2" charset="-122"/>
                          <a:sym typeface="Symbol" pitchFamily="18" charset="2"/>
                        </a:rPr>
                        <a:t></a:t>
                      </a:r>
                      <a:r>
                        <a:rPr kumimoji="0" lang="en-US" altLang="zh-CN" sz="2800" b="1" i="1" u="none" strike="noStrike" cap="none" normalizeH="0" baseline="0">
                          <a:ln>
                            <a:noFill/>
                          </a:ln>
                          <a:solidFill>
                            <a:schemeClr val="tx1"/>
                          </a:solidFill>
                          <a:effectLst/>
                          <a:latin typeface="Times New Roman" pitchFamily="18" charset="0"/>
                          <a:ea typeface="黑体" pitchFamily="2" charset="-122"/>
                          <a:sym typeface="Symbol" pitchFamily="18" charset="2"/>
                        </a:rPr>
                        <a:t>T</a:t>
                      </a:r>
                      <a:r>
                        <a:rPr kumimoji="0" lang="en-US" altLang="zh-CN" sz="2800" b="1" i="1" u="none" strike="noStrike" cap="none" normalizeH="0" baseline="0">
                          <a:ln>
                            <a:noFill/>
                          </a:ln>
                          <a:solidFill>
                            <a:schemeClr val="tx1"/>
                          </a:solidFill>
                          <a:effectLst/>
                          <a:latin typeface="Times New Roman" pitchFamily="18" charset="0"/>
                          <a:ea typeface="黑体" pitchFamily="2" charset="-122"/>
                        </a:rPr>
                        <a:t> </a:t>
                      </a:r>
                      <a:r>
                        <a:rPr kumimoji="0" lang="en-US" altLang="zh-CN" sz="2800" b="1" i="0" u="none" strike="noStrike" cap="none" normalizeH="0" baseline="0">
                          <a:ln>
                            <a:noFill/>
                          </a:ln>
                          <a:solidFill>
                            <a:schemeClr val="tx1"/>
                          </a:solidFill>
                          <a:effectLst/>
                          <a:latin typeface="Times New Roman" pitchFamily="18" charset="0"/>
                          <a:ea typeface="黑体" pitchFamily="2" charset="-122"/>
                          <a:sym typeface="Symbol" pitchFamily="18" charset="2"/>
                        </a:rPr>
                        <a:t></a:t>
                      </a:r>
                    </a:p>
                  </a:txBody>
                  <a:tcPr marT="45726" marB="45726" horzOverflow="overflow">
                    <a:lnL w="28575"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
                          <a:schemeClr val="folHlink"/>
                        </a:buClr>
                        <a:buSzPct val="60000"/>
                        <a:buFont typeface="Wingdings" pitchFamily="2" charset="2"/>
                        <a:buNone/>
                        <a:tabLst/>
                      </a:pPr>
                      <a:r>
                        <a:rPr kumimoji="0" lang="en-US" altLang="zh-CN" sz="2800" b="1" i="0" u="none" strike="noStrike" cap="none" normalizeH="0" baseline="0">
                          <a:ln>
                            <a:noFill/>
                          </a:ln>
                          <a:solidFill>
                            <a:schemeClr val="tx1"/>
                          </a:solidFill>
                          <a:effectLst/>
                          <a:latin typeface="Times New Roman" pitchFamily="18" charset="0"/>
                          <a:ea typeface="黑体" pitchFamily="2" charset="-122"/>
                          <a:cs typeface="Times New Roman" pitchFamily="18" charset="0"/>
                          <a:sym typeface="Symbol" pitchFamily="18" charset="2"/>
                        </a:rPr>
                        <a:t>           +</a:t>
                      </a:r>
                      <a:r>
                        <a:rPr kumimoji="0" lang="en-US" altLang="zh-CN" sz="2800" b="1" i="0" u="none" strike="noStrike" cap="none" normalizeH="0" baseline="0">
                          <a:ln>
                            <a:noFill/>
                          </a:ln>
                          <a:solidFill>
                            <a:schemeClr val="tx1"/>
                          </a:solidFill>
                          <a:effectLst/>
                          <a:latin typeface="Times New Roman" pitchFamily="18" charset="0"/>
                          <a:ea typeface="黑体" pitchFamily="2" charset="-122"/>
                        </a:rPr>
                        <a:t> id $</a:t>
                      </a:r>
                    </a:p>
                  </a:txBody>
                  <a:tcPr marT="45726" marB="45726"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
                          <a:schemeClr val="folHlink"/>
                        </a:buClr>
                        <a:buSzPct val="60000"/>
                        <a:buFont typeface="Wingdings" pitchFamily="2" charset="2"/>
                        <a:buNone/>
                        <a:tabLst/>
                      </a:pPr>
                      <a:endParaRPr kumimoji="0" lang="zh-CN" altLang="zh-CN" sz="2800" b="0" i="0" u="none" strike="noStrike" cap="none" normalizeH="0" baseline="0">
                        <a:ln>
                          <a:noFill/>
                        </a:ln>
                        <a:solidFill>
                          <a:schemeClr val="tx1"/>
                        </a:solidFill>
                        <a:effectLst/>
                        <a:latin typeface="Times New Roman" pitchFamily="18" charset="0"/>
                        <a:ea typeface="黑体" pitchFamily="2" charset="-122"/>
                      </a:endParaRPr>
                    </a:p>
                  </a:txBody>
                  <a:tcPr marT="45726" marB="45726" horzOverflow="overflow">
                    <a:lnL w="12700" cap="flat" cmpd="sng" algn="ctr">
                      <a:solidFill>
                        <a:schemeClr val="tx1"/>
                      </a:solidFill>
                      <a:prstDash val="solid"/>
                      <a:round/>
                      <a:headEnd type="none" w="sm" len="sm"/>
                      <a:tailEnd type="none" w="sm" len="sm"/>
                    </a:lnL>
                    <a:lnR w="28575"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extLst>
                  <a:ext uri="{0D108BD9-81ED-4DB2-BD59-A6C34878D82A}">
                    <a16:rowId xmlns:a16="http://schemas.microsoft.com/office/drawing/2014/main" val="10006"/>
                  </a:ext>
                </a:extLst>
              </a:tr>
              <a:tr h="518231">
                <a:tc>
                  <a:txBody>
                    <a:bodyPr/>
                    <a:lstStyle/>
                    <a:p>
                      <a:pPr marL="0" marR="0" lvl="0" indent="0" algn="l" defTabSz="914400" rtl="0" eaLnBrk="1" fontAlgn="base" latinLnBrk="0" hangingPunct="1">
                        <a:lnSpc>
                          <a:spcPct val="100000"/>
                        </a:lnSpc>
                        <a:spcBef>
                          <a:spcPct val="20000"/>
                        </a:spcBef>
                        <a:spcAft>
                          <a:spcPct val="0"/>
                        </a:spcAft>
                        <a:buClr>
                          <a:schemeClr val="folHlink"/>
                        </a:buClr>
                        <a:buSzPct val="60000"/>
                        <a:buFont typeface="Wingdings" pitchFamily="2" charset="2"/>
                        <a:buNone/>
                        <a:tabLst/>
                      </a:pPr>
                      <a:r>
                        <a:rPr kumimoji="0" lang="en-US" altLang="zh-CN" sz="2800" b="1" i="0" u="none" strike="noStrike" cap="none" normalizeH="0" baseline="0">
                          <a:ln>
                            <a:noFill/>
                          </a:ln>
                          <a:solidFill>
                            <a:schemeClr val="tx1"/>
                          </a:solidFill>
                          <a:effectLst/>
                          <a:latin typeface="Times New Roman" pitchFamily="18" charset="0"/>
                          <a:ea typeface="黑体" pitchFamily="2" charset="-122"/>
                        </a:rPr>
                        <a:t>$</a:t>
                      </a:r>
                      <a:r>
                        <a:rPr kumimoji="0" lang="en-US" altLang="zh-CN" sz="2800" b="1" i="1" u="none" strike="noStrike" cap="none" normalizeH="0" baseline="0">
                          <a:ln>
                            <a:noFill/>
                          </a:ln>
                          <a:solidFill>
                            <a:schemeClr val="tx1"/>
                          </a:solidFill>
                          <a:effectLst/>
                          <a:latin typeface="Times New Roman" pitchFamily="18" charset="0"/>
                          <a:ea typeface="黑体" pitchFamily="2" charset="-122"/>
                        </a:rPr>
                        <a:t>E </a:t>
                      </a:r>
                      <a:r>
                        <a:rPr kumimoji="0" lang="en-US" altLang="zh-CN" sz="2800" b="1" i="0" u="none" strike="noStrike" cap="none" normalizeH="0" baseline="0">
                          <a:ln>
                            <a:noFill/>
                          </a:ln>
                          <a:solidFill>
                            <a:schemeClr val="tx1"/>
                          </a:solidFill>
                          <a:effectLst/>
                          <a:latin typeface="Times New Roman" pitchFamily="18" charset="0"/>
                          <a:ea typeface="黑体" pitchFamily="2" charset="-122"/>
                          <a:sym typeface="Symbol" pitchFamily="18" charset="2"/>
                        </a:rPr>
                        <a:t></a:t>
                      </a:r>
                      <a:r>
                        <a:rPr kumimoji="0" lang="en-US" altLang="zh-CN" sz="2800" b="1" i="1" u="none" strike="noStrike" cap="none" normalizeH="0" baseline="0">
                          <a:ln>
                            <a:noFill/>
                          </a:ln>
                          <a:solidFill>
                            <a:schemeClr val="tx1"/>
                          </a:solidFill>
                          <a:effectLst/>
                          <a:latin typeface="Times New Roman" pitchFamily="18" charset="0"/>
                          <a:ea typeface="黑体" pitchFamily="2" charset="-122"/>
                          <a:sym typeface="Symbol" pitchFamily="18" charset="2"/>
                        </a:rPr>
                        <a:t>T</a:t>
                      </a:r>
                      <a:r>
                        <a:rPr kumimoji="0" lang="en-US" altLang="zh-CN" sz="2800" b="1" i="1" u="none" strike="noStrike" cap="none" normalizeH="0" baseline="0">
                          <a:ln>
                            <a:noFill/>
                          </a:ln>
                          <a:solidFill>
                            <a:schemeClr val="tx1"/>
                          </a:solidFill>
                          <a:effectLst/>
                          <a:latin typeface="Times New Roman" pitchFamily="18" charset="0"/>
                          <a:ea typeface="黑体" pitchFamily="2" charset="-122"/>
                        </a:rPr>
                        <a:t> </a:t>
                      </a:r>
                      <a:r>
                        <a:rPr kumimoji="0" lang="en-US" altLang="zh-CN" sz="2800" b="1" i="0" u="none" strike="noStrike" cap="none" normalizeH="0" baseline="0">
                          <a:ln>
                            <a:noFill/>
                          </a:ln>
                          <a:solidFill>
                            <a:schemeClr val="tx1"/>
                          </a:solidFill>
                          <a:effectLst/>
                          <a:latin typeface="Times New Roman" pitchFamily="18" charset="0"/>
                          <a:ea typeface="黑体" pitchFamily="2" charset="-122"/>
                          <a:sym typeface="Symbol" pitchFamily="18" charset="2"/>
                        </a:rPr>
                        <a:t></a:t>
                      </a:r>
                      <a:r>
                        <a:rPr kumimoji="0" lang="en-US" altLang="zh-CN" sz="2800" b="1" i="1" u="none" strike="noStrike" cap="none" normalizeH="0" baseline="0">
                          <a:ln>
                            <a:noFill/>
                          </a:ln>
                          <a:solidFill>
                            <a:schemeClr val="tx1"/>
                          </a:solidFill>
                          <a:effectLst/>
                          <a:latin typeface="Times New Roman" pitchFamily="18" charset="0"/>
                          <a:ea typeface="黑体" pitchFamily="2" charset="-122"/>
                          <a:sym typeface="Symbol" pitchFamily="18" charset="2"/>
                        </a:rPr>
                        <a:t>F</a:t>
                      </a:r>
                      <a:r>
                        <a:rPr kumimoji="0" lang="en-US" altLang="zh-CN" sz="2800" b="1" i="0" u="none" strike="noStrike" cap="none" normalizeH="0" baseline="0">
                          <a:ln>
                            <a:noFill/>
                          </a:ln>
                          <a:solidFill>
                            <a:schemeClr val="tx1"/>
                          </a:solidFill>
                          <a:effectLst/>
                          <a:latin typeface="Times New Roman" pitchFamily="18" charset="0"/>
                          <a:ea typeface="黑体" pitchFamily="2" charset="-122"/>
                          <a:sym typeface="Symbol" pitchFamily="18" charset="2"/>
                        </a:rPr>
                        <a:t> </a:t>
                      </a:r>
                      <a:r>
                        <a:rPr kumimoji="0" lang="en-US" altLang="zh-CN" sz="2800" b="1" i="0" u="none" strike="noStrike" cap="none" normalizeH="0" baseline="0">
                          <a:ln>
                            <a:noFill/>
                          </a:ln>
                          <a:solidFill>
                            <a:schemeClr val="tx1"/>
                          </a:solidFill>
                          <a:effectLst/>
                          <a:latin typeface="Times New Roman" pitchFamily="18" charset="0"/>
                          <a:ea typeface="黑体" pitchFamily="2" charset="-122"/>
                          <a:cs typeface="Times New Roman" pitchFamily="18" charset="0"/>
                          <a:sym typeface="Symbol" pitchFamily="18" charset="2"/>
                        </a:rPr>
                        <a:t></a:t>
                      </a:r>
                    </a:p>
                  </a:txBody>
                  <a:tcPr marT="45726" marB="45726" horzOverflow="overflow">
                    <a:lnL w="28575"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
                          <a:schemeClr val="folHlink"/>
                        </a:buClr>
                        <a:buSzPct val="60000"/>
                        <a:buFont typeface="Wingdings" pitchFamily="2" charset="2"/>
                        <a:buNone/>
                        <a:tabLst/>
                      </a:pPr>
                      <a:r>
                        <a:rPr kumimoji="0" lang="en-US" altLang="zh-CN" sz="2800" b="1" i="0" u="none" strike="noStrike" cap="none" normalizeH="0" baseline="0">
                          <a:ln>
                            <a:noFill/>
                          </a:ln>
                          <a:solidFill>
                            <a:schemeClr val="tx1"/>
                          </a:solidFill>
                          <a:effectLst/>
                          <a:latin typeface="Times New Roman" pitchFamily="18" charset="0"/>
                          <a:ea typeface="黑体" pitchFamily="2" charset="-122"/>
                          <a:cs typeface="Times New Roman" pitchFamily="18" charset="0"/>
                          <a:sym typeface="Symbol" pitchFamily="18" charset="2"/>
                        </a:rPr>
                        <a:t>           +</a:t>
                      </a:r>
                      <a:r>
                        <a:rPr kumimoji="0" lang="en-US" altLang="zh-CN" sz="2800" b="1" i="0" u="none" strike="noStrike" cap="none" normalizeH="0" baseline="0">
                          <a:ln>
                            <a:noFill/>
                          </a:ln>
                          <a:solidFill>
                            <a:schemeClr val="tx1"/>
                          </a:solidFill>
                          <a:effectLst/>
                          <a:latin typeface="Times New Roman" pitchFamily="18" charset="0"/>
                          <a:ea typeface="黑体" pitchFamily="2" charset="-122"/>
                        </a:rPr>
                        <a:t> id $</a:t>
                      </a:r>
                    </a:p>
                  </a:txBody>
                  <a:tcPr marT="45726" marB="45726"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
                          <a:schemeClr val="folHlink"/>
                        </a:buClr>
                        <a:buSzPct val="60000"/>
                        <a:buFont typeface="Wingdings" pitchFamily="2" charset="2"/>
                        <a:buNone/>
                        <a:tabLst/>
                      </a:pPr>
                      <a:r>
                        <a:rPr kumimoji="0" lang="en-US" altLang="zh-CN" sz="2800" b="1" i="1" u="none" strike="noStrike" cap="none" normalizeH="0" baseline="0">
                          <a:ln>
                            <a:noFill/>
                          </a:ln>
                          <a:solidFill>
                            <a:schemeClr val="tx1"/>
                          </a:solidFill>
                          <a:effectLst/>
                          <a:latin typeface="Times New Roman" pitchFamily="18" charset="0"/>
                          <a:ea typeface="黑体" pitchFamily="2" charset="-122"/>
                        </a:rPr>
                        <a:t>T </a:t>
                      </a:r>
                      <a:r>
                        <a:rPr kumimoji="0" lang="en-US" altLang="zh-CN" sz="2800" b="1" i="0" u="none" strike="noStrike" cap="none" normalizeH="0" baseline="0">
                          <a:ln>
                            <a:noFill/>
                          </a:ln>
                          <a:solidFill>
                            <a:schemeClr val="tx1"/>
                          </a:solidFill>
                          <a:effectLst/>
                          <a:latin typeface="Times New Roman" pitchFamily="18" charset="0"/>
                          <a:ea typeface="黑体" pitchFamily="2" charset="-122"/>
                          <a:sym typeface="Symbol" pitchFamily="18" charset="2"/>
                        </a:rPr>
                        <a:t></a:t>
                      </a:r>
                      <a:r>
                        <a:rPr kumimoji="0" lang="en-US" altLang="zh-CN" sz="2800" b="1" i="0" u="none" strike="noStrike" cap="none" normalizeH="0" baseline="0">
                          <a:ln>
                            <a:noFill/>
                          </a:ln>
                          <a:solidFill>
                            <a:schemeClr val="tx1"/>
                          </a:solidFill>
                          <a:effectLst/>
                          <a:latin typeface="Times New Roman" pitchFamily="18" charset="0"/>
                          <a:ea typeface="黑体" pitchFamily="2" charset="-122"/>
                        </a:rPr>
                        <a:t> </a:t>
                      </a:r>
                      <a:r>
                        <a:rPr kumimoji="0" lang="en-US" altLang="zh-CN" sz="2800" b="1" i="0" u="none" strike="noStrike" cap="none" normalizeH="0" baseline="0">
                          <a:ln>
                            <a:noFill/>
                          </a:ln>
                          <a:solidFill>
                            <a:schemeClr val="tx1"/>
                          </a:solidFill>
                          <a:effectLst/>
                          <a:latin typeface="Times New Roman" pitchFamily="18" charset="0"/>
                          <a:ea typeface="黑体" pitchFamily="2" charset="-122"/>
                          <a:sym typeface="Symbol" pitchFamily="18" charset="2"/>
                        </a:rPr>
                        <a:t></a:t>
                      </a:r>
                      <a:r>
                        <a:rPr kumimoji="0" lang="en-US" altLang="zh-CN" sz="2800" b="1" i="0" u="none" strike="noStrike" cap="none" normalizeH="0" baseline="0">
                          <a:ln>
                            <a:noFill/>
                          </a:ln>
                          <a:solidFill>
                            <a:schemeClr val="tx1"/>
                          </a:solidFill>
                          <a:effectLst/>
                          <a:latin typeface="Times New Roman" pitchFamily="18" charset="0"/>
                          <a:ea typeface="黑体" pitchFamily="2" charset="-122"/>
                        </a:rPr>
                        <a:t> </a:t>
                      </a:r>
                      <a:r>
                        <a:rPr kumimoji="0" lang="en-US" altLang="zh-CN" sz="2800" b="1" i="0" u="none" strike="noStrike" cap="none" normalizeH="0" baseline="0">
                          <a:ln>
                            <a:noFill/>
                          </a:ln>
                          <a:solidFill>
                            <a:schemeClr val="tx1"/>
                          </a:solidFill>
                          <a:effectLst/>
                          <a:latin typeface="Times New Roman" pitchFamily="18" charset="0"/>
                          <a:ea typeface="黑体" pitchFamily="2" charset="-122"/>
                          <a:cs typeface="Times New Roman" pitchFamily="18" charset="0"/>
                          <a:sym typeface="Symbol" pitchFamily="18" charset="2"/>
                        </a:rPr>
                        <a:t></a:t>
                      </a:r>
                      <a:r>
                        <a:rPr kumimoji="0" lang="en-US" altLang="zh-CN" sz="2800" b="1" i="1" u="none" strike="noStrike" cap="none" normalizeH="0" baseline="0">
                          <a:ln>
                            <a:noFill/>
                          </a:ln>
                          <a:solidFill>
                            <a:schemeClr val="tx1"/>
                          </a:solidFill>
                          <a:effectLst/>
                          <a:latin typeface="Times New Roman" pitchFamily="18" charset="0"/>
                          <a:ea typeface="黑体" pitchFamily="2" charset="-122"/>
                        </a:rPr>
                        <a:t>FT </a:t>
                      </a:r>
                      <a:r>
                        <a:rPr kumimoji="0" lang="en-US" altLang="zh-CN" sz="2800" b="1" i="0" u="none" strike="noStrike" cap="none" normalizeH="0" baseline="0">
                          <a:ln>
                            <a:noFill/>
                          </a:ln>
                          <a:solidFill>
                            <a:schemeClr val="tx1"/>
                          </a:solidFill>
                          <a:effectLst/>
                          <a:latin typeface="Times New Roman" pitchFamily="18" charset="0"/>
                          <a:ea typeface="黑体" pitchFamily="2" charset="-122"/>
                          <a:sym typeface="Symbol" pitchFamily="18" charset="2"/>
                        </a:rPr>
                        <a:t></a:t>
                      </a:r>
                    </a:p>
                  </a:txBody>
                  <a:tcPr marT="45726" marB="45726" horzOverflow="overflow">
                    <a:lnL w="12700" cap="flat" cmpd="sng" algn="ctr">
                      <a:solidFill>
                        <a:schemeClr val="tx1"/>
                      </a:solidFill>
                      <a:prstDash val="solid"/>
                      <a:round/>
                      <a:headEnd type="none" w="sm" len="sm"/>
                      <a:tailEnd type="none" w="sm" len="sm"/>
                    </a:lnL>
                    <a:lnR w="28575"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extLst>
                  <a:ext uri="{0D108BD9-81ED-4DB2-BD59-A6C34878D82A}">
                    <a16:rowId xmlns:a16="http://schemas.microsoft.com/office/drawing/2014/main" val="10007"/>
                  </a:ext>
                </a:extLst>
              </a:tr>
              <a:tr h="518231">
                <a:tc>
                  <a:txBody>
                    <a:bodyPr/>
                    <a:lstStyle/>
                    <a:p>
                      <a:pPr marL="0" marR="0" lvl="0" indent="0" algn="l" defTabSz="914400" rtl="0" eaLnBrk="1" fontAlgn="base" latinLnBrk="0" hangingPunct="1">
                        <a:lnSpc>
                          <a:spcPct val="100000"/>
                        </a:lnSpc>
                        <a:spcBef>
                          <a:spcPct val="20000"/>
                        </a:spcBef>
                        <a:spcAft>
                          <a:spcPct val="0"/>
                        </a:spcAft>
                        <a:buClr>
                          <a:schemeClr val="folHlink"/>
                        </a:buClr>
                        <a:buSzPct val="60000"/>
                        <a:buFont typeface="Wingdings" pitchFamily="2" charset="2"/>
                        <a:buNone/>
                        <a:tabLst/>
                      </a:pPr>
                      <a:endParaRPr kumimoji="0" lang="zh-CN" altLang="zh-CN" sz="2800" b="1" i="1" u="none" strike="noStrike" cap="none" normalizeH="0" baseline="0">
                        <a:ln>
                          <a:noFill/>
                        </a:ln>
                        <a:solidFill>
                          <a:schemeClr val="tx1"/>
                        </a:solidFill>
                        <a:effectLst/>
                        <a:latin typeface="Times New Roman" pitchFamily="18" charset="0"/>
                        <a:ea typeface="黑体" pitchFamily="2" charset="-122"/>
                        <a:sym typeface="Symbol" pitchFamily="18" charset="2"/>
                      </a:endParaRPr>
                    </a:p>
                  </a:txBody>
                  <a:tcPr marT="45726" marB="45726" horzOverflow="overflow">
                    <a:lnL w="28575"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28575" cap="flat" cmpd="sng" algn="ctr">
                      <a:solidFill>
                        <a:schemeClr val="tx1"/>
                      </a:solidFill>
                      <a:prstDash val="solid"/>
                      <a:round/>
                      <a:headEnd type="none" w="sm" len="sm"/>
                      <a:tailEnd type="none" w="sm" len="sm"/>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
                          <a:schemeClr val="folHlink"/>
                        </a:buClr>
                        <a:buSzPct val="60000"/>
                        <a:buFont typeface="Wingdings" pitchFamily="2" charset="2"/>
                        <a:buNone/>
                        <a:tabLst/>
                      </a:pPr>
                      <a:endParaRPr kumimoji="0" lang="zh-CN" altLang="zh-CN" sz="2800" b="1" i="0" u="none" strike="noStrike" cap="none" normalizeH="0" baseline="0">
                        <a:ln>
                          <a:noFill/>
                        </a:ln>
                        <a:solidFill>
                          <a:schemeClr val="tx1"/>
                        </a:solidFill>
                        <a:effectLst/>
                        <a:latin typeface="Times New Roman" pitchFamily="18" charset="0"/>
                        <a:ea typeface="黑体" pitchFamily="2" charset="-122"/>
                      </a:endParaRPr>
                    </a:p>
                  </a:txBody>
                  <a:tcPr marT="45726" marB="45726"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28575" cap="flat" cmpd="sng" algn="ctr">
                      <a:solidFill>
                        <a:schemeClr val="tx1"/>
                      </a:solidFill>
                      <a:prstDash val="solid"/>
                      <a:round/>
                      <a:headEnd type="none" w="sm" len="sm"/>
                      <a:tailEnd type="none" w="sm" len="sm"/>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
                          <a:schemeClr val="folHlink"/>
                        </a:buClr>
                        <a:buSzPct val="60000"/>
                        <a:buFont typeface="Wingdings" pitchFamily="2" charset="2"/>
                        <a:buNone/>
                        <a:tabLst/>
                      </a:pPr>
                      <a:endParaRPr kumimoji="0" lang="zh-CN" altLang="zh-CN" sz="2800" b="0" i="0" u="none" strike="noStrike" cap="none" normalizeH="0" baseline="0" dirty="0">
                        <a:ln>
                          <a:noFill/>
                        </a:ln>
                        <a:solidFill>
                          <a:schemeClr val="tx2"/>
                        </a:solidFill>
                        <a:effectLst/>
                        <a:latin typeface="Times New Roman" pitchFamily="18" charset="0"/>
                        <a:ea typeface="黑体" pitchFamily="2" charset="-122"/>
                      </a:endParaRPr>
                    </a:p>
                  </a:txBody>
                  <a:tcPr marT="45726" marB="45726" horzOverflow="overflow">
                    <a:lnL w="12700" cap="flat" cmpd="sng" algn="ctr">
                      <a:solidFill>
                        <a:schemeClr val="tx1"/>
                      </a:solidFill>
                      <a:prstDash val="solid"/>
                      <a:round/>
                      <a:headEnd type="none" w="sm" len="sm"/>
                      <a:tailEnd type="none" w="sm" len="sm"/>
                    </a:lnL>
                    <a:lnR w="28575"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28575" cap="flat" cmpd="sng" algn="ctr">
                      <a:solidFill>
                        <a:schemeClr val="tx1"/>
                      </a:solidFill>
                      <a:prstDash val="solid"/>
                      <a:round/>
                      <a:headEnd type="none" w="sm" len="sm"/>
                      <a:tailEnd type="none" w="sm" len="sm"/>
                    </a:lnB>
                    <a:lnTlToBr>
                      <a:noFill/>
                    </a:lnTlToBr>
                    <a:lnBlToTr>
                      <a:noFill/>
                    </a:lnBlToTr>
                    <a:noFill/>
                  </a:tcPr>
                </a:tc>
                <a:extLst>
                  <a:ext uri="{0D108BD9-81ED-4DB2-BD59-A6C34878D82A}">
                    <a16:rowId xmlns:a16="http://schemas.microsoft.com/office/drawing/2014/main" val="10008"/>
                  </a:ext>
                </a:extLst>
              </a:tr>
            </a:tbl>
          </a:graphicData>
        </a:graphic>
      </p:graphicFrame>
      <p:sp>
        <p:nvSpPr>
          <p:cNvPr id="2" name="日期占位符 1">
            <a:extLst>
              <a:ext uri="{FF2B5EF4-FFF2-40B4-BE49-F238E27FC236}">
                <a16:creationId xmlns:a16="http://schemas.microsoft.com/office/drawing/2014/main" id="{5A3B7386-32A1-DED6-92B8-D288B5F2E8A6}"/>
              </a:ext>
            </a:extLst>
          </p:cNvPr>
          <p:cNvSpPr>
            <a:spLocks noGrp="1"/>
          </p:cNvSpPr>
          <p:nvPr>
            <p:ph type="dt" sz="half" idx="10"/>
          </p:nvPr>
        </p:nvSpPr>
        <p:spPr/>
        <p:txBody>
          <a:bodyPr/>
          <a:lstStyle/>
          <a:p>
            <a:fld id="{C90DC2D3-F025-47B9-85C9-E0123C75E7A3}" type="datetime2">
              <a:rPr lang="zh-CN" altLang="en-US" smtClean="0"/>
              <a:pPr/>
              <a:t>2025年11月26日</a:t>
            </a:fld>
            <a:endParaRPr lang="zh-CN" altLang="en-US"/>
          </a:p>
        </p:txBody>
      </p:sp>
      <p:sp>
        <p:nvSpPr>
          <p:cNvPr id="3" name="页脚占位符 2">
            <a:extLst>
              <a:ext uri="{FF2B5EF4-FFF2-40B4-BE49-F238E27FC236}">
                <a16:creationId xmlns:a16="http://schemas.microsoft.com/office/drawing/2014/main" id="{331FAD64-07B7-DE77-D02A-96AEA282D685}"/>
              </a:ext>
            </a:extLst>
          </p:cNvPr>
          <p:cNvSpPr>
            <a:spLocks noGrp="1"/>
          </p:cNvSpPr>
          <p:nvPr>
            <p:ph type="ftr" sz="quarter" idx="11"/>
          </p:nvPr>
        </p:nvSpPr>
        <p:spPr/>
        <p:txBody>
          <a:bodyPr/>
          <a:lstStyle/>
          <a:p>
            <a:r>
              <a:rPr lang="zh-CN" altLang="en-US"/>
              <a:t>编译原理</a:t>
            </a:r>
            <a:r>
              <a:rPr lang="en-US" altLang="zh-CN"/>
              <a:t>-</a:t>
            </a:r>
            <a:r>
              <a:rPr lang="zh-CN" altLang="en-US"/>
              <a:t>王欣捷</a:t>
            </a:r>
            <a:r>
              <a:rPr lang="en-US" altLang="zh-CN"/>
              <a:t>-</a:t>
            </a:r>
            <a:r>
              <a:rPr lang="zh-CN" altLang="en-US"/>
              <a:t>第三章 语法分析</a:t>
            </a:r>
            <a:r>
              <a:rPr lang="en-US" altLang="zh-CN"/>
              <a:t>(4)</a:t>
            </a:r>
            <a:endParaRPr lang="zh-CN" altLang="en-US"/>
          </a:p>
        </p:txBody>
      </p:sp>
      <p:sp>
        <p:nvSpPr>
          <p:cNvPr id="4" name="灯片编号占位符 3">
            <a:extLst>
              <a:ext uri="{FF2B5EF4-FFF2-40B4-BE49-F238E27FC236}">
                <a16:creationId xmlns:a16="http://schemas.microsoft.com/office/drawing/2014/main" id="{40600DF7-1B84-50A4-C287-B0B2B84BE029}"/>
              </a:ext>
            </a:extLst>
          </p:cNvPr>
          <p:cNvSpPr>
            <a:spLocks noGrp="1"/>
          </p:cNvSpPr>
          <p:nvPr>
            <p:ph type="sldNum" sz="quarter" idx="12"/>
          </p:nvPr>
        </p:nvSpPr>
        <p:spPr/>
        <p:txBody>
          <a:bodyPr/>
          <a:lstStyle/>
          <a:p>
            <a:fld id="{094DEB03-EFC6-4C20-8FC8-295189A5386F}" type="slidenum">
              <a:rPr lang="zh-CN" altLang="en-US" smtClean="0"/>
              <a:pPr/>
              <a:t>98</a:t>
            </a:fld>
            <a:endParaRPr lang="zh-CN" altLang="en-US"/>
          </a:p>
        </p:txBody>
      </p:sp>
    </p:spTree>
  </p:cSld>
  <p:clrMapOvr>
    <a:masterClrMapping/>
  </p:clrMapOvr>
</p:sld>
</file>

<file path=ppt/slides/slide9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7522" name="Rectangle 2">
            <a:extLst>
              <a:ext uri="{FF2B5EF4-FFF2-40B4-BE49-F238E27FC236}">
                <a16:creationId xmlns:a16="http://schemas.microsoft.com/office/drawing/2014/main" id="{8769E6B6-E359-4AA6-A3AC-8228777CEE06}"/>
              </a:ext>
            </a:extLst>
          </p:cNvPr>
          <p:cNvSpPr>
            <a:spLocks noGrp="1" noChangeArrowheads="1"/>
          </p:cNvSpPr>
          <p:nvPr>
            <p:ph type="title"/>
          </p:nvPr>
        </p:nvSpPr>
        <p:spPr/>
        <p:txBody>
          <a:bodyPr/>
          <a:lstStyle/>
          <a:p>
            <a:pPr eaLnBrk="1" hangingPunct="1"/>
            <a:r>
              <a:rPr lang="en-US" altLang="zh-CN" sz="4000"/>
              <a:t>3.3.6 </a:t>
            </a:r>
            <a:r>
              <a:rPr lang="zh-CN" altLang="en-US" sz="4000"/>
              <a:t>预测分析的错误恢复</a:t>
            </a:r>
          </a:p>
        </p:txBody>
      </p:sp>
      <p:sp>
        <p:nvSpPr>
          <p:cNvPr id="107523" name="Rectangle 3">
            <a:extLst>
              <a:ext uri="{FF2B5EF4-FFF2-40B4-BE49-F238E27FC236}">
                <a16:creationId xmlns:a16="http://schemas.microsoft.com/office/drawing/2014/main" id="{27660F24-63DE-4F46-80ED-B8815C7ED171}"/>
              </a:ext>
            </a:extLst>
          </p:cNvPr>
          <p:cNvSpPr>
            <a:spLocks noGrp="1" noChangeArrowheads="1"/>
          </p:cNvSpPr>
          <p:nvPr>
            <p:ph idx="1"/>
          </p:nvPr>
        </p:nvSpPr>
        <p:spPr/>
        <p:txBody>
          <a:bodyPr/>
          <a:lstStyle/>
          <a:p>
            <a:pPr eaLnBrk="1" hangingPunct="1">
              <a:lnSpc>
                <a:spcPct val="90000"/>
              </a:lnSpc>
              <a:buFont typeface="Wingdings" panose="05000000000000000000" pitchFamily="2" charset="2"/>
              <a:buNone/>
            </a:pPr>
            <a:r>
              <a:rPr lang="zh-CN" altLang="en-US" sz="2800"/>
              <a:t>预测分析器对 </a:t>
            </a:r>
            <a:r>
              <a:rPr lang="en-US" altLang="zh-CN" sz="2800" b="1"/>
              <a:t>+id * +id</a:t>
            </a:r>
            <a:r>
              <a:rPr lang="en-US" altLang="zh-CN" sz="2800"/>
              <a:t> </a:t>
            </a:r>
            <a:r>
              <a:rPr lang="zh-CN" altLang="en-US" sz="2800"/>
              <a:t>的分析和错误恢复</a:t>
            </a:r>
          </a:p>
        </p:txBody>
      </p:sp>
      <p:graphicFrame>
        <p:nvGraphicFramePr>
          <p:cNvPr id="7" name="Group 4">
            <a:extLst>
              <a:ext uri="{FF2B5EF4-FFF2-40B4-BE49-F238E27FC236}">
                <a16:creationId xmlns:a16="http://schemas.microsoft.com/office/drawing/2014/main" id="{8581ED58-B685-440F-8F71-5AA9525F24FA}"/>
              </a:ext>
            </a:extLst>
          </p:cNvPr>
          <p:cNvGraphicFramePr>
            <a:graphicFrameLocks/>
          </p:cNvGraphicFramePr>
          <p:nvPr>
            <p:extLst>
              <p:ext uri="{D42A27DB-BD31-4B8C-83A1-F6EECF244321}">
                <p14:modId xmlns:p14="http://schemas.microsoft.com/office/powerpoint/2010/main" val="4280057150"/>
              </p:ext>
            </p:extLst>
          </p:nvPr>
        </p:nvGraphicFramePr>
        <p:xfrm>
          <a:off x="533400" y="1981200"/>
          <a:ext cx="8305800" cy="4664079"/>
        </p:xfrm>
        <a:graphic>
          <a:graphicData uri="http://schemas.openxmlformats.org/drawingml/2006/table">
            <a:tbl>
              <a:tblPr/>
              <a:tblGrid>
                <a:gridCol w="2690813">
                  <a:extLst>
                    <a:ext uri="{9D8B030D-6E8A-4147-A177-3AD203B41FA5}">
                      <a16:colId xmlns:a16="http://schemas.microsoft.com/office/drawing/2014/main" val="20000"/>
                    </a:ext>
                  </a:extLst>
                </a:gridCol>
                <a:gridCol w="2808287">
                  <a:extLst>
                    <a:ext uri="{9D8B030D-6E8A-4147-A177-3AD203B41FA5}">
                      <a16:colId xmlns:a16="http://schemas.microsoft.com/office/drawing/2014/main" val="20001"/>
                    </a:ext>
                  </a:extLst>
                </a:gridCol>
                <a:gridCol w="2806700">
                  <a:extLst>
                    <a:ext uri="{9D8B030D-6E8A-4147-A177-3AD203B41FA5}">
                      <a16:colId xmlns:a16="http://schemas.microsoft.com/office/drawing/2014/main" val="20002"/>
                    </a:ext>
                  </a:extLst>
                </a:gridCol>
              </a:tblGrid>
              <a:tr h="518231">
                <a:tc>
                  <a:txBody>
                    <a:body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itchFamily="2" charset="2"/>
                        <a:buNone/>
                        <a:tabLst/>
                      </a:pPr>
                      <a:r>
                        <a:rPr kumimoji="0" lang="zh-CN" altLang="en-US" sz="2800" b="0" i="0" u="none" strike="noStrike" cap="none" normalizeH="0" baseline="0">
                          <a:ln>
                            <a:noFill/>
                          </a:ln>
                          <a:solidFill>
                            <a:schemeClr val="tx1"/>
                          </a:solidFill>
                          <a:effectLst/>
                          <a:latin typeface="Times New Roman" pitchFamily="18" charset="0"/>
                          <a:ea typeface="黑体" pitchFamily="2" charset="-122"/>
                        </a:rPr>
                        <a:t>栈 </a:t>
                      </a:r>
                    </a:p>
                  </a:txBody>
                  <a:tcPr marT="45726" marB="45726" horzOverflow="overflow">
                    <a:lnL w="28575"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28575"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a:txBody>
                    <a:body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itchFamily="2" charset="2"/>
                        <a:buNone/>
                        <a:tabLst/>
                      </a:pPr>
                      <a:r>
                        <a:rPr kumimoji="0" lang="zh-CN" altLang="en-US" sz="2800" b="0" i="0" u="none" strike="noStrike" cap="none" normalizeH="0" baseline="0">
                          <a:ln>
                            <a:noFill/>
                          </a:ln>
                          <a:solidFill>
                            <a:schemeClr val="tx1"/>
                          </a:solidFill>
                          <a:effectLst/>
                          <a:latin typeface="Times New Roman" pitchFamily="18" charset="0"/>
                          <a:ea typeface="黑体" pitchFamily="2" charset="-122"/>
                        </a:rPr>
                        <a:t>输    入 </a:t>
                      </a:r>
                    </a:p>
                  </a:txBody>
                  <a:tcPr marT="45726" marB="45726"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28575"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a:txBody>
                    <a:body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itchFamily="2" charset="2"/>
                        <a:buNone/>
                        <a:tabLst/>
                      </a:pPr>
                      <a:r>
                        <a:rPr kumimoji="0" lang="zh-CN" altLang="en-US" sz="2800" b="0" i="0" u="none" strike="noStrike" cap="none" normalizeH="0" baseline="0">
                          <a:ln>
                            <a:noFill/>
                          </a:ln>
                          <a:solidFill>
                            <a:schemeClr val="tx1"/>
                          </a:solidFill>
                          <a:effectLst/>
                          <a:latin typeface="Times New Roman" pitchFamily="18" charset="0"/>
                          <a:ea typeface="黑体" pitchFamily="2" charset="-122"/>
                        </a:rPr>
                        <a:t>输    出 </a:t>
                      </a:r>
                    </a:p>
                  </a:txBody>
                  <a:tcPr marT="45726" marB="45726" horzOverflow="overflow">
                    <a:lnL w="12700" cap="flat" cmpd="sng" algn="ctr">
                      <a:solidFill>
                        <a:schemeClr val="tx1"/>
                      </a:solidFill>
                      <a:prstDash val="solid"/>
                      <a:round/>
                      <a:headEnd type="none" w="sm" len="sm"/>
                      <a:tailEnd type="none" w="sm" len="sm"/>
                    </a:lnL>
                    <a:lnR w="28575" cap="flat" cmpd="sng" algn="ctr">
                      <a:solidFill>
                        <a:schemeClr val="tx1"/>
                      </a:solidFill>
                      <a:prstDash val="solid"/>
                      <a:round/>
                      <a:headEnd type="none" w="sm" len="sm"/>
                      <a:tailEnd type="none" w="sm" len="sm"/>
                    </a:lnR>
                    <a:lnT w="28575"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extLst>
                  <a:ext uri="{0D108BD9-81ED-4DB2-BD59-A6C34878D82A}">
                    <a16:rowId xmlns:a16="http://schemas.microsoft.com/office/drawing/2014/main" val="10000"/>
                  </a:ext>
                </a:extLst>
              </a:tr>
              <a:tr h="518231">
                <a:tc>
                  <a:txBody>
                    <a:bodyPr/>
                    <a:lstStyle/>
                    <a:p>
                      <a:pPr marL="0" marR="0" lvl="0" indent="0" algn="l" defTabSz="914400" rtl="0" eaLnBrk="1" fontAlgn="base" latinLnBrk="0" hangingPunct="1">
                        <a:lnSpc>
                          <a:spcPct val="100000"/>
                        </a:lnSpc>
                        <a:spcBef>
                          <a:spcPct val="20000"/>
                        </a:spcBef>
                        <a:spcAft>
                          <a:spcPct val="0"/>
                        </a:spcAft>
                        <a:buClr>
                          <a:schemeClr val="folHlink"/>
                        </a:buClr>
                        <a:buSzPct val="60000"/>
                        <a:buFont typeface="Wingdings" pitchFamily="2" charset="2"/>
                        <a:buNone/>
                        <a:tabLst/>
                      </a:pPr>
                      <a:r>
                        <a:rPr kumimoji="0" lang="en-US" altLang="zh-CN" sz="2800" b="1" i="0" u="none" strike="noStrike" cap="none" normalizeH="0" baseline="0">
                          <a:ln>
                            <a:noFill/>
                          </a:ln>
                          <a:solidFill>
                            <a:schemeClr val="tx1"/>
                          </a:solidFill>
                          <a:effectLst/>
                          <a:latin typeface="Times New Roman" pitchFamily="18" charset="0"/>
                          <a:ea typeface="黑体" pitchFamily="2" charset="-122"/>
                        </a:rPr>
                        <a:t>$</a:t>
                      </a:r>
                      <a:r>
                        <a:rPr kumimoji="0" lang="en-US" altLang="zh-CN" sz="2800" b="1" i="1" u="none" strike="noStrike" cap="none" normalizeH="0" baseline="0">
                          <a:ln>
                            <a:noFill/>
                          </a:ln>
                          <a:solidFill>
                            <a:schemeClr val="tx1"/>
                          </a:solidFill>
                          <a:effectLst/>
                          <a:latin typeface="Times New Roman" pitchFamily="18" charset="0"/>
                          <a:ea typeface="黑体" pitchFamily="2" charset="-122"/>
                        </a:rPr>
                        <a:t>E</a:t>
                      </a:r>
                      <a:r>
                        <a:rPr kumimoji="0" lang="en-US" altLang="zh-CN" sz="2800" b="0" i="0" u="none" strike="noStrike" cap="none" normalizeH="0" baseline="0">
                          <a:ln>
                            <a:noFill/>
                          </a:ln>
                          <a:solidFill>
                            <a:schemeClr val="tx1"/>
                          </a:solidFill>
                          <a:effectLst/>
                          <a:latin typeface="Times New Roman" pitchFamily="18" charset="0"/>
                          <a:ea typeface="黑体" pitchFamily="2" charset="-122"/>
                        </a:rPr>
                        <a:t> </a:t>
                      </a:r>
                    </a:p>
                  </a:txBody>
                  <a:tcPr marT="45726" marB="45726" horzOverflow="overflow">
                    <a:lnL w="28575"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
                          <a:schemeClr val="folHlink"/>
                        </a:buClr>
                        <a:buSzPct val="60000"/>
                        <a:buFont typeface="Wingdings" pitchFamily="2" charset="2"/>
                        <a:buNone/>
                        <a:tabLst/>
                      </a:pPr>
                      <a:r>
                        <a:rPr kumimoji="0" lang="en-US" altLang="zh-CN" sz="2800" b="1" i="0" u="none" strike="noStrike" cap="none" normalizeH="0" baseline="0">
                          <a:ln>
                            <a:noFill/>
                          </a:ln>
                          <a:solidFill>
                            <a:schemeClr val="tx1"/>
                          </a:solidFill>
                          <a:effectLst/>
                          <a:latin typeface="Times New Roman" pitchFamily="18" charset="0"/>
                          <a:ea typeface="黑体" pitchFamily="2" charset="-122"/>
                        </a:rPr>
                        <a:t>     +id </a:t>
                      </a:r>
                      <a:r>
                        <a:rPr kumimoji="0" lang="en-US" altLang="zh-CN" sz="2800" b="1" i="0" u="none" strike="noStrike" cap="none" normalizeH="0" baseline="0">
                          <a:ln>
                            <a:noFill/>
                          </a:ln>
                          <a:solidFill>
                            <a:schemeClr val="tx1"/>
                          </a:solidFill>
                          <a:effectLst/>
                          <a:latin typeface="Times New Roman" pitchFamily="18" charset="0"/>
                          <a:ea typeface="黑体" pitchFamily="2" charset="-122"/>
                          <a:cs typeface="Times New Roman" pitchFamily="18" charset="0"/>
                          <a:sym typeface="Symbol" pitchFamily="18" charset="2"/>
                        </a:rPr>
                        <a:t>+</a:t>
                      </a:r>
                      <a:r>
                        <a:rPr kumimoji="0" lang="en-US" altLang="zh-CN" sz="2800" b="1" i="0" u="none" strike="noStrike" cap="none" normalizeH="0" baseline="0">
                          <a:ln>
                            <a:noFill/>
                          </a:ln>
                          <a:solidFill>
                            <a:schemeClr val="tx1"/>
                          </a:solidFill>
                          <a:effectLst/>
                          <a:latin typeface="Times New Roman" pitchFamily="18" charset="0"/>
                          <a:ea typeface="黑体" pitchFamily="2" charset="-122"/>
                        </a:rPr>
                        <a:t> id $</a:t>
                      </a:r>
                      <a:r>
                        <a:rPr kumimoji="0" lang="en-US" altLang="zh-CN" sz="2800" b="0" i="0" u="none" strike="noStrike" cap="none" normalizeH="0" baseline="0">
                          <a:ln>
                            <a:noFill/>
                          </a:ln>
                          <a:solidFill>
                            <a:schemeClr val="tx1"/>
                          </a:solidFill>
                          <a:effectLst/>
                          <a:latin typeface="Times New Roman" pitchFamily="18" charset="0"/>
                          <a:ea typeface="黑体" pitchFamily="2" charset="-122"/>
                        </a:rPr>
                        <a:t> </a:t>
                      </a:r>
                    </a:p>
                  </a:txBody>
                  <a:tcPr marT="45726" marB="45726"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
                          <a:schemeClr val="folHlink"/>
                        </a:buClr>
                        <a:buSzPct val="60000"/>
                        <a:buFont typeface="Wingdings" pitchFamily="2" charset="2"/>
                        <a:buNone/>
                        <a:tabLst/>
                      </a:pPr>
                      <a:r>
                        <a:rPr kumimoji="0" lang="zh-CN" altLang="en-US" sz="2800" b="0" i="0" u="none" strike="noStrike" cap="none" normalizeH="0" baseline="0">
                          <a:ln>
                            <a:noFill/>
                          </a:ln>
                          <a:solidFill>
                            <a:schemeClr val="accent2"/>
                          </a:solidFill>
                          <a:effectLst/>
                          <a:latin typeface="Times New Roman" pitchFamily="18" charset="0"/>
                          <a:ea typeface="黑体" pitchFamily="2" charset="-122"/>
                        </a:rPr>
                        <a:t>出错，跳过</a:t>
                      </a:r>
                      <a:r>
                        <a:rPr kumimoji="0" lang="en-US" altLang="zh-CN" sz="2800" b="1" i="0" u="none" strike="noStrike" cap="none" normalizeH="0" baseline="0">
                          <a:ln>
                            <a:noFill/>
                          </a:ln>
                          <a:solidFill>
                            <a:schemeClr val="accent2"/>
                          </a:solidFill>
                          <a:effectLst/>
                          <a:latin typeface="Times New Roman" pitchFamily="18" charset="0"/>
                          <a:ea typeface="黑体" pitchFamily="2" charset="-122"/>
                        </a:rPr>
                        <a:t>+</a:t>
                      </a:r>
                    </a:p>
                  </a:txBody>
                  <a:tcPr marT="45726" marB="45726" horzOverflow="overflow">
                    <a:lnL w="12700" cap="flat" cmpd="sng" algn="ctr">
                      <a:solidFill>
                        <a:schemeClr val="tx1"/>
                      </a:solidFill>
                      <a:prstDash val="solid"/>
                      <a:round/>
                      <a:headEnd type="none" w="sm" len="sm"/>
                      <a:tailEnd type="none" w="sm" len="sm"/>
                    </a:lnL>
                    <a:lnR w="28575"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extLst>
                  <a:ext uri="{0D108BD9-81ED-4DB2-BD59-A6C34878D82A}">
                    <a16:rowId xmlns:a16="http://schemas.microsoft.com/office/drawing/2014/main" val="10001"/>
                  </a:ext>
                </a:extLst>
              </a:tr>
              <a:tr h="518231">
                <a:tc>
                  <a:txBody>
                    <a:bodyPr/>
                    <a:lstStyle/>
                    <a:p>
                      <a:pPr marL="0" marR="0" lvl="0" indent="0" algn="l" defTabSz="914400" rtl="0" eaLnBrk="1" fontAlgn="base" latinLnBrk="0" hangingPunct="1">
                        <a:lnSpc>
                          <a:spcPct val="100000"/>
                        </a:lnSpc>
                        <a:spcBef>
                          <a:spcPct val="20000"/>
                        </a:spcBef>
                        <a:spcAft>
                          <a:spcPct val="0"/>
                        </a:spcAft>
                        <a:buClr>
                          <a:schemeClr val="folHlink"/>
                        </a:buClr>
                        <a:buSzPct val="60000"/>
                        <a:buFont typeface="Wingdings" pitchFamily="2" charset="2"/>
                        <a:buNone/>
                        <a:tabLst/>
                      </a:pPr>
                      <a:r>
                        <a:rPr kumimoji="0" lang="en-US" altLang="zh-CN" sz="2800" b="1" i="0" u="none" strike="noStrike" cap="none" normalizeH="0" baseline="0">
                          <a:ln>
                            <a:noFill/>
                          </a:ln>
                          <a:solidFill>
                            <a:schemeClr val="tx1"/>
                          </a:solidFill>
                          <a:effectLst/>
                          <a:latin typeface="Times New Roman" pitchFamily="18" charset="0"/>
                          <a:ea typeface="黑体" pitchFamily="2" charset="-122"/>
                        </a:rPr>
                        <a:t>$</a:t>
                      </a:r>
                      <a:r>
                        <a:rPr kumimoji="0" lang="en-US" altLang="zh-CN" sz="2800" b="1" i="1" u="none" strike="noStrike" cap="none" normalizeH="0" baseline="0">
                          <a:ln>
                            <a:noFill/>
                          </a:ln>
                          <a:solidFill>
                            <a:schemeClr val="tx1"/>
                          </a:solidFill>
                          <a:effectLst/>
                          <a:latin typeface="Times New Roman" pitchFamily="18" charset="0"/>
                          <a:ea typeface="黑体" pitchFamily="2" charset="-122"/>
                        </a:rPr>
                        <a:t>E</a:t>
                      </a:r>
                    </a:p>
                  </a:txBody>
                  <a:tcPr marT="45726" marB="45726" horzOverflow="overflow">
                    <a:lnL w="28575"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
                          <a:schemeClr val="folHlink"/>
                        </a:buClr>
                        <a:buSzPct val="60000"/>
                        <a:buFont typeface="Wingdings" pitchFamily="2" charset="2"/>
                        <a:buNone/>
                        <a:tabLst/>
                      </a:pPr>
                      <a:r>
                        <a:rPr kumimoji="0" lang="en-US" altLang="zh-CN" sz="2800" b="1" i="0" u="none" strike="noStrike" cap="none" normalizeH="0" baseline="0">
                          <a:ln>
                            <a:noFill/>
                          </a:ln>
                          <a:solidFill>
                            <a:schemeClr val="tx1"/>
                          </a:solidFill>
                          <a:effectLst/>
                          <a:latin typeface="Times New Roman" pitchFamily="18" charset="0"/>
                          <a:ea typeface="黑体" pitchFamily="2" charset="-122"/>
                        </a:rPr>
                        <a:t>       id </a:t>
                      </a:r>
                      <a:r>
                        <a:rPr kumimoji="0" lang="en-US" altLang="zh-CN" sz="2800" b="1" i="0" u="none" strike="noStrike" cap="none" normalizeH="0" baseline="0">
                          <a:ln>
                            <a:noFill/>
                          </a:ln>
                          <a:solidFill>
                            <a:schemeClr val="tx1"/>
                          </a:solidFill>
                          <a:effectLst/>
                          <a:latin typeface="Times New Roman" pitchFamily="18" charset="0"/>
                          <a:ea typeface="黑体" pitchFamily="2" charset="-122"/>
                          <a:cs typeface="Times New Roman" pitchFamily="18" charset="0"/>
                          <a:sym typeface="Symbol" pitchFamily="18" charset="2"/>
                        </a:rPr>
                        <a:t>+</a:t>
                      </a:r>
                      <a:r>
                        <a:rPr kumimoji="0" lang="en-US" altLang="zh-CN" sz="2800" b="1" i="0" u="none" strike="noStrike" cap="none" normalizeH="0" baseline="0">
                          <a:ln>
                            <a:noFill/>
                          </a:ln>
                          <a:solidFill>
                            <a:schemeClr val="tx1"/>
                          </a:solidFill>
                          <a:effectLst/>
                          <a:latin typeface="Times New Roman" pitchFamily="18" charset="0"/>
                          <a:ea typeface="黑体" pitchFamily="2" charset="-122"/>
                        </a:rPr>
                        <a:t> id $</a:t>
                      </a:r>
                      <a:r>
                        <a:rPr kumimoji="0" lang="en-US" altLang="zh-CN" sz="2800" b="0" i="0" u="none" strike="noStrike" cap="none" normalizeH="0" baseline="0">
                          <a:ln>
                            <a:noFill/>
                          </a:ln>
                          <a:solidFill>
                            <a:schemeClr val="tx1"/>
                          </a:solidFill>
                          <a:effectLst/>
                          <a:latin typeface="Times New Roman" pitchFamily="18" charset="0"/>
                          <a:ea typeface="黑体" pitchFamily="2" charset="-122"/>
                        </a:rPr>
                        <a:t> </a:t>
                      </a:r>
                    </a:p>
                  </a:txBody>
                  <a:tcPr marT="45726" marB="45726"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
                          <a:schemeClr val="folHlink"/>
                        </a:buClr>
                        <a:buSzPct val="60000"/>
                        <a:buFont typeface="Wingdings" pitchFamily="2" charset="2"/>
                        <a:buNone/>
                        <a:tabLst/>
                      </a:pPr>
                      <a:r>
                        <a:rPr kumimoji="0" lang="en-US" altLang="zh-CN" sz="2800" b="1" i="0" u="none" strike="noStrike" cap="none" normalizeH="0" baseline="0">
                          <a:ln>
                            <a:noFill/>
                          </a:ln>
                          <a:solidFill>
                            <a:schemeClr val="accent2"/>
                          </a:solidFill>
                          <a:effectLst/>
                          <a:latin typeface="Times New Roman" pitchFamily="18" charset="0"/>
                          <a:ea typeface="黑体" pitchFamily="2" charset="-122"/>
                        </a:rPr>
                        <a:t>id</a:t>
                      </a:r>
                      <a:r>
                        <a:rPr kumimoji="0" lang="zh-CN" altLang="en-US" sz="2800" b="0" i="0" u="none" strike="noStrike" cap="none" normalizeH="0" baseline="0">
                          <a:ln>
                            <a:noFill/>
                          </a:ln>
                          <a:solidFill>
                            <a:schemeClr val="accent2"/>
                          </a:solidFill>
                          <a:effectLst/>
                          <a:latin typeface="Times New Roman" pitchFamily="18" charset="0"/>
                          <a:ea typeface="黑体" pitchFamily="2" charset="-122"/>
                        </a:rPr>
                        <a:t>属于</a:t>
                      </a:r>
                      <a:r>
                        <a:rPr kumimoji="0" lang="en-US" altLang="zh-CN" sz="2800" b="1" i="0" u="none" strike="noStrike" cap="none" normalizeH="0" baseline="0">
                          <a:ln>
                            <a:noFill/>
                          </a:ln>
                          <a:solidFill>
                            <a:schemeClr val="accent2"/>
                          </a:solidFill>
                          <a:effectLst/>
                          <a:latin typeface="Times New Roman" pitchFamily="18" charset="0"/>
                          <a:ea typeface="黑体" pitchFamily="2" charset="-122"/>
                        </a:rPr>
                        <a:t>FIRST</a:t>
                      </a:r>
                      <a:r>
                        <a:rPr kumimoji="0" lang="en-US" altLang="zh-CN" sz="2800" b="0" i="0" u="none" strike="noStrike" cap="none" normalizeH="0" baseline="0">
                          <a:ln>
                            <a:noFill/>
                          </a:ln>
                          <a:solidFill>
                            <a:schemeClr val="accent2"/>
                          </a:solidFill>
                          <a:effectLst/>
                          <a:latin typeface="Times New Roman" pitchFamily="18" charset="0"/>
                          <a:ea typeface="黑体" pitchFamily="2" charset="-122"/>
                        </a:rPr>
                        <a:t>(</a:t>
                      </a:r>
                      <a:r>
                        <a:rPr kumimoji="0" lang="en-US" altLang="zh-CN" sz="2800" b="1" i="1" u="none" strike="noStrike" cap="none" normalizeH="0" baseline="0">
                          <a:ln>
                            <a:noFill/>
                          </a:ln>
                          <a:solidFill>
                            <a:schemeClr val="accent2"/>
                          </a:solidFill>
                          <a:effectLst/>
                          <a:latin typeface="Times New Roman" pitchFamily="18" charset="0"/>
                          <a:ea typeface="黑体" pitchFamily="2" charset="-122"/>
                        </a:rPr>
                        <a:t>E</a:t>
                      </a:r>
                      <a:r>
                        <a:rPr kumimoji="0" lang="en-US" altLang="zh-CN" sz="2800" b="0" i="0" u="none" strike="noStrike" cap="none" normalizeH="0" baseline="0">
                          <a:ln>
                            <a:noFill/>
                          </a:ln>
                          <a:solidFill>
                            <a:schemeClr val="accent2"/>
                          </a:solidFill>
                          <a:effectLst/>
                          <a:latin typeface="Times New Roman" pitchFamily="18" charset="0"/>
                          <a:ea typeface="黑体" pitchFamily="2" charset="-122"/>
                        </a:rPr>
                        <a:t>)</a:t>
                      </a:r>
                    </a:p>
                  </a:txBody>
                  <a:tcPr marT="45726" marB="45726" horzOverflow="overflow">
                    <a:lnL w="12700" cap="flat" cmpd="sng" algn="ctr">
                      <a:solidFill>
                        <a:schemeClr val="tx1"/>
                      </a:solidFill>
                      <a:prstDash val="solid"/>
                      <a:round/>
                      <a:headEnd type="none" w="sm" len="sm"/>
                      <a:tailEnd type="none" w="sm" len="sm"/>
                    </a:lnL>
                    <a:lnR w="28575"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extLst>
                  <a:ext uri="{0D108BD9-81ED-4DB2-BD59-A6C34878D82A}">
                    <a16:rowId xmlns:a16="http://schemas.microsoft.com/office/drawing/2014/main" val="10002"/>
                  </a:ext>
                </a:extLst>
              </a:tr>
              <a:tr h="518231">
                <a:tc>
                  <a:txBody>
                    <a:bodyPr/>
                    <a:lstStyle/>
                    <a:p>
                      <a:pPr marL="0" marR="0" lvl="0" indent="0" algn="l" defTabSz="914400" rtl="0" eaLnBrk="1" fontAlgn="base" latinLnBrk="0" hangingPunct="1">
                        <a:lnSpc>
                          <a:spcPct val="100000"/>
                        </a:lnSpc>
                        <a:spcBef>
                          <a:spcPct val="20000"/>
                        </a:spcBef>
                        <a:spcAft>
                          <a:spcPct val="0"/>
                        </a:spcAft>
                        <a:buClr>
                          <a:schemeClr val="folHlink"/>
                        </a:buClr>
                        <a:buSzPct val="60000"/>
                        <a:buFont typeface="Wingdings" pitchFamily="2" charset="2"/>
                        <a:buNone/>
                        <a:tabLst/>
                      </a:pPr>
                      <a:r>
                        <a:rPr kumimoji="0" lang="en-US" altLang="zh-CN" sz="2800" b="1" i="0" u="none" strike="noStrike" cap="none" normalizeH="0" baseline="0">
                          <a:ln>
                            <a:noFill/>
                          </a:ln>
                          <a:solidFill>
                            <a:schemeClr val="tx1"/>
                          </a:solidFill>
                          <a:effectLst/>
                          <a:latin typeface="Times New Roman" pitchFamily="18" charset="0"/>
                          <a:ea typeface="黑体" pitchFamily="2" charset="-122"/>
                        </a:rPr>
                        <a:t>$</a:t>
                      </a:r>
                      <a:r>
                        <a:rPr kumimoji="0" lang="en-US" altLang="zh-CN" sz="2800" b="1" i="1" u="none" strike="noStrike" cap="none" normalizeH="0" baseline="0">
                          <a:ln>
                            <a:noFill/>
                          </a:ln>
                          <a:solidFill>
                            <a:schemeClr val="tx1"/>
                          </a:solidFill>
                          <a:effectLst/>
                          <a:latin typeface="Times New Roman" pitchFamily="18" charset="0"/>
                          <a:ea typeface="黑体" pitchFamily="2" charset="-122"/>
                        </a:rPr>
                        <a:t>E </a:t>
                      </a:r>
                      <a:r>
                        <a:rPr kumimoji="0" lang="en-US" altLang="zh-CN" sz="2800" b="1" i="0" u="none" strike="noStrike" cap="none" normalizeH="0" baseline="0">
                          <a:ln>
                            <a:noFill/>
                          </a:ln>
                          <a:solidFill>
                            <a:schemeClr val="tx1"/>
                          </a:solidFill>
                          <a:effectLst/>
                          <a:latin typeface="Times New Roman" pitchFamily="18" charset="0"/>
                          <a:ea typeface="黑体" pitchFamily="2" charset="-122"/>
                          <a:sym typeface="Symbol" pitchFamily="18" charset="2"/>
                        </a:rPr>
                        <a:t></a:t>
                      </a:r>
                      <a:r>
                        <a:rPr kumimoji="0" lang="en-US" altLang="zh-CN" sz="2800" b="1" i="1" u="none" strike="noStrike" cap="none" normalizeH="0" baseline="0">
                          <a:ln>
                            <a:noFill/>
                          </a:ln>
                          <a:solidFill>
                            <a:schemeClr val="tx1"/>
                          </a:solidFill>
                          <a:effectLst/>
                          <a:latin typeface="Times New Roman" pitchFamily="18" charset="0"/>
                          <a:ea typeface="黑体" pitchFamily="2" charset="-122"/>
                          <a:sym typeface="Symbol" pitchFamily="18" charset="2"/>
                        </a:rPr>
                        <a:t>T</a:t>
                      </a:r>
                    </a:p>
                  </a:txBody>
                  <a:tcPr marT="45726" marB="45726" horzOverflow="overflow">
                    <a:lnL w="28575"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
                          <a:schemeClr val="folHlink"/>
                        </a:buClr>
                        <a:buSzPct val="60000"/>
                        <a:buFont typeface="Wingdings" pitchFamily="2" charset="2"/>
                        <a:buNone/>
                        <a:tabLst/>
                      </a:pPr>
                      <a:r>
                        <a:rPr kumimoji="0" lang="en-US" altLang="zh-CN" sz="2800" b="1" i="0" u="none" strike="noStrike" cap="none" normalizeH="0" baseline="0">
                          <a:ln>
                            <a:noFill/>
                          </a:ln>
                          <a:solidFill>
                            <a:schemeClr val="tx1"/>
                          </a:solidFill>
                          <a:effectLst/>
                          <a:latin typeface="Times New Roman" pitchFamily="18" charset="0"/>
                          <a:ea typeface="黑体" pitchFamily="2" charset="-122"/>
                        </a:rPr>
                        <a:t>       id </a:t>
                      </a:r>
                      <a:r>
                        <a:rPr kumimoji="0" lang="en-US" altLang="zh-CN" sz="2800" b="1" i="0" u="none" strike="noStrike" cap="none" normalizeH="0" baseline="0">
                          <a:ln>
                            <a:noFill/>
                          </a:ln>
                          <a:solidFill>
                            <a:schemeClr val="tx1"/>
                          </a:solidFill>
                          <a:effectLst/>
                          <a:latin typeface="Times New Roman" pitchFamily="18" charset="0"/>
                          <a:ea typeface="黑体" pitchFamily="2" charset="-122"/>
                          <a:cs typeface="Times New Roman" pitchFamily="18" charset="0"/>
                          <a:sym typeface="Symbol" pitchFamily="18" charset="2"/>
                        </a:rPr>
                        <a:t>+</a:t>
                      </a:r>
                      <a:r>
                        <a:rPr kumimoji="0" lang="en-US" altLang="zh-CN" sz="2800" b="1" i="0" u="none" strike="noStrike" cap="none" normalizeH="0" baseline="0">
                          <a:ln>
                            <a:noFill/>
                          </a:ln>
                          <a:solidFill>
                            <a:schemeClr val="tx1"/>
                          </a:solidFill>
                          <a:effectLst/>
                          <a:latin typeface="Times New Roman" pitchFamily="18" charset="0"/>
                          <a:ea typeface="黑体" pitchFamily="2" charset="-122"/>
                        </a:rPr>
                        <a:t> id $</a:t>
                      </a:r>
                    </a:p>
                  </a:txBody>
                  <a:tcPr marT="45726" marB="45726"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
                          <a:schemeClr val="folHlink"/>
                        </a:buClr>
                        <a:buSzPct val="60000"/>
                        <a:buFont typeface="Wingdings" pitchFamily="2" charset="2"/>
                        <a:buNone/>
                        <a:tabLst/>
                      </a:pPr>
                      <a:r>
                        <a:rPr kumimoji="0" lang="en-US" altLang="zh-CN" sz="2800" b="1" i="1" u="none" strike="noStrike" cap="none" normalizeH="0" baseline="0">
                          <a:ln>
                            <a:noFill/>
                          </a:ln>
                          <a:solidFill>
                            <a:schemeClr val="tx1"/>
                          </a:solidFill>
                          <a:effectLst/>
                          <a:latin typeface="Times New Roman" pitchFamily="18" charset="0"/>
                          <a:ea typeface="黑体" pitchFamily="2" charset="-122"/>
                        </a:rPr>
                        <a:t>E</a:t>
                      </a:r>
                      <a:r>
                        <a:rPr kumimoji="0" lang="en-US" altLang="zh-CN" sz="2800" b="1" i="0" u="none" strike="noStrike" cap="none" normalizeH="0" baseline="0">
                          <a:ln>
                            <a:noFill/>
                          </a:ln>
                          <a:solidFill>
                            <a:schemeClr val="tx1"/>
                          </a:solidFill>
                          <a:effectLst/>
                          <a:latin typeface="Times New Roman" pitchFamily="18" charset="0"/>
                          <a:ea typeface="黑体" pitchFamily="2" charset="-122"/>
                        </a:rPr>
                        <a:t> </a:t>
                      </a:r>
                      <a:r>
                        <a:rPr kumimoji="0" lang="en-US" altLang="zh-CN" sz="2800" b="1" i="0" u="none" strike="noStrike" cap="none" normalizeH="0" baseline="0">
                          <a:ln>
                            <a:noFill/>
                          </a:ln>
                          <a:solidFill>
                            <a:schemeClr val="tx1"/>
                          </a:solidFill>
                          <a:effectLst/>
                          <a:latin typeface="Times New Roman" pitchFamily="18" charset="0"/>
                          <a:ea typeface="黑体" pitchFamily="2" charset="-122"/>
                          <a:sym typeface="Symbol" pitchFamily="18" charset="2"/>
                        </a:rPr>
                        <a:t></a:t>
                      </a:r>
                      <a:r>
                        <a:rPr kumimoji="0" lang="en-US" altLang="zh-CN" sz="2800" b="1" i="0" u="none" strike="noStrike" cap="none" normalizeH="0" baseline="0">
                          <a:ln>
                            <a:noFill/>
                          </a:ln>
                          <a:solidFill>
                            <a:schemeClr val="tx1"/>
                          </a:solidFill>
                          <a:effectLst/>
                          <a:latin typeface="Times New Roman" pitchFamily="18" charset="0"/>
                          <a:ea typeface="黑体" pitchFamily="2" charset="-122"/>
                        </a:rPr>
                        <a:t> </a:t>
                      </a:r>
                      <a:r>
                        <a:rPr kumimoji="0" lang="en-US" altLang="zh-CN" sz="2800" b="1" i="1" u="none" strike="noStrike" cap="none" normalizeH="0" baseline="0">
                          <a:ln>
                            <a:noFill/>
                          </a:ln>
                          <a:solidFill>
                            <a:schemeClr val="tx1"/>
                          </a:solidFill>
                          <a:effectLst/>
                          <a:latin typeface="Times New Roman" pitchFamily="18" charset="0"/>
                          <a:ea typeface="黑体" pitchFamily="2" charset="-122"/>
                        </a:rPr>
                        <a:t>TE </a:t>
                      </a:r>
                      <a:r>
                        <a:rPr kumimoji="0" lang="en-US" altLang="zh-CN" sz="2800" b="1" i="0" u="none" strike="noStrike" cap="none" normalizeH="0" baseline="0">
                          <a:ln>
                            <a:noFill/>
                          </a:ln>
                          <a:solidFill>
                            <a:schemeClr val="tx1"/>
                          </a:solidFill>
                          <a:effectLst/>
                          <a:latin typeface="Times New Roman" pitchFamily="18" charset="0"/>
                          <a:ea typeface="黑体" pitchFamily="2" charset="-122"/>
                          <a:sym typeface="Symbol" pitchFamily="18" charset="2"/>
                        </a:rPr>
                        <a:t></a:t>
                      </a:r>
                    </a:p>
                  </a:txBody>
                  <a:tcPr marT="45726" marB="45726" horzOverflow="overflow">
                    <a:lnL w="12700" cap="flat" cmpd="sng" algn="ctr">
                      <a:solidFill>
                        <a:schemeClr val="tx1"/>
                      </a:solidFill>
                      <a:prstDash val="solid"/>
                      <a:round/>
                      <a:headEnd type="none" w="sm" len="sm"/>
                      <a:tailEnd type="none" w="sm" len="sm"/>
                    </a:lnL>
                    <a:lnR w="28575"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extLst>
                  <a:ext uri="{0D108BD9-81ED-4DB2-BD59-A6C34878D82A}">
                    <a16:rowId xmlns:a16="http://schemas.microsoft.com/office/drawing/2014/main" val="10003"/>
                  </a:ext>
                </a:extLst>
              </a:tr>
              <a:tr h="518231">
                <a:tc>
                  <a:txBody>
                    <a:bodyPr/>
                    <a:lstStyle/>
                    <a:p>
                      <a:pPr marL="0" marR="0" lvl="0" indent="0" algn="l" defTabSz="914400" rtl="0" eaLnBrk="1" fontAlgn="base" latinLnBrk="0" hangingPunct="1">
                        <a:lnSpc>
                          <a:spcPct val="100000"/>
                        </a:lnSpc>
                        <a:spcBef>
                          <a:spcPct val="20000"/>
                        </a:spcBef>
                        <a:spcAft>
                          <a:spcPct val="0"/>
                        </a:spcAft>
                        <a:buClr>
                          <a:schemeClr val="folHlink"/>
                        </a:buClr>
                        <a:buSzPct val="60000"/>
                        <a:buFont typeface="Wingdings" pitchFamily="2" charset="2"/>
                        <a:buNone/>
                        <a:tabLst/>
                      </a:pPr>
                      <a:r>
                        <a:rPr kumimoji="0" lang="en-US" altLang="zh-CN" sz="2800" b="1" i="0" u="none" strike="noStrike" cap="none" normalizeH="0" baseline="0">
                          <a:ln>
                            <a:noFill/>
                          </a:ln>
                          <a:solidFill>
                            <a:schemeClr val="tx1"/>
                          </a:solidFill>
                          <a:effectLst/>
                          <a:latin typeface="Times New Roman" pitchFamily="18" charset="0"/>
                          <a:ea typeface="黑体" pitchFamily="2" charset="-122"/>
                        </a:rPr>
                        <a:t>$</a:t>
                      </a:r>
                      <a:r>
                        <a:rPr kumimoji="0" lang="en-US" altLang="zh-CN" sz="2800" b="1" i="1" u="none" strike="noStrike" cap="none" normalizeH="0" baseline="0">
                          <a:ln>
                            <a:noFill/>
                          </a:ln>
                          <a:solidFill>
                            <a:schemeClr val="tx1"/>
                          </a:solidFill>
                          <a:effectLst/>
                          <a:latin typeface="Times New Roman" pitchFamily="18" charset="0"/>
                          <a:ea typeface="黑体" pitchFamily="2" charset="-122"/>
                        </a:rPr>
                        <a:t>E </a:t>
                      </a:r>
                      <a:r>
                        <a:rPr kumimoji="0" lang="en-US" altLang="zh-CN" sz="2800" b="1" i="0" u="none" strike="noStrike" cap="none" normalizeH="0" baseline="0">
                          <a:ln>
                            <a:noFill/>
                          </a:ln>
                          <a:solidFill>
                            <a:schemeClr val="tx1"/>
                          </a:solidFill>
                          <a:effectLst/>
                          <a:latin typeface="Times New Roman" pitchFamily="18" charset="0"/>
                          <a:ea typeface="黑体" pitchFamily="2" charset="-122"/>
                          <a:sym typeface="Symbol" pitchFamily="18" charset="2"/>
                        </a:rPr>
                        <a:t></a:t>
                      </a:r>
                      <a:r>
                        <a:rPr kumimoji="0" lang="en-US" altLang="zh-CN" sz="2800" b="1" i="1" u="none" strike="noStrike" cap="none" normalizeH="0" baseline="0">
                          <a:ln>
                            <a:noFill/>
                          </a:ln>
                          <a:solidFill>
                            <a:schemeClr val="tx1"/>
                          </a:solidFill>
                          <a:effectLst/>
                          <a:latin typeface="Times New Roman" pitchFamily="18" charset="0"/>
                          <a:ea typeface="黑体" pitchFamily="2" charset="-122"/>
                          <a:sym typeface="Symbol" pitchFamily="18" charset="2"/>
                        </a:rPr>
                        <a:t>T</a:t>
                      </a:r>
                      <a:r>
                        <a:rPr kumimoji="0" lang="en-US" altLang="zh-CN" sz="2800" b="1" i="1" u="none" strike="noStrike" cap="none" normalizeH="0" baseline="0">
                          <a:ln>
                            <a:noFill/>
                          </a:ln>
                          <a:solidFill>
                            <a:schemeClr val="tx1"/>
                          </a:solidFill>
                          <a:effectLst/>
                          <a:latin typeface="Times New Roman" pitchFamily="18" charset="0"/>
                          <a:ea typeface="黑体" pitchFamily="2" charset="-122"/>
                        </a:rPr>
                        <a:t> </a:t>
                      </a:r>
                      <a:r>
                        <a:rPr kumimoji="0" lang="en-US" altLang="zh-CN" sz="2800" b="1" i="0" u="none" strike="noStrike" cap="none" normalizeH="0" baseline="0">
                          <a:ln>
                            <a:noFill/>
                          </a:ln>
                          <a:solidFill>
                            <a:schemeClr val="tx1"/>
                          </a:solidFill>
                          <a:effectLst/>
                          <a:latin typeface="Times New Roman" pitchFamily="18" charset="0"/>
                          <a:ea typeface="黑体" pitchFamily="2" charset="-122"/>
                          <a:sym typeface="Symbol" pitchFamily="18" charset="2"/>
                        </a:rPr>
                        <a:t></a:t>
                      </a:r>
                      <a:r>
                        <a:rPr kumimoji="0" lang="en-US" altLang="zh-CN" sz="2800" b="1" i="1" u="none" strike="noStrike" cap="none" normalizeH="0" baseline="0">
                          <a:ln>
                            <a:noFill/>
                          </a:ln>
                          <a:solidFill>
                            <a:schemeClr val="tx1"/>
                          </a:solidFill>
                          <a:effectLst/>
                          <a:latin typeface="Times New Roman" pitchFamily="18" charset="0"/>
                          <a:ea typeface="黑体" pitchFamily="2" charset="-122"/>
                          <a:sym typeface="Symbol" pitchFamily="18" charset="2"/>
                        </a:rPr>
                        <a:t>F</a:t>
                      </a:r>
                    </a:p>
                  </a:txBody>
                  <a:tcPr marT="45726" marB="45726" horzOverflow="overflow">
                    <a:lnL w="28575"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
                          <a:schemeClr val="folHlink"/>
                        </a:buClr>
                        <a:buSzPct val="60000"/>
                        <a:buFont typeface="Wingdings" pitchFamily="2" charset="2"/>
                        <a:buNone/>
                        <a:tabLst/>
                      </a:pPr>
                      <a:r>
                        <a:rPr kumimoji="0" lang="en-US" altLang="zh-CN" sz="2800" b="1" i="0" u="none" strike="noStrike" cap="none" normalizeH="0" baseline="0">
                          <a:ln>
                            <a:noFill/>
                          </a:ln>
                          <a:solidFill>
                            <a:schemeClr val="tx1"/>
                          </a:solidFill>
                          <a:effectLst/>
                          <a:latin typeface="Times New Roman" pitchFamily="18" charset="0"/>
                          <a:ea typeface="黑体" pitchFamily="2" charset="-122"/>
                        </a:rPr>
                        <a:t>       id </a:t>
                      </a:r>
                      <a:r>
                        <a:rPr kumimoji="0" lang="en-US" altLang="zh-CN" sz="2800" b="1" i="0" u="none" strike="noStrike" cap="none" normalizeH="0" baseline="0">
                          <a:ln>
                            <a:noFill/>
                          </a:ln>
                          <a:solidFill>
                            <a:schemeClr val="tx1"/>
                          </a:solidFill>
                          <a:effectLst/>
                          <a:latin typeface="Times New Roman" pitchFamily="18" charset="0"/>
                          <a:ea typeface="黑体" pitchFamily="2" charset="-122"/>
                          <a:cs typeface="Times New Roman" pitchFamily="18" charset="0"/>
                          <a:sym typeface="Symbol" pitchFamily="18" charset="2"/>
                        </a:rPr>
                        <a:t>+</a:t>
                      </a:r>
                      <a:r>
                        <a:rPr kumimoji="0" lang="en-US" altLang="zh-CN" sz="2800" b="1" i="0" u="none" strike="noStrike" cap="none" normalizeH="0" baseline="0">
                          <a:ln>
                            <a:noFill/>
                          </a:ln>
                          <a:solidFill>
                            <a:schemeClr val="tx1"/>
                          </a:solidFill>
                          <a:effectLst/>
                          <a:latin typeface="Times New Roman" pitchFamily="18" charset="0"/>
                          <a:ea typeface="黑体" pitchFamily="2" charset="-122"/>
                        </a:rPr>
                        <a:t> id $</a:t>
                      </a:r>
                    </a:p>
                  </a:txBody>
                  <a:tcPr marT="45726" marB="45726"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
                          <a:schemeClr val="folHlink"/>
                        </a:buClr>
                        <a:buSzPct val="60000"/>
                        <a:buFont typeface="Wingdings" pitchFamily="2" charset="2"/>
                        <a:buNone/>
                        <a:tabLst/>
                      </a:pPr>
                      <a:r>
                        <a:rPr kumimoji="0" lang="en-US" altLang="zh-CN" sz="2800" b="1" i="1" u="none" strike="noStrike" cap="none" normalizeH="0" baseline="0">
                          <a:ln>
                            <a:noFill/>
                          </a:ln>
                          <a:solidFill>
                            <a:schemeClr val="tx1"/>
                          </a:solidFill>
                          <a:effectLst/>
                          <a:latin typeface="Times New Roman" pitchFamily="18" charset="0"/>
                          <a:ea typeface="黑体" pitchFamily="2" charset="-122"/>
                          <a:sym typeface="Symbol" pitchFamily="18" charset="2"/>
                        </a:rPr>
                        <a:t>T </a:t>
                      </a:r>
                      <a:r>
                        <a:rPr kumimoji="0" lang="en-US" altLang="zh-CN" sz="2800" b="1" i="0" u="none" strike="noStrike" cap="none" normalizeH="0" baseline="0">
                          <a:ln>
                            <a:noFill/>
                          </a:ln>
                          <a:solidFill>
                            <a:schemeClr val="tx1"/>
                          </a:solidFill>
                          <a:effectLst/>
                          <a:latin typeface="Times New Roman" pitchFamily="18" charset="0"/>
                          <a:ea typeface="黑体" pitchFamily="2" charset="-122"/>
                          <a:sym typeface="Symbol" pitchFamily="18" charset="2"/>
                        </a:rPr>
                        <a:t> </a:t>
                      </a:r>
                      <a:r>
                        <a:rPr kumimoji="0" lang="en-US" altLang="zh-CN" sz="2800" b="1" i="1" u="none" strike="noStrike" cap="none" normalizeH="0" baseline="0">
                          <a:ln>
                            <a:noFill/>
                          </a:ln>
                          <a:solidFill>
                            <a:schemeClr val="tx1"/>
                          </a:solidFill>
                          <a:effectLst/>
                          <a:latin typeface="Times New Roman" pitchFamily="18" charset="0"/>
                          <a:ea typeface="黑体" pitchFamily="2" charset="-122"/>
                          <a:sym typeface="Symbol" pitchFamily="18" charset="2"/>
                        </a:rPr>
                        <a:t>FT</a:t>
                      </a:r>
                      <a:r>
                        <a:rPr kumimoji="0" lang="en-US" altLang="zh-CN" sz="2800" b="1" i="1" u="none" strike="noStrike" cap="none" normalizeH="0" baseline="0">
                          <a:ln>
                            <a:noFill/>
                          </a:ln>
                          <a:solidFill>
                            <a:schemeClr val="tx1"/>
                          </a:solidFill>
                          <a:effectLst/>
                          <a:latin typeface="Times New Roman" pitchFamily="18" charset="0"/>
                          <a:ea typeface="黑体" pitchFamily="2" charset="-122"/>
                        </a:rPr>
                        <a:t> </a:t>
                      </a:r>
                      <a:r>
                        <a:rPr kumimoji="0" lang="en-US" altLang="zh-CN" sz="2800" b="1" i="0" u="none" strike="noStrike" cap="none" normalizeH="0" baseline="0">
                          <a:ln>
                            <a:noFill/>
                          </a:ln>
                          <a:solidFill>
                            <a:schemeClr val="tx1"/>
                          </a:solidFill>
                          <a:effectLst/>
                          <a:latin typeface="Times New Roman" pitchFamily="18" charset="0"/>
                          <a:ea typeface="黑体" pitchFamily="2" charset="-122"/>
                          <a:sym typeface="Symbol" pitchFamily="18" charset="2"/>
                        </a:rPr>
                        <a:t></a:t>
                      </a:r>
                    </a:p>
                  </a:txBody>
                  <a:tcPr marT="45726" marB="45726" horzOverflow="overflow">
                    <a:lnL w="12700" cap="flat" cmpd="sng" algn="ctr">
                      <a:solidFill>
                        <a:schemeClr val="tx1"/>
                      </a:solidFill>
                      <a:prstDash val="solid"/>
                      <a:round/>
                      <a:headEnd type="none" w="sm" len="sm"/>
                      <a:tailEnd type="none" w="sm" len="sm"/>
                    </a:lnL>
                    <a:lnR w="28575"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extLst>
                  <a:ext uri="{0D108BD9-81ED-4DB2-BD59-A6C34878D82A}">
                    <a16:rowId xmlns:a16="http://schemas.microsoft.com/office/drawing/2014/main" val="10004"/>
                  </a:ext>
                </a:extLst>
              </a:tr>
              <a:tr h="518231">
                <a:tc>
                  <a:txBody>
                    <a:bodyPr/>
                    <a:lstStyle/>
                    <a:p>
                      <a:pPr marL="0" marR="0" lvl="0" indent="0" algn="l" defTabSz="914400" rtl="0" eaLnBrk="1" fontAlgn="base" latinLnBrk="0" hangingPunct="1">
                        <a:lnSpc>
                          <a:spcPct val="100000"/>
                        </a:lnSpc>
                        <a:spcBef>
                          <a:spcPct val="20000"/>
                        </a:spcBef>
                        <a:spcAft>
                          <a:spcPct val="0"/>
                        </a:spcAft>
                        <a:buClr>
                          <a:schemeClr val="folHlink"/>
                        </a:buClr>
                        <a:buSzPct val="60000"/>
                        <a:buFont typeface="Wingdings" pitchFamily="2" charset="2"/>
                        <a:buNone/>
                        <a:tabLst/>
                      </a:pPr>
                      <a:r>
                        <a:rPr kumimoji="0" lang="en-US" altLang="zh-CN" sz="2800" b="1" i="0" u="none" strike="noStrike" cap="none" normalizeH="0" baseline="0">
                          <a:ln>
                            <a:noFill/>
                          </a:ln>
                          <a:solidFill>
                            <a:schemeClr val="tx1"/>
                          </a:solidFill>
                          <a:effectLst/>
                          <a:latin typeface="Times New Roman" pitchFamily="18" charset="0"/>
                          <a:ea typeface="黑体" pitchFamily="2" charset="-122"/>
                        </a:rPr>
                        <a:t>$</a:t>
                      </a:r>
                      <a:r>
                        <a:rPr kumimoji="0" lang="en-US" altLang="zh-CN" sz="2800" b="1" i="1" u="none" strike="noStrike" cap="none" normalizeH="0" baseline="0">
                          <a:ln>
                            <a:noFill/>
                          </a:ln>
                          <a:solidFill>
                            <a:schemeClr val="tx1"/>
                          </a:solidFill>
                          <a:effectLst/>
                          <a:latin typeface="Times New Roman" pitchFamily="18" charset="0"/>
                          <a:ea typeface="黑体" pitchFamily="2" charset="-122"/>
                        </a:rPr>
                        <a:t>E </a:t>
                      </a:r>
                      <a:r>
                        <a:rPr kumimoji="0" lang="en-US" altLang="zh-CN" sz="2800" b="1" i="0" u="none" strike="noStrike" cap="none" normalizeH="0" baseline="0">
                          <a:ln>
                            <a:noFill/>
                          </a:ln>
                          <a:solidFill>
                            <a:schemeClr val="tx1"/>
                          </a:solidFill>
                          <a:effectLst/>
                          <a:latin typeface="Times New Roman" pitchFamily="18" charset="0"/>
                          <a:ea typeface="黑体" pitchFamily="2" charset="-122"/>
                          <a:sym typeface="Symbol" pitchFamily="18" charset="2"/>
                        </a:rPr>
                        <a:t></a:t>
                      </a:r>
                      <a:r>
                        <a:rPr kumimoji="0" lang="en-US" altLang="zh-CN" sz="2800" b="1" i="1" u="none" strike="noStrike" cap="none" normalizeH="0" baseline="0">
                          <a:ln>
                            <a:noFill/>
                          </a:ln>
                          <a:solidFill>
                            <a:schemeClr val="tx1"/>
                          </a:solidFill>
                          <a:effectLst/>
                          <a:latin typeface="Times New Roman" pitchFamily="18" charset="0"/>
                          <a:ea typeface="黑体" pitchFamily="2" charset="-122"/>
                          <a:sym typeface="Symbol" pitchFamily="18" charset="2"/>
                        </a:rPr>
                        <a:t>T</a:t>
                      </a:r>
                      <a:r>
                        <a:rPr kumimoji="0" lang="en-US" altLang="zh-CN" sz="2800" b="1" i="1" u="none" strike="noStrike" cap="none" normalizeH="0" baseline="0">
                          <a:ln>
                            <a:noFill/>
                          </a:ln>
                          <a:solidFill>
                            <a:schemeClr val="tx1"/>
                          </a:solidFill>
                          <a:effectLst/>
                          <a:latin typeface="Times New Roman" pitchFamily="18" charset="0"/>
                          <a:ea typeface="黑体" pitchFamily="2" charset="-122"/>
                        </a:rPr>
                        <a:t> </a:t>
                      </a:r>
                      <a:r>
                        <a:rPr kumimoji="0" lang="en-US" altLang="zh-CN" sz="2800" b="1" i="0" u="none" strike="noStrike" cap="none" normalizeH="0" baseline="0">
                          <a:ln>
                            <a:noFill/>
                          </a:ln>
                          <a:solidFill>
                            <a:schemeClr val="tx1"/>
                          </a:solidFill>
                          <a:effectLst/>
                          <a:latin typeface="Times New Roman" pitchFamily="18" charset="0"/>
                          <a:ea typeface="黑体" pitchFamily="2" charset="-122"/>
                          <a:sym typeface="Symbol" pitchFamily="18" charset="2"/>
                        </a:rPr>
                        <a:t>id</a:t>
                      </a:r>
                    </a:p>
                  </a:txBody>
                  <a:tcPr marT="45726" marB="45726" horzOverflow="overflow">
                    <a:lnL w="28575"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
                          <a:schemeClr val="folHlink"/>
                        </a:buClr>
                        <a:buSzPct val="60000"/>
                        <a:buFont typeface="Wingdings" pitchFamily="2" charset="2"/>
                        <a:buNone/>
                        <a:tabLst/>
                      </a:pPr>
                      <a:r>
                        <a:rPr kumimoji="0" lang="en-US" altLang="zh-CN" sz="2800" b="1" i="0" u="none" strike="noStrike" cap="none" normalizeH="0" baseline="0">
                          <a:ln>
                            <a:noFill/>
                          </a:ln>
                          <a:solidFill>
                            <a:schemeClr val="tx1"/>
                          </a:solidFill>
                          <a:effectLst/>
                          <a:latin typeface="Times New Roman" pitchFamily="18" charset="0"/>
                          <a:ea typeface="黑体" pitchFamily="2" charset="-122"/>
                        </a:rPr>
                        <a:t>       id </a:t>
                      </a:r>
                      <a:r>
                        <a:rPr kumimoji="0" lang="en-US" altLang="zh-CN" sz="2800" b="1" i="0" u="none" strike="noStrike" cap="none" normalizeH="0" baseline="0">
                          <a:ln>
                            <a:noFill/>
                          </a:ln>
                          <a:solidFill>
                            <a:schemeClr val="tx1"/>
                          </a:solidFill>
                          <a:effectLst/>
                          <a:latin typeface="Times New Roman" pitchFamily="18" charset="0"/>
                          <a:ea typeface="黑体" pitchFamily="2" charset="-122"/>
                          <a:cs typeface="Times New Roman" pitchFamily="18" charset="0"/>
                          <a:sym typeface="Symbol" pitchFamily="18" charset="2"/>
                        </a:rPr>
                        <a:t>+</a:t>
                      </a:r>
                      <a:r>
                        <a:rPr kumimoji="0" lang="en-US" altLang="zh-CN" sz="2800" b="1" i="0" u="none" strike="noStrike" cap="none" normalizeH="0" baseline="0">
                          <a:ln>
                            <a:noFill/>
                          </a:ln>
                          <a:solidFill>
                            <a:schemeClr val="tx1"/>
                          </a:solidFill>
                          <a:effectLst/>
                          <a:latin typeface="Times New Roman" pitchFamily="18" charset="0"/>
                          <a:ea typeface="黑体" pitchFamily="2" charset="-122"/>
                        </a:rPr>
                        <a:t> id $</a:t>
                      </a:r>
                    </a:p>
                  </a:txBody>
                  <a:tcPr marT="45726" marB="45726"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
                          <a:schemeClr val="folHlink"/>
                        </a:buClr>
                        <a:buSzPct val="60000"/>
                        <a:buFont typeface="Wingdings" pitchFamily="2" charset="2"/>
                        <a:buNone/>
                        <a:tabLst/>
                      </a:pPr>
                      <a:r>
                        <a:rPr kumimoji="0" lang="en-US" altLang="zh-CN" sz="2800" b="1" i="1" u="none" strike="noStrike" cap="none" normalizeH="0" baseline="0">
                          <a:ln>
                            <a:noFill/>
                          </a:ln>
                          <a:solidFill>
                            <a:schemeClr val="tx1"/>
                          </a:solidFill>
                          <a:effectLst/>
                          <a:latin typeface="Times New Roman" pitchFamily="18" charset="0"/>
                          <a:ea typeface="黑体" pitchFamily="2" charset="-122"/>
                        </a:rPr>
                        <a:t>F</a:t>
                      </a:r>
                      <a:r>
                        <a:rPr kumimoji="0" lang="en-US" altLang="zh-CN" sz="2800" b="1" i="0" u="none" strike="noStrike" cap="none" normalizeH="0" baseline="0">
                          <a:ln>
                            <a:noFill/>
                          </a:ln>
                          <a:solidFill>
                            <a:schemeClr val="tx1"/>
                          </a:solidFill>
                          <a:effectLst/>
                          <a:latin typeface="Times New Roman" pitchFamily="18" charset="0"/>
                          <a:ea typeface="黑体" pitchFamily="2" charset="-122"/>
                        </a:rPr>
                        <a:t> </a:t>
                      </a:r>
                      <a:r>
                        <a:rPr kumimoji="0" lang="en-US" altLang="zh-CN" sz="2800" b="1" i="0" u="none" strike="noStrike" cap="none" normalizeH="0" baseline="0">
                          <a:ln>
                            <a:noFill/>
                          </a:ln>
                          <a:solidFill>
                            <a:schemeClr val="tx1"/>
                          </a:solidFill>
                          <a:effectLst/>
                          <a:latin typeface="Times New Roman" pitchFamily="18" charset="0"/>
                          <a:ea typeface="黑体" pitchFamily="2" charset="-122"/>
                          <a:sym typeface="Symbol" pitchFamily="18" charset="2"/>
                        </a:rPr>
                        <a:t></a:t>
                      </a:r>
                      <a:r>
                        <a:rPr kumimoji="0" lang="en-US" altLang="zh-CN" sz="2800" b="1" i="0" u="none" strike="noStrike" cap="none" normalizeH="0" baseline="0">
                          <a:ln>
                            <a:noFill/>
                          </a:ln>
                          <a:solidFill>
                            <a:schemeClr val="tx1"/>
                          </a:solidFill>
                          <a:effectLst/>
                          <a:latin typeface="Times New Roman" pitchFamily="18" charset="0"/>
                          <a:ea typeface="黑体" pitchFamily="2" charset="-122"/>
                        </a:rPr>
                        <a:t> id</a:t>
                      </a:r>
                    </a:p>
                  </a:txBody>
                  <a:tcPr marT="45726" marB="45726" horzOverflow="overflow">
                    <a:lnL w="12700" cap="flat" cmpd="sng" algn="ctr">
                      <a:solidFill>
                        <a:schemeClr val="tx1"/>
                      </a:solidFill>
                      <a:prstDash val="solid"/>
                      <a:round/>
                      <a:headEnd type="none" w="sm" len="sm"/>
                      <a:tailEnd type="none" w="sm" len="sm"/>
                    </a:lnL>
                    <a:lnR w="28575"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extLst>
                  <a:ext uri="{0D108BD9-81ED-4DB2-BD59-A6C34878D82A}">
                    <a16:rowId xmlns:a16="http://schemas.microsoft.com/office/drawing/2014/main" val="10005"/>
                  </a:ext>
                </a:extLst>
              </a:tr>
              <a:tr h="518231">
                <a:tc>
                  <a:txBody>
                    <a:bodyPr/>
                    <a:lstStyle/>
                    <a:p>
                      <a:pPr marL="0" marR="0" lvl="0" indent="0" algn="l" defTabSz="914400" rtl="0" eaLnBrk="1" fontAlgn="base" latinLnBrk="0" hangingPunct="1">
                        <a:lnSpc>
                          <a:spcPct val="100000"/>
                        </a:lnSpc>
                        <a:spcBef>
                          <a:spcPct val="20000"/>
                        </a:spcBef>
                        <a:spcAft>
                          <a:spcPct val="0"/>
                        </a:spcAft>
                        <a:buClr>
                          <a:schemeClr val="folHlink"/>
                        </a:buClr>
                        <a:buSzPct val="60000"/>
                        <a:buFont typeface="Wingdings" pitchFamily="2" charset="2"/>
                        <a:buNone/>
                        <a:tabLst/>
                      </a:pPr>
                      <a:r>
                        <a:rPr kumimoji="0" lang="en-US" altLang="zh-CN" sz="2800" b="1" i="0" u="none" strike="noStrike" cap="none" normalizeH="0" baseline="0">
                          <a:ln>
                            <a:noFill/>
                          </a:ln>
                          <a:solidFill>
                            <a:schemeClr val="tx1"/>
                          </a:solidFill>
                          <a:effectLst/>
                          <a:latin typeface="Times New Roman" pitchFamily="18" charset="0"/>
                          <a:ea typeface="黑体" pitchFamily="2" charset="-122"/>
                        </a:rPr>
                        <a:t>$</a:t>
                      </a:r>
                      <a:r>
                        <a:rPr kumimoji="0" lang="en-US" altLang="zh-CN" sz="2800" b="1" i="1" u="none" strike="noStrike" cap="none" normalizeH="0" baseline="0">
                          <a:ln>
                            <a:noFill/>
                          </a:ln>
                          <a:solidFill>
                            <a:schemeClr val="tx1"/>
                          </a:solidFill>
                          <a:effectLst/>
                          <a:latin typeface="Times New Roman" pitchFamily="18" charset="0"/>
                          <a:ea typeface="黑体" pitchFamily="2" charset="-122"/>
                        </a:rPr>
                        <a:t>E </a:t>
                      </a:r>
                      <a:r>
                        <a:rPr kumimoji="0" lang="en-US" altLang="zh-CN" sz="2800" b="1" i="0" u="none" strike="noStrike" cap="none" normalizeH="0" baseline="0">
                          <a:ln>
                            <a:noFill/>
                          </a:ln>
                          <a:solidFill>
                            <a:schemeClr val="tx1"/>
                          </a:solidFill>
                          <a:effectLst/>
                          <a:latin typeface="Times New Roman" pitchFamily="18" charset="0"/>
                          <a:ea typeface="黑体" pitchFamily="2" charset="-122"/>
                          <a:sym typeface="Symbol" pitchFamily="18" charset="2"/>
                        </a:rPr>
                        <a:t></a:t>
                      </a:r>
                      <a:r>
                        <a:rPr kumimoji="0" lang="en-US" altLang="zh-CN" sz="2800" b="1" i="1" u="none" strike="noStrike" cap="none" normalizeH="0" baseline="0">
                          <a:ln>
                            <a:noFill/>
                          </a:ln>
                          <a:solidFill>
                            <a:schemeClr val="tx1"/>
                          </a:solidFill>
                          <a:effectLst/>
                          <a:latin typeface="Times New Roman" pitchFamily="18" charset="0"/>
                          <a:ea typeface="黑体" pitchFamily="2" charset="-122"/>
                          <a:sym typeface="Symbol" pitchFamily="18" charset="2"/>
                        </a:rPr>
                        <a:t>T</a:t>
                      </a:r>
                      <a:r>
                        <a:rPr kumimoji="0" lang="en-US" altLang="zh-CN" sz="2800" b="1" i="1" u="none" strike="noStrike" cap="none" normalizeH="0" baseline="0">
                          <a:ln>
                            <a:noFill/>
                          </a:ln>
                          <a:solidFill>
                            <a:schemeClr val="tx1"/>
                          </a:solidFill>
                          <a:effectLst/>
                          <a:latin typeface="Times New Roman" pitchFamily="18" charset="0"/>
                          <a:ea typeface="黑体" pitchFamily="2" charset="-122"/>
                        </a:rPr>
                        <a:t> </a:t>
                      </a:r>
                      <a:r>
                        <a:rPr kumimoji="0" lang="en-US" altLang="zh-CN" sz="2800" b="1" i="0" u="none" strike="noStrike" cap="none" normalizeH="0" baseline="0">
                          <a:ln>
                            <a:noFill/>
                          </a:ln>
                          <a:solidFill>
                            <a:schemeClr val="tx1"/>
                          </a:solidFill>
                          <a:effectLst/>
                          <a:latin typeface="Times New Roman" pitchFamily="18" charset="0"/>
                          <a:ea typeface="黑体" pitchFamily="2" charset="-122"/>
                          <a:sym typeface="Symbol" pitchFamily="18" charset="2"/>
                        </a:rPr>
                        <a:t></a:t>
                      </a:r>
                    </a:p>
                  </a:txBody>
                  <a:tcPr marT="45726" marB="45726" horzOverflow="overflow">
                    <a:lnL w="28575"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
                          <a:schemeClr val="folHlink"/>
                        </a:buClr>
                        <a:buSzPct val="60000"/>
                        <a:buFont typeface="Wingdings" pitchFamily="2" charset="2"/>
                        <a:buNone/>
                        <a:tabLst/>
                      </a:pPr>
                      <a:r>
                        <a:rPr kumimoji="0" lang="en-US" altLang="zh-CN" sz="2800" b="1" i="0" u="none" strike="noStrike" cap="none" normalizeH="0" baseline="0">
                          <a:ln>
                            <a:noFill/>
                          </a:ln>
                          <a:solidFill>
                            <a:schemeClr val="tx1"/>
                          </a:solidFill>
                          <a:effectLst/>
                          <a:latin typeface="Times New Roman" pitchFamily="18" charset="0"/>
                          <a:ea typeface="黑体" pitchFamily="2" charset="-122"/>
                          <a:cs typeface="Times New Roman" pitchFamily="18" charset="0"/>
                          <a:sym typeface="Symbol" pitchFamily="18" charset="2"/>
                        </a:rPr>
                        <a:t>           +</a:t>
                      </a:r>
                      <a:r>
                        <a:rPr kumimoji="0" lang="en-US" altLang="zh-CN" sz="2800" b="1" i="0" u="none" strike="noStrike" cap="none" normalizeH="0" baseline="0">
                          <a:ln>
                            <a:noFill/>
                          </a:ln>
                          <a:solidFill>
                            <a:schemeClr val="tx1"/>
                          </a:solidFill>
                          <a:effectLst/>
                          <a:latin typeface="Times New Roman" pitchFamily="18" charset="0"/>
                          <a:ea typeface="黑体" pitchFamily="2" charset="-122"/>
                        </a:rPr>
                        <a:t> id $</a:t>
                      </a:r>
                    </a:p>
                  </a:txBody>
                  <a:tcPr marT="45726" marB="45726"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
                          <a:schemeClr val="folHlink"/>
                        </a:buClr>
                        <a:buSzPct val="60000"/>
                        <a:buFont typeface="Wingdings" pitchFamily="2" charset="2"/>
                        <a:buNone/>
                        <a:tabLst/>
                      </a:pPr>
                      <a:endParaRPr kumimoji="0" lang="zh-CN" altLang="zh-CN" sz="2800" b="0" i="0" u="none" strike="noStrike" cap="none" normalizeH="0" baseline="0">
                        <a:ln>
                          <a:noFill/>
                        </a:ln>
                        <a:solidFill>
                          <a:schemeClr val="tx1"/>
                        </a:solidFill>
                        <a:effectLst/>
                        <a:latin typeface="Times New Roman" pitchFamily="18" charset="0"/>
                        <a:ea typeface="黑体" pitchFamily="2" charset="-122"/>
                      </a:endParaRPr>
                    </a:p>
                  </a:txBody>
                  <a:tcPr marT="45726" marB="45726" horzOverflow="overflow">
                    <a:lnL w="12700" cap="flat" cmpd="sng" algn="ctr">
                      <a:solidFill>
                        <a:schemeClr val="tx1"/>
                      </a:solidFill>
                      <a:prstDash val="solid"/>
                      <a:round/>
                      <a:headEnd type="none" w="sm" len="sm"/>
                      <a:tailEnd type="none" w="sm" len="sm"/>
                    </a:lnL>
                    <a:lnR w="28575"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extLst>
                  <a:ext uri="{0D108BD9-81ED-4DB2-BD59-A6C34878D82A}">
                    <a16:rowId xmlns:a16="http://schemas.microsoft.com/office/drawing/2014/main" val="10006"/>
                  </a:ext>
                </a:extLst>
              </a:tr>
              <a:tr h="518231">
                <a:tc>
                  <a:txBody>
                    <a:bodyPr/>
                    <a:lstStyle/>
                    <a:p>
                      <a:pPr marL="0" marR="0" lvl="0" indent="0" algn="l" defTabSz="914400" rtl="0" eaLnBrk="1" fontAlgn="base" latinLnBrk="0" hangingPunct="1">
                        <a:lnSpc>
                          <a:spcPct val="100000"/>
                        </a:lnSpc>
                        <a:spcBef>
                          <a:spcPct val="20000"/>
                        </a:spcBef>
                        <a:spcAft>
                          <a:spcPct val="0"/>
                        </a:spcAft>
                        <a:buClr>
                          <a:schemeClr val="folHlink"/>
                        </a:buClr>
                        <a:buSzPct val="60000"/>
                        <a:buFont typeface="Wingdings" pitchFamily="2" charset="2"/>
                        <a:buNone/>
                        <a:tabLst/>
                      </a:pPr>
                      <a:r>
                        <a:rPr kumimoji="0" lang="en-US" altLang="zh-CN" sz="2800" b="1" i="0" u="none" strike="noStrike" cap="none" normalizeH="0" baseline="0">
                          <a:ln>
                            <a:noFill/>
                          </a:ln>
                          <a:solidFill>
                            <a:schemeClr val="tx1"/>
                          </a:solidFill>
                          <a:effectLst/>
                          <a:latin typeface="Times New Roman" pitchFamily="18" charset="0"/>
                          <a:ea typeface="黑体" pitchFamily="2" charset="-122"/>
                        </a:rPr>
                        <a:t>$</a:t>
                      </a:r>
                      <a:r>
                        <a:rPr kumimoji="0" lang="en-US" altLang="zh-CN" sz="2800" b="1" i="1" u="none" strike="noStrike" cap="none" normalizeH="0" baseline="0">
                          <a:ln>
                            <a:noFill/>
                          </a:ln>
                          <a:solidFill>
                            <a:schemeClr val="tx1"/>
                          </a:solidFill>
                          <a:effectLst/>
                          <a:latin typeface="Times New Roman" pitchFamily="18" charset="0"/>
                          <a:ea typeface="黑体" pitchFamily="2" charset="-122"/>
                        </a:rPr>
                        <a:t>E </a:t>
                      </a:r>
                      <a:r>
                        <a:rPr kumimoji="0" lang="en-US" altLang="zh-CN" sz="2800" b="1" i="0" u="none" strike="noStrike" cap="none" normalizeH="0" baseline="0">
                          <a:ln>
                            <a:noFill/>
                          </a:ln>
                          <a:solidFill>
                            <a:schemeClr val="tx1"/>
                          </a:solidFill>
                          <a:effectLst/>
                          <a:latin typeface="Times New Roman" pitchFamily="18" charset="0"/>
                          <a:ea typeface="黑体" pitchFamily="2" charset="-122"/>
                          <a:sym typeface="Symbol" pitchFamily="18" charset="2"/>
                        </a:rPr>
                        <a:t></a:t>
                      </a:r>
                      <a:r>
                        <a:rPr kumimoji="0" lang="en-US" altLang="zh-CN" sz="2800" b="1" i="1" u="none" strike="noStrike" cap="none" normalizeH="0" baseline="0">
                          <a:ln>
                            <a:noFill/>
                          </a:ln>
                          <a:solidFill>
                            <a:schemeClr val="tx1"/>
                          </a:solidFill>
                          <a:effectLst/>
                          <a:latin typeface="Times New Roman" pitchFamily="18" charset="0"/>
                          <a:ea typeface="黑体" pitchFamily="2" charset="-122"/>
                          <a:sym typeface="Symbol" pitchFamily="18" charset="2"/>
                        </a:rPr>
                        <a:t>T</a:t>
                      </a:r>
                      <a:r>
                        <a:rPr kumimoji="0" lang="en-US" altLang="zh-CN" sz="2800" b="1" i="1" u="none" strike="noStrike" cap="none" normalizeH="0" baseline="0">
                          <a:ln>
                            <a:noFill/>
                          </a:ln>
                          <a:solidFill>
                            <a:schemeClr val="tx1"/>
                          </a:solidFill>
                          <a:effectLst/>
                          <a:latin typeface="Times New Roman" pitchFamily="18" charset="0"/>
                          <a:ea typeface="黑体" pitchFamily="2" charset="-122"/>
                        </a:rPr>
                        <a:t> </a:t>
                      </a:r>
                      <a:r>
                        <a:rPr kumimoji="0" lang="en-US" altLang="zh-CN" sz="2800" b="1" i="0" u="none" strike="noStrike" cap="none" normalizeH="0" baseline="0">
                          <a:ln>
                            <a:noFill/>
                          </a:ln>
                          <a:solidFill>
                            <a:schemeClr val="tx1"/>
                          </a:solidFill>
                          <a:effectLst/>
                          <a:latin typeface="Times New Roman" pitchFamily="18" charset="0"/>
                          <a:ea typeface="黑体" pitchFamily="2" charset="-122"/>
                          <a:sym typeface="Symbol" pitchFamily="18" charset="2"/>
                        </a:rPr>
                        <a:t></a:t>
                      </a:r>
                      <a:r>
                        <a:rPr kumimoji="0" lang="en-US" altLang="zh-CN" sz="2800" b="1" i="1" u="none" strike="noStrike" cap="none" normalizeH="0" baseline="0">
                          <a:ln>
                            <a:noFill/>
                          </a:ln>
                          <a:solidFill>
                            <a:schemeClr val="tx1"/>
                          </a:solidFill>
                          <a:effectLst/>
                          <a:latin typeface="Times New Roman" pitchFamily="18" charset="0"/>
                          <a:ea typeface="黑体" pitchFamily="2" charset="-122"/>
                          <a:sym typeface="Symbol" pitchFamily="18" charset="2"/>
                        </a:rPr>
                        <a:t>F</a:t>
                      </a:r>
                      <a:r>
                        <a:rPr kumimoji="0" lang="en-US" altLang="zh-CN" sz="2800" b="1" i="0" u="none" strike="noStrike" cap="none" normalizeH="0" baseline="0">
                          <a:ln>
                            <a:noFill/>
                          </a:ln>
                          <a:solidFill>
                            <a:schemeClr val="tx1"/>
                          </a:solidFill>
                          <a:effectLst/>
                          <a:latin typeface="Times New Roman" pitchFamily="18" charset="0"/>
                          <a:ea typeface="黑体" pitchFamily="2" charset="-122"/>
                          <a:sym typeface="Symbol" pitchFamily="18" charset="2"/>
                        </a:rPr>
                        <a:t> </a:t>
                      </a:r>
                      <a:r>
                        <a:rPr kumimoji="0" lang="en-US" altLang="zh-CN" sz="2800" b="1" i="0" u="none" strike="noStrike" cap="none" normalizeH="0" baseline="0">
                          <a:ln>
                            <a:noFill/>
                          </a:ln>
                          <a:solidFill>
                            <a:schemeClr val="tx1"/>
                          </a:solidFill>
                          <a:effectLst/>
                          <a:latin typeface="Times New Roman" pitchFamily="18" charset="0"/>
                          <a:ea typeface="黑体" pitchFamily="2" charset="-122"/>
                          <a:cs typeface="Times New Roman" pitchFamily="18" charset="0"/>
                          <a:sym typeface="Symbol" pitchFamily="18" charset="2"/>
                        </a:rPr>
                        <a:t></a:t>
                      </a:r>
                    </a:p>
                  </a:txBody>
                  <a:tcPr marT="45726" marB="45726" horzOverflow="overflow">
                    <a:lnL w="28575"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
                          <a:schemeClr val="folHlink"/>
                        </a:buClr>
                        <a:buSzPct val="60000"/>
                        <a:buFont typeface="Wingdings" pitchFamily="2" charset="2"/>
                        <a:buNone/>
                        <a:tabLst/>
                      </a:pPr>
                      <a:r>
                        <a:rPr kumimoji="0" lang="en-US" altLang="zh-CN" sz="2800" b="1" i="0" u="none" strike="noStrike" cap="none" normalizeH="0" baseline="0">
                          <a:ln>
                            <a:noFill/>
                          </a:ln>
                          <a:solidFill>
                            <a:schemeClr val="tx1"/>
                          </a:solidFill>
                          <a:effectLst/>
                          <a:latin typeface="Times New Roman" pitchFamily="18" charset="0"/>
                          <a:ea typeface="黑体" pitchFamily="2" charset="-122"/>
                          <a:cs typeface="Times New Roman" pitchFamily="18" charset="0"/>
                          <a:sym typeface="Symbol" pitchFamily="18" charset="2"/>
                        </a:rPr>
                        <a:t>           +</a:t>
                      </a:r>
                      <a:r>
                        <a:rPr kumimoji="0" lang="en-US" altLang="zh-CN" sz="2800" b="1" i="0" u="none" strike="noStrike" cap="none" normalizeH="0" baseline="0">
                          <a:ln>
                            <a:noFill/>
                          </a:ln>
                          <a:solidFill>
                            <a:schemeClr val="tx1"/>
                          </a:solidFill>
                          <a:effectLst/>
                          <a:latin typeface="Times New Roman" pitchFamily="18" charset="0"/>
                          <a:ea typeface="黑体" pitchFamily="2" charset="-122"/>
                        </a:rPr>
                        <a:t> id $</a:t>
                      </a:r>
                    </a:p>
                  </a:txBody>
                  <a:tcPr marT="45726" marB="45726"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
                          <a:schemeClr val="folHlink"/>
                        </a:buClr>
                        <a:buSzPct val="60000"/>
                        <a:buFont typeface="Wingdings" pitchFamily="2" charset="2"/>
                        <a:buNone/>
                        <a:tabLst/>
                      </a:pPr>
                      <a:r>
                        <a:rPr kumimoji="0" lang="en-US" altLang="zh-CN" sz="2800" b="1" i="1" u="none" strike="noStrike" cap="none" normalizeH="0" baseline="0">
                          <a:ln>
                            <a:noFill/>
                          </a:ln>
                          <a:solidFill>
                            <a:schemeClr val="tx1"/>
                          </a:solidFill>
                          <a:effectLst/>
                          <a:latin typeface="Times New Roman" pitchFamily="18" charset="0"/>
                          <a:ea typeface="黑体" pitchFamily="2" charset="-122"/>
                        </a:rPr>
                        <a:t>T </a:t>
                      </a:r>
                      <a:r>
                        <a:rPr kumimoji="0" lang="en-US" altLang="zh-CN" sz="2800" b="1" i="0" u="none" strike="noStrike" cap="none" normalizeH="0" baseline="0">
                          <a:ln>
                            <a:noFill/>
                          </a:ln>
                          <a:solidFill>
                            <a:schemeClr val="tx1"/>
                          </a:solidFill>
                          <a:effectLst/>
                          <a:latin typeface="Times New Roman" pitchFamily="18" charset="0"/>
                          <a:ea typeface="黑体" pitchFamily="2" charset="-122"/>
                          <a:sym typeface="Symbol" pitchFamily="18" charset="2"/>
                        </a:rPr>
                        <a:t></a:t>
                      </a:r>
                      <a:r>
                        <a:rPr kumimoji="0" lang="en-US" altLang="zh-CN" sz="2800" b="1" i="0" u="none" strike="noStrike" cap="none" normalizeH="0" baseline="0">
                          <a:ln>
                            <a:noFill/>
                          </a:ln>
                          <a:solidFill>
                            <a:schemeClr val="tx1"/>
                          </a:solidFill>
                          <a:effectLst/>
                          <a:latin typeface="Times New Roman" pitchFamily="18" charset="0"/>
                          <a:ea typeface="黑体" pitchFamily="2" charset="-122"/>
                        </a:rPr>
                        <a:t> </a:t>
                      </a:r>
                      <a:r>
                        <a:rPr kumimoji="0" lang="en-US" altLang="zh-CN" sz="2800" b="1" i="0" u="none" strike="noStrike" cap="none" normalizeH="0" baseline="0">
                          <a:ln>
                            <a:noFill/>
                          </a:ln>
                          <a:solidFill>
                            <a:schemeClr val="tx1"/>
                          </a:solidFill>
                          <a:effectLst/>
                          <a:latin typeface="Times New Roman" pitchFamily="18" charset="0"/>
                          <a:ea typeface="黑体" pitchFamily="2" charset="-122"/>
                          <a:sym typeface="Symbol" pitchFamily="18" charset="2"/>
                        </a:rPr>
                        <a:t></a:t>
                      </a:r>
                      <a:r>
                        <a:rPr kumimoji="0" lang="en-US" altLang="zh-CN" sz="2800" b="1" i="0" u="none" strike="noStrike" cap="none" normalizeH="0" baseline="0">
                          <a:ln>
                            <a:noFill/>
                          </a:ln>
                          <a:solidFill>
                            <a:schemeClr val="tx1"/>
                          </a:solidFill>
                          <a:effectLst/>
                          <a:latin typeface="Times New Roman" pitchFamily="18" charset="0"/>
                          <a:ea typeface="黑体" pitchFamily="2" charset="-122"/>
                        </a:rPr>
                        <a:t> </a:t>
                      </a:r>
                      <a:r>
                        <a:rPr kumimoji="0" lang="en-US" altLang="zh-CN" sz="2800" b="1" i="0" u="none" strike="noStrike" cap="none" normalizeH="0" baseline="0">
                          <a:ln>
                            <a:noFill/>
                          </a:ln>
                          <a:solidFill>
                            <a:schemeClr val="tx1"/>
                          </a:solidFill>
                          <a:effectLst/>
                          <a:latin typeface="Times New Roman" pitchFamily="18" charset="0"/>
                          <a:ea typeface="黑体" pitchFamily="2" charset="-122"/>
                          <a:cs typeface="Times New Roman" pitchFamily="18" charset="0"/>
                          <a:sym typeface="Symbol" pitchFamily="18" charset="2"/>
                        </a:rPr>
                        <a:t></a:t>
                      </a:r>
                      <a:r>
                        <a:rPr kumimoji="0" lang="en-US" altLang="zh-CN" sz="2800" b="1" i="1" u="none" strike="noStrike" cap="none" normalizeH="0" baseline="0">
                          <a:ln>
                            <a:noFill/>
                          </a:ln>
                          <a:solidFill>
                            <a:schemeClr val="tx1"/>
                          </a:solidFill>
                          <a:effectLst/>
                          <a:latin typeface="Times New Roman" pitchFamily="18" charset="0"/>
                          <a:ea typeface="黑体" pitchFamily="2" charset="-122"/>
                        </a:rPr>
                        <a:t>FT </a:t>
                      </a:r>
                      <a:r>
                        <a:rPr kumimoji="0" lang="en-US" altLang="zh-CN" sz="2800" b="1" i="0" u="none" strike="noStrike" cap="none" normalizeH="0" baseline="0">
                          <a:ln>
                            <a:noFill/>
                          </a:ln>
                          <a:solidFill>
                            <a:schemeClr val="tx1"/>
                          </a:solidFill>
                          <a:effectLst/>
                          <a:latin typeface="Times New Roman" pitchFamily="18" charset="0"/>
                          <a:ea typeface="黑体" pitchFamily="2" charset="-122"/>
                          <a:sym typeface="Symbol" pitchFamily="18" charset="2"/>
                        </a:rPr>
                        <a:t></a:t>
                      </a:r>
                    </a:p>
                  </a:txBody>
                  <a:tcPr marT="45726" marB="45726" horzOverflow="overflow">
                    <a:lnL w="12700" cap="flat" cmpd="sng" algn="ctr">
                      <a:solidFill>
                        <a:schemeClr val="tx1"/>
                      </a:solidFill>
                      <a:prstDash val="solid"/>
                      <a:round/>
                      <a:headEnd type="none" w="sm" len="sm"/>
                      <a:tailEnd type="none" w="sm" len="sm"/>
                    </a:lnL>
                    <a:lnR w="28575"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extLst>
                  <a:ext uri="{0D108BD9-81ED-4DB2-BD59-A6C34878D82A}">
                    <a16:rowId xmlns:a16="http://schemas.microsoft.com/office/drawing/2014/main" val="10007"/>
                  </a:ext>
                </a:extLst>
              </a:tr>
              <a:tr h="518231">
                <a:tc>
                  <a:txBody>
                    <a:bodyPr/>
                    <a:lstStyle/>
                    <a:p>
                      <a:pPr marL="0" marR="0" lvl="0" indent="0" algn="l" defTabSz="914400" rtl="0" eaLnBrk="1" fontAlgn="base" latinLnBrk="0" hangingPunct="1">
                        <a:lnSpc>
                          <a:spcPct val="100000"/>
                        </a:lnSpc>
                        <a:spcBef>
                          <a:spcPct val="20000"/>
                        </a:spcBef>
                        <a:spcAft>
                          <a:spcPct val="0"/>
                        </a:spcAft>
                        <a:buClr>
                          <a:schemeClr val="folHlink"/>
                        </a:buClr>
                        <a:buSzPct val="60000"/>
                        <a:buFont typeface="Wingdings" pitchFamily="2" charset="2"/>
                        <a:buNone/>
                        <a:tabLst/>
                      </a:pPr>
                      <a:r>
                        <a:rPr kumimoji="0" lang="en-US" altLang="zh-CN" sz="2800" b="1" i="0" u="none" strike="noStrike" cap="none" normalizeH="0" baseline="0">
                          <a:ln>
                            <a:noFill/>
                          </a:ln>
                          <a:solidFill>
                            <a:schemeClr val="tx1"/>
                          </a:solidFill>
                          <a:effectLst/>
                          <a:latin typeface="Times New Roman" pitchFamily="18" charset="0"/>
                          <a:ea typeface="黑体" pitchFamily="2" charset="-122"/>
                        </a:rPr>
                        <a:t>$</a:t>
                      </a:r>
                      <a:r>
                        <a:rPr kumimoji="0" lang="en-US" altLang="zh-CN" sz="2800" b="1" i="1" u="none" strike="noStrike" cap="none" normalizeH="0" baseline="0">
                          <a:ln>
                            <a:noFill/>
                          </a:ln>
                          <a:solidFill>
                            <a:schemeClr val="tx1"/>
                          </a:solidFill>
                          <a:effectLst/>
                          <a:latin typeface="Times New Roman" pitchFamily="18" charset="0"/>
                          <a:ea typeface="黑体" pitchFamily="2" charset="-122"/>
                        </a:rPr>
                        <a:t>E </a:t>
                      </a:r>
                      <a:r>
                        <a:rPr kumimoji="0" lang="en-US" altLang="zh-CN" sz="2800" b="1" i="0" u="none" strike="noStrike" cap="none" normalizeH="0" baseline="0">
                          <a:ln>
                            <a:noFill/>
                          </a:ln>
                          <a:solidFill>
                            <a:schemeClr val="tx1"/>
                          </a:solidFill>
                          <a:effectLst/>
                          <a:latin typeface="Times New Roman" pitchFamily="18" charset="0"/>
                          <a:ea typeface="黑体" pitchFamily="2" charset="-122"/>
                          <a:sym typeface="Symbol" pitchFamily="18" charset="2"/>
                        </a:rPr>
                        <a:t></a:t>
                      </a:r>
                      <a:r>
                        <a:rPr kumimoji="0" lang="en-US" altLang="zh-CN" sz="2800" b="1" i="1" u="none" strike="noStrike" cap="none" normalizeH="0" baseline="0">
                          <a:ln>
                            <a:noFill/>
                          </a:ln>
                          <a:solidFill>
                            <a:schemeClr val="tx1"/>
                          </a:solidFill>
                          <a:effectLst/>
                          <a:latin typeface="Times New Roman" pitchFamily="18" charset="0"/>
                          <a:ea typeface="黑体" pitchFamily="2" charset="-122"/>
                          <a:sym typeface="Symbol" pitchFamily="18" charset="2"/>
                        </a:rPr>
                        <a:t>T</a:t>
                      </a:r>
                      <a:r>
                        <a:rPr kumimoji="0" lang="en-US" altLang="zh-CN" sz="2800" b="1" i="1" u="none" strike="noStrike" cap="none" normalizeH="0" baseline="0">
                          <a:ln>
                            <a:noFill/>
                          </a:ln>
                          <a:solidFill>
                            <a:schemeClr val="tx1"/>
                          </a:solidFill>
                          <a:effectLst/>
                          <a:latin typeface="Times New Roman" pitchFamily="18" charset="0"/>
                          <a:ea typeface="黑体" pitchFamily="2" charset="-122"/>
                        </a:rPr>
                        <a:t> </a:t>
                      </a:r>
                      <a:r>
                        <a:rPr kumimoji="0" lang="en-US" altLang="zh-CN" sz="2800" b="1" i="0" u="none" strike="noStrike" cap="none" normalizeH="0" baseline="0">
                          <a:ln>
                            <a:noFill/>
                          </a:ln>
                          <a:solidFill>
                            <a:schemeClr val="tx1"/>
                          </a:solidFill>
                          <a:effectLst/>
                          <a:latin typeface="Times New Roman" pitchFamily="18" charset="0"/>
                          <a:ea typeface="黑体" pitchFamily="2" charset="-122"/>
                          <a:sym typeface="Symbol" pitchFamily="18" charset="2"/>
                        </a:rPr>
                        <a:t></a:t>
                      </a:r>
                      <a:r>
                        <a:rPr kumimoji="0" lang="en-US" altLang="zh-CN" sz="2800" b="1" i="1" u="none" strike="noStrike" cap="none" normalizeH="0" baseline="0">
                          <a:ln>
                            <a:noFill/>
                          </a:ln>
                          <a:solidFill>
                            <a:schemeClr val="tx1"/>
                          </a:solidFill>
                          <a:effectLst/>
                          <a:latin typeface="Times New Roman" pitchFamily="18" charset="0"/>
                          <a:ea typeface="黑体" pitchFamily="2" charset="-122"/>
                          <a:sym typeface="Symbol" pitchFamily="18" charset="2"/>
                        </a:rPr>
                        <a:t>F</a:t>
                      </a:r>
                    </a:p>
                  </a:txBody>
                  <a:tcPr marT="45726" marB="45726" horzOverflow="overflow">
                    <a:lnL w="28575"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28575" cap="flat" cmpd="sng" algn="ctr">
                      <a:solidFill>
                        <a:schemeClr val="tx1"/>
                      </a:solidFill>
                      <a:prstDash val="solid"/>
                      <a:round/>
                      <a:headEnd type="none" w="sm" len="sm"/>
                      <a:tailEnd type="none" w="sm" len="sm"/>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
                          <a:schemeClr val="folHlink"/>
                        </a:buClr>
                        <a:buSzPct val="60000"/>
                        <a:buFont typeface="Wingdings" pitchFamily="2" charset="2"/>
                        <a:buNone/>
                        <a:tabLst/>
                      </a:pPr>
                      <a:r>
                        <a:rPr kumimoji="0" lang="en-US" altLang="zh-CN" sz="2800" b="1" i="0" u="none" strike="noStrike" cap="none" normalizeH="0" baseline="0">
                          <a:ln>
                            <a:noFill/>
                          </a:ln>
                          <a:solidFill>
                            <a:schemeClr val="tx1"/>
                          </a:solidFill>
                          <a:effectLst/>
                          <a:latin typeface="Times New Roman" pitchFamily="18" charset="0"/>
                          <a:ea typeface="黑体" pitchFamily="2" charset="-122"/>
                          <a:cs typeface="Times New Roman" pitchFamily="18" charset="0"/>
                          <a:sym typeface="Symbol" pitchFamily="18" charset="2"/>
                        </a:rPr>
                        <a:t>             +</a:t>
                      </a:r>
                      <a:r>
                        <a:rPr kumimoji="0" lang="en-US" altLang="zh-CN" sz="2800" b="1" i="0" u="none" strike="noStrike" cap="none" normalizeH="0" baseline="0">
                          <a:ln>
                            <a:noFill/>
                          </a:ln>
                          <a:solidFill>
                            <a:schemeClr val="tx1"/>
                          </a:solidFill>
                          <a:effectLst/>
                          <a:latin typeface="Times New Roman" pitchFamily="18" charset="0"/>
                          <a:ea typeface="黑体" pitchFamily="2" charset="-122"/>
                        </a:rPr>
                        <a:t> id $</a:t>
                      </a:r>
                    </a:p>
                  </a:txBody>
                  <a:tcPr marT="45726" marB="45726"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28575" cap="flat" cmpd="sng" algn="ctr">
                      <a:solidFill>
                        <a:schemeClr val="tx1"/>
                      </a:solidFill>
                      <a:prstDash val="solid"/>
                      <a:round/>
                      <a:headEnd type="none" w="sm" len="sm"/>
                      <a:tailEnd type="none" w="sm" len="sm"/>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
                          <a:schemeClr val="folHlink"/>
                        </a:buClr>
                        <a:buSzPct val="60000"/>
                        <a:buFont typeface="Wingdings" pitchFamily="2" charset="2"/>
                        <a:buNone/>
                        <a:tabLst/>
                      </a:pPr>
                      <a:r>
                        <a:rPr kumimoji="0" lang="zh-CN" altLang="en-US" sz="2800" b="0" i="0" u="none" strike="noStrike" cap="none" normalizeH="0" baseline="0" dirty="0">
                          <a:ln>
                            <a:noFill/>
                          </a:ln>
                          <a:solidFill>
                            <a:schemeClr val="accent2"/>
                          </a:solidFill>
                          <a:effectLst/>
                          <a:latin typeface="Times New Roman" pitchFamily="18" charset="0"/>
                          <a:ea typeface="黑体" pitchFamily="2" charset="-122"/>
                        </a:rPr>
                        <a:t>出错：</a:t>
                      </a:r>
                    </a:p>
                  </a:txBody>
                  <a:tcPr marT="45726" marB="45726" horzOverflow="overflow">
                    <a:lnL w="12700" cap="flat" cmpd="sng" algn="ctr">
                      <a:solidFill>
                        <a:schemeClr val="tx1"/>
                      </a:solidFill>
                      <a:prstDash val="solid"/>
                      <a:round/>
                      <a:headEnd type="none" w="sm" len="sm"/>
                      <a:tailEnd type="none" w="sm" len="sm"/>
                    </a:lnL>
                    <a:lnR w="28575"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28575" cap="flat" cmpd="sng" algn="ctr">
                      <a:solidFill>
                        <a:schemeClr val="tx1"/>
                      </a:solidFill>
                      <a:prstDash val="solid"/>
                      <a:round/>
                      <a:headEnd type="none" w="sm" len="sm"/>
                      <a:tailEnd type="none" w="sm" len="sm"/>
                    </a:lnB>
                    <a:lnTlToBr>
                      <a:noFill/>
                    </a:lnTlToBr>
                    <a:lnBlToTr>
                      <a:noFill/>
                    </a:lnBlToTr>
                    <a:noFill/>
                  </a:tcPr>
                </a:tc>
                <a:extLst>
                  <a:ext uri="{0D108BD9-81ED-4DB2-BD59-A6C34878D82A}">
                    <a16:rowId xmlns:a16="http://schemas.microsoft.com/office/drawing/2014/main" val="10008"/>
                  </a:ext>
                </a:extLst>
              </a:tr>
            </a:tbl>
          </a:graphicData>
        </a:graphic>
      </p:graphicFrame>
      <p:sp>
        <p:nvSpPr>
          <p:cNvPr id="2" name="日期占位符 1">
            <a:extLst>
              <a:ext uri="{FF2B5EF4-FFF2-40B4-BE49-F238E27FC236}">
                <a16:creationId xmlns:a16="http://schemas.microsoft.com/office/drawing/2014/main" id="{F8097FA4-7C45-D9AA-DEA0-7D926E1E9EBF}"/>
              </a:ext>
            </a:extLst>
          </p:cNvPr>
          <p:cNvSpPr>
            <a:spLocks noGrp="1"/>
          </p:cNvSpPr>
          <p:nvPr>
            <p:ph type="dt" sz="half" idx="10"/>
          </p:nvPr>
        </p:nvSpPr>
        <p:spPr/>
        <p:txBody>
          <a:bodyPr/>
          <a:lstStyle/>
          <a:p>
            <a:fld id="{E691CBF4-3F1D-4D48-AB88-0ED20B6AC4AE}" type="datetime2">
              <a:rPr lang="zh-CN" altLang="en-US" smtClean="0"/>
              <a:pPr/>
              <a:t>2025年11月26日</a:t>
            </a:fld>
            <a:endParaRPr lang="zh-CN" altLang="en-US"/>
          </a:p>
        </p:txBody>
      </p:sp>
      <p:sp>
        <p:nvSpPr>
          <p:cNvPr id="3" name="页脚占位符 2">
            <a:extLst>
              <a:ext uri="{FF2B5EF4-FFF2-40B4-BE49-F238E27FC236}">
                <a16:creationId xmlns:a16="http://schemas.microsoft.com/office/drawing/2014/main" id="{32F15B8F-5BDA-2446-C6B9-FCA7E9487E3D}"/>
              </a:ext>
            </a:extLst>
          </p:cNvPr>
          <p:cNvSpPr>
            <a:spLocks noGrp="1"/>
          </p:cNvSpPr>
          <p:nvPr>
            <p:ph type="ftr" sz="quarter" idx="11"/>
          </p:nvPr>
        </p:nvSpPr>
        <p:spPr/>
        <p:txBody>
          <a:bodyPr/>
          <a:lstStyle/>
          <a:p>
            <a:r>
              <a:rPr lang="zh-CN" altLang="en-US"/>
              <a:t>编译原理</a:t>
            </a:r>
            <a:r>
              <a:rPr lang="en-US" altLang="zh-CN"/>
              <a:t>-</a:t>
            </a:r>
            <a:r>
              <a:rPr lang="zh-CN" altLang="en-US"/>
              <a:t>王欣捷</a:t>
            </a:r>
            <a:r>
              <a:rPr lang="en-US" altLang="zh-CN"/>
              <a:t>-</a:t>
            </a:r>
            <a:r>
              <a:rPr lang="zh-CN" altLang="en-US"/>
              <a:t>第三章 语法分析</a:t>
            </a:r>
            <a:r>
              <a:rPr lang="en-US" altLang="zh-CN"/>
              <a:t>(4)</a:t>
            </a:r>
            <a:endParaRPr lang="zh-CN" altLang="en-US"/>
          </a:p>
        </p:txBody>
      </p:sp>
      <p:sp>
        <p:nvSpPr>
          <p:cNvPr id="4" name="灯片编号占位符 3">
            <a:extLst>
              <a:ext uri="{FF2B5EF4-FFF2-40B4-BE49-F238E27FC236}">
                <a16:creationId xmlns:a16="http://schemas.microsoft.com/office/drawing/2014/main" id="{14AC6324-3EF4-839E-4B43-BC36ADC4BA07}"/>
              </a:ext>
            </a:extLst>
          </p:cNvPr>
          <p:cNvSpPr>
            <a:spLocks noGrp="1"/>
          </p:cNvSpPr>
          <p:nvPr>
            <p:ph type="sldNum" sz="quarter" idx="12"/>
          </p:nvPr>
        </p:nvSpPr>
        <p:spPr/>
        <p:txBody>
          <a:bodyPr/>
          <a:lstStyle/>
          <a:p>
            <a:fld id="{094DEB03-EFC6-4C20-8FC8-295189A5386F}" type="slidenum">
              <a:rPr lang="zh-CN" altLang="en-US" smtClean="0"/>
              <a:pPr/>
              <a:t>99</a:t>
            </a:fld>
            <a:endParaRPr lang="zh-CN" altLang="en-US"/>
          </a:p>
        </p:txBody>
      </p:sp>
    </p:spTree>
  </p:cSld>
  <p:clrMapOvr>
    <a:masterClrMapping/>
  </p:clrMapOvr>
</p:sld>
</file>

<file path=ppt/slides/slide10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8546" name="Rectangle 2">
            <a:extLst>
              <a:ext uri="{FF2B5EF4-FFF2-40B4-BE49-F238E27FC236}">
                <a16:creationId xmlns:a16="http://schemas.microsoft.com/office/drawing/2014/main" id="{32F8C75A-A8E6-4B17-87B2-F956804C9544}"/>
              </a:ext>
            </a:extLst>
          </p:cNvPr>
          <p:cNvSpPr>
            <a:spLocks noGrp="1" noChangeArrowheads="1"/>
          </p:cNvSpPr>
          <p:nvPr>
            <p:ph type="title"/>
          </p:nvPr>
        </p:nvSpPr>
        <p:spPr/>
        <p:txBody>
          <a:bodyPr/>
          <a:lstStyle/>
          <a:p>
            <a:pPr eaLnBrk="1" hangingPunct="1"/>
            <a:r>
              <a:rPr lang="en-US" altLang="zh-CN" sz="4000"/>
              <a:t>3.3.6 </a:t>
            </a:r>
            <a:r>
              <a:rPr lang="zh-CN" altLang="en-US" sz="4000"/>
              <a:t>预测分析的错误恢复</a:t>
            </a:r>
          </a:p>
        </p:txBody>
      </p:sp>
      <p:sp>
        <p:nvSpPr>
          <p:cNvPr id="108547" name="Rectangle 3">
            <a:extLst>
              <a:ext uri="{FF2B5EF4-FFF2-40B4-BE49-F238E27FC236}">
                <a16:creationId xmlns:a16="http://schemas.microsoft.com/office/drawing/2014/main" id="{2C292EFD-3056-4A41-88E9-DD8BDFC6B6FE}"/>
              </a:ext>
            </a:extLst>
          </p:cNvPr>
          <p:cNvSpPr>
            <a:spLocks noGrp="1" noChangeArrowheads="1"/>
          </p:cNvSpPr>
          <p:nvPr>
            <p:ph idx="1"/>
          </p:nvPr>
        </p:nvSpPr>
        <p:spPr/>
        <p:txBody>
          <a:bodyPr/>
          <a:lstStyle/>
          <a:p>
            <a:pPr eaLnBrk="1" hangingPunct="1">
              <a:lnSpc>
                <a:spcPct val="90000"/>
              </a:lnSpc>
              <a:buFont typeface="Wingdings" panose="05000000000000000000" pitchFamily="2" charset="2"/>
              <a:buNone/>
            </a:pPr>
            <a:r>
              <a:rPr lang="zh-CN" altLang="en-US" sz="2800"/>
              <a:t>预测分析器对 </a:t>
            </a:r>
            <a:r>
              <a:rPr lang="en-US" altLang="zh-CN" sz="2800" b="1"/>
              <a:t>+id * +id</a:t>
            </a:r>
            <a:r>
              <a:rPr lang="en-US" altLang="zh-CN" sz="2800"/>
              <a:t> </a:t>
            </a:r>
            <a:r>
              <a:rPr lang="zh-CN" altLang="en-US" sz="2800"/>
              <a:t>的分析和错误恢复</a:t>
            </a:r>
          </a:p>
        </p:txBody>
      </p:sp>
      <p:graphicFrame>
        <p:nvGraphicFramePr>
          <p:cNvPr id="7" name="Group 4">
            <a:extLst>
              <a:ext uri="{FF2B5EF4-FFF2-40B4-BE49-F238E27FC236}">
                <a16:creationId xmlns:a16="http://schemas.microsoft.com/office/drawing/2014/main" id="{863B2F8E-4A20-4299-BE68-7665ADEF07E4}"/>
              </a:ext>
            </a:extLst>
          </p:cNvPr>
          <p:cNvGraphicFramePr>
            <a:graphicFrameLocks/>
          </p:cNvGraphicFramePr>
          <p:nvPr>
            <p:extLst>
              <p:ext uri="{D42A27DB-BD31-4B8C-83A1-F6EECF244321}">
                <p14:modId xmlns:p14="http://schemas.microsoft.com/office/powerpoint/2010/main" val="725318388"/>
              </p:ext>
            </p:extLst>
          </p:nvPr>
        </p:nvGraphicFramePr>
        <p:xfrm>
          <a:off x="533400" y="1981200"/>
          <a:ext cx="8305800" cy="4937296"/>
        </p:xfrm>
        <a:graphic>
          <a:graphicData uri="http://schemas.openxmlformats.org/drawingml/2006/table">
            <a:tbl>
              <a:tblPr/>
              <a:tblGrid>
                <a:gridCol w="2690813">
                  <a:extLst>
                    <a:ext uri="{9D8B030D-6E8A-4147-A177-3AD203B41FA5}">
                      <a16:colId xmlns:a16="http://schemas.microsoft.com/office/drawing/2014/main" val="20000"/>
                    </a:ext>
                  </a:extLst>
                </a:gridCol>
                <a:gridCol w="2808287">
                  <a:extLst>
                    <a:ext uri="{9D8B030D-6E8A-4147-A177-3AD203B41FA5}">
                      <a16:colId xmlns:a16="http://schemas.microsoft.com/office/drawing/2014/main" val="20001"/>
                    </a:ext>
                  </a:extLst>
                </a:gridCol>
                <a:gridCol w="2806700">
                  <a:extLst>
                    <a:ext uri="{9D8B030D-6E8A-4147-A177-3AD203B41FA5}">
                      <a16:colId xmlns:a16="http://schemas.microsoft.com/office/drawing/2014/main" val="20002"/>
                    </a:ext>
                  </a:extLst>
                </a:gridCol>
              </a:tblGrid>
              <a:tr h="518085">
                <a:tc>
                  <a:txBody>
                    <a:body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itchFamily="2" charset="2"/>
                        <a:buNone/>
                        <a:tabLst/>
                      </a:pPr>
                      <a:r>
                        <a:rPr kumimoji="0" lang="zh-CN" altLang="en-US" sz="2800" b="0" i="0" u="none" strike="noStrike" cap="none" normalizeH="0" baseline="0">
                          <a:ln>
                            <a:noFill/>
                          </a:ln>
                          <a:solidFill>
                            <a:schemeClr val="tx1"/>
                          </a:solidFill>
                          <a:effectLst/>
                          <a:latin typeface="Times New Roman" pitchFamily="18" charset="0"/>
                          <a:ea typeface="黑体" pitchFamily="2" charset="-122"/>
                        </a:rPr>
                        <a:t>栈 </a:t>
                      </a:r>
                    </a:p>
                  </a:txBody>
                  <a:tcPr marT="45691" marB="45691" horzOverflow="overflow">
                    <a:lnL w="28575"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28575"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a:txBody>
                    <a:body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itchFamily="2" charset="2"/>
                        <a:buNone/>
                        <a:tabLst/>
                      </a:pPr>
                      <a:r>
                        <a:rPr kumimoji="0" lang="zh-CN" altLang="en-US" sz="2800" b="0" i="0" u="none" strike="noStrike" cap="none" normalizeH="0" baseline="0">
                          <a:ln>
                            <a:noFill/>
                          </a:ln>
                          <a:solidFill>
                            <a:schemeClr val="tx1"/>
                          </a:solidFill>
                          <a:effectLst/>
                          <a:latin typeface="Times New Roman" pitchFamily="18" charset="0"/>
                          <a:ea typeface="黑体" pitchFamily="2" charset="-122"/>
                        </a:rPr>
                        <a:t>输    入 </a:t>
                      </a:r>
                    </a:p>
                  </a:txBody>
                  <a:tcPr marT="45691" marB="45691"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28575"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a:txBody>
                    <a:body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itchFamily="2" charset="2"/>
                        <a:buNone/>
                        <a:tabLst/>
                      </a:pPr>
                      <a:r>
                        <a:rPr kumimoji="0" lang="zh-CN" altLang="en-US" sz="2800" b="0" i="0" u="none" strike="noStrike" cap="none" normalizeH="0" baseline="0">
                          <a:ln>
                            <a:noFill/>
                          </a:ln>
                          <a:solidFill>
                            <a:schemeClr val="tx1"/>
                          </a:solidFill>
                          <a:effectLst/>
                          <a:latin typeface="Times New Roman" pitchFamily="18" charset="0"/>
                          <a:ea typeface="黑体" pitchFamily="2" charset="-122"/>
                        </a:rPr>
                        <a:t>输    出 </a:t>
                      </a:r>
                    </a:p>
                  </a:txBody>
                  <a:tcPr marT="45691" marB="45691" horzOverflow="overflow">
                    <a:lnL w="12700" cap="flat" cmpd="sng" algn="ctr">
                      <a:solidFill>
                        <a:schemeClr val="tx1"/>
                      </a:solidFill>
                      <a:prstDash val="solid"/>
                      <a:round/>
                      <a:headEnd type="none" w="sm" len="sm"/>
                      <a:tailEnd type="none" w="sm" len="sm"/>
                    </a:lnL>
                    <a:lnR w="28575" cap="flat" cmpd="sng" algn="ctr">
                      <a:solidFill>
                        <a:schemeClr val="tx1"/>
                      </a:solidFill>
                      <a:prstDash val="solid"/>
                      <a:round/>
                      <a:headEnd type="none" w="sm" len="sm"/>
                      <a:tailEnd type="none" w="sm" len="sm"/>
                    </a:lnR>
                    <a:lnT w="28575"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extLst>
                  <a:ext uri="{0D108BD9-81ED-4DB2-BD59-A6C34878D82A}">
                    <a16:rowId xmlns:a16="http://schemas.microsoft.com/office/drawing/2014/main" val="10000"/>
                  </a:ext>
                </a:extLst>
              </a:tr>
              <a:tr h="1310532">
                <a:tc>
                  <a:txBody>
                    <a:bodyPr/>
                    <a:lstStyle/>
                    <a:p>
                      <a:pPr marL="0" marR="0" lvl="0" indent="0" algn="l" defTabSz="914400" rtl="0" eaLnBrk="1" fontAlgn="base" latinLnBrk="0" hangingPunct="1">
                        <a:lnSpc>
                          <a:spcPct val="100000"/>
                        </a:lnSpc>
                        <a:spcBef>
                          <a:spcPct val="20000"/>
                        </a:spcBef>
                        <a:spcAft>
                          <a:spcPct val="0"/>
                        </a:spcAft>
                        <a:buClr>
                          <a:schemeClr val="folHlink"/>
                        </a:buClr>
                        <a:buSzPct val="60000"/>
                        <a:buFont typeface="Wingdings" pitchFamily="2" charset="2"/>
                        <a:buNone/>
                        <a:tabLst/>
                      </a:pPr>
                      <a:r>
                        <a:rPr kumimoji="0" lang="en-US" altLang="zh-CN" sz="2800" b="1" i="0" u="none" strike="noStrike" cap="none" normalizeH="0" baseline="0">
                          <a:ln>
                            <a:noFill/>
                          </a:ln>
                          <a:solidFill>
                            <a:schemeClr val="tx1"/>
                          </a:solidFill>
                          <a:effectLst/>
                          <a:latin typeface="Times New Roman" pitchFamily="18" charset="0"/>
                          <a:ea typeface="黑体" pitchFamily="2" charset="-122"/>
                        </a:rPr>
                        <a:t>$</a:t>
                      </a:r>
                      <a:r>
                        <a:rPr kumimoji="0" lang="en-US" altLang="zh-CN" sz="2800" b="1" i="1" u="none" strike="noStrike" cap="none" normalizeH="0" baseline="0">
                          <a:ln>
                            <a:noFill/>
                          </a:ln>
                          <a:solidFill>
                            <a:schemeClr val="tx1"/>
                          </a:solidFill>
                          <a:effectLst/>
                          <a:latin typeface="Times New Roman" pitchFamily="18" charset="0"/>
                          <a:ea typeface="黑体" pitchFamily="2" charset="-122"/>
                        </a:rPr>
                        <a:t>E </a:t>
                      </a:r>
                      <a:r>
                        <a:rPr kumimoji="0" lang="en-US" altLang="zh-CN" sz="2800" b="1" i="0" u="none" strike="noStrike" cap="none" normalizeH="0" baseline="0">
                          <a:ln>
                            <a:noFill/>
                          </a:ln>
                          <a:solidFill>
                            <a:schemeClr val="tx1"/>
                          </a:solidFill>
                          <a:effectLst/>
                          <a:latin typeface="Times New Roman" pitchFamily="18" charset="0"/>
                          <a:ea typeface="黑体" pitchFamily="2" charset="-122"/>
                          <a:sym typeface="Symbol" pitchFamily="18" charset="2"/>
                        </a:rPr>
                        <a:t></a:t>
                      </a:r>
                      <a:r>
                        <a:rPr kumimoji="0" lang="en-US" altLang="zh-CN" sz="2800" b="1" i="1" u="none" strike="noStrike" cap="none" normalizeH="0" baseline="0">
                          <a:ln>
                            <a:noFill/>
                          </a:ln>
                          <a:solidFill>
                            <a:schemeClr val="tx1"/>
                          </a:solidFill>
                          <a:effectLst/>
                          <a:latin typeface="Times New Roman" pitchFamily="18" charset="0"/>
                          <a:ea typeface="黑体" pitchFamily="2" charset="-122"/>
                          <a:sym typeface="Symbol" pitchFamily="18" charset="2"/>
                        </a:rPr>
                        <a:t>T</a:t>
                      </a:r>
                      <a:r>
                        <a:rPr kumimoji="0" lang="en-US" altLang="zh-CN" sz="2800" b="1" i="1" u="none" strike="noStrike" cap="none" normalizeH="0" baseline="0">
                          <a:ln>
                            <a:noFill/>
                          </a:ln>
                          <a:solidFill>
                            <a:schemeClr val="tx1"/>
                          </a:solidFill>
                          <a:effectLst/>
                          <a:latin typeface="Times New Roman" pitchFamily="18" charset="0"/>
                          <a:ea typeface="黑体" pitchFamily="2" charset="-122"/>
                        </a:rPr>
                        <a:t> </a:t>
                      </a:r>
                      <a:r>
                        <a:rPr kumimoji="0" lang="en-US" altLang="zh-CN" sz="2800" b="1" i="0" u="none" strike="noStrike" cap="none" normalizeH="0" baseline="0">
                          <a:ln>
                            <a:noFill/>
                          </a:ln>
                          <a:solidFill>
                            <a:schemeClr val="tx1"/>
                          </a:solidFill>
                          <a:effectLst/>
                          <a:latin typeface="Times New Roman" pitchFamily="18" charset="0"/>
                          <a:ea typeface="黑体" pitchFamily="2" charset="-122"/>
                          <a:sym typeface="Symbol" pitchFamily="18" charset="2"/>
                        </a:rPr>
                        <a:t></a:t>
                      </a:r>
                      <a:r>
                        <a:rPr kumimoji="0" lang="en-US" altLang="zh-CN" sz="2800" b="1" i="1" u="none" strike="noStrike" cap="none" normalizeH="0" baseline="0">
                          <a:ln>
                            <a:noFill/>
                          </a:ln>
                          <a:solidFill>
                            <a:schemeClr val="tx1"/>
                          </a:solidFill>
                          <a:effectLst/>
                          <a:latin typeface="Times New Roman" pitchFamily="18" charset="0"/>
                          <a:ea typeface="黑体" pitchFamily="2" charset="-122"/>
                          <a:sym typeface="Symbol" pitchFamily="18" charset="2"/>
                        </a:rPr>
                        <a:t>F</a:t>
                      </a:r>
                    </a:p>
                  </a:txBody>
                  <a:tcPr marT="45691" marB="45691" horzOverflow="overflow">
                    <a:lnL w="28575"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
                          <a:schemeClr val="folHlink"/>
                        </a:buClr>
                        <a:buSzPct val="60000"/>
                        <a:buFont typeface="Wingdings" pitchFamily="2" charset="2"/>
                        <a:buNone/>
                        <a:tabLst/>
                      </a:pPr>
                      <a:r>
                        <a:rPr kumimoji="0" lang="en-US" altLang="zh-CN" sz="2800" b="1" i="0" u="none" strike="noStrike" cap="none" normalizeH="0" baseline="0">
                          <a:ln>
                            <a:noFill/>
                          </a:ln>
                          <a:solidFill>
                            <a:schemeClr val="tx1"/>
                          </a:solidFill>
                          <a:effectLst/>
                          <a:latin typeface="Times New Roman" pitchFamily="18" charset="0"/>
                          <a:ea typeface="黑体" pitchFamily="2" charset="-122"/>
                          <a:cs typeface="Times New Roman" pitchFamily="18" charset="0"/>
                          <a:sym typeface="Symbol" pitchFamily="18" charset="2"/>
                        </a:rPr>
                        <a:t>             +</a:t>
                      </a:r>
                      <a:r>
                        <a:rPr kumimoji="0" lang="en-US" altLang="zh-CN" sz="2800" b="1" i="0" u="none" strike="noStrike" cap="none" normalizeH="0" baseline="0">
                          <a:ln>
                            <a:noFill/>
                          </a:ln>
                          <a:solidFill>
                            <a:schemeClr val="tx1"/>
                          </a:solidFill>
                          <a:effectLst/>
                          <a:latin typeface="Times New Roman" pitchFamily="18" charset="0"/>
                          <a:ea typeface="黑体" pitchFamily="2" charset="-122"/>
                        </a:rPr>
                        <a:t> id $</a:t>
                      </a:r>
                    </a:p>
                  </a:txBody>
                  <a:tcPr marT="45691" marB="45691"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
                          <a:schemeClr val="folHlink"/>
                        </a:buClr>
                        <a:buSzPct val="60000"/>
                        <a:buFont typeface="Wingdings" pitchFamily="2" charset="2"/>
                        <a:buNone/>
                        <a:tabLst/>
                      </a:pPr>
                      <a:r>
                        <a:rPr kumimoji="0" lang="zh-CN" altLang="en-US" sz="2000" b="0" i="0" u="none" strike="noStrike" cap="none" normalizeH="0" baseline="0">
                          <a:ln>
                            <a:noFill/>
                          </a:ln>
                          <a:solidFill>
                            <a:schemeClr val="accent2"/>
                          </a:solidFill>
                          <a:effectLst/>
                          <a:latin typeface="Times New Roman" pitchFamily="18" charset="0"/>
                          <a:ea typeface="黑体" pitchFamily="2" charset="-122"/>
                        </a:rPr>
                        <a:t>出错：“</a:t>
                      </a:r>
                      <a:r>
                        <a:rPr kumimoji="0" lang="en-US" altLang="zh-CN" sz="2000" b="1" i="0" u="none" strike="noStrike" cap="none" normalizeH="0" baseline="0">
                          <a:ln>
                            <a:noFill/>
                          </a:ln>
                          <a:solidFill>
                            <a:schemeClr val="accent2"/>
                          </a:solidFill>
                          <a:effectLst/>
                          <a:latin typeface="Times New Roman" pitchFamily="18" charset="0"/>
                          <a:ea typeface="黑体" pitchFamily="2" charset="-122"/>
                        </a:rPr>
                        <a:t>+</a:t>
                      </a:r>
                      <a:r>
                        <a:rPr kumimoji="0" lang="en-US" altLang="zh-CN" sz="2000" b="0" i="0" u="none" strike="noStrike" cap="none" normalizeH="0" baseline="0">
                          <a:ln>
                            <a:noFill/>
                          </a:ln>
                          <a:solidFill>
                            <a:schemeClr val="accent2"/>
                          </a:solidFill>
                          <a:effectLst/>
                          <a:latin typeface="Times New Roman" pitchFamily="18" charset="0"/>
                          <a:ea typeface="黑体" pitchFamily="2" charset="-122"/>
                        </a:rPr>
                        <a:t>”</a:t>
                      </a:r>
                      <a:r>
                        <a:rPr kumimoji="0" lang="zh-CN" altLang="en-US" sz="2000" b="0" i="0" u="none" strike="noStrike" cap="none" normalizeH="0" baseline="0">
                          <a:ln>
                            <a:noFill/>
                          </a:ln>
                          <a:solidFill>
                            <a:schemeClr val="accent2"/>
                          </a:solidFill>
                          <a:effectLst/>
                          <a:latin typeface="Times New Roman" pitchFamily="18" charset="0"/>
                          <a:ea typeface="黑体" pitchFamily="2" charset="-122"/>
                        </a:rPr>
                        <a:t>在</a:t>
                      </a:r>
                      <a:r>
                        <a:rPr kumimoji="0" lang="en-US" altLang="zh-CN" sz="2000" b="1" i="1" u="none" strike="noStrike" cap="none" normalizeH="0" baseline="0">
                          <a:ln>
                            <a:noFill/>
                          </a:ln>
                          <a:solidFill>
                            <a:schemeClr val="accent2"/>
                          </a:solidFill>
                          <a:effectLst/>
                          <a:latin typeface="Times New Roman" pitchFamily="18" charset="0"/>
                          <a:ea typeface="黑体" pitchFamily="2" charset="-122"/>
                        </a:rPr>
                        <a:t>F</a:t>
                      </a:r>
                      <a:r>
                        <a:rPr kumimoji="0" lang="zh-CN" altLang="en-US" sz="2000" b="0" i="0" u="none" strike="noStrike" cap="none" normalizeH="0" baseline="0">
                          <a:ln>
                            <a:noFill/>
                          </a:ln>
                          <a:solidFill>
                            <a:schemeClr val="accent2"/>
                          </a:solidFill>
                          <a:effectLst/>
                          <a:latin typeface="Times New Roman" pitchFamily="18" charset="0"/>
                          <a:ea typeface="黑体" pitchFamily="2" charset="-122"/>
                        </a:rPr>
                        <a:t>的</a:t>
                      </a:r>
                      <a:r>
                        <a:rPr kumimoji="0" lang="en-US" altLang="zh-CN" sz="2000" b="1" i="0" u="none" strike="noStrike" cap="none" normalizeH="0" baseline="0">
                          <a:ln>
                            <a:noFill/>
                          </a:ln>
                          <a:solidFill>
                            <a:schemeClr val="accent2"/>
                          </a:solidFill>
                          <a:effectLst/>
                          <a:latin typeface="Times New Roman" pitchFamily="18" charset="0"/>
                          <a:ea typeface="黑体" pitchFamily="2" charset="-122"/>
                        </a:rPr>
                        <a:t>Follow</a:t>
                      </a:r>
                      <a:r>
                        <a:rPr kumimoji="0" lang="zh-CN" altLang="en-US" sz="2000" b="0" i="0" u="none" strike="noStrike" cap="none" normalizeH="0" baseline="0">
                          <a:ln>
                            <a:noFill/>
                          </a:ln>
                          <a:solidFill>
                            <a:schemeClr val="accent2"/>
                          </a:solidFill>
                          <a:effectLst/>
                          <a:latin typeface="Times New Roman" pitchFamily="18" charset="0"/>
                          <a:ea typeface="黑体" pitchFamily="2" charset="-122"/>
                        </a:rPr>
                        <a:t>同步集合中，无须跳过任何记号；</a:t>
                      </a:r>
                      <a:r>
                        <a:rPr kumimoji="0" lang="en-US" altLang="zh-CN" sz="2000" b="1" i="1" u="none" strike="noStrike" cap="none" normalizeH="0" baseline="0">
                          <a:ln>
                            <a:noFill/>
                          </a:ln>
                          <a:solidFill>
                            <a:schemeClr val="accent2"/>
                          </a:solidFill>
                          <a:effectLst/>
                          <a:latin typeface="Times New Roman" pitchFamily="18" charset="0"/>
                          <a:ea typeface="黑体" pitchFamily="2" charset="-122"/>
                        </a:rPr>
                        <a:t>F</a:t>
                      </a:r>
                      <a:r>
                        <a:rPr kumimoji="0" lang="zh-CN" altLang="en-US" sz="2000" b="0" i="0" u="none" strike="noStrike" cap="none" normalizeH="0" baseline="0">
                          <a:ln>
                            <a:noFill/>
                          </a:ln>
                          <a:solidFill>
                            <a:schemeClr val="accent2"/>
                          </a:solidFill>
                          <a:effectLst/>
                          <a:latin typeface="Times New Roman" pitchFamily="18" charset="0"/>
                          <a:ea typeface="黑体" pitchFamily="2" charset="-122"/>
                        </a:rPr>
                        <a:t>被弹出</a:t>
                      </a:r>
                    </a:p>
                  </a:txBody>
                  <a:tcPr marT="45691" marB="45691" horzOverflow="overflow">
                    <a:lnL w="12700" cap="flat" cmpd="sng" algn="ctr">
                      <a:solidFill>
                        <a:schemeClr val="tx1"/>
                      </a:solidFill>
                      <a:prstDash val="solid"/>
                      <a:round/>
                      <a:headEnd type="none" w="sm" len="sm"/>
                      <a:tailEnd type="none" w="sm" len="sm"/>
                    </a:lnL>
                    <a:lnR w="28575"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1"/>
                  </a:ext>
                </a:extLst>
              </a:tr>
              <a:tr h="518085">
                <a:tc>
                  <a:txBody>
                    <a:bodyPr/>
                    <a:lstStyle/>
                    <a:p>
                      <a:pPr marL="0" marR="0" lvl="0" indent="0" algn="l" defTabSz="914400" rtl="0" eaLnBrk="1" fontAlgn="base" latinLnBrk="0" hangingPunct="1">
                        <a:lnSpc>
                          <a:spcPct val="100000"/>
                        </a:lnSpc>
                        <a:spcBef>
                          <a:spcPct val="20000"/>
                        </a:spcBef>
                        <a:spcAft>
                          <a:spcPct val="0"/>
                        </a:spcAft>
                        <a:buClr>
                          <a:schemeClr val="folHlink"/>
                        </a:buClr>
                        <a:buSzPct val="60000"/>
                        <a:buFont typeface="Wingdings" pitchFamily="2" charset="2"/>
                        <a:buNone/>
                        <a:tabLst/>
                      </a:pPr>
                      <a:endParaRPr kumimoji="0" lang="zh-CN" altLang="zh-CN" sz="2800" b="1" i="0" u="none" strike="noStrike" cap="none" normalizeH="0" baseline="0">
                        <a:ln>
                          <a:noFill/>
                        </a:ln>
                        <a:solidFill>
                          <a:schemeClr val="tx1"/>
                        </a:solidFill>
                        <a:effectLst/>
                        <a:latin typeface="Times New Roman" pitchFamily="18" charset="0"/>
                        <a:ea typeface="黑体" pitchFamily="2" charset="-122"/>
                        <a:sym typeface="Symbol" pitchFamily="18" charset="2"/>
                      </a:endParaRPr>
                    </a:p>
                  </a:txBody>
                  <a:tcPr marT="45691" marB="45691" horzOverflow="overflow">
                    <a:lnL w="28575"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
                          <a:schemeClr val="folHlink"/>
                        </a:buClr>
                        <a:buSzPct val="60000"/>
                        <a:buFont typeface="Wingdings" pitchFamily="2" charset="2"/>
                        <a:buNone/>
                        <a:tabLst/>
                      </a:pPr>
                      <a:endParaRPr kumimoji="0" lang="zh-CN" altLang="zh-CN" sz="2800" b="1" i="0" u="none" strike="noStrike" cap="none" normalizeH="0" baseline="0">
                        <a:ln>
                          <a:noFill/>
                        </a:ln>
                        <a:solidFill>
                          <a:schemeClr val="tx1"/>
                        </a:solidFill>
                        <a:effectLst/>
                        <a:latin typeface="Times New Roman" pitchFamily="18" charset="0"/>
                        <a:ea typeface="黑体" pitchFamily="2" charset="-122"/>
                      </a:endParaRPr>
                    </a:p>
                  </a:txBody>
                  <a:tcPr marT="45691" marB="45691"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
                          <a:schemeClr val="folHlink"/>
                        </a:buClr>
                        <a:buSzPct val="60000"/>
                        <a:buFont typeface="Wingdings" pitchFamily="2" charset="2"/>
                        <a:buNone/>
                        <a:tabLst/>
                      </a:pPr>
                      <a:endParaRPr kumimoji="0" lang="zh-CN" altLang="zh-CN" sz="2800" b="0" i="0" u="none" strike="noStrike" cap="none" normalizeH="0" baseline="0">
                        <a:ln>
                          <a:noFill/>
                        </a:ln>
                        <a:solidFill>
                          <a:schemeClr val="tx2"/>
                        </a:solidFill>
                        <a:effectLst/>
                        <a:latin typeface="Times New Roman" pitchFamily="18" charset="0"/>
                        <a:ea typeface="黑体" pitchFamily="2" charset="-122"/>
                      </a:endParaRPr>
                    </a:p>
                  </a:txBody>
                  <a:tcPr marT="45691" marB="45691" horzOverflow="overflow">
                    <a:lnL w="12700" cap="flat" cmpd="sng" algn="ctr">
                      <a:solidFill>
                        <a:schemeClr val="tx1"/>
                      </a:solidFill>
                      <a:prstDash val="solid"/>
                      <a:round/>
                      <a:headEnd type="none" w="sm" len="sm"/>
                      <a:tailEnd type="none" w="sm" len="sm"/>
                    </a:lnL>
                    <a:lnR w="28575" cap="flat" cmpd="sng" algn="ctr">
                      <a:solidFill>
                        <a:schemeClr val="tx1"/>
                      </a:solidFill>
                      <a:prstDash val="solid"/>
                      <a:round/>
                      <a:headEnd type="none" w="sm" len="sm"/>
                      <a:tailEnd type="none" w="sm" len="sm"/>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2"/>
                  </a:ext>
                </a:extLst>
              </a:tr>
              <a:tr h="518085">
                <a:tc>
                  <a:txBody>
                    <a:bodyPr/>
                    <a:lstStyle/>
                    <a:p>
                      <a:pPr marL="0" marR="0" lvl="0" indent="0" algn="l" defTabSz="914400" rtl="0" eaLnBrk="1" fontAlgn="base" latinLnBrk="0" hangingPunct="1">
                        <a:lnSpc>
                          <a:spcPct val="100000"/>
                        </a:lnSpc>
                        <a:spcBef>
                          <a:spcPct val="20000"/>
                        </a:spcBef>
                        <a:spcAft>
                          <a:spcPct val="0"/>
                        </a:spcAft>
                        <a:buClr>
                          <a:schemeClr val="folHlink"/>
                        </a:buClr>
                        <a:buSzPct val="60000"/>
                        <a:buFont typeface="Wingdings" pitchFamily="2" charset="2"/>
                        <a:buNone/>
                        <a:tabLst/>
                      </a:pPr>
                      <a:endParaRPr kumimoji="0" lang="zh-CN" altLang="zh-CN" sz="2800" b="1" i="0" u="none" strike="noStrike" cap="none" normalizeH="0" baseline="0">
                        <a:ln>
                          <a:noFill/>
                        </a:ln>
                        <a:solidFill>
                          <a:schemeClr val="tx1"/>
                        </a:solidFill>
                        <a:effectLst/>
                        <a:latin typeface="Times New Roman" pitchFamily="18" charset="0"/>
                        <a:ea typeface="黑体" pitchFamily="2" charset="-122"/>
                        <a:sym typeface="Symbol" pitchFamily="18" charset="2"/>
                      </a:endParaRPr>
                    </a:p>
                  </a:txBody>
                  <a:tcPr marT="45691" marB="45691" horzOverflow="overflow">
                    <a:lnL w="28575"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
                          <a:schemeClr val="folHlink"/>
                        </a:buClr>
                        <a:buSzPct val="60000"/>
                        <a:buFont typeface="Wingdings" pitchFamily="2" charset="2"/>
                        <a:buNone/>
                        <a:tabLst/>
                      </a:pPr>
                      <a:endParaRPr kumimoji="0" lang="zh-CN" altLang="zh-CN" sz="2800" b="1" i="0" u="none" strike="noStrike" cap="none" normalizeH="0" baseline="0">
                        <a:ln>
                          <a:noFill/>
                        </a:ln>
                        <a:solidFill>
                          <a:schemeClr val="tx1"/>
                        </a:solidFill>
                        <a:effectLst/>
                        <a:latin typeface="Times New Roman" pitchFamily="18" charset="0"/>
                        <a:ea typeface="黑体" pitchFamily="2" charset="-122"/>
                      </a:endParaRPr>
                    </a:p>
                  </a:txBody>
                  <a:tcPr marT="45691" marB="45691"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
                          <a:schemeClr val="folHlink"/>
                        </a:buClr>
                        <a:buSzPct val="60000"/>
                        <a:buFont typeface="Wingdings" pitchFamily="2" charset="2"/>
                        <a:buNone/>
                        <a:tabLst/>
                      </a:pPr>
                      <a:endParaRPr kumimoji="0" lang="zh-CN" altLang="zh-CN" sz="2800" b="1" i="0" u="none" strike="noStrike" cap="none" normalizeH="0" baseline="0">
                        <a:ln>
                          <a:noFill/>
                        </a:ln>
                        <a:solidFill>
                          <a:schemeClr val="tx1"/>
                        </a:solidFill>
                        <a:effectLst/>
                        <a:latin typeface="Times New Roman" pitchFamily="18" charset="0"/>
                        <a:ea typeface="黑体" pitchFamily="2" charset="-122"/>
                        <a:sym typeface="Symbol" pitchFamily="18" charset="2"/>
                      </a:endParaRPr>
                    </a:p>
                  </a:txBody>
                  <a:tcPr marT="45691" marB="45691" horzOverflow="overflow">
                    <a:lnL w="12700" cap="flat" cmpd="sng" algn="ctr">
                      <a:solidFill>
                        <a:schemeClr val="tx1"/>
                      </a:solidFill>
                      <a:prstDash val="solid"/>
                      <a:round/>
                      <a:headEnd type="none" w="sm" len="sm"/>
                      <a:tailEnd type="none" w="sm" len="sm"/>
                    </a:lnL>
                    <a:lnR w="28575" cap="flat" cmpd="sng" algn="ctr">
                      <a:solidFill>
                        <a:schemeClr val="tx1"/>
                      </a:solidFill>
                      <a:prstDash val="solid"/>
                      <a:round/>
                      <a:headEnd type="none" w="sm" len="sm"/>
                      <a:tailEnd type="none" w="sm" len="sm"/>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3"/>
                  </a:ext>
                </a:extLst>
              </a:tr>
              <a:tr h="518085">
                <a:tc>
                  <a:txBody>
                    <a:bodyPr/>
                    <a:lstStyle/>
                    <a:p>
                      <a:pPr marL="0" marR="0" lvl="0" indent="0" algn="l" defTabSz="914400" rtl="0" eaLnBrk="1" fontAlgn="base" latinLnBrk="0" hangingPunct="1">
                        <a:lnSpc>
                          <a:spcPct val="100000"/>
                        </a:lnSpc>
                        <a:spcBef>
                          <a:spcPct val="20000"/>
                        </a:spcBef>
                        <a:spcAft>
                          <a:spcPct val="0"/>
                        </a:spcAft>
                        <a:buClr>
                          <a:schemeClr val="folHlink"/>
                        </a:buClr>
                        <a:buSzPct val="60000"/>
                        <a:buFont typeface="Wingdings" pitchFamily="2" charset="2"/>
                        <a:buNone/>
                        <a:tabLst/>
                      </a:pPr>
                      <a:endParaRPr kumimoji="0" lang="zh-CN" altLang="zh-CN" sz="2800" b="1" i="0" u="none" strike="noStrike" cap="none" normalizeH="0" baseline="0">
                        <a:ln>
                          <a:noFill/>
                        </a:ln>
                        <a:solidFill>
                          <a:schemeClr val="tx1"/>
                        </a:solidFill>
                        <a:effectLst/>
                        <a:latin typeface="Times New Roman" pitchFamily="18" charset="0"/>
                        <a:ea typeface="黑体" pitchFamily="2" charset="-122"/>
                        <a:sym typeface="Symbol" pitchFamily="18" charset="2"/>
                      </a:endParaRPr>
                    </a:p>
                  </a:txBody>
                  <a:tcPr marT="45691" marB="45691" horzOverflow="overflow">
                    <a:lnL w="28575"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
                          <a:schemeClr val="folHlink"/>
                        </a:buClr>
                        <a:buSzPct val="60000"/>
                        <a:buFont typeface="Wingdings" pitchFamily="2" charset="2"/>
                        <a:buNone/>
                        <a:tabLst/>
                      </a:pPr>
                      <a:endParaRPr kumimoji="0" lang="zh-CN" altLang="zh-CN" sz="2800" b="1" i="0" u="none" strike="noStrike" cap="none" normalizeH="0" baseline="0">
                        <a:ln>
                          <a:noFill/>
                        </a:ln>
                        <a:solidFill>
                          <a:schemeClr val="tx1"/>
                        </a:solidFill>
                        <a:effectLst/>
                        <a:latin typeface="Times New Roman" pitchFamily="18" charset="0"/>
                        <a:ea typeface="黑体" pitchFamily="2" charset="-122"/>
                      </a:endParaRPr>
                    </a:p>
                  </a:txBody>
                  <a:tcPr marT="45691" marB="45691"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
                          <a:schemeClr val="folHlink"/>
                        </a:buClr>
                        <a:buSzPct val="60000"/>
                        <a:buFont typeface="Wingdings" pitchFamily="2" charset="2"/>
                        <a:buNone/>
                        <a:tabLst/>
                      </a:pPr>
                      <a:endParaRPr kumimoji="0" lang="zh-CN" altLang="zh-CN" sz="2800" b="1" i="0" u="none" strike="noStrike" cap="none" normalizeH="0" baseline="0">
                        <a:ln>
                          <a:noFill/>
                        </a:ln>
                        <a:solidFill>
                          <a:schemeClr val="tx1"/>
                        </a:solidFill>
                        <a:effectLst/>
                        <a:latin typeface="Times New Roman" pitchFamily="18" charset="0"/>
                        <a:ea typeface="黑体" pitchFamily="2" charset="-122"/>
                        <a:sym typeface="Symbol" pitchFamily="18" charset="2"/>
                      </a:endParaRPr>
                    </a:p>
                  </a:txBody>
                  <a:tcPr marT="45691" marB="45691" horzOverflow="overflow">
                    <a:lnL w="12700" cap="flat" cmpd="sng" algn="ctr">
                      <a:solidFill>
                        <a:schemeClr val="tx1"/>
                      </a:solidFill>
                      <a:prstDash val="solid"/>
                      <a:round/>
                      <a:headEnd type="none" w="sm" len="sm"/>
                      <a:tailEnd type="none" w="sm" len="sm"/>
                    </a:lnL>
                    <a:lnR w="28575" cap="flat" cmpd="sng" algn="ctr">
                      <a:solidFill>
                        <a:schemeClr val="tx1"/>
                      </a:solidFill>
                      <a:prstDash val="solid"/>
                      <a:round/>
                      <a:headEnd type="none" w="sm" len="sm"/>
                      <a:tailEnd type="none" w="sm" len="sm"/>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4"/>
                  </a:ext>
                </a:extLst>
              </a:tr>
              <a:tr h="518085">
                <a:tc>
                  <a:txBody>
                    <a:bodyPr/>
                    <a:lstStyle/>
                    <a:p>
                      <a:pPr marL="0" marR="0" lvl="0" indent="0" algn="l" defTabSz="914400" rtl="0" eaLnBrk="1" fontAlgn="base" latinLnBrk="0" hangingPunct="1">
                        <a:lnSpc>
                          <a:spcPct val="100000"/>
                        </a:lnSpc>
                        <a:spcBef>
                          <a:spcPct val="20000"/>
                        </a:spcBef>
                        <a:spcAft>
                          <a:spcPct val="0"/>
                        </a:spcAft>
                        <a:buClr>
                          <a:schemeClr val="folHlink"/>
                        </a:buClr>
                        <a:buSzPct val="60000"/>
                        <a:buFont typeface="Wingdings" pitchFamily="2" charset="2"/>
                        <a:buNone/>
                        <a:tabLst/>
                      </a:pPr>
                      <a:endParaRPr kumimoji="0" lang="zh-CN" altLang="zh-CN" sz="2800" b="1" i="1" u="none" strike="noStrike" cap="none" normalizeH="0" baseline="0">
                        <a:ln>
                          <a:noFill/>
                        </a:ln>
                        <a:solidFill>
                          <a:schemeClr val="tx1"/>
                        </a:solidFill>
                        <a:effectLst/>
                        <a:latin typeface="Times New Roman" pitchFamily="18" charset="0"/>
                        <a:ea typeface="黑体" pitchFamily="2" charset="-122"/>
                        <a:sym typeface="Symbol" pitchFamily="18" charset="2"/>
                      </a:endParaRPr>
                    </a:p>
                  </a:txBody>
                  <a:tcPr marT="45691" marB="45691" horzOverflow="overflow">
                    <a:lnL w="28575"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
                          <a:schemeClr val="folHlink"/>
                        </a:buClr>
                        <a:buSzPct val="60000"/>
                        <a:buFont typeface="Wingdings" pitchFamily="2" charset="2"/>
                        <a:buNone/>
                        <a:tabLst/>
                      </a:pPr>
                      <a:endParaRPr kumimoji="0" lang="zh-CN" altLang="zh-CN" sz="2800" b="1" i="0" u="none" strike="noStrike" cap="none" normalizeH="0" baseline="0">
                        <a:ln>
                          <a:noFill/>
                        </a:ln>
                        <a:solidFill>
                          <a:schemeClr val="tx1"/>
                        </a:solidFill>
                        <a:effectLst/>
                        <a:latin typeface="Times New Roman" pitchFamily="18" charset="0"/>
                        <a:ea typeface="黑体" pitchFamily="2" charset="-122"/>
                      </a:endParaRPr>
                    </a:p>
                  </a:txBody>
                  <a:tcPr marT="45691" marB="45691"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
                          <a:schemeClr val="folHlink"/>
                        </a:buClr>
                        <a:buSzPct val="60000"/>
                        <a:buFont typeface="Wingdings" pitchFamily="2" charset="2"/>
                        <a:buNone/>
                        <a:tabLst/>
                      </a:pPr>
                      <a:endParaRPr kumimoji="0" lang="zh-CN" altLang="zh-CN" sz="2800" b="0" i="0" u="none" strike="noStrike" cap="none" normalizeH="0" baseline="0">
                        <a:ln>
                          <a:noFill/>
                        </a:ln>
                        <a:solidFill>
                          <a:schemeClr val="tx2"/>
                        </a:solidFill>
                        <a:effectLst/>
                        <a:latin typeface="Times New Roman" pitchFamily="18" charset="0"/>
                        <a:ea typeface="黑体" pitchFamily="2" charset="-122"/>
                      </a:endParaRPr>
                    </a:p>
                  </a:txBody>
                  <a:tcPr marT="45691" marB="45691" horzOverflow="overflow">
                    <a:lnL w="12700" cap="flat" cmpd="sng" algn="ctr">
                      <a:solidFill>
                        <a:schemeClr val="tx1"/>
                      </a:solidFill>
                      <a:prstDash val="solid"/>
                      <a:round/>
                      <a:headEnd type="none" w="sm" len="sm"/>
                      <a:tailEnd type="none" w="sm" len="sm"/>
                    </a:lnL>
                    <a:lnR w="28575" cap="flat" cmpd="sng" algn="ctr">
                      <a:solidFill>
                        <a:schemeClr val="tx1"/>
                      </a:solidFill>
                      <a:prstDash val="solid"/>
                      <a:round/>
                      <a:headEnd type="none" w="sm" len="sm"/>
                      <a:tailEnd type="none" w="sm" len="sm"/>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5"/>
                  </a:ext>
                </a:extLst>
              </a:tr>
              <a:tr h="518085">
                <a:tc>
                  <a:txBody>
                    <a:bodyPr/>
                    <a:lstStyle/>
                    <a:p>
                      <a:pPr marL="0" marR="0" lvl="0" indent="0" algn="l" defTabSz="914400" rtl="0" eaLnBrk="1" fontAlgn="base" latinLnBrk="0" hangingPunct="1">
                        <a:lnSpc>
                          <a:spcPct val="100000"/>
                        </a:lnSpc>
                        <a:spcBef>
                          <a:spcPct val="20000"/>
                        </a:spcBef>
                        <a:spcAft>
                          <a:spcPct val="0"/>
                        </a:spcAft>
                        <a:buClr>
                          <a:schemeClr val="folHlink"/>
                        </a:buClr>
                        <a:buSzPct val="60000"/>
                        <a:buFont typeface="Wingdings" pitchFamily="2" charset="2"/>
                        <a:buNone/>
                        <a:tabLst/>
                      </a:pPr>
                      <a:endParaRPr kumimoji="0" lang="zh-CN" altLang="zh-CN" sz="2800" b="1" i="1" u="none" strike="noStrike" cap="none" normalizeH="0" baseline="0">
                        <a:ln>
                          <a:noFill/>
                        </a:ln>
                        <a:solidFill>
                          <a:schemeClr val="tx1"/>
                        </a:solidFill>
                        <a:effectLst/>
                        <a:latin typeface="Times New Roman" pitchFamily="18" charset="0"/>
                        <a:ea typeface="黑体" pitchFamily="2" charset="-122"/>
                        <a:sym typeface="Symbol" pitchFamily="18" charset="2"/>
                      </a:endParaRPr>
                    </a:p>
                  </a:txBody>
                  <a:tcPr marT="45691" marB="45691" horzOverflow="overflow">
                    <a:lnL w="28575"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
                          <a:schemeClr val="folHlink"/>
                        </a:buClr>
                        <a:buSzPct val="60000"/>
                        <a:buFont typeface="Wingdings" pitchFamily="2" charset="2"/>
                        <a:buNone/>
                        <a:tabLst/>
                      </a:pPr>
                      <a:endParaRPr kumimoji="0" lang="zh-CN" altLang="zh-CN" sz="2800" b="1" i="0" u="none" strike="noStrike" cap="none" normalizeH="0" baseline="0">
                        <a:ln>
                          <a:noFill/>
                        </a:ln>
                        <a:solidFill>
                          <a:schemeClr val="tx1"/>
                        </a:solidFill>
                        <a:effectLst/>
                        <a:latin typeface="Times New Roman" pitchFamily="18" charset="0"/>
                        <a:ea typeface="黑体" pitchFamily="2" charset="-122"/>
                      </a:endParaRPr>
                    </a:p>
                  </a:txBody>
                  <a:tcPr marT="45691" marB="45691"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
                          <a:schemeClr val="folHlink"/>
                        </a:buClr>
                        <a:buSzPct val="60000"/>
                        <a:buFont typeface="Wingdings" pitchFamily="2" charset="2"/>
                        <a:buNone/>
                        <a:tabLst/>
                      </a:pPr>
                      <a:endParaRPr kumimoji="0" lang="zh-CN" altLang="zh-CN" sz="2800" b="0" i="0" u="none" strike="noStrike" cap="none" normalizeH="0" baseline="0">
                        <a:ln>
                          <a:noFill/>
                        </a:ln>
                        <a:solidFill>
                          <a:schemeClr val="tx2"/>
                        </a:solidFill>
                        <a:effectLst/>
                        <a:latin typeface="Times New Roman" pitchFamily="18" charset="0"/>
                        <a:ea typeface="黑体" pitchFamily="2" charset="-122"/>
                      </a:endParaRPr>
                    </a:p>
                  </a:txBody>
                  <a:tcPr marT="45691" marB="45691" horzOverflow="overflow">
                    <a:lnL w="12700" cap="flat" cmpd="sng" algn="ctr">
                      <a:solidFill>
                        <a:schemeClr val="tx1"/>
                      </a:solidFill>
                      <a:prstDash val="solid"/>
                      <a:round/>
                      <a:headEnd type="none" w="sm" len="sm"/>
                      <a:tailEnd type="none" w="sm" len="sm"/>
                    </a:lnL>
                    <a:lnR w="28575" cap="flat" cmpd="sng" algn="ctr">
                      <a:solidFill>
                        <a:schemeClr val="tx1"/>
                      </a:solidFill>
                      <a:prstDash val="solid"/>
                      <a:round/>
                      <a:headEnd type="none" w="sm" len="sm"/>
                      <a:tailEnd type="none" w="sm" len="sm"/>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6"/>
                  </a:ext>
                </a:extLst>
              </a:tr>
              <a:tr h="518085">
                <a:tc>
                  <a:txBody>
                    <a:bodyPr/>
                    <a:lstStyle/>
                    <a:p>
                      <a:pPr marL="0" marR="0" lvl="0" indent="0" algn="l" defTabSz="914400" rtl="0" eaLnBrk="1" fontAlgn="base" latinLnBrk="0" hangingPunct="1">
                        <a:lnSpc>
                          <a:spcPct val="100000"/>
                        </a:lnSpc>
                        <a:spcBef>
                          <a:spcPct val="20000"/>
                        </a:spcBef>
                        <a:spcAft>
                          <a:spcPct val="0"/>
                        </a:spcAft>
                        <a:buClr>
                          <a:schemeClr val="folHlink"/>
                        </a:buClr>
                        <a:buSzPct val="60000"/>
                        <a:buFont typeface="Wingdings" pitchFamily="2" charset="2"/>
                        <a:buNone/>
                        <a:tabLst/>
                      </a:pPr>
                      <a:endParaRPr kumimoji="0" lang="zh-CN" altLang="zh-CN" sz="2800" b="1" i="0" u="none" strike="noStrike" cap="none" normalizeH="0" baseline="0">
                        <a:ln>
                          <a:noFill/>
                        </a:ln>
                        <a:solidFill>
                          <a:schemeClr val="tx1"/>
                        </a:solidFill>
                        <a:effectLst/>
                        <a:latin typeface="Times New Roman" pitchFamily="18" charset="0"/>
                        <a:ea typeface="黑体" pitchFamily="2" charset="-122"/>
                        <a:sym typeface="Symbol" pitchFamily="18" charset="2"/>
                      </a:endParaRPr>
                    </a:p>
                  </a:txBody>
                  <a:tcPr marT="45691" marB="45691" horzOverflow="overflow">
                    <a:lnL w="28575"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sm" len="sm"/>
                      <a:tailEnd type="none" w="sm" len="sm"/>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
                          <a:schemeClr val="folHlink"/>
                        </a:buClr>
                        <a:buSzPct val="60000"/>
                        <a:buFont typeface="Wingdings" pitchFamily="2" charset="2"/>
                        <a:buNone/>
                        <a:tabLst/>
                      </a:pPr>
                      <a:endParaRPr kumimoji="0" lang="zh-CN" altLang="zh-CN" sz="2800" b="1" i="0" u="none" strike="noStrike" cap="none" normalizeH="0" baseline="0">
                        <a:ln>
                          <a:noFill/>
                        </a:ln>
                        <a:solidFill>
                          <a:schemeClr val="tx1"/>
                        </a:solidFill>
                        <a:effectLst/>
                        <a:latin typeface="Times New Roman" pitchFamily="18" charset="0"/>
                        <a:ea typeface="黑体" pitchFamily="2" charset="-122"/>
                      </a:endParaRPr>
                    </a:p>
                  </a:txBody>
                  <a:tcPr marT="45691" marB="45691"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sm" len="sm"/>
                      <a:tailEnd type="none" w="sm" len="sm"/>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
                          <a:schemeClr val="folHlink"/>
                        </a:buClr>
                        <a:buSzPct val="60000"/>
                        <a:buFont typeface="Wingdings" pitchFamily="2" charset="2"/>
                        <a:buNone/>
                        <a:tabLst/>
                      </a:pPr>
                      <a:endParaRPr kumimoji="0" lang="zh-CN" altLang="zh-CN" sz="2800" b="1" i="0" u="none" strike="noStrike" cap="none" normalizeH="0" baseline="0" dirty="0">
                        <a:ln>
                          <a:noFill/>
                        </a:ln>
                        <a:solidFill>
                          <a:schemeClr val="tx1"/>
                        </a:solidFill>
                        <a:effectLst/>
                        <a:latin typeface="Times New Roman" pitchFamily="18" charset="0"/>
                        <a:ea typeface="黑体" pitchFamily="2" charset="-122"/>
                        <a:sym typeface="Symbol" pitchFamily="18" charset="2"/>
                      </a:endParaRPr>
                    </a:p>
                  </a:txBody>
                  <a:tcPr marT="45691" marB="45691" horzOverflow="overflow">
                    <a:lnL w="12700" cap="flat" cmpd="sng" algn="ctr">
                      <a:solidFill>
                        <a:schemeClr val="tx1"/>
                      </a:solidFill>
                      <a:prstDash val="solid"/>
                      <a:round/>
                      <a:headEnd type="none" w="sm" len="sm"/>
                      <a:tailEnd type="none" w="sm" len="sm"/>
                    </a:lnL>
                    <a:lnR w="28575" cap="flat" cmpd="sng" algn="ctr">
                      <a:solidFill>
                        <a:schemeClr val="tx1"/>
                      </a:solidFill>
                      <a:prstDash val="solid"/>
                      <a:round/>
                      <a:headEnd type="none" w="sm" len="sm"/>
                      <a:tailEnd type="none" w="sm" len="sm"/>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sm" len="sm"/>
                      <a:tailEnd type="none" w="sm" len="sm"/>
                    </a:lnB>
                    <a:lnTlToBr>
                      <a:noFill/>
                    </a:lnTlToBr>
                    <a:lnBlToTr>
                      <a:noFill/>
                    </a:lnBlToTr>
                    <a:noFill/>
                  </a:tcPr>
                </a:tc>
                <a:extLst>
                  <a:ext uri="{0D108BD9-81ED-4DB2-BD59-A6C34878D82A}">
                    <a16:rowId xmlns:a16="http://schemas.microsoft.com/office/drawing/2014/main" val="10007"/>
                  </a:ext>
                </a:extLst>
              </a:tr>
            </a:tbl>
          </a:graphicData>
        </a:graphic>
      </p:graphicFrame>
      <p:sp>
        <p:nvSpPr>
          <p:cNvPr id="2" name="日期占位符 1">
            <a:extLst>
              <a:ext uri="{FF2B5EF4-FFF2-40B4-BE49-F238E27FC236}">
                <a16:creationId xmlns:a16="http://schemas.microsoft.com/office/drawing/2014/main" id="{CCF84A2D-A79A-A337-E736-239931631A90}"/>
              </a:ext>
            </a:extLst>
          </p:cNvPr>
          <p:cNvSpPr>
            <a:spLocks noGrp="1"/>
          </p:cNvSpPr>
          <p:nvPr>
            <p:ph type="dt" sz="half" idx="10"/>
          </p:nvPr>
        </p:nvSpPr>
        <p:spPr/>
        <p:txBody>
          <a:bodyPr/>
          <a:lstStyle/>
          <a:p>
            <a:fld id="{4C0E31DA-66CC-4186-9984-6F47C41E18C1}" type="datetime2">
              <a:rPr lang="zh-CN" altLang="en-US" smtClean="0"/>
              <a:pPr/>
              <a:t>2025年11月26日</a:t>
            </a:fld>
            <a:endParaRPr lang="zh-CN" altLang="en-US"/>
          </a:p>
        </p:txBody>
      </p:sp>
      <p:sp>
        <p:nvSpPr>
          <p:cNvPr id="3" name="页脚占位符 2">
            <a:extLst>
              <a:ext uri="{FF2B5EF4-FFF2-40B4-BE49-F238E27FC236}">
                <a16:creationId xmlns:a16="http://schemas.microsoft.com/office/drawing/2014/main" id="{AD2DDC56-83DB-DD7F-74A8-BCAFA5C7E016}"/>
              </a:ext>
            </a:extLst>
          </p:cNvPr>
          <p:cNvSpPr>
            <a:spLocks noGrp="1"/>
          </p:cNvSpPr>
          <p:nvPr>
            <p:ph type="ftr" sz="quarter" idx="11"/>
          </p:nvPr>
        </p:nvSpPr>
        <p:spPr/>
        <p:txBody>
          <a:bodyPr/>
          <a:lstStyle/>
          <a:p>
            <a:r>
              <a:rPr lang="zh-CN" altLang="en-US"/>
              <a:t>编译原理</a:t>
            </a:r>
            <a:r>
              <a:rPr lang="en-US" altLang="zh-CN"/>
              <a:t>-</a:t>
            </a:r>
            <a:r>
              <a:rPr lang="zh-CN" altLang="en-US"/>
              <a:t>王欣捷</a:t>
            </a:r>
            <a:r>
              <a:rPr lang="en-US" altLang="zh-CN"/>
              <a:t>-</a:t>
            </a:r>
            <a:r>
              <a:rPr lang="zh-CN" altLang="en-US"/>
              <a:t>第三章 语法分析</a:t>
            </a:r>
            <a:r>
              <a:rPr lang="en-US" altLang="zh-CN"/>
              <a:t>(4)</a:t>
            </a:r>
            <a:endParaRPr lang="zh-CN" altLang="en-US"/>
          </a:p>
        </p:txBody>
      </p:sp>
      <p:sp>
        <p:nvSpPr>
          <p:cNvPr id="4" name="灯片编号占位符 3">
            <a:extLst>
              <a:ext uri="{FF2B5EF4-FFF2-40B4-BE49-F238E27FC236}">
                <a16:creationId xmlns:a16="http://schemas.microsoft.com/office/drawing/2014/main" id="{21AC81D2-B6F6-C005-B2CD-54C3F93E6274}"/>
              </a:ext>
            </a:extLst>
          </p:cNvPr>
          <p:cNvSpPr>
            <a:spLocks noGrp="1"/>
          </p:cNvSpPr>
          <p:nvPr>
            <p:ph type="sldNum" sz="quarter" idx="12"/>
          </p:nvPr>
        </p:nvSpPr>
        <p:spPr/>
        <p:txBody>
          <a:bodyPr/>
          <a:lstStyle/>
          <a:p>
            <a:fld id="{094DEB03-EFC6-4C20-8FC8-295189A5386F}" type="slidenum">
              <a:rPr lang="zh-CN" altLang="en-US" smtClean="0"/>
              <a:pPr/>
              <a:t>100</a:t>
            </a:fld>
            <a:endParaRPr lang="zh-CN" altLang="en-US"/>
          </a:p>
        </p:txBody>
      </p:sp>
    </p:spTree>
  </p:cSld>
  <p:clrMapOvr>
    <a:masterClrMapping/>
  </p:clrMapOvr>
</p:sld>
</file>

<file path=ppt/slides/slide10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9570" name="Rectangle 2">
            <a:extLst>
              <a:ext uri="{FF2B5EF4-FFF2-40B4-BE49-F238E27FC236}">
                <a16:creationId xmlns:a16="http://schemas.microsoft.com/office/drawing/2014/main" id="{B6C51C93-977D-423F-B638-33A878159F50}"/>
              </a:ext>
            </a:extLst>
          </p:cNvPr>
          <p:cNvSpPr>
            <a:spLocks noGrp="1" noChangeArrowheads="1"/>
          </p:cNvSpPr>
          <p:nvPr>
            <p:ph type="title"/>
          </p:nvPr>
        </p:nvSpPr>
        <p:spPr/>
        <p:txBody>
          <a:bodyPr/>
          <a:lstStyle/>
          <a:p>
            <a:pPr eaLnBrk="1" hangingPunct="1"/>
            <a:r>
              <a:rPr lang="en-US" altLang="zh-CN" sz="4000"/>
              <a:t>3.3.6 </a:t>
            </a:r>
            <a:r>
              <a:rPr lang="zh-CN" altLang="en-US" sz="4000"/>
              <a:t>预测分析的错误恢复</a:t>
            </a:r>
          </a:p>
        </p:txBody>
      </p:sp>
      <p:sp>
        <p:nvSpPr>
          <p:cNvPr id="109571" name="Rectangle 3">
            <a:extLst>
              <a:ext uri="{FF2B5EF4-FFF2-40B4-BE49-F238E27FC236}">
                <a16:creationId xmlns:a16="http://schemas.microsoft.com/office/drawing/2014/main" id="{EA47B611-39C5-48B9-8BCB-B63EB921C487}"/>
              </a:ext>
            </a:extLst>
          </p:cNvPr>
          <p:cNvSpPr>
            <a:spLocks noGrp="1" noChangeArrowheads="1"/>
          </p:cNvSpPr>
          <p:nvPr>
            <p:ph idx="1"/>
          </p:nvPr>
        </p:nvSpPr>
        <p:spPr/>
        <p:txBody>
          <a:bodyPr/>
          <a:lstStyle/>
          <a:p>
            <a:pPr eaLnBrk="1" hangingPunct="1">
              <a:lnSpc>
                <a:spcPct val="90000"/>
              </a:lnSpc>
              <a:buFont typeface="Wingdings" panose="05000000000000000000" pitchFamily="2" charset="2"/>
              <a:buNone/>
            </a:pPr>
            <a:r>
              <a:rPr lang="zh-CN" altLang="en-US" sz="2800"/>
              <a:t>预测分析器对 </a:t>
            </a:r>
            <a:r>
              <a:rPr lang="en-US" altLang="zh-CN" sz="2800" b="1"/>
              <a:t>+id * +id</a:t>
            </a:r>
            <a:r>
              <a:rPr lang="en-US" altLang="zh-CN" sz="2800"/>
              <a:t> </a:t>
            </a:r>
            <a:r>
              <a:rPr lang="zh-CN" altLang="en-US" sz="2800"/>
              <a:t>的分析和错误恢复</a:t>
            </a:r>
          </a:p>
        </p:txBody>
      </p:sp>
      <p:graphicFrame>
        <p:nvGraphicFramePr>
          <p:cNvPr id="7" name="Group 4">
            <a:extLst>
              <a:ext uri="{FF2B5EF4-FFF2-40B4-BE49-F238E27FC236}">
                <a16:creationId xmlns:a16="http://schemas.microsoft.com/office/drawing/2014/main" id="{6C0B5B2C-8787-48A8-B12C-769E8911F314}"/>
              </a:ext>
            </a:extLst>
          </p:cNvPr>
          <p:cNvGraphicFramePr>
            <a:graphicFrameLocks/>
          </p:cNvGraphicFramePr>
          <p:nvPr>
            <p:extLst>
              <p:ext uri="{D42A27DB-BD31-4B8C-83A1-F6EECF244321}">
                <p14:modId xmlns:p14="http://schemas.microsoft.com/office/powerpoint/2010/main" val="1028164428"/>
              </p:ext>
            </p:extLst>
          </p:nvPr>
        </p:nvGraphicFramePr>
        <p:xfrm>
          <a:off x="533400" y="1981200"/>
          <a:ext cx="8305800" cy="4937296"/>
        </p:xfrm>
        <a:graphic>
          <a:graphicData uri="http://schemas.openxmlformats.org/drawingml/2006/table">
            <a:tbl>
              <a:tblPr/>
              <a:tblGrid>
                <a:gridCol w="2690813">
                  <a:extLst>
                    <a:ext uri="{9D8B030D-6E8A-4147-A177-3AD203B41FA5}">
                      <a16:colId xmlns:a16="http://schemas.microsoft.com/office/drawing/2014/main" val="20000"/>
                    </a:ext>
                  </a:extLst>
                </a:gridCol>
                <a:gridCol w="2808287">
                  <a:extLst>
                    <a:ext uri="{9D8B030D-6E8A-4147-A177-3AD203B41FA5}">
                      <a16:colId xmlns:a16="http://schemas.microsoft.com/office/drawing/2014/main" val="20001"/>
                    </a:ext>
                  </a:extLst>
                </a:gridCol>
                <a:gridCol w="2806700">
                  <a:extLst>
                    <a:ext uri="{9D8B030D-6E8A-4147-A177-3AD203B41FA5}">
                      <a16:colId xmlns:a16="http://schemas.microsoft.com/office/drawing/2014/main" val="20002"/>
                    </a:ext>
                  </a:extLst>
                </a:gridCol>
              </a:tblGrid>
              <a:tr h="518085">
                <a:tc>
                  <a:txBody>
                    <a:body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itchFamily="2" charset="2"/>
                        <a:buNone/>
                        <a:tabLst/>
                      </a:pPr>
                      <a:r>
                        <a:rPr kumimoji="0" lang="zh-CN" altLang="en-US" sz="2800" b="0" i="0" u="none" strike="noStrike" cap="none" normalizeH="0" baseline="0">
                          <a:ln>
                            <a:noFill/>
                          </a:ln>
                          <a:solidFill>
                            <a:schemeClr val="tx1"/>
                          </a:solidFill>
                          <a:effectLst/>
                          <a:latin typeface="Times New Roman" pitchFamily="18" charset="0"/>
                          <a:ea typeface="黑体" pitchFamily="2" charset="-122"/>
                        </a:rPr>
                        <a:t>栈 </a:t>
                      </a:r>
                    </a:p>
                  </a:txBody>
                  <a:tcPr marT="45691" marB="45691" horzOverflow="overflow">
                    <a:lnL w="28575"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28575"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a:txBody>
                    <a:body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itchFamily="2" charset="2"/>
                        <a:buNone/>
                        <a:tabLst/>
                      </a:pPr>
                      <a:r>
                        <a:rPr kumimoji="0" lang="zh-CN" altLang="en-US" sz="2800" b="0" i="0" u="none" strike="noStrike" cap="none" normalizeH="0" baseline="0">
                          <a:ln>
                            <a:noFill/>
                          </a:ln>
                          <a:solidFill>
                            <a:schemeClr val="tx1"/>
                          </a:solidFill>
                          <a:effectLst/>
                          <a:latin typeface="Times New Roman" pitchFamily="18" charset="0"/>
                          <a:ea typeface="黑体" pitchFamily="2" charset="-122"/>
                        </a:rPr>
                        <a:t>输    入 </a:t>
                      </a:r>
                    </a:p>
                  </a:txBody>
                  <a:tcPr marT="45691" marB="45691"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28575"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a:txBody>
                    <a:body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itchFamily="2" charset="2"/>
                        <a:buNone/>
                        <a:tabLst/>
                      </a:pPr>
                      <a:r>
                        <a:rPr kumimoji="0" lang="zh-CN" altLang="en-US" sz="2800" b="0" i="0" u="none" strike="noStrike" cap="none" normalizeH="0" baseline="0">
                          <a:ln>
                            <a:noFill/>
                          </a:ln>
                          <a:solidFill>
                            <a:schemeClr val="tx1"/>
                          </a:solidFill>
                          <a:effectLst/>
                          <a:latin typeface="Times New Roman" pitchFamily="18" charset="0"/>
                          <a:ea typeface="黑体" pitchFamily="2" charset="-122"/>
                        </a:rPr>
                        <a:t>输    出 </a:t>
                      </a:r>
                    </a:p>
                  </a:txBody>
                  <a:tcPr marT="45691" marB="45691" horzOverflow="overflow">
                    <a:lnL w="12700" cap="flat" cmpd="sng" algn="ctr">
                      <a:solidFill>
                        <a:schemeClr val="tx1"/>
                      </a:solidFill>
                      <a:prstDash val="solid"/>
                      <a:round/>
                      <a:headEnd type="none" w="sm" len="sm"/>
                      <a:tailEnd type="none" w="sm" len="sm"/>
                    </a:lnL>
                    <a:lnR w="28575" cap="flat" cmpd="sng" algn="ctr">
                      <a:solidFill>
                        <a:schemeClr val="tx1"/>
                      </a:solidFill>
                      <a:prstDash val="solid"/>
                      <a:round/>
                      <a:headEnd type="none" w="sm" len="sm"/>
                      <a:tailEnd type="none" w="sm" len="sm"/>
                    </a:lnR>
                    <a:lnT w="28575"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extLst>
                  <a:ext uri="{0D108BD9-81ED-4DB2-BD59-A6C34878D82A}">
                    <a16:rowId xmlns:a16="http://schemas.microsoft.com/office/drawing/2014/main" val="10000"/>
                  </a:ext>
                </a:extLst>
              </a:tr>
              <a:tr h="1310532">
                <a:tc>
                  <a:txBody>
                    <a:bodyPr/>
                    <a:lstStyle/>
                    <a:p>
                      <a:pPr marL="0" marR="0" lvl="0" indent="0" algn="l" defTabSz="914400" rtl="0" eaLnBrk="1" fontAlgn="base" latinLnBrk="0" hangingPunct="1">
                        <a:lnSpc>
                          <a:spcPct val="100000"/>
                        </a:lnSpc>
                        <a:spcBef>
                          <a:spcPct val="20000"/>
                        </a:spcBef>
                        <a:spcAft>
                          <a:spcPct val="0"/>
                        </a:spcAft>
                        <a:buClr>
                          <a:schemeClr val="folHlink"/>
                        </a:buClr>
                        <a:buSzPct val="60000"/>
                        <a:buFont typeface="Wingdings" pitchFamily="2" charset="2"/>
                        <a:buNone/>
                        <a:tabLst/>
                      </a:pPr>
                      <a:r>
                        <a:rPr kumimoji="0" lang="en-US" altLang="zh-CN" sz="2800" b="1" i="0" u="none" strike="noStrike" cap="none" normalizeH="0" baseline="0">
                          <a:ln>
                            <a:noFill/>
                          </a:ln>
                          <a:solidFill>
                            <a:schemeClr val="tx1"/>
                          </a:solidFill>
                          <a:effectLst/>
                          <a:latin typeface="Times New Roman" pitchFamily="18" charset="0"/>
                          <a:ea typeface="黑体" pitchFamily="2" charset="-122"/>
                        </a:rPr>
                        <a:t>$</a:t>
                      </a:r>
                      <a:r>
                        <a:rPr kumimoji="0" lang="en-US" altLang="zh-CN" sz="2800" b="1" i="1" u="none" strike="noStrike" cap="none" normalizeH="0" baseline="0">
                          <a:ln>
                            <a:noFill/>
                          </a:ln>
                          <a:solidFill>
                            <a:schemeClr val="tx1"/>
                          </a:solidFill>
                          <a:effectLst/>
                          <a:latin typeface="Times New Roman" pitchFamily="18" charset="0"/>
                          <a:ea typeface="黑体" pitchFamily="2" charset="-122"/>
                        </a:rPr>
                        <a:t>E </a:t>
                      </a:r>
                      <a:r>
                        <a:rPr kumimoji="0" lang="en-US" altLang="zh-CN" sz="2800" b="1" i="0" u="none" strike="noStrike" cap="none" normalizeH="0" baseline="0">
                          <a:ln>
                            <a:noFill/>
                          </a:ln>
                          <a:solidFill>
                            <a:schemeClr val="tx1"/>
                          </a:solidFill>
                          <a:effectLst/>
                          <a:latin typeface="Times New Roman" pitchFamily="18" charset="0"/>
                          <a:ea typeface="黑体" pitchFamily="2" charset="-122"/>
                          <a:sym typeface="Symbol" pitchFamily="18" charset="2"/>
                        </a:rPr>
                        <a:t></a:t>
                      </a:r>
                      <a:r>
                        <a:rPr kumimoji="0" lang="en-US" altLang="zh-CN" sz="2800" b="1" i="1" u="none" strike="noStrike" cap="none" normalizeH="0" baseline="0">
                          <a:ln>
                            <a:noFill/>
                          </a:ln>
                          <a:solidFill>
                            <a:schemeClr val="tx1"/>
                          </a:solidFill>
                          <a:effectLst/>
                          <a:latin typeface="Times New Roman" pitchFamily="18" charset="0"/>
                          <a:ea typeface="黑体" pitchFamily="2" charset="-122"/>
                          <a:sym typeface="Symbol" pitchFamily="18" charset="2"/>
                        </a:rPr>
                        <a:t>T</a:t>
                      </a:r>
                      <a:r>
                        <a:rPr kumimoji="0" lang="en-US" altLang="zh-CN" sz="2800" b="1" i="1" u="none" strike="noStrike" cap="none" normalizeH="0" baseline="0">
                          <a:ln>
                            <a:noFill/>
                          </a:ln>
                          <a:solidFill>
                            <a:schemeClr val="tx1"/>
                          </a:solidFill>
                          <a:effectLst/>
                          <a:latin typeface="Times New Roman" pitchFamily="18" charset="0"/>
                          <a:ea typeface="黑体" pitchFamily="2" charset="-122"/>
                        </a:rPr>
                        <a:t> </a:t>
                      </a:r>
                      <a:r>
                        <a:rPr kumimoji="0" lang="en-US" altLang="zh-CN" sz="2800" b="1" i="0" u="none" strike="noStrike" cap="none" normalizeH="0" baseline="0">
                          <a:ln>
                            <a:noFill/>
                          </a:ln>
                          <a:solidFill>
                            <a:schemeClr val="tx1"/>
                          </a:solidFill>
                          <a:effectLst/>
                          <a:latin typeface="Times New Roman" pitchFamily="18" charset="0"/>
                          <a:ea typeface="黑体" pitchFamily="2" charset="-122"/>
                          <a:sym typeface="Symbol" pitchFamily="18" charset="2"/>
                        </a:rPr>
                        <a:t></a:t>
                      </a:r>
                      <a:r>
                        <a:rPr kumimoji="0" lang="en-US" altLang="zh-CN" sz="2800" b="1" i="1" u="none" strike="noStrike" cap="none" normalizeH="0" baseline="0">
                          <a:ln>
                            <a:noFill/>
                          </a:ln>
                          <a:solidFill>
                            <a:schemeClr val="tx1"/>
                          </a:solidFill>
                          <a:effectLst/>
                          <a:latin typeface="Times New Roman" pitchFamily="18" charset="0"/>
                          <a:ea typeface="黑体" pitchFamily="2" charset="-122"/>
                          <a:sym typeface="Symbol" pitchFamily="18" charset="2"/>
                        </a:rPr>
                        <a:t>F</a:t>
                      </a:r>
                    </a:p>
                  </a:txBody>
                  <a:tcPr marT="45691" marB="45691" horzOverflow="overflow">
                    <a:lnL w="28575"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
                          <a:schemeClr val="folHlink"/>
                        </a:buClr>
                        <a:buSzPct val="60000"/>
                        <a:buFont typeface="Wingdings" pitchFamily="2" charset="2"/>
                        <a:buNone/>
                        <a:tabLst/>
                      </a:pPr>
                      <a:r>
                        <a:rPr kumimoji="0" lang="en-US" altLang="zh-CN" sz="2800" b="1" i="0" u="none" strike="noStrike" cap="none" normalizeH="0" baseline="0">
                          <a:ln>
                            <a:noFill/>
                          </a:ln>
                          <a:solidFill>
                            <a:schemeClr val="tx1"/>
                          </a:solidFill>
                          <a:effectLst/>
                          <a:latin typeface="Times New Roman" pitchFamily="18" charset="0"/>
                          <a:ea typeface="黑体" pitchFamily="2" charset="-122"/>
                          <a:cs typeface="Times New Roman" pitchFamily="18" charset="0"/>
                          <a:sym typeface="Symbol" pitchFamily="18" charset="2"/>
                        </a:rPr>
                        <a:t>             +</a:t>
                      </a:r>
                      <a:r>
                        <a:rPr kumimoji="0" lang="en-US" altLang="zh-CN" sz="2800" b="1" i="0" u="none" strike="noStrike" cap="none" normalizeH="0" baseline="0">
                          <a:ln>
                            <a:noFill/>
                          </a:ln>
                          <a:solidFill>
                            <a:schemeClr val="tx1"/>
                          </a:solidFill>
                          <a:effectLst/>
                          <a:latin typeface="Times New Roman" pitchFamily="18" charset="0"/>
                          <a:ea typeface="黑体" pitchFamily="2" charset="-122"/>
                        </a:rPr>
                        <a:t> id $</a:t>
                      </a:r>
                    </a:p>
                  </a:txBody>
                  <a:tcPr marT="45691" marB="45691"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
                          <a:schemeClr val="folHlink"/>
                        </a:buClr>
                        <a:buSzPct val="60000"/>
                        <a:buFont typeface="Wingdings" pitchFamily="2" charset="2"/>
                        <a:buNone/>
                        <a:tabLst/>
                      </a:pPr>
                      <a:r>
                        <a:rPr kumimoji="0" lang="zh-CN" altLang="en-US" sz="2000" b="0" i="0" u="none" strike="noStrike" cap="none" normalizeH="0" baseline="0">
                          <a:ln>
                            <a:noFill/>
                          </a:ln>
                          <a:solidFill>
                            <a:schemeClr val="accent2"/>
                          </a:solidFill>
                          <a:effectLst/>
                          <a:latin typeface="Times New Roman" pitchFamily="18" charset="0"/>
                          <a:ea typeface="黑体" pitchFamily="2" charset="-122"/>
                        </a:rPr>
                        <a:t>出错：“</a:t>
                      </a:r>
                      <a:r>
                        <a:rPr kumimoji="0" lang="en-US" altLang="zh-CN" sz="2000" b="1" i="0" u="none" strike="noStrike" cap="none" normalizeH="0" baseline="0">
                          <a:ln>
                            <a:noFill/>
                          </a:ln>
                          <a:solidFill>
                            <a:schemeClr val="accent2"/>
                          </a:solidFill>
                          <a:effectLst/>
                          <a:latin typeface="Times New Roman" pitchFamily="18" charset="0"/>
                          <a:ea typeface="黑体" pitchFamily="2" charset="-122"/>
                        </a:rPr>
                        <a:t>+</a:t>
                      </a:r>
                      <a:r>
                        <a:rPr kumimoji="0" lang="en-US" altLang="zh-CN" sz="2000" b="0" i="0" u="none" strike="noStrike" cap="none" normalizeH="0" baseline="0">
                          <a:ln>
                            <a:noFill/>
                          </a:ln>
                          <a:solidFill>
                            <a:schemeClr val="accent2"/>
                          </a:solidFill>
                          <a:effectLst/>
                          <a:latin typeface="Times New Roman" pitchFamily="18" charset="0"/>
                          <a:ea typeface="黑体" pitchFamily="2" charset="-122"/>
                        </a:rPr>
                        <a:t>”</a:t>
                      </a:r>
                      <a:r>
                        <a:rPr kumimoji="0" lang="zh-CN" altLang="en-US" sz="2000" b="0" i="0" u="none" strike="noStrike" cap="none" normalizeH="0" baseline="0">
                          <a:ln>
                            <a:noFill/>
                          </a:ln>
                          <a:solidFill>
                            <a:schemeClr val="accent2"/>
                          </a:solidFill>
                          <a:effectLst/>
                          <a:latin typeface="Times New Roman" pitchFamily="18" charset="0"/>
                          <a:ea typeface="黑体" pitchFamily="2" charset="-122"/>
                        </a:rPr>
                        <a:t>在</a:t>
                      </a:r>
                      <a:r>
                        <a:rPr kumimoji="0" lang="en-US" altLang="zh-CN" sz="2000" b="1" i="1" u="none" strike="noStrike" cap="none" normalizeH="0" baseline="0">
                          <a:ln>
                            <a:noFill/>
                          </a:ln>
                          <a:solidFill>
                            <a:schemeClr val="accent2"/>
                          </a:solidFill>
                          <a:effectLst/>
                          <a:latin typeface="Times New Roman" pitchFamily="18" charset="0"/>
                          <a:ea typeface="黑体" pitchFamily="2" charset="-122"/>
                        </a:rPr>
                        <a:t>F</a:t>
                      </a:r>
                      <a:r>
                        <a:rPr kumimoji="0" lang="zh-CN" altLang="en-US" sz="2000" b="0" i="0" u="none" strike="noStrike" cap="none" normalizeH="0" baseline="0">
                          <a:ln>
                            <a:noFill/>
                          </a:ln>
                          <a:solidFill>
                            <a:schemeClr val="accent2"/>
                          </a:solidFill>
                          <a:effectLst/>
                          <a:latin typeface="Times New Roman" pitchFamily="18" charset="0"/>
                          <a:ea typeface="黑体" pitchFamily="2" charset="-122"/>
                        </a:rPr>
                        <a:t>的</a:t>
                      </a:r>
                      <a:r>
                        <a:rPr kumimoji="0" lang="en-US" altLang="zh-CN" sz="2000" b="1" i="0" u="none" strike="noStrike" cap="none" normalizeH="0" baseline="0">
                          <a:ln>
                            <a:noFill/>
                          </a:ln>
                          <a:solidFill>
                            <a:schemeClr val="accent2"/>
                          </a:solidFill>
                          <a:effectLst/>
                          <a:latin typeface="Times New Roman" pitchFamily="18" charset="0"/>
                          <a:ea typeface="黑体" pitchFamily="2" charset="-122"/>
                        </a:rPr>
                        <a:t>Follow</a:t>
                      </a:r>
                      <a:r>
                        <a:rPr kumimoji="0" lang="zh-CN" altLang="en-US" sz="2000" b="0" i="0" u="none" strike="noStrike" cap="none" normalizeH="0" baseline="0">
                          <a:ln>
                            <a:noFill/>
                          </a:ln>
                          <a:solidFill>
                            <a:schemeClr val="accent2"/>
                          </a:solidFill>
                          <a:effectLst/>
                          <a:latin typeface="Times New Roman" pitchFamily="18" charset="0"/>
                          <a:ea typeface="黑体" pitchFamily="2" charset="-122"/>
                        </a:rPr>
                        <a:t>同步集合中，无须跳过任何记号；</a:t>
                      </a:r>
                      <a:r>
                        <a:rPr kumimoji="0" lang="en-US" altLang="zh-CN" sz="2000" b="1" i="1" u="none" strike="noStrike" cap="none" normalizeH="0" baseline="0">
                          <a:ln>
                            <a:noFill/>
                          </a:ln>
                          <a:solidFill>
                            <a:schemeClr val="accent2"/>
                          </a:solidFill>
                          <a:effectLst/>
                          <a:latin typeface="Times New Roman" pitchFamily="18" charset="0"/>
                          <a:ea typeface="黑体" pitchFamily="2" charset="-122"/>
                        </a:rPr>
                        <a:t>F</a:t>
                      </a:r>
                      <a:r>
                        <a:rPr kumimoji="0" lang="zh-CN" altLang="en-US" sz="2000" b="0" i="0" u="none" strike="noStrike" cap="none" normalizeH="0" baseline="0">
                          <a:ln>
                            <a:noFill/>
                          </a:ln>
                          <a:solidFill>
                            <a:schemeClr val="accent2"/>
                          </a:solidFill>
                          <a:effectLst/>
                          <a:latin typeface="Times New Roman" pitchFamily="18" charset="0"/>
                          <a:ea typeface="黑体" pitchFamily="2" charset="-122"/>
                        </a:rPr>
                        <a:t>被弹出</a:t>
                      </a:r>
                    </a:p>
                  </a:txBody>
                  <a:tcPr marT="45691" marB="45691" horzOverflow="overflow">
                    <a:lnL w="12700" cap="flat" cmpd="sng" algn="ctr">
                      <a:solidFill>
                        <a:schemeClr val="tx1"/>
                      </a:solidFill>
                      <a:prstDash val="solid"/>
                      <a:round/>
                      <a:headEnd type="none" w="sm" len="sm"/>
                      <a:tailEnd type="none" w="sm" len="sm"/>
                    </a:lnL>
                    <a:lnR w="28575"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1"/>
                  </a:ext>
                </a:extLst>
              </a:tr>
              <a:tr h="518085">
                <a:tc>
                  <a:txBody>
                    <a:bodyPr/>
                    <a:lstStyle/>
                    <a:p>
                      <a:pPr marL="0" marR="0" lvl="0" indent="0" algn="l" defTabSz="914400" rtl="0" eaLnBrk="1" fontAlgn="base" latinLnBrk="0" hangingPunct="1">
                        <a:lnSpc>
                          <a:spcPct val="100000"/>
                        </a:lnSpc>
                        <a:spcBef>
                          <a:spcPct val="20000"/>
                        </a:spcBef>
                        <a:spcAft>
                          <a:spcPct val="0"/>
                        </a:spcAft>
                        <a:buClr>
                          <a:schemeClr val="folHlink"/>
                        </a:buClr>
                        <a:buSzPct val="60000"/>
                        <a:buFont typeface="Wingdings" pitchFamily="2" charset="2"/>
                        <a:buNone/>
                        <a:tabLst/>
                      </a:pPr>
                      <a:r>
                        <a:rPr kumimoji="0" lang="en-US" altLang="zh-CN" sz="2800" b="1" i="0" u="none" strike="noStrike" cap="none" normalizeH="0" baseline="0">
                          <a:ln>
                            <a:noFill/>
                          </a:ln>
                          <a:solidFill>
                            <a:schemeClr val="tx1"/>
                          </a:solidFill>
                          <a:effectLst/>
                          <a:latin typeface="Times New Roman" pitchFamily="18" charset="0"/>
                          <a:ea typeface="黑体" pitchFamily="2" charset="-122"/>
                        </a:rPr>
                        <a:t>$</a:t>
                      </a:r>
                      <a:r>
                        <a:rPr kumimoji="0" lang="en-US" altLang="zh-CN" sz="2800" b="1" i="1" u="none" strike="noStrike" cap="none" normalizeH="0" baseline="0">
                          <a:ln>
                            <a:noFill/>
                          </a:ln>
                          <a:solidFill>
                            <a:schemeClr val="tx1"/>
                          </a:solidFill>
                          <a:effectLst/>
                          <a:latin typeface="Times New Roman" pitchFamily="18" charset="0"/>
                          <a:ea typeface="黑体" pitchFamily="2" charset="-122"/>
                        </a:rPr>
                        <a:t>E </a:t>
                      </a:r>
                      <a:r>
                        <a:rPr kumimoji="0" lang="en-US" altLang="zh-CN" sz="2800" b="1" i="0" u="none" strike="noStrike" cap="none" normalizeH="0" baseline="0">
                          <a:ln>
                            <a:noFill/>
                          </a:ln>
                          <a:solidFill>
                            <a:schemeClr val="tx1"/>
                          </a:solidFill>
                          <a:effectLst/>
                          <a:latin typeface="Times New Roman" pitchFamily="18" charset="0"/>
                          <a:ea typeface="黑体" pitchFamily="2" charset="-122"/>
                          <a:sym typeface="Symbol" pitchFamily="18" charset="2"/>
                        </a:rPr>
                        <a:t></a:t>
                      </a:r>
                      <a:r>
                        <a:rPr kumimoji="0" lang="en-US" altLang="zh-CN" sz="2800" b="1" i="1" u="none" strike="noStrike" cap="none" normalizeH="0" baseline="0">
                          <a:ln>
                            <a:noFill/>
                          </a:ln>
                          <a:solidFill>
                            <a:schemeClr val="tx1"/>
                          </a:solidFill>
                          <a:effectLst/>
                          <a:latin typeface="Times New Roman" pitchFamily="18" charset="0"/>
                          <a:ea typeface="黑体" pitchFamily="2" charset="-122"/>
                          <a:sym typeface="Symbol" pitchFamily="18" charset="2"/>
                        </a:rPr>
                        <a:t>T</a:t>
                      </a:r>
                      <a:r>
                        <a:rPr kumimoji="0" lang="en-US" altLang="zh-CN" sz="2800" b="1" i="1" u="none" strike="noStrike" cap="none" normalizeH="0" baseline="0">
                          <a:ln>
                            <a:noFill/>
                          </a:ln>
                          <a:solidFill>
                            <a:schemeClr val="tx1"/>
                          </a:solidFill>
                          <a:effectLst/>
                          <a:latin typeface="Times New Roman" pitchFamily="18" charset="0"/>
                          <a:ea typeface="黑体" pitchFamily="2" charset="-122"/>
                        </a:rPr>
                        <a:t> </a:t>
                      </a:r>
                      <a:r>
                        <a:rPr kumimoji="0" lang="en-US" altLang="zh-CN" sz="2800" b="1" i="0" u="none" strike="noStrike" cap="none" normalizeH="0" baseline="0">
                          <a:ln>
                            <a:noFill/>
                          </a:ln>
                          <a:solidFill>
                            <a:schemeClr val="tx1"/>
                          </a:solidFill>
                          <a:effectLst/>
                          <a:latin typeface="Times New Roman" pitchFamily="18" charset="0"/>
                          <a:ea typeface="黑体" pitchFamily="2" charset="-122"/>
                          <a:sym typeface="Symbol" pitchFamily="18" charset="2"/>
                        </a:rPr>
                        <a:t></a:t>
                      </a:r>
                    </a:p>
                  </a:txBody>
                  <a:tcPr marT="45691" marB="45691" horzOverflow="overflow">
                    <a:lnL w="28575"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
                          <a:schemeClr val="folHlink"/>
                        </a:buClr>
                        <a:buSzPct val="60000"/>
                        <a:buFont typeface="Wingdings" pitchFamily="2" charset="2"/>
                        <a:buNone/>
                        <a:tabLst/>
                      </a:pPr>
                      <a:r>
                        <a:rPr kumimoji="0" lang="en-US" altLang="zh-CN" sz="2800" b="1" i="0" u="none" strike="noStrike" cap="none" normalizeH="0" baseline="0">
                          <a:ln>
                            <a:noFill/>
                          </a:ln>
                          <a:solidFill>
                            <a:schemeClr val="tx1"/>
                          </a:solidFill>
                          <a:effectLst/>
                          <a:latin typeface="Times New Roman" pitchFamily="18" charset="0"/>
                          <a:ea typeface="黑体" pitchFamily="2" charset="-122"/>
                          <a:cs typeface="Times New Roman" pitchFamily="18" charset="0"/>
                          <a:sym typeface="Symbol" pitchFamily="18" charset="2"/>
                        </a:rPr>
                        <a:t>             +</a:t>
                      </a:r>
                      <a:r>
                        <a:rPr kumimoji="0" lang="en-US" altLang="zh-CN" sz="2800" b="1" i="0" u="none" strike="noStrike" cap="none" normalizeH="0" baseline="0">
                          <a:ln>
                            <a:noFill/>
                          </a:ln>
                          <a:solidFill>
                            <a:schemeClr val="tx1"/>
                          </a:solidFill>
                          <a:effectLst/>
                          <a:latin typeface="Times New Roman" pitchFamily="18" charset="0"/>
                          <a:ea typeface="黑体" pitchFamily="2" charset="-122"/>
                        </a:rPr>
                        <a:t> id $</a:t>
                      </a:r>
                    </a:p>
                  </a:txBody>
                  <a:tcPr marT="45691" marB="45691"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
                          <a:schemeClr val="folHlink"/>
                        </a:buClr>
                        <a:buSzPct val="60000"/>
                        <a:buFont typeface="Wingdings" pitchFamily="2" charset="2"/>
                        <a:buNone/>
                        <a:tabLst/>
                      </a:pPr>
                      <a:endParaRPr kumimoji="0" lang="zh-CN" altLang="zh-CN" sz="2800" b="0" i="0" u="none" strike="noStrike" cap="none" normalizeH="0" baseline="0">
                        <a:ln>
                          <a:noFill/>
                        </a:ln>
                        <a:solidFill>
                          <a:schemeClr val="tx2"/>
                        </a:solidFill>
                        <a:effectLst/>
                        <a:latin typeface="Times New Roman" pitchFamily="18" charset="0"/>
                        <a:ea typeface="黑体" pitchFamily="2" charset="-122"/>
                      </a:endParaRPr>
                    </a:p>
                  </a:txBody>
                  <a:tcPr marT="45691" marB="45691" horzOverflow="overflow">
                    <a:lnL w="12700" cap="flat" cmpd="sng" algn="ctr">
                      <a:solidFill>
                        <a:schemeClr val="tx1"/>
                      </a:solidFill>
                      <a:prstDash val="solid"/>
                      <a:round/>
                      <a:headEnd type="none" w="sm" len="sm"/>
                      <a:tailEnd type="none" w="sm" len="sm"/>
                    </a:lnL>
                    <a:lnR w="28575" cap="flat" cmpd="sng" algn="ctr">
                      <a:solidFill>
                        <a:schemeClr val="tx1"/>
                      </a:solidFill>
                      <a:prstDash val="solid"/>
                      <a:round/>
                      <a:headEnd type="none" w="sm" len="sm"/>
                      <a:tailEnd type="none" w="sm" len="sm"/>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2"/>
                  </a:ext>
                </a:extLst>
              </a:tr>
              <a:tr h="518085">
                <a:tc>
                  <a:txBody>
                    <a:bodyPr/>
                    <a:lstStyle/>
                    <a:p>
                      <a:pPr marL="0" marR="0" lvl="0" indent="0" algn="l" defTabSz="914400" rtl="0" eaLnBrk="1" fontAlgn="base" latinLnBrk="0" hangingPunct="1">
                        <a:lnSpc>
                          <a:spcPct val="100000"/>
                        </a:lnSpc>
                        <a:spcBef>
                          <a:spcPct val="20000"/>
                        </a:spcBef>
                        <a:spcAft>
                          <a:spcPct val="0"/>
                        </a:spcAft>
                        <a:buClr>
                          <a:schemeClr val="folHlink"/>
                        </a:buClr>
                        <a:buSzPct val="60000"/>
                        <a:buFont typeface="Wingdings" pitchFamily="2" charset="2"/>
                        <a:buNone/>
                        <a:tabLst/>
                      </a:pPr>
                      <a:endParaRPr kumimoji="0" lang="zh-CN" altLang="zh-CN" sz="2800" b="1" i="0" u="none" strike="noStrike" cap="none" normalizeH="0" baseline="0">
                        <a:ln>
                          <a:noFill/>
                        </a:ln>
                        <a:solidFill>
                          <a:schemeClr val="tx1"/>
                        </a:solidFill>
                        <a:effectLst/>
                        <a:latin typeface="Times New Roman" pitchFamily="18" charset="0"/>
                        <a:ea typeface="黑体" pitchFamily="2" charset="-122"/>
                        <a:sym typeface="Symbol" pitchFamily="18" charset="2"/>
                      </a:endParaRPr>
                    </a:p>
                  </a:txBody>
                  <a:tcPr marT="45691" marB="45691" horzOverflow="overflow">
                    <a:lnL w="28575"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
                          <a:schemeClr val="folHlink"/>
                        </a:buClr>
                        <a:buSzPct val="60000"/>
                        <a:buFont typeface="Wingdings" pitchFamily="2" charset="2"/>
                        <a:buNone/>
                        <a:tabLst/>
                      </a:pPr>
                      <a:endParaRPr kumimoji="0" lang="zh-CN" altLang="zh-CN" sz="2800" b="1" i="0" u="none" strike="noStrike" cap="none" normalizeH="0" baseline="0">
                        <a:ln>
                          <a:noFill/>
                        </a:ln>
                        <a:solidFill>
                          <a:schemeClr val="tx1"/>
                        </a:solidFill>
                        <a:effectLst/>
                        <a:latin typeface="Times New Roman" pitchFamily="18" charset="0"/>
                        <a:ea typeface="黑体" pitchFamily="2" charset="-122"/>
                      </a:endParaRPr>
                    </a:p>
                  </a:txBody>
                  <a:tcPr marT="45691" marB="45691"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
                          <a:schemeClr val="folHlink"/>
                        </a:buClr>
                        <a:buSzPct val="60000"/>
                        <a:buFont typeface="Wingdings" pitchFamily="2" charset="2"/>
                        <a:buNone/>
                        <a:tabLst/>
                      </a:pPr>
                      <a:endParaRPr kumimoji="0" lang="zh-CN" altLang="zh-CN" sz="2800" b="1" i="0" u="none" strike="noStrike" cap="none" normalizeH="0" baseline="0">
                        <a:ln>
                          <a:noFill/>
                        </a:ln>
                        <a:solidFill>
                          <a:schemeClr val="tx1"/>
                        </a:solidFill>
                        <a:effectLst/>
                        <a:latin typeface="Times New Roman" pitchFamily="18" charset="0"/>
                        <a:ea typeface="黑体" pitchFamily="2" charset="-122"/>
                        <a:sym typeface="Symbol" pitchFamily="18" charset="2"/>
                      </a:endParaRPr>
                    </a:p>
                  </a:txBody>
                  <a:tcPr marT="45691" marB="45691" horzOverflow="overflow">
                    <a:lnL w="12700" cap="flat" cmpd="sng" algn="ctr">
                      <a:solidFill>
                        <a:schemeClr val="tx1"/>
                      </a:solidFill>
                      <a:prstDash val="solid"/>
                      <a:round/>
                      <a:headEnd type="none" w="sm" len="sm"/>
                      <a:tailEnd type="none" w="sm" len="sm"/>
                    </a:lnL>
                    <a:lnR w="28575" cap="flat" cmpd="sng" algn="ctr">
                      <a:solidFill>
                        <a:schemeClr val="tx1"/>
                      </a:solidFill>
                      <a:prstDash val="solid"/>
                      <a:round/>
                      <a:headEnd type="none" w="sm" len="sm"/>
                      <a:tailEnd type="none" w="sm" len="sm"/>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3"/>
                  </a:ext>
                </a:extLst>
              </a:tr>
              <a:tr h="518085">
                <a:tc>
                  <a:txBody>
                    <a:bodyPr/>
                    <a:lstStyle/>
                    <a:p>
                      <a:pPr marL="0" marR="0" lvl="0" indent="0" algn="l" defTabSz="914400" rtl="0" eaLnBrk="1" fontAlgn="base" latinLnBrk="0" hangingPunct="1">
                        <a:lnSpc>
                          <a:spcPct val="100000"/>
                        </a:lnSpc>
                        <a:spcBef>
                          <a:spcPct val="20000"/>
                        </a:spcBef>
                        <a:spcAft>
                          <a:spcPct val="0"/>
                        </a:spcAft>
                        <a:buClr>
                          <a:schemeClr val="folHlink"/>
                        </a:buClr>
                        <a:buSzPct val="60000"/>
                        <a:buFont typeface="Wingdings" pitchFamily="2" charset="2"/>
                        <a:buNone/>
                        <a:tabLst/>
                      </a:pPr>
                      <a:endParaRPr kumimoji="0" lang="zh-CN" altLang="zh-CN" sz="2800" b="1" i="0" u="none" strike="noStrike" cap="none" normalizeH="0" baseline="0">
                        <a:ln>
                          <a:noFill/>
                        </a:ln>
                        <a:solidFill>
                          <a:schemeClr val="tx1"/>
                        </a:solidFill>
                        <a:effectLst/>
                        <a:latin typeface="Times New Roman" pitchFamily="18" charset="0"/>
                        <a:ea typeface="黑体" pitchFamily="2" charset="-122"/>
                        <a:sym typeface="Symbol" pitchFamily="18" charset="2"/>
                      </a:endParaRPr>
                    </a:p>
                  </a:txBody>
                  <a:tcPr marT="45691" marB="45691" horzOverflow="overflow">
                    <a:lnL w="28575"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
                          <a:schemeClr val="folHlink"/>
                        </a:buClr>
                        <a:buSzPct val="60000"/>
                        <a:buFont typeface="Wingdings" pitchFamily="2" charset="2"/>
                        <a:buNone/>
                        <a:tabLst/>
                      </a:pPr>
                      <a:endParaRPr kumimoji="0" lang="zh-CN" altLang="zh-CN" sz="2800" b="1" i="0" u="none" strike="noStrike" cap="none" normalizeH="0" baseline="0">
                        <a:ln>
                          <a:noFill/>
                        </a:ln>
                        <a:solidFill>
                          <a:schemeClr val="tx1"/>
                        </a:solidFill>
                        <a:effectLst/>
                        <a:latin typeface="Times New Roman" pitchFamily="18" charset="0"/>
                        <a:ea typeface="黑体" pitchFamily="2" charset="-122"/>
                      </a:endParaRPr>
                    </a:p>
                  </a:txBody>
                  <a:tcPr marT="45691" marB="45691"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
                          <a:schemeClr val="folHlink"/>
                        </a:buClr>
                        <a:buSzPct val="60000"/>
                        <a:buFont typeface="Wingdings" pitchFamily="2" charset="2"/>
                        <a:buNone/>
                        <a:tabLst/>
                      </a:pPr>
                      <a:endParaRPr kumimoji="0" lang="zh-CN" altLang="zh-CN" sz="2800" b="1" i="0" u="none" strike="noStrike" cap="none" normalizeH="0" baseline="0">
                        <a:ln>
                          <a:noFill/>
                        </a:ln>
                        <a:solidFill>
                          <a:schemeClr val="tx1"/>
                        </a:solidFill>
                        <a:effectLst/>
                        <a:latin typeface="Times New Roman" pitchFamily="18" charset="0"/>
                        <a:ea typeface="黑体" pitchFamily="2" charset="-122"/>
                        <a:sym typeface="Symbol" pitchFamily="18" charset="2"/>
                      </a:endParaRPr>
                    </a:p>
                  </a:txBody>
                  <a:tcPr marT="45691" marB="45691" horzOverflow="overflow">
                    <a:lnL w="12700" cap="flat" cmpd="sng" algn="ctr">
                      <a:solidFill>
                        <a:schemeClr val="tx1"/>
                      </a:solidFill>
                      <a:prstDash val="solid"/>
                      <a:round/>
                      <a:headEnd type="none" w="sm" len="sm"/>
                      <a:tailEnd type="none" w="sm" len="sm"/>
                    </a:lnL>
                    <a:lnR w="28575" cap="flat" cmpd="sng" algn="ctr">
                      <a:solidFill>
                        <a:schemeClr val="tx1"/>
                      </a:solidFill>
                      <a:prstDash val="solid"/>
                      <a:round/>
                      <a:headEnd type="none" w="sm" len="sm"/>
                      <a:tailEnd type="none" w="sm" len="sm"/>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4"/>
                  </a:ext>
                </a:extLst>
              </a:tr>
              <a:tr h="518085">
                <a:tc>
                  <a:txBody>
                    <a:bodyPr/>
                    <a:lstStyle/>
                    <a:p>
                      <a:pPr marL="0" marR="0" lvl="0" indent="0" algn="l" defTabSz="914400" rtl="0" eaLnBrk="1" fontAlgn="base" latinLnBrk="0" hangingPunct="1">
                        <a:lnSpc>
                          <a:spcPct val="100000"/>
                        </a:lnSpc>
                        <a:spcBef>
                          <a:spcPct val="20000"/>
                        </a:spcBef>
                        <a:spcAft>
                          <a:spcPct val="0"/>
                        </a:spcAft>
                        <a:buClr>
                          <a:schemeClr val="folHlink"/>
                        </a:buClr>
                        <a:buSzPct val="60000"/>
                        <a:buFont typeface="Wingdings" pitchFamily="2" charset="2"/>
                        <a:buNone/>
                        <a:tabLst/>
                      </a:pPr>
                      <a:endParaRPr kumimoji="0" lang="zh-CN" altLang="zh-CN" sz="2800" b="1" i="1" u="none" strike="noStrike" cap="none" normalizeH="0" baseline="0">
                        <a:ln>
                          <a:noFill/>
                        </a:ln>
                        <a:solidFill>
                          <a:schemeClr val="tx1"/>
                        </a:solidFill>
                        <a:effectLst/>
                        <a:latin typeface="Times New Roman" pitchFamily="18" charset="0"/>
                        <a:ea typeface="黑体" pitchFamily="2" charset="-122"/>
                        <a:sym typeface="Symbol" pitchFamily="18" charset="2"/>
                      </a:endParaRPr>
                    </a:p>
                  </a:txBody>
                  <a:tcPr marT="45691" marB="45691" horzOverflow="overflow">
                    <a:lnL w="28575"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
                          <a:schemeClr val="folHlink"/>
                        </a:buClr>
                        <a:buSzPct val="60000"/>
                        <a:buFont typeface="Wingdings" pitchFamily="2" charset="2"/>
                        <a:buNone/>
                        <a:tabLst/>
                      </a:pPr>
                      <a:endParaRPr kumimoji="0" lang="zh-CN" altLang="zh-CN" sz="2800" b="1" i="0" u="none" strike="noStrike" cap="none" normalizeH="0" baseline="0">
                        <a:ln>
                          <a:noFill/>
                        </a:ln>
                        <a:solidFill>
                          <a:schemeClr val="tx1"/>
                        </a:solidFill>
                        <a:effectLst/>
                        <a:latin typeface="Times New Roman" pitchFamily="18" charset="0"/>
                        <a:ea typeface="黑体" pitchFamily="2" charset="-122"/>
                      </a:endParaRPr>
                    </a:p>
                  </a:txBody>
                  <a:tcPr marT="45691" marB="45691"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
                          <a:schemeClr val="folHlink"/>
                        </a:buClr>
                        <a:buSzPct val="60000"/>
                        <a:buFont typeface="Wingdings" pitchFamily="2" charset="2"/>
                        <a:buNone/>
                        <a:tabLst/>
                      </a:pPr>
                      <a:endParaRPr kumimoji="0" lang="zh-CN" altLang="zh-CN" sz="2800" b="0" i="0" u="none" strike="noStrike" cap="none" normalizeH="0" baseline="0">
                        <a:ln>
                          <a:noFill/>
                        </a:ln>
                        <a:solidFill>
                          <a:schemeClr val="tx2"/>
                        </a:solidFill>
                        <a:effectLst/>
                        <a:latin typeface="Times New Roman" pitchFamily="18" charset="0"/>
                        <a:ea typeface="黑体" pitchFamily="2" charset="-122"/>
                      </a:endParaRPr>
                    </a:p>
                  </a:txBody>
                  <a:tcPr marT="45691" marB="45691" horzOverflow="overflow">
                    <a:lnL w="12700" cap="flat" cmpd="sng" algn="ctr">
                      <a:solidFill>
                        <a:schemeClr val="tx1"/>
                      </a:solidFill>
                      <a:prstDash val="solid"/>
                      <a:round/>
                      <a:headEnd type="none" w="sm" len="sm"/>
                      <a:tailEnd type="none" w="sm" len="sm"/>
                    </a:lnL>
                    <a:lnR w="28575" cap="flat" cmpd="sng" algn="ctr">
                      <a:solidFill>
                        <a:schemeClr val="tx1"/>
                      </a:solidFill>
                      <a:prstDash val="solid"/>
                      <a:round/>
                      <a:headEnd type="none" w="sm" len="sm"/>
                      <a:tailEnd type="none" w="sm" len="sm"/>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5"/>
                  </a:ext>
                </a:extLst>
              </a:tr>
              <a:tr h="518085">
                <a:tc>
                  <a:txBody>
                    <a:bodyPr/>
                    <a:lstStyle/>
                    <a:p>
                      <a:pPr marL="0" marR="0" lvl="0" indent="0" algn="l" defTabSz="914400" rtl="0" eaLnBrk="1" fontAlgn="base" latinLnBrk="0" hangingPunct="1">
                        <a:lnSpc>
                          <a:spcPct val="100000"/>
                        </a:lnSpc>
                        <a:spcBef>
                          <a:spcPct val="20000"/>
                        </a:spcBef>
                        <a:spcAft>
                          <a:spcPct val="0"/>
                        </a:spcAft>
                        <a:buClr>
                          <a:schemeClr val="folHlink"/>
                        </a:buClr>
                        <a:buSzPct val="60000"/>
                        <a:buFont typeface="Wingdings" pitchFamily="2" charset="2"/>
                        <a:buNone/>
                        <a:tabLst/>
                      </a:pPr>
                      <a:endParaRPr kumimoji="0" lang="zh-CN" altLang="zh-CN" sz="2800" b="1" i="1" u="none" strike="noStrike" cap="none" normalizeH="0" baseline="0">
                        <a:ln>
                          <a:noFill/>
                        </a:ln>
                        <a:solidFill>
                          <a:schemeClr val="tx1"/>
                        </a:solidFill>
                        <a:effectLst/>
                        <a:latin typeface="Times New Roman" pitchFamily="18" charset="0"/>
                        <a:ea typeface="黑体" pitchFamily="2" charset="-122"/>
                        <a:sym typeface="Symbol" pitchFamily="18" charset="2"/>
                      </a:endParaRPr>
                    </a:p>
                  </a:txBody>
                  <a:tcPr marT="45691" marB="45691" horzOverflow="overflow">
                    <a:lnL w="28575"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
                          <a:schemeClr val="folHlink"/>
                        </a:buClr>
                        <a:buSzPct val="60000"/>
                        <a:buFont typeface="Wingdings" pitchFamily="2" charset="2"/>
                        <a:buNone/>
                        <a:tabLst/>
                      </a:pPr>
                      <a:endParaRPr kumimoji="0" lang="zh-CN" altLang="zh-CN" sz="2800" b="1" i="0" u="none" strike="noStrike" cap="none" normalizeH="0" baseline="0">
                        <a:ln>
                          <a:noFill/>
                        </a:ln>
                        <a:solidFill>
                          <a:schemeClr val="tx1"/>
                        </a:solidFill>
                        <a:effectLst/>
                        <a:latin typeface="Times New Roman" pitchFamily="18" charset="0"/>
                        <a:ea typeface="黑体" pitchFamily="2" charset="-122"/>
                      </a:endParaRPr>
                    </a:p>
                  </a:txBody>
                  <a:tcPr marT="45691" marB="45691"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
                          <a:schemeClr val="folHlink"/>
                        </a:buClr>
                        <a:buSzPct val="60000"/>
                        <a:buFont typeface="Wingdings" pitchFamily="2" charset="2"/>
                        <a:buNone/>
                        <a:tabLst/>
                      </a:pPr>
                      <a:endParaRPr kumimoji="0" lang="zh-CN" altLang="zh-CN" sz="2800" b="0" i="0" u="none" strike="noStrike" cap="none" normalizeH="0" baseline="0">
                        <a:ln>
                          <a:noFill/>
                        </a:ln>
                        <a:solidFill>
                          <a:schemeClr val="tx2"/>
                        </a:solidFill>
                        <a:effectLst/>
                        <a:latin typeface="Times New Roman" pitchFamily="18" charset="0"/>
                        <a:ea typeface="黑体" pitchFamily="2" charset="-122"/>
                      </a:endParaRPr>
                    </a:p>
                  </a:txBody>
                  <a:tcPr marT="45691" marB="45691" horzOverflow="overflow">
                    <a:lnL w="12700" cap="flat" cmpd="sng" algn="ctr">
                      <a:solidFill>
                        <a:schemeClr val="tx1"/>
                      </a:solidFill>
                      <a:prstDash val="solid"/>
                      <a:round/>
                      <a:headEnd type="none" w="sm" len="sm"/>
                      <a:tailEnd type="none" w="sm" len="sm"/>
                    </a:lnL>
                    <a:lnR w="28575" cap="flat" cmpd="sng" algn="ctr">
                      <a:solidFill>
                        <a:schemeClr val="tx1"/>
                      </a:solidFill>
                      <a:prstDash val="solid"/>
                      <a:round/>
                      <a:headEnd type="none" w="sm" len="sm"/>
                      <a:tailEnd type="none" w="sm" len="sm"/>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6"/>
                  </a:ext>
                </a:extLst>
              </a:tr>
              <a:tr h="518085">
                <a:tc>
                  <a:txBody>
                    <a:bodyPr/>
                    <a:lstStyle/>
                    <a:p>
                      <a:pPr marL="0" marR="0" lvl="0" indent="0" algn="l" defTabSz="914400" rtl="0" eaLnBrk="1" fontAlgn="base" latinLnBrk="0" hangingPunct="1">
                        <a:lnSpc>
                          <a:spcPct val="100000"/>
                        </a:lnSpc>
                        <a:spcBef>
                          <a:spcPct val="20000"/>
                        </a:spcBef>
                        <a:spcAft>
                          <a:spcPct val="0"/>
                        </a:spcAft>
                        <a:buClr>
                          <a:schemeClr val="folHlink"/>
                        </a:buClr>
                        <a:buSzPct val="60000"/>
                        <a:buFont typeface="Wingdings" pitchFamily="2" charset="2"/>
                        <a:buNone/>
                        <a:tabLst/>
                      </a:pPr>
                      <a:endParaRPr kumimoji="0" lang="zh-CN" altLang="zh-CN" sz="2800" b="1" i="0" u="none" strike="noStrike" cap="none" normalizeH="0" baseline="0">
                        <a:ln>
                          <a:noFill/>
                        </a:ln>
                        <a:solidFill>
                          <a:schemeClr val="tx1"/>
                        </a:solidFill>
                        <a:effectLst/>
                        <a:latin typeface="Times New Roman" pitchFamily="18" charset="0"/>
                        <a:ea typeface="黑体" pitchFamily="2" charset="-122"/>
                        <a:sym typeface="Symbol" pitchFamily="18" charset="2"/>
                      </a:endParaRPr>
                    </a:p>
                  </a:txBody>
                  <a:tcPr marT="45691" marB="45691" horzOverflow="overflow">
                    <a:lnL w="28575"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sm" len="sm"/>
                      <a:tailEnd type="none" w="sm" len="sm"/>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
                          <a:schemeClr val="folHlink"/>
                        </a:buClr>
                        <a:buSzPct val="60000"/>
                        <a:buFont typeface="Wingdings" pitchFamily="2" charset="2"/>
                        <a:buNone/>
                        <a:tabLst/>
                      </a:pPr>
                      <a:endParaRPr kumimoji="0" lang="zh-CN" altLang="zh-CN" sz="2800" b="1" i="0" u="none" strike="noStrike" cap="none" normalizeH="0" baseline="0">
                        <a:ln>
                          <a:noFill/>
                        </a:ln>
                        <a:solidFill>
                          <a:schemeClr val="tx1"/>
                        </a:solidFill>
                        <a:effectLst/>
                        <a:latin typeface="Times New Roman" pitchFamily="18" charset="0"/>
                        <a:ea typeface="黑体" pitchFamily="2" charset="-122"/>
                      </a:endParaRPr>
                    </a:p>
                  </a:txBody>
                  <a:tcPr marT="45691" marB="45691"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sm" len="sm"/>
                      <a:tailEnd type="none" w="sm" len="sm"/>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
                          <a:schemeClr val="folHlink"/>
                        </a:buClr>
                        <a:buSzPct val="60000"/>
                        <a:buFont typeface="Wingdings" pitchFamily="2" charset="2"/>
                        <a:buNone/>
                        <a:tabLst/>
                      </a:pPr>
                      <a:endParaRPr kumimoji="0" lang="zh-CN" altLang="zh-CN" sz="2800" b="1" i="0" u="none" strike="noStrike" cap="none" normalizeH="0" baseline="0" dirty="0">
                        <a:ln>
                          <a:noFill/>
                        </a:ln>
                        <a:solidFill>
                          <a:schemeClr val="tx1"/>
                        </a:solidFill>
                        <a:effectLst/>
                        <a:latin typeface="Times New Roman" pitchFamily="18" charset="0"/>
                        <a:ea typeface="黑体" pitchFamily="2" charset="-122"/>
                        <a:sym typeface="Symbol" pitchFamily="18" charset="2"/>
                      </a:endParaRPr>
                    </a:p>
                  </a:txBody>
                  <a:tcPr marT="45691" marB="45691" horzOverflow="overflow">
                    <a:lnL w="12700" cap="flat" cmpd="sng" algn="ctr">
                      <a:solidFill>
                        <a:schemeClr val="tx1"/>
                      </a:solidFill>
                      <a:prstDash val="solid"/>
                      <a:round/>
                      <a:headEnd type="none" w="sm" len="sm"/>
                      <a:tailEnd type="none" w="sm" len="sm"/>
                    </a:lnL>
                    <a:lnR w="28575" cap="flat" cmpd="sng" algn="ctr">
                      <a:solidFill>
                        <a:schemeClr val="tx1"/>
                      </a:solidFill>
                      <a:prstDash val="solid"/>
                      <a:round/>
                      <a:headEnd type="none" w="sm" len="sm"/>
                      <a:tailEnd type="none" w="sm" len="sm"/>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sm" len="sm"/>
                      <a:tailEnd type="none" w="sm" len="sm"/>
                    </a:lnB>
                    <a:lnTlToBr>
                      <a:noFill/>
                    </a:lnTlToBr>
                    <a:lnBlToTr>
                      <a:noFill/>
                    </a:lnBlToTr>
                    <a:noFill/>
                  </a:tcPr>
                </a:tc>
                <a:extLst>
                  <a:ext uri="{0D108BD9-81ED-4DB2-BD59-A6C34878D82A}">
                    <a16:rowId xmlns:a16="http://schemas.microsoft.com/office/drawing/2014/main" val="10007"/>
                  </a:ext>
                </a:extLst>
              </a:tr>
            </a:tbl>
          </a:graphicData>
        </a:graphic>
      </p:graphicFrame>
      <p:sp>
        <p:nvSpPr>
          <p:cNvPr id="2" name="日期占位符 1">
            <a:extLst>
              <a:ext uri="{FF2B5EF4-FFF2-40B4-BE49-F238E27FC236}">
                <a16:creationId xmlns:a16="http://schemas.microsoft.com/office/drawing/2014/main" id="{A3864926-D3BC-F083-2FF8-2A2DA28FCE66}"/>
              </a:ext>
            </a:extLst>
          </p:cNvPr>
          <p:cNvSpPr>
            <a:spLocks noGrp="1"/>
          </p:cNvSpPr>
          <p:nvPr>
            <p:ph type="dt" sz="half" idx="10"/>
          </p:nvPr>
        </p:nvSpPr>
        <p:spPr/>
        <p:txBody>
          <a:bodyPr/>
          <a:lstStyle/>
          <a:p>
            <a:fld id="{08C80E1E-739A-4C17-8808-065EE0B93A6D}" type="datetime2">
              <a:rPr lang="zh-CN" altLang="en-US" smtClean="0"/>
              <a:pPr/>
              <a:t>2025年11月26日</a:t>
            </a:fld>
            <a:endParaRPr lang="zh-CN" altLang="en-US"/>
          </a:p>
        </p:txBody>
      </p:sp>
      <p:sp>
        <p:nvSpPr>
          <p:cNvPr id="3" name="页脚占位符 2">
            <a:extLst>
              <a:ext uri="{FF2B5EF4-FFF2-40B4-BE49-F238E27FC236}">
                <a16:creationId xmlns:a16="http://schemas.microsoft.com/office/drawing/2014/main" id="{111CE753-2E4C-1288-000E-DF6B64B3DAEC}"/>
              </a:ext>
            </a:extLst>
          </p:cNvPr>
          <p:cNvSpPr>
            <a:spLocks noGrp="1"/>
          </p:cNvSpPr>
          <p:nvPr>
            <p:ph type="ftr" sz="quarter" idx="11"/>
          </p:nvPr>
        </p:nvSpPr>
        <p:spPr/>
        <p:txBody>
          <a:bodyPr/>
          <a:lstStyle/>
          <a:p>
            <a:r>
              <a:rPr lang="zh-CN" altLang="en-US"/>
              <a:t>编译原理</a:t>
            </a:r>
            <a:r>
              <a:rPr lang="en-US" altLang="zh-CN"/>
              <a:t>-</a:t>
            </a:r>
            <a:r>
              <a:rPr lang="zh-CN" altLang="en-US"/>
              <a:t>王欣捷</a:t>
            </a:r>
            <a:r>
              <a:rPr lang="en-US" altLang="zh-CN"/>
              <a:t>-</a:t>
            </a:r>
            <a:r>
              <a:rPr lang="zh-CN" altLang="en-US"/>
              <a:t>第三章 语法分析</a:t>
            </a:r>
            <a:r>
              <a:rPr lang="en-US" altLang="zh-CN"/>
              <a:t>(4)</a:t>
            </a:r>
            <a:endParaRPr lang="zh-CN" altLang="en-US"/>
          </a:p>
        </p:txBody>
      </p:sp>
      <p:sp>
        <p:nvSpPr>
          <p:cNvPr id="4" name="灯片编号占位符 3">
            <a:extLst>
              <a:ext uri="{FF2B5EF4-FFF2-40B4-BE49-F238E27FC236}">
                <a16:creationId xmlns:a16="http://schemas.microsoft.com/office/drawing/2014/main" id="{D7C06846-E124-08CA-3FB1-A21DA17BA38A}"/>
              </a:ext>
            </a:extLst>
          </p:cNvPr>
          <p:cNvSpPr>
            <a:spLocks noGrp="1"/>
          </p:cNvSpPr>
          <p:nvPr>
            <p:ph type="sldNum" sz="quarter" idx="12"/>
          </p:nvPr>
        </p:nvSpPr>
        <p:spPr/>
        <p:txBody>
          <a:bodyPr/>
          <a:lstStyle/>
          <a:p>
            <a:fld id="{094DEB03-EFC6-4C20-8FC8-295189A5386F}" type="slidenum">
              <a:rPr lang="zh-CN" altLang="en-US" smtClean="0"/>
              <a:pPr/>
              <a:t>101</a:t>
            </a:fld>
            <a:endParaRPr lang="zh-CN" altLang="en-US"/>
          </a:p>
        </p:txBody>
      </p:sp>
    </p:spTree>
  </p:cSld>
  <p:clrMapOvr>
    <a:masterClrMapping/>
  </p:clrMapOvr>
</p:sld>
</file>

<file path=ppt/slides/slide10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0594" name="Rectangle 2">
            <a:extLst>
              <a:ext uri="{FF2B5EF4-FFF2-40B4-BE49-F238E27FC236}">
                <a16:creationId xmlns:a16="http://schemas.microsoft.com/office/drawing/2014/main" id="{0A017DFB-8D6C-491B-885A-21FA14593A9D}"/>
              </a:ext>
            </a:extLst>
          </p:cNvPr>
          <p:cNvSpPr>
            <a:spLocks noGrp="1" noChangeArrowheads="1"/>
          </p:cNvSpPr>
          <p:nvPr>
            <p:ph type="title"/>
          </p:nvPr>
        </p:nvSpPr>
        <p:spPr/>
        <p:txBody>
          <a:bodyPr/>
          <a:lstStyle/>
          <a:p>
            <a:pPr eaLnBrk="1" hangingPunct="1"/>
            <a:r>
              <a:rPr lang="en-US" altLang="zh-CN" sz="4000"/>
              <a:t>3.3.6 </a:t>
            </a:r>
            <a:r>
              <a:rPr lang="zh-CN" altLang="en-US" sz="4000"/>
              <a:t>预测分析的错误恢复</a:t>
            </a:r>
          </a:p>
        </p:txBody>
      </p:sp>
      <p:sp>
        <p:nvSpPr>
          <p:cNvPr id="110595" name="Rectangle 3">
            <a:extLst>
              <a:ext uri="{FF2B5EF4-FFF2-40B4-BE49-F238E27FC236}">
                <a16:creationId xmlns:a16="http://schemas.microsoft.com/office/drawing/2014/main" id="{0E95454B-745F-4EC7-A3C3-D4BF8FA63E81}"/>
              </a:ext>
            </a:extLst>
          </p:cNvPr>
          <p:cNvSpPr>
            <a:spLocks noGrp="1" noChangeArrowheads="1"/>
          </p:cNvSpPr>
          <p:nvPr>
            <p:ph idx="1"/>
          </p:nvPr>
        </p:nvSpPr>
        <p:spPr/>
        <p:txBody>
          <a:bodyPr/>
          <a:lstStyle/>
          <a:p>
            <a:pPr eaLnBrk="1" hangingPunct="1">
              <a:lnSpc>
                <a:spcPct val="90000"/>
              </a:lnSpc>
              <a:buFont typeface="Wingdings" panose="05000000000000000000" pitchFamily="2" charset="2"/>
              <a:buNone/>
            </a:pPr>
            <a:r>
              <a:rPr lang="zh-CN" altLang="en-US" sz="2800"/>
              <a:t>预测分析器对 </a:t>
            </a:r>
            <a:r>
              <a:rPr lang="en-US" altLang="zh-CN" sz="2800" b="1"/>
              <a:t>+id * +id</a:t>
            </a:r>
            <a:r>
              <a:rPr lang="en-US" altLang="zh-CN" sz="2800"/>
              <a:t> </a:t>
            </a:r>
            <a:r>
              <a:rPr lang="zh-CN" altLang="en-US" sz="2800"/>
              <a:t>的分析和错误恢复</a:t>
            </a:r>
          </a:p>
        </p:txBody>
      </p:sp>
      <p:graphicFrame>
        <p:nvGraphicFramePr>
          <p:cNvPr id="7" name="Group 4">
            <a:extLst>
              <a:ext uri="{FF2B5EF4-FFF2-40B4-BE49-F238E27FC236}">
                <a16:creationId xmlns:a16="http://schemas.microsoft.com/office/drawing/2014/main" id="{A4EF1AB2-F541-48E5-805C-E1B2AFD78D50}"/>
              </a:ext>
            </a:extLst>
          </p:cNvPr>
          <p:cNvGraphicFramePr>
            <a:graphicFrameLocks/>
          </p:cNvGraphicFramePr>
          <p:nvPr>
            <p:extLst>
              <p:ext uri="{D42A27DB-BD31-4B8C-83A1-F6EECF244321}">
                <p14:modId xmlns:p14="http://schemas.microsoft.com/office/powerpoint/2010/main" val="1380313971"/>
              </p:ext>
            </p:extLst>
          </p:nvPr>
        </p:nvGraphicFramePr>
        <p:xfrm>
          <a:off x="533400" y="1981200"/>
          <a:ext cx="8305800" cy="4937296"/>
        </p:xfrm>
        <a:graphic>
          <a:graphicData uri="http://schemas.openxmlformats.org/drawingml/2006/table">
            <a:tbl>
              <a:tblPr/>
              <a:tblGrid>
                <a:gridCol w="2690813">
                  <a:extLst>
                    <a:ext uri="{9D8B030D-6E8A-4147-A177-3AD203B41FA5}">
                      <a16:colId xmlns:a16="http://schemas.microsoft.com/office/drawing/2014/main" val="20000"/>
                    </a:ext>
                  </a:extLst>
                </a:gridCol>
                <a:gridCol w="2808287">
                  <a:extLst>
                    <a:ext uri="{9D8B030D-6E8A-4147-A177-3AD203B41FA5}">
                      <a16:colId xmlns:a16="http://schemas.microsoft.com/office/drawing/2014/main" val="20001"/>
                    </a:ext>
                  </a:extLst>
                </a:gridCol>
                <a:gridCol w="2806700">
                  <a:extLst>
                    <a:ext uri="{9D8B030D-6E8A-4147-A177-3AD203B41FA5}">
                      <a16:colId xmlns:a16="http://schemas.microsoft.com/office/drawing/2014/main" val="20002"/>
                    </a:ext>
                  </a:extLst>
                </a:gridCol>
              </a:tblGrid>
              <a:tr h="518085">
                <a:tc>
                  <a:txBody>
                    <a:body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itchFamily="2" charset="2"/>
                        <a:buNone/>
                        <a:tabLst/>
                      </a:pPr>
                      <a:r>
                        <a:rPr kumimoji="0" lang="zh-CN" altLang="en-US" sz="2800" b="0" i="0" u="none" strike="noStrike" cap="none" normalizeH="0" baseline="0">
                          <a:ln>
                            <a:noFill/>
                          </a:ln>
                          <a:solidFill>
                            <a:schemeClr val="tx1"/>
                          </a:solidFill>
                          <a:effectLst/>
                          <a:latin typeface="Times New Roman" pitchFamily="18" charset="0"/>
                          <a:ea typeface="黑体" pitchFamily="2" charset="-122"/>
                        </a:rPr>
                        <a:t>栈 </a:t>
                      </a:r>
                    </a:p>
                  </a:txBody>
                  <a:tcPr marT="45691" marB="45691" horzOverflow="overflow">
                    <a:lnL w="28575"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28575"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a:txBody>
                    <a:body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itchFamily="2" charset="2"/>
                        <a:buNone/>
                        <a:tabLst/>
                      </a:pPr>
                      <a:r>
                        <a:rPr kumimoji="0" lang="zh-CN" altLang="en-US" sz="2800" b="0" i="0" u="none" strike="noStrike" cap="none" normalizeH="0" baseline="0">
                          <a:ln>
                            <a:noFill/>
                          </a:ln>
                          <a:solidFill>
                            <a:schemeClr val="tx1"/>
                          </a:solidFill>
                          <a:effectLst/>
                          <a:latin typeface="Times New Roman" pitchFamily="18" charset="0"/>
                          <a:ea typeface="黑体" pitchFamily="2" charset="-122"/>
                        </a:rPr>
                        <a:t>输    入 </a:t>
                      </a:r>
                    </a:p>
                  </a:txBody>
                  <a:tcPr marT="45691" marB="45691"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28575"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a:txBody>
                    <a:body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itchFamily="2" charset="2"/>
                        <a:buNone/>
                        <a:tabLst/>
                      </a:pPr>
                      <a:r>
                        <a:rPr kumimoji="0" lang="zh-CN" altLang="en-US" sz="2800" b="0" i="0" u="none" strike="noStrike" cap="none" normalizeH="0" baseline="0">
                          <a:ln>
                            <a:noFill/>
                          </a:ln>
                          <a:solidFill>
                            <a:schemeClr val="tx1"/>
                          </a:solidFill>
                          <a:effectLst/>
                          <a:latin typeface="Times New Roman" pitchFamily="18" charset="0"/>
                          <a:ea typeface="黑体" pitchFamily="2" charset="-122"/>
                        </a:rPr>
                        <a:t>输    出 </a:t>
                      </a:r>
                    </a:p>
                  </a:txBody>
                  <a:tcPr marT="45691" marB="45691" horzOverflow="overflow">
                    <a:lnL w="12700" cap="flat" cmpd="sng" algn="ctr">
                      <a:solidFill>
                        <a:schemeClr val="tx1"/>
                      </a:solidFill>
                      <a:prstDash val="solid"/>
                      <a:round/>
                      <a:headEnd type="none" w="sm" len="sm"/>
                      <a:tailEnd type="none" w="sm" len="sm"/>
                    </a:lnL>
                    <a:lnR w="28575" cap="flat" cmpd="sng" algn="ctr">
                      <a:solidFill>
                        <a:schemeClr val="tx1"/>
                      </a:solidFill>
                      <a:prstDash val="solid"/>
                      <a:round/>
                      <a:headEnd type="none" w="sm" len="sm"/>
                      <a:tailEnd type="none" w="sm" len="sm"/>
                    </a:lnR>
                    <a:lnT w="28575"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extLst>
                  <a:ext uri="{0D108BD9-81ED-4DB2-BD59-A6C34878D82A}">
                    <a16:rowId xmlns:a16="http://schemas.microsoft.com/office/drawing/2014/main" val="10000"/>
                  </a:ext>
                </a:extLst>
              </a:tr>
              <a:tr h="1310532">
                <a:tc>
                  <a:txBody>
                    <a:bodyPr/>
                    <a:lstStyle/>
                    <a:p>
                      <a:pPr marL="0" marR="0" lvl="0" indent="0" algn="l" defTabSz="914400" rtl="0" eaLnBrk="1" fontAlgn="base" latinLnBrk="0" hangingPunct="1">
                        <a:lnSpc>
                          <a:spcPct val="100000"/>
                        </a:lnSpc>
                        <a:spcBef>
                          <a:spcPct val="20000"/>
                        </a:spcBef>
                        <a:spcAft>
                          <a:spcPct val="0"/>
                        </a:spcAft>
                        <a:buClr>
                          <a:schemeClr val="folHlink"/>
                        </a:buClr>
                        <a:buSzPct val="60000"/>
                        <a:buFont typeface="Wingdings" pitchFamily="2" charset="2"/>
                        <a:buNone/>
                        <a:tabLst/>
                      </a:pPr>
                      <a:r>
                        <a:rPr kumimoji="0" lang="en-US" altLang="zh-CN" sz="2800" b="1" i="0" u="none" strike="noStrike" cap="none" normalizeH="0" baseline="0">
                          <a:ln>
                            <a:noFill/>
                          </a:ln>
                          <a:solidFill>
                            <a:schemeClr val="tx1"/>
                          </a:solidFill>
                          <a:effectLst/>
                          <a:latin typeface="Times New Roman" pitchFamily="18" charset="0"/>
                          <a:ea typeface="黑体" pitchFamily="2" charset="-122"/>
                        </a:rPr>
                        <a:t>$</a:t>
                      </a:r>
                      <a:r>
                        <a:rPr kumimoji="0" lang="en-US" altLang="zh-CN" sz="2800" b="1" i="1" u="none" strike="noStrike" cap="none" normalizeH="0" baseline="0">
                          <a:ln>
                            <a:noFill/>
                          </a:ln>
                          <a:solidFill>
                            <a:schemeClr val="tx1"/>
                          </a:solidFill>
                          <a:effectLst/>
                          <a:latin typeface="Times New Roman" pitchFamily="18" charset="0"/>
                          <a:ea typeface="黑体" pitchFamily="2" charset="-122"/>
                        </a:rPr>
                        <a:t>E </a:t>
                      </a:r>
                      <a:r>
                        <a:rPr kumimoji="0" lang="en-US" altLang="zh-CN" sz="2800" b="1" i="0" u="none" strike="noStrike" cap="none" normalizeH="0" baseline="0">
                          <a:ln>
                            <a:noFill/>
                          </a:ln>
                          <a:solidFill>
                            <a:schemeClr val="tx1"/>
                          </a:solidFill>
                          <a:effectLst/>
                          <a:latin typeface="Times New Roman" pitchFamily="18" charset="0"/>
                          <a:ea typeface="黑体" pitchFamily="2" charset="-122"/>
                          <a:sym typeface="Symbol" pitchFamily="18" charset="2"/>
                        </a:rPr>
                        <a:t></a:t>
                      </a:r>
                      <a:r>
                        <a:rPr kumimoji="0" lang="en-US" altLang="zh-CN" sz="2800" b="1" i="1" u="none" strike="noStrike" cap="none" normalizeH="0" baseline="0">
                          <a:ln>
                            <a:noFill/>
                          </a:ln>
                          <a:solidFill>
                            <a:schemeClr val="tx1"/>
                          </a:solidFill>
                          <a:effectLst/>
                          <a:latin typeface="Times New Roman" pitchFamily="18" charset="0"/>
                          <a:ea typeface="黑体" pitchFamily="2" charset="-122"/>
                          <a:sym typeface="Symbol" pitchFamily="18" charset="2"/>
                        </a:rPr>
                        <a:t>T</a:t>
                      </a:r>
                      <a:r>
                        <a:rPr kumimoji="0" lang="en-US" altLang="zh-CN" sz="2800" b="1" i="1" u="none" strike="noStrike" cap="none" normalizeH="0" baseline="0">
                          <a:ln>
                            <a:noFill/>
                          </a:ln>
                          <a:solidFill>
                            <a:schemeClr val="tx1"/>
                          </a:solidFill>
                          <a:effectLst/>
                          <a:latin typeface="Times New Roman" pitchFamily="18" charset="0"/>
                          <a:ea typeface="黑体" pitchFamily="2" charset="-122"/>
                        </a:rPr>
                        <a:t> </a:t>
                      </a:r>
                      <a:r>
                        <a:rPr kumimoji="0" lang="en-US" altLang="zh-CN" sz="2800" b="1" i="0" u="none" strike="noStrike" cap="none" normalizeH="0" baseline="0">
                          <a:ln>
                            <a:noFill/>
                          </a:ln>
                          <a:solidFill>
                            <a:schemeClr val="tx1"/>
                          </a:solidFill>
                          <a:effectLst/>
                          <a:latin typeface="Times New Roman" pitchFamily="18" charset="0"/>
                          <a:ea typeface="黑体" pitchFamily="2" charset="-122"/>
                          <a:sym typeface="Symbol" pitchFamily="18" charset="2"/>
                        </a:rPr>
                        <a:t></a:t>
                      </a:r>
                      <a:r>
                        <a:rPr kumimoji="0" lang="en-US" altLang="zh-CN" sz="2800" b="1" i="1" u="none" strike="noStrike" cap="none" normalizeH="0" baseline="0">
                          <a:ln>
                            <a:noFill/>
                          </a:ln>
                          <a:solidFill>
                            <a:schemeClr val="tx1"/>
                          </a:solidFill>
                          <a:effectLst/>
                          <a:latin typeface="Times New Roman" pitchFamily="18" charset="0"/>
                          <a:ea typeface="黑体" pitchFamily="2" charset="-122"/>
                          <a:sym typeface="Symbol" pitchFamily="18" charset="2"/>
                        </a:rPr>
                        <a:t>F</a:t>
                      </a:r>
                    </a:p>
                  </a:txBody>
                  <a:tcPr marT="45691" marB="45691" horzOverflow="overflow">
                    <a:lnL w="28575"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
                          <a:schemeClr val="folHlink"/>
                        </a:buClr>
                        <a:buSzPct val="60000"/>
                        <a:buFont typeface="Wingdings" pitchFamily="2" charset="2"/>
                        <a:buNone/>
                        <a:tabLst/>
                      </a:pPr>
                      <a:r>
                        <a:rPr kumimoji="0" lang="en-US" altLang="zh-CN" sz="2800" b="1" i="0" u="none" strike="noStrike" cap="none" normalizeH="0" baseline="0">
                          <a:ln>
                            <a:noFill/>
                          </a:ln>
                          <a:solidFill>
                            <a:schemeClr val="tx1"/>
                          </a:solidFill>
                          <a:effectLst/>
                          <a:latin typeface="Times New Roman" pitchFamily="18" charset="0"/>
                          <a:ea typeface="黑体" pitchFamily="2" charset="-122"/>
                          <a:cs typeface="Times New Roman" pitchFamily="18" charset="0"/>
                          <a:sym typeface="Symbol" pitchFamily="18" charset="2"/>
                        </a:rPr>
                        <a:t>             +</a:t>
                      </a:r>
                      <a:r>
                        <a:rPr kumimoji="0" lang="en-US" altLang="zh-CN" sz="2800" b="1" i="0" u="none" strike="noStrike" cap="none" normalizeH="0" baseline="0">
                          <a:ln>
                            <a:noFill/>
                          </a:ln>
                          <a:solidFill>
                            <a:schemeClr val="tx1"/>
                          </a:solidFill>
                          <a:effectLst/>
                          <a:latin typeface="Times New Roman" pitchFamily="18" charset="0"/>
                          <a:ea typeface="黑体" pitchFamily="2" charset="-122"/>
                        </a:rPr>
                        <a:t> id $</a:t>
                      </a:r>
                    </a:p>
                  </a:txBody>
                  <a:tcPr marT="45691" marB="45691"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
                          <a:schemeClr val="folHlink"/>
                        </a:buClr>
                        <a:buSzPct val="60000"/>
                        <a:buFont typeface="Wingdings" pitchFamily="2" charset="2"/>
                        <a:buNone/>
                        <a:tabLst/>
                      </a:pPr>
                      <a:r>
                        <a:rPr kumimoji="0" lang="zh-CN" altLang="en-US" sz="2000" b="0" i="0" u="none" strike="noStrike" cap="none" normalizeH="0" baseline="0">
                          <a:ln>
                            <a:noFill/>
                          </a:ln>
                          <a:solidFill>
                            <a:schemeClr val="accent2"/>
                          </a:solidFill>
                          <a:effectLst/>
                          <a:latin typeface="Times New Roman" pitchFamily="18" charset="0"/>
                          <a:ea typeface="黑体" pitchFamily="2" charset="-122"/>
                        </a:rPr>
                        <a:t>出错：“</a:t>
                      </a:r>
                      <a:r>
                        <a:rPr kumimoji="0" lang="en-US" altLang="zh-CN" sz="2000" b="1" i="0" u="none" strike="noStrike" cap="none" normalizeH="0" baseline="0">
                          <a:ln>
                            <a:noFill/>
                          </a:ln>
                          <a:solidFill>
                            <a:schemeClr val="accent2"/>
                          </a:solidFill>
                          <a:effectLst/>
                          <a:latin typeface="Times New Roman" pitchFamily="18" charset="0"/>
                          <a:ea typeface="黑体" pitchFamily="2" charset="-122"/>
                        </a:rPr>
                        <a:t>+</a:t>
                      </a:r>
                      <a:r>
                        <a:rPr kumimoji="0" lang="en-US" altLang="zh-CN" sz="2000" b="0" i="0" u="none" strike="noStrike" cap="none" normalizeH="0" baseline="0">
                          <a:ln>
                            <a:noFill/>
                          </a:ln>
                          <a:solidFill>
                            <a:schemeClr val="accent2"/>
                          </a:solidFill>
                          <a:effectLst/>
                          <a:latin typeface="Times New Roman" pitchFamily="18" charset="0"/>
                          <a:ea typeface="黑体" pitchFamily="2" charset="-122"/>
                        </a:rPr>
                        <a:t>”</a:t>
                      </a:r>
                      <a:r>
                        <a:rPr kumimoji="0" lang="zh-CN" altLang="en-US" sz="2000" b="0" i="0" u="none" strike="noStrike" cap="none" normalizeH="0" baseline="0">
                          <a:ln>
                            <a:noFill/>
                          </a:ln>
                          <a:solidFill>
                            <a:schemeClr val="accent2"/>
                          </a:solidFill>
                          <a:effectLst/>
                          <a:latin typeface="Times New Roman" pitchFamily="18" charset="0"/>
                          <a:ea typeface="黑体" pitchFamily="2" charset="-122"/>
                        </a:rPr>
                        <a:t>在</a:t>
                      </a:r>
                      <a:r>
                        <a:rPr kumimoji="0" lang="en-US" altLang="zh-CN" sz="2000" b="1" i="1" u="none" strike="noStrike" cap="none" normalizeH="0" baseline="0">
                          <a:ln>
                            <a:noFill/>
                          </a:ln>
                          <a:solidFill>
                            <a:schemeClr val="accent2"/>
                          </a:solidFill>
                          <a:effectLst/>
                          <a:latin typeface="Times New Roman" pitchFamily="18" charset="0"/>
                          <a:ea typeface="黑体" pitchFamily="2" charset="-122"/>
                        </a:rPr>
                        <a:t>F</a:t>
                      </a:r>
                      <a:r>
                        <a:rPr kumimoji="0" lang="zh-CN" altLang="en-US" sz="2000" b="0" i="0" u="none" strike="noStrike" cap="none" normalizeH="0" baseline="0">
                          <a:ln>
                            <a:noFill/>
                          </a:ln>
                          <a:solidFill>
                            <a:schemeClr val="accent2"/>
                          </a:solidFill>
                          <a:effectLst/>
                          <a:latin typeface="Times New Roman" pitchFamily="18" charset="0"/>
                          <a:ea typeface="黑体" pitchFamily="2" charset="-122"/>
                        </a:rPr>
                        <a:t>的</a:t>
                      </a:r>
                      <a:r>
                        <a:rPr kumimoji="0" lang="en-US" altLang="zh-CN" sz="2000" b="1" i="0" u="none" strike="noStrike" cap="none" normalizeH="0" baseline="0">
                          <a:ln>
                            <a:noFill/>
                          </a:ln>
                          <a:solidFill>
                            <a:schemeClr val="accent2"/>
                          </a:solidFill>
                          <a:effectLst/>
                          <a:latin typeface="Times New Roman" pitchFamily="18" charset="0"/>
                          <a:ea typeface="黑体" pitchFamily="2" charset="-122"/>
                        </a:rPr>
                        <a:t>Follow</a:t>
                      </a:r>
                      <a:r>
                        <a:rPr kumimoji="0" lang="zh-CN" altLang="en-US" sz="2000" b="0" i="0" u="none" strike="noStrike" cap="none" normalizeH="0" baseline="0">
                          <a:ln>
                            <a:noFill/>
                          </a:ln>
                          <a:solidFill>
                            <a:schemeClr val="accent2"/>
                          </a:solidFill>
                          <a:effectLst/>
                          <a:latin typeface="Times New Roman" pitchFamily="18" charset="0"/>
                          <a:ea typeface="黑体" pitchFamily="2" charset="-122"/>
                        </a:rPr>
                        <a:t>同步集合中，无须跳过任何记号；</a:t>
                      </a:r>
                      <a:r>
                        <a:rPr kumimoji="0" lang="en-US" altLang="zh-CN" sz="2000" b="1" i="1" u="none" strike="noStrike" cap="none" normalizeH="0" baseline="0">
                          <a:ln>
                            <a:noFill/>
                          </a:ln>
                          <a:solidFill>
                            <a:schemeClr val="accent2"/>
                          </a:solidFill>
                          <a:effectLst/>
                          <a:latin typeface="Times New Roman" pitchFamily="18" charset="0"/>
                          <a:ea typeface="黑体" pitchFamily="2" charset="-122"/>
                        </a:rPr>
                        <a:t>F</a:t>
                      </a:r>
                      <a:r>
                        <a:rPr kumimoji="0" lang="zh-CN" altLang="en-US" sz="2000" b="0" i="0" u="none" strike="noStrike" cap="none" normalizeH="0" baseline="0">
                          <a:ln>
                            <a:noFill/>
                          </a:ln>
                          <a:solidFill>
                            <a:schemeClr val="accent2"/>
                          </a:solidFill>
                          <a:effectLst/>
                          <a:latin typeface="Times New Roman" pitchFamily="18" charset="0"/>
                          <a:ea typeface="黑体" pitchFamily="2" charset="-122"/>
                        </a:rPr>
                        <a:t>被弹出</a:t>
                      </a:r>
                    </a:p>
                  </a:txBody>
                  <a:tcPr marT="45691" marB="45691" horzOverflow="overflow">
                    <a:lnL w="12700" cap="flat" cmpd="sng" algn="ctr">
                      <a:solidFill>
                        <a:schemeClr val="tx1"/>
                      </a:solidFill>
                      <a:prstDash val="solid"/>
                      <a:round/>
                      <a:headEnd type="none" w="sm" len="sm"/>
                      <a:tailEnd type="none" w="sm" len="sm"/>
                    </a:lnL>
                    <a:lnR w="28575"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1"/>
                  </a:ext>
                </a:extLst>
              </a:tr>
              <a:tr h="518085">
                <a:tc>
                  <a:txBody>
                    <a:bodyPr/>
                    <a:lstStyle/>
                    <a:p>
                      <a:pPr marL="0" marR="0" lvl="0" indent="0" algn="l" defTabSz="914400" rtl="0" eaLnBrk="1" fontAlgn="base" latinLnBrk="0" hangingPunct="1">
                        <a:lnSpc>
                          <a:spcPct val="100000"/>
                        </a:lnSpc>
                        <a:spcBef>
                          <a:spcPct val="20000"/>
                        </a:spcBef>
                        <a:spcAft>
                          <a:spcPct val="0"/>
                        </a:spcAft>
                        <a:buClr>
                          <a:schemeClr val="folHlink"/>
                        </a:buClr>
                        <a:buSzPct val="60000"/>
                        <a:buFont typeface="Wingdings" pitchFamily="2" charset="2"/>
                        <a:buNone/>
                        <a:tabLst/>
                      </a:pPr>
                      <a:r>
                        <a:rPr kumimoji="0" lang="en-US" altLang="zh-CN" sz="2800" b="1" i="0" u="none" strike="noStrike" cap="none" normalizeH="0" baseline="0">
                          <a:ln>
                            <a:noFill/>
                          </a:ln>
                          <a:solidFill>
                            <a:schemeClr val="tx1"/>
                          </a:solidFill>
                          <a:effectLst/>
                          <a:latin typeface="Times New Roman" pitchFamily="18" charset="0"/>
                          <a:ea typeface="黑体" pitchFamily="2" charset="-122"/>
                        </a:rPr>
                        <a:t>$</a:t>
                      </a:r>
                      <a:r>
                        <a:rPr kumimoji="0" lang="en-US" altLang="zh-CN" sz="2800" b="1" i="1" u="none" strike="noStrike" cap="none" normalizeH="0" baseline="0">
                          <a:ln>
                            <a:noFill/>
                          </a:ln>
                          <a:solidFill>
                            <a:schemeClr val="tx1"/>
                          </a:solidFill>
                          <a:effectLst/>
                          <a:latin typeface="Times New Roman" pitchFamily="18" charset="0"/>
                          <a:ea typeface="黑体" pitchFamily="2" charset="-122"/>
                        </a:rPr>
                        <a:t>E </a:t>
                      </a:r>
                      <a:r>
                        <a:rPr kumimoji="0" lang="en-US" altLang="zh-CN" sz="2800" b="1" i="0" u="none" strike="noStrike" cap="none" normalizeH="0" baseline="0">
                          <a:ln>
                            <a:noFill/>
                          </a:ln>
                          <a:solidFill>
                            <a:schemeClr val="tx1"/>
                          </a:solidFill>
                          <a:effectLst/>
                          <a:latin typeface="Times New Roman" pitchFamily="18" charset="0"/>
                          <a:ea typeface="黑体" pitchFamily="2" charset="-122"/>
                          <a:sym typeface="Symbol" pitchFamily="18" charset="2"/>
                        </a:rPr>
                        <a:t></a:t>
                      </a:r>
                      <a:r>
                        <a:rPr kumimoji="0" lang="en-US" altLang="zh-CN" sz="2800" b="1" i="1" u="none" strike="noStrike" cap="none" normalizeH="0" baseline="0">
                          <a:ln>
                            <a:noFill/>
                          </a:ln>
                          <a:solidFill>
                            <a:schemeClr val="tx1"/>
                          </a:solidFill>
                          <a:effectLst/>
                          <a:latin typeface="Times New Roman" pitchFamily="18" charset="0"/>
                          <a:ea typeface="黑体" pitchFamily="2" charset="-122"/>
                          <a:sym typeface="Symbol" pitchFamily="18" charset="2"/>
                        </a:rPr>
                        <a:t>T</a:t>
                      </a:r>
                      <a:r>
                        <a:rPr kumimoji="0" lang="en-US" altLang="zh-CN" sz="2800" b="1" i="1" u="none" strike="noStrike" cap="none" normalizeH="0" baseline="0">
                          <a:ln>
                            <a:noFill/>
                          </a:ln>
                          <a:solidFill>
                            <a:schemeClr val="tx1"/>
                          </a:solidFill>
                          <a:effectLst/>
                          <a:latin typeface="Times New Roman" pitchFamily="18" charset="0"/>
                          <a:ea typeface="黑体" pitchFamily="2" charset="-122"/>
                        </a:rPr>
                        <a:t> </a:t>
                      </a:r>
                      <a:r>
                        <a:rPr kumimoji="0" lang="en-US" altLang="zh-CN" sz="2800" b="1" i="0" u="none" strike="noStrike" cap="none" normalizeH="0" baseline="0">
                          <a:ln>
                            <a:noFill/>
                          </a:ln>
                          <a:solidFill>
                            <a:schemeClr val="tx1"/>
                          </a:solidFill>
                          <a:effectLst/>
                          <a:latin typeface="Times New Roman" pitchFamily="18" charset="0"/>
                          <a:ea typeface="黑体" pitchFamily="2" charset="-122"/>
                          <a:sym typeface="Symbol" pitchFamily="18" charset="2"/>
                        </a:rPr>
                        <a:t></a:t>
                      </a:r>
                    </a:p>
                  </a:txBody>
                  <a:tcPr marT="45691" marB="45691" horzOverflow="overflow">
                    <a:lnL w="28575"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
                          <a:schemeClr val="folHlink"/>
                        </a:buClr>
                        <a:buSzPct val="60000"/>
                        <a:buFont typeface="Wingdings" pitchFamily="2" charset="2"/>
                        <a:buNone/>
                        <a:tabLst/>
                      </a:pPr>
                      <a:r>
                        <a:rPr kumimoji="0" lang="en-US" altLang="zh-CN" sz="2800" b="1" i="0" u="none" strike="noStrike" cap="none" normalizeH="0" baseline="0">
                          <a:ln>
                            <a:noFill/>
                          </a:ln>
                          <a:solidFill>
                            <a:schemeClr val="tx1"/>
                          </a:solidFill>
                          <a:effectLst/>
                          <a:latin typeface="Times New Roman" pitchFamily="18" charset="0"/>
                          <a:ea typeface="黑体" pitchFamily="2" charset="-122"/>
                          <a:cs typeface="Times New Roman" pitchFamily="18" charset="0"/>
                          <a:sym typeface="Symbol" pitchFamily="18" charset="2"/>
                        </a:rPr>
                        <a:t>             +</a:t>
                      </a:r>
                      <a:r>
                        <a:rPr kumimoji="0" lang="en-US" altLang="zh-CN" sz="2800" b="1" i="0" u="none" strike="noStrike" cap="none" normalizeH="0" baseline="0">
                          <a:ln>
                            <a:noFill/>
                          </a:ln>
                          <a:solidFill>
                            <a:schemeClr val="tx1"/>
                          </a:solidFill>
                          <a:effectLst/>
                          <a:latin typeface="Times New Roman" pitchFamily="18" charset="0"/>
                          <a:ea typeface="黑体" pitchFamily="2" charset="-122"/>
                        </a:rPr>
                        <a:t> id $</a:t>
                      </a:r>
                    </a:p>
                  </a:txBody>
                  <a:tcPr marT="45691" marB="45691"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
                          <a:schemeClr val="folHlink"/>
                        </a:buClr>
                        <a:buSzPct val="60000"/>
                        <a:buFont typeface="Wingdings" pitchFamily="2" charset="2"/>
                        <a:buNone/>
                        <a:tabLst/>
                      </a:pPr>
                      <a:endParaRPr kumimoji="0" lang="zh-CN" altLang="zh-CN" sz="2800" b="0" i="0" u="none" strike="noStrike" cap="none" normalizeH="0" baseline="0">
                        <a:ln>
                          <a:noFill/>
                        </a:ln>
                        <a:solidFill>
                          <a:schemeClr val="tx2"/>
                        </a:solidFill>
                        <a:effectLst/>
                        <a:latin typeface="Times New Roman" pitchFamily="18" charset="0"/>
                        <a:ea typeface="黑体" pitchFamily="2" charset="-122"/>
                      </a:endParaRPr>
                    </a:p>
                  </a:txBody>
                  <a:tcPr marT="45691" marB="45691" horzOverflow="overflow">
                    <a:lnL w="12700" cap="flat" cmpd="sng" algn="ctr">
                      <a:solidFill>
                        <a:schemeClr val="tx1"/>
                      </a:solidFill>
                      <a:prstDash val="solid"/>
                      <a:round/>
                      <a:headEnd type="none" w="sm" len="sm"/>
                      <a:tailEnd type="none" w="sm" len="sm"/>
                    </a:lnL>
                    <a:lnR w="28575" cap="flat" cmpd="sng" algn="ctr">
                      <a:solidFill>
                        <a:schemeClr val="tx1"/>
                      </a:solidFill>
                      <a:prstDash val="solid"/>
                      <a:round/>
                      <a:headEnd type="none" w="sm" len="sm"/>
                      <a:tailEnd type="none" w="sm" len="sm"/>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2"/>
                  </a:ext>
                </a:extLst>
              </a:tr>
              <a:tr h="518085">
                <a:tc>
                  <a:txBody>
                    <a:bodyPr/>
                    <a:lstStyle/>
                    <a:p>
                      <a:pPr marL="0" marR="0" lvl="0" indent="0" algn="l" defTabSz="914400" rtl="0" eaLnBrk="1" fontAlgn="base" latinLnBrk="0" hangingPunct="1">
                        <a:lnSpc>
                          <a:spcPct val="100000"/>
                        </a:lnSpc>
                        <a:spcBef>
                          <a:spcPct val="20000"/>
                        </a:spcBef>
                        <a:spcAft>
                          <a:spcPct val="0"/>
                        </a:spcAft>
                        <a:buClr>
                          <a:schemeClr val="folHlink"/>
                        </a:buClr>
                        <a:buSzPct val="60000"/>
                        <a:buFont typeface="Wingdings" pitchFamily="2" charset="2"/>
                        <a:buNone/>
                        <a:tabLst/>
                      </a:pPr>
                      <a:r>
                        <a:rPr kumimoji="0" lang="en-US" altLang="zh-CN" sz="2800" b="1" i="0" u="none" strike="noStrike" cap="none" normalizeH="0" baseline="0">
                          <a:ln>
                            <a:noFill/>
                          </a:ln>
                          <a:solidFill>
                            <a:schemeClr val="tx1"/>
                          </a:solidFill>
                          <a:effectLst/>
                          <a:latin typeface="Times New Roman" pitchFamily="18" charset="0"/>
                          <a:ea typeface="黑体" pitchFamily="2" charset="-122"/>
                        </a:rPr>
                        <a:t>$</a:t>
                      </a:r>
                      <a:r>
                        <a:rPr kumimoji="0" lang="en-US" altLang="zh-CN" sz="2800" b="1" i="1" u="none" strike="noStrike" cap="none" normalizeH="0" baseline="0">
                          <a:ln>
                            <a:noFill/>
                          </a:ln>
                          <a:solidFill>
                            <a:schemeClr val="tx1"/>
                          </a:solidFill>
                          <a:effectLst/>
                          <a:latin typeface="Times New Roman" pitchFamily="18" charset="0"/>
                          <a:ea typeface="黑体" pitchFamily="2" charset="-122"/>
                        </a:rPr>
                        <a:t>E </a:t>
                      </a:r>
                      <a:r>
                        <a:rPr kumimoji="0" lang="en-US" altLang="zh-CN" sz="2800" b="1" i="0" u="none" strike="noStrike" cap="none" normalizeH="0" baseline="0">
                          <a:ln>
                            <a:noFill/>
                          </a:ln>
                          <a:solidFill>
                            <a:schemeClr val="tx1"/>
                          </a:solidFill>
                          <a:effectLst/>
                          <a:latin typeface="Times New Roman" pitchFamily="18" charset="0"/>
                          <a:ea typeface="黑体" pitchFamily="2" charset="-122"/>
                          <a:sym typeface="Symbol" pitchFamily="18" charset="2"/>
                        </a:rPr>
                        <a:t></a:t>
                      </a:r>
                    </a:p>
                  </a:txBody>
                  <a:tcPr marT="45691" marB="45691" horzOverflow="overflow">
                    <a:lnL w="28575"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
                          <a:schemeClr val="folHlink"/>
                        </a:buClr>
                        <a:buSzPct val="60000"/>
                        <a:buFont typeface="Wingdings" pitchFamily="2" charset="2"/>
                        <a:buNone/>
                        <a:tabLst/>
                      </a:pPr>
                      <a:r>
                        <a:rPr kumimoji="0" lang="en-US" altLang="zh-CN" sz="2800" b="1" i="0" u="none" strike="noStrike" cap="none" normalizeH="0" baseline="0">
                          <a:ln>
                            <a:noFill/>
                          </a:ln>
                          <a:solidFill>
                            <a:schemeClr val="tx1"/>
                          </a:solidFill>
                          <a:effectLst/>
                          <a:latin typeface="Times New Roman" pitchFamily="18" charset="0"/>
                          <a:ea typeface="黑体" pitchFamily="2" charset="-122"/>
                          <a:cs typeface="Times New Roman" pitchFamily="18" charset="0"/>
                          <a:sym typeface="Symbol" pitchFamily="18" charset="2"/>
                        </a:rPr>
                        <a:t>             +</a:t>
                      </a:r>
                      <a:r>
                        <a:rPr kumimoji="0" lang="en-US" altLang="zh-CN" sz="2800" b="1" i="0" u="none" strike="noStrike" cap="none" normalizeH="0" baseline="0">
                          <a:ln>
                            <a:noFill/>
                          </a:ln>
                          <a:solidFill>
                            <a:schemeClr val="tx1"/>
                          </a:solidFill>
                          <a:effectLst/>
                          <a:latin typeface="Times New Roman" pitchFamily="18" charset="0"/>
                          <a:ea typeface="黑体" pitchFamily="2" charset="-122"/>
                        </a:rPr>
                        <a:t> id $</a:t>
                      </a:r>
                    </a:p>
                  </a:txBody>
                  <a:tcPr marT="45691" marB="45691"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
                          <a:schemeClr val="folHlink"/>
                        </a:buClr>
                        <a:buSzPct val="60000"/>
                        <a:buFont typeface="Wingdings" pitchFamily="2" charset="2"/>
                        <a:buNone/>
                        <a:tabLst/>
                      </a:pPr>
                      <a:r>
                        <a:rPr kumimoji="0" lang="en-US" altLang="zh-CN" sz="2800" b="1" i="1" u="none" strike="noStrike" cap="none" normalizeH="0" baseline="0">
                          <a:ln>
                            <a:noFill/>
                          </a:ln>
                          <a:solidFill>
                            <a:schemeClr val="tx1"/>
                          </a:solidFill>
                          <a:effectLst/>
                          <a:latin typeface="Times New Roman" pitchFamily="18" charset="0"/>
                          <a:ea typeface="黑体" pitchFamily="2" charset="-122"/>
                        </a:rPr>
                        <a:t>T</a:t>
                      </a:r>
                      <a:r>
                        <a:rPr kumimoji="0" lang="en-US" altLang="zh-CN" sz="2800" b="1" i="0" u="none" strike="noStrike" cap="none" normalizeH="0" baseline="0">
                          <a:ln>
                            <a:noFill/>
                          </a:ln>
                          <a:solidFill>
                            <a:schemeClr val="tx1"/>
                          </a:solidFill>
                          <a:effectLst/>
                          <a:latin typeface="Times New Roman" pitchFamily="18" charset="0"/>
                          <a:ea typeface="黑体" pitchFamily="2" charset="-122"/>
                          <a:sym typeface="Symbol" pitchFamily="18" charset="2"/>
                        </a:rPr>
                        <a:t></a:t>
                      </a:r>
                    </a:p>
                  </a:txBody>
                  <a:tcPr marT="45691" marB="45691" horzOverflow="overflow">
                    <a:lnL w="12700" cap="flat" cmpd="sng" algn="ctr">
                      <a:solidFill>
                        <a:schemeClr val="tx1"/>
                      </a:solidFill>
                      <a:prstDash val="solid"/>
                      <a:round/>
                      <a:headEnd type="none" w="sm" len="sm"/>
                      <a:tailEnd type="none" w="sm" len="sm"/>
                    </a:lnL>
                    <a:lnR w="28575" cap="flat" cmpd="sng" algn="ctr">
                      <a:solidFill>
                        <a:schemeClr val="tx1"/>
                      </a:solidFill>
                      <a:prstDash val="solid"/>
                      <a:round/>
                      <a:headEnd type="none" w="sm" len="sm"/>
                      <a:tailEnd type="none" w="sm" len="sm"/>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3"/>
                  </a:ext>
                </a:extLst>
              </a:tr>
              <a:tr h="518085">
                <a:tc>
                  <a:txBody>
                    <a:bodyPr/>
                    <a:lstStyle/>
                    <a:p>
                      <a:pPr marL="0" marR="0" lvl="0" indent="0" algn="l" defTabSz="914400" rtl="0" eaLnBrk="1" fontAlgn="base" latinLnBrk="0" hangingPunct="1">
                        <a:lnSpc>
                          <a:spcPct val="100000"/>
                        </a:lnSpc>
                        <a:spcBef>
                          <a:spcPct val="20000"/>
                        </a:spcBef>
                        <a:spcAft>
                          <a:spcPct val="0"/>
                        </a:spcAft>
                        <a:buClr>
                          <a:schemeClr val="folHlink"/>
                        </a:buClr>
                        <a:buSzPct val="60000"/>
                        <a:buFont typeface="Wingdings" pitchFamily="2" charset="2"/>
                        <a:buNone/>
                        <a:tabLst/>
                      </a:pPr>
                      <a:endParaRPr kumimoji="0" lang="zh-CN" altLang="zh-CN" sz="2800" b="1" i="0" u="none" strike="noStrike" cap="none" normalizeH="0" baseline="0">
                        <a:ln>
                          <a:noFill/>
                        </a:ln>
                        <a:solidFill>
                          <a:schemeClr val="tx1"/>
                        </a:solidFill>
                        <a:effectLst/>
                        <a:latin typeface="Times New Roman" pitchFamily="18" charset="0"/>
                        <a:ea typeface="黑体" pitchFamily="2" charset="-122"/>
                        <a:sym typeface="Symbol" pitchFamily="18" charset="2"/>
                      </a:endParaRPr>
                    </a:p>
                  </a:txBody>
                  <a:tcPr marT="45691" marB="45691" horzOverflow="overflow">
                    <a:lnL w="28575"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
                          <a:schemeClr val="folHlink"/>
                        </a:buClr>
                        <a:buSzPct val="60000"/>
                        <a:buFont typeface="Wingdings" pitchFamily="2" charset="2"/>
                        <a:buNone/>
                        <a:tabLst/>
                      </a:pPr>
                      <a:endParaRPr kumimoji="0" lang="zh-CN" altLang="zh-CN" sz="2800" b="1" i="0" u="none" strike="noStrike" cap="none" normalizeH="0" baseline="0">
                        <a:ln>
                          <a:noFill/>
                        </a:ln>
                        <a:solidFill>
                          <a:schemeClr val="tx1"/>
                        </a:solidFill>
                        <a:effectLst/>
                        <a:latin typeface="Times New Roman" pitchFamily="18" charset="0"/>
                        <a:ea typeface="黑体" pitchFamily="2" charset="-122"/>
                      </a:endParaRPr>
                    </a:p>
                  </a:txBody>
                  <a:tcPr marT="45691" marB="45691"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
                          <a:schemeClr val="folHlink"/>
                        </a:buClr>
                        <a:buSzPct val="60000"/>
                        <a:buFont typeface="Wingdings" pitchFamily="2" charset="2"/>
                        <a:buNone/>
                        <a:tabLst/>
                      </a:pPr>
                      <a:endParaRPr kumimoji="0" lang="zh-CN" altLang="zh-CN" sz="2800" b="1" i="0" u="none" strike="noStrike" cap="none" normalizeH="0" baseline="0">
                        <a:ln>
                          <a:noFill/>
                        </a:ln>
                        <a:solidFill>
                          <a:schemeClr val="tx1"/>
                        </a:solidFill>
                        <a:effectLst/>
                        <a:latin typeface="Times New Roman" pitchFamily="18" charset="0"/>
                        <a:ea typeface="黑体" pitchFamily="2" charset="-122"/>
                        <a:sym typeface="Symbol" pitchFamily="18" charset="2"/>
                      </a:endParaRPr>
                    </a:p>
                  </a:txBody>
                  <a:tcPr marT="45691" marB="45691" horzOverflow="overflow">
                    <a:lnL w="12700" cap="flat" cmpd="sng" algn="ctr">
                      <a:solidFill>
                        <a:schemeClr val="tx1"/>
                      </a:solidFill>
                      <a:prstDash val="solid"/>
                      <a:round/>
                      <a:headEnd type="none" w="sm" len="sm"/>
                      <a:tailEnd type="none" w="sm" len="sm"/>
                    </a:lnL>
                    <a:lnR w="28575" cap="flat" cmpd="sng" algn="ctr">
                      <a:solidFill>
                        <a:schemeClr val="tx1"/>
                      </a:solidFill>
                      <a:prstDash val="solid"/>
                      <a:round/>
                      <a:headEnd type="none" w="sm" len="sm"/>
                      <a:tailEnd type="none" w="sm" len="sm"/>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4"/>
                  </a:ext>
                </a:extLst>
              </a:tr>
              <a:tr h="518085">
                <a:tc>
                  <a:txBody>
                    <a:bodyPr/>
                    <a:lstStyle/>
                    <a:p>
                      <a:pPr marL="0" marR="0" lvl="0" indent="0" algn="l" defTabSz="914400" rtl="0" eaLnBrk="1" fontAlgn="base" latinLnBrk="0" hangingPunct="1">
                        <a:lnSpc>
                          <a:spcPct val="100000"/>
                        </a:lnSpc>
                        <a:spcBef>
                          <a:spcPct val="20000"/>
                        </a:spcBef>
                        <a:spcAft>
                          <a:spcPct val="0"/>
                        </a:spcAft>
                        <a:buClr>
                          <a:schemeClr val="folHlink"/>
                        </a:buClr>
                        <a:buSzPct val="60000"/>
                        <a:buFont typeface="Wingdings" pitchFamily="2" charset="2"/>
                        <a:buNone/>
                        <a:tabLst/>
                      </a:pPr>
                      <a:endParaRPr kumimoji="0" lang="zh-CN" altLang="zh-CN" sz="2800" b="1" i="1" u="none" strike="noStrike" cap="none" normalizeH="0" baseline="0">
                        <a:ln>
                          <a:noFill/>
                        </a:ln>
                        <a:solidFill>
                          <a:schemeClr val="tx1"/>
                        </a:solidFill>
                        <a:effectLst/>
                        <a:latin typeface="Times New Roman" pitchFamily="18" charset="0"/>
                        <a:ea typeface="黑体" pitchFamily="2" charset="-122"/>
                        <a:sym typeface="Symbol" pitchFamily="18" charset="2"/>
                      </a:endParaRPr>
                    </a:p>
                  </a:txBody>
                  <a:tcPr marT="45691" marB="45691" horzOverflow="overflow">
                    <a:lnL w="28575"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
                          <a:schemeClr val="folHlink"/>
                        </a:buClr>
                        <a:buSzPct val="60000"/>
                        <a:buFont typeface="Wingdings" pitchFamily="2" charset="2"/>
                        <a:buNone/>
                        <a:tabLst/>
                      </a:pPr>
                      <a:endParaRPr kumimoji="0" lang="zh-CN" altLang="zh-CN" sz="2800" b="1" i="0" u="none" strike="noStrike" cap="none" normalizeH="0" baseline="0">
                        <a:ln>
                          <a:noFill/>
                        </a:ln>
                        <a:solidFill>
                          <a:schemeClr val="tx1"/>
                        </a:solidFill>
                        <a:effectLst/>
                        <a:latin typeface="Times New Roman" pitchFamily="18" charset="0"/>
                        <a:ea typeface="黑体" pitchFamily="2" charset="-122"/>
                      </a:endParaRPr>
                    </a:p>
                  </a:txBody>
                  <a:tcPr marT="45691" marB="45691"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
                          <a:schemeClr val="folHlink"/>
                        </a:buClr>
                        <a:buSzPct val="60000"/>
                        <a:buFont typeface="Wingdings" pitchFamily="2" charset="2"/>
                        <a:buNone/>
                        <a:tabLst/>
                      </a:pPr>
                      <a:endParaRPr kumimoji="0" lang="zh-CN" altLang="zh-CN" sz="2800" b="0" i="0" u="none" strike="noStrike" cap="none" normalizeH="0" baseline="0">
                        <a:ln>
                          <a:noFill/>
                        </a:ln>
                        <a:solidFill>
                          <a:schemeClr val="tx2"/>
                        </a:solidFill>
                        <a:effectLst/>
                        <a:latin typeface="Times New Roman" pitchFamily="18" charset="0"/>
                        <a:ea typeface="黑体" pitchFamily="2" charset="-122"/>
                      </a:endParaRPr>
                    </a:p>
                  </a:txBody>
                  <a:tcPr marT="45691" marB="45691" horzOverflow="overflow">
                    <a:lnL w="12700" cap="flat" cmpd="sng" algn="ctr">
                      <a:solidFill>
                        <a:schemeClr val="tx1"/>
                      </a:solidFill>
                      <a:prstDash val="solid"/>
                      <a:round/>
                      <a:headEnd type="none" w="sm" len="sm"/>
                      <a:tailEnd type="none" w="sm" len="sm"/>
                    </a:lnL>
                    <a:lnR w="28575" cap="flat" cmpd="sng" algn="ctr">
                      <a:solidFill>
                        <a:schemeClr val="tx1"/>
                      </a:solidFill>
                      <a:prstDash val="solid"/>
                      <a:round/>
                      <a:headEnd type="none" w="sm" len="sm"/>
                      <a:tailEnd type="none" w="sm" len="sm"/>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5"/>
                  </a:ext>
                </a:extLst>
              </a:tr>
              <a:tr h="518085">
                <a:tc>
                  <a:txBody>
                    <a:bodyPr/>
                    <a:lstStyle/>
                    <a:p>
                      <a:pPr marL="0" marR="0" lvl="0" indent="0" algn="l" defTabSz="914400" rtl="0" eaLnBrk="1" fontAlgn="base" latinLnBrk="0" hangingPunct="1">
                        <a:lnSpc>
                          <a:spcPct val="100000"/>
                        </a:lnSpc>
                        <a:spcBef>
                          <a:spcPct val="20000"/>
                        </a:spcBef>
                        <a:spcAft>
                          <a:spcPct val="0"/>
                        </a:spcAft>
                        <a:buClr>
                          <a:schemeClr val="folHlink"/>
                        </a:buClr>
                        <a:buSzPct val="60000"/>
                        <a:buFont typeface="Wingdings" pitchFamily="2" charset="2"/>
                        <a:buNone/>
                        <a:tabLst/>
                      </a:pPr>
                      <a:endParaRPr kumimoji="0" lang="zh-CN" altLang="zh-CN" sz="2800" b="1" i="1" u="none" strike="noStrike" cap="none" normalizeH="0" baseline="0">
                        <a:ln>
                          <a:noFill/>
                        </a:ln>
                        <a:solidFill>
                          <a:schemeClr val="tx1"/>
                        </a:solidFill>
                        <a:effectLst/>
                        <a:latin typeface="Times New Roman" pitchFamily="18" charset="0"/>
                        <a:ea typeface="黑体" pitchFamily="2" charset="-122"/>
                        <a:sym typeface="Symbol" pitchFamily="18" charset="2"/>
                      </a:endParaRPr>
                    </a:p>
                  </a:txBody>
                  <a:tcPr marT="45691" marB="45691" horzOverflow="overflow">
                    <a:lnL w="28575"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
                          <a:schemeClr val="folHlink"/>
                        </a:buClr>
                        <a:buSzPct val="60000"/>
                        <a:buFont typeface="Wingdings" pitchFamily="2" charset="2"/>
                        <a:buNone/>
                        <a:tabLst/>
                      </a:pPr>
                      <a:endParaRPr kumimoji="0" lang="zh-CN" altLang="zh-CN" sz="2800" b="1" i="0" u="none" strike="noStrike" cap="none" normalizeH="0" baseline="0">
                        <a:ln>
                          <a:noFill/>
                        </a:ln>
                        <a:solidFill>
                          <a:schemeClr val="tx1"/>
                        </a:solidFill>
                        <a:effectLst/>
                        <a:latin typeface="Times New Roman" pitchFamily="18" charset="0"/>
                        <a:ea typeface="黑体" pitchFamily="2" charset="-122"/>
                      </a:endParaRPr>
                    </a:p>
                  </a:txBody>
                  <a:tcPr marT="45691" marB="45691"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
                          <a:schemeClr val="folHlink"/>
                        </a:buClr>
                        <a:buSzPct val="60000"/>
                        <a:buFont typeface="Wingdings" pitchFamily="2" charset="2"/>
                        <a:buNone/>
                        <a:tabLst/>
                      </a:pPr>
                      <a:endParaRPr kumimoji="0" lang="zh-CN" altLang="zh-CN" sz="2800" b="0" i="0" u="none" strike="noStrike" cap="none" normalizeH="0" baseline="0">
                        <a:ln>
                          <a:noFill/>
                        </a:ln>
                        <a:solidFill>
                          <a:schemeClr val="tx2"/>
                        </a:solidFill>
                        <a:effectLst/>
                        <a:latin typeface="Times New Roman" pitchFamily="18" charset="0"/>
                        <a:ea typeface="黑体" pitchFamily="2" charset="-122"/>
                      </a:endParaRPr>
                    </a:p>
                  </a:txBody>
                  <a:tcPr marT="45691" marB="45691" horzOverflow="overflow">
                    <a:lnL w="12700" cap="flat" cmpd="sng" algn="ctr">
                      <a:solidFill>
                        <a:schemeClr val="tx1"/>
                      </a:solidFill>
                      <a:prstDash val="solid"/>
                      <a:round/>
                      <a:headEnd type="none" w="sm" len="sm"/>
                      <a:tailEnd type="none" w="sm" len="sm"/>
                    </a:lnL>
                    <a:lnR w="28575" cap="flat" cmpd="sng" algn="ctr">
                      <a:solidFill>
                        <a:schemeClr val="tx1"/>
                      </a:solidFill>
                      <a:prstDash val="solid"/>
                      <a:round/>
                      <a:headEnd type="none" w="sm" len="sm"/>
                      <a:tailEnd type="none" w="sm" len="sm"/>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6"/>
                  </a:ext>
                </a:extLst>
              </a:tr>
              <a:tr h="518085">
                <a:tc>
                  <a:txBody>
                    <a:bodyPr/>
                    <a:lstStyle/>
                    <a:p>
                      <a:pPr marL="0" marR="0" lvl="0" indent="0" algn="l" defTabSz="914400" rtl="0" eaLnBrk="1" fontAlgn="base" latinLnBrk="0" hangingPunct="1">
                        <a:lnSpc>
                          <a:spcPct val="100000"/>
                        </a:lnSpc>
                        <a:spcBef>
                          <a:spcPct val="20000"/>
                        </a:spcBef>
                        <a:spcAft>
                          <a:spcPct val="0"/>
                        </a:spcAft>
                        <a:buClr>
                          <a:schemeClr val="folHlink"/>
                        </a:buClr>
                        <a:buSzPct val="60000"/>
                        <a:buFont typeface="Wingdings" pitchFamily="2" charset="2"/>
                        <a:buNone/>
                        <a:tabLst/>
                      </a:pPr>
                      <a:endParaRPr kumimoji="0" lang="zh-CN" altLang="zh-CN" sz="2800" b="1" i="0" u="none" strike="noStrike" cap="none" normalizeH="0" baseline="0">
                        <a:ln>
                          <a:noFill/>
                        </a:ln>
                        <a:solidFill>
                          <a:schemeClr val="tx1"/>
                        </a:solidFill>
                        <a:effectLst/>
                        <a:latin typeface="Times New Roman" pitchFamily="18" charset="0"/>
                        <a:ea typeface="黑体" pitchFamily="2" charset="-122"/>
                        <a:sym typeface="Symbol" pitchFamily="18" charset="2"/>
                      </a:endParaRPr>
                    </a:p>
                  </a:txBody>
                  <a:tcPr marT="45691" marB="45691" horzOverflow="overflow">
                    <a:lnL w="28575"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sm" len="sm"/>
                      <a:tailEnd type="none" w="sm" len="sm"/>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
                          <a:schemeClr val="folHlink"/>
                        </a:buClr>
                        <a:buSzPct val="60000"/>
                        <a:buFont typeface="Wingdings" pitchFamily="2" charset="2"/>
                        <a:buNone/>
                        <a:tabLst/>
                      </a:pPr>
                      <a:endParaRPr kumimoji="0" lang="zh-CN" altLang="zh-CN" sz="2800" b="1" i="0" u="none" strike="noStrike" cap="none" normalizeH="0" baseline="0">
                        <a:ln>
                          <a:noFill/>
                        </a:ln>
                        <a:solidFill>
                          <a:schemeClr val="tx1"/>
                        </a:solidFill>
                        <a:effectLst/>
                        <a:latin typeface="Times New Roman" pitchFamily="18" charset="0"/>
                        <a:ea typeface="黑体" pitchFamily="2" charset="-122"/>
                      </a:endParaRPr>
                    </a:p>
                  </a:txBody>
                  <a:tcPr marT="45691" marB="45691"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sm" len="sm"/>
                      <a:tailEnd type="none" w="sm" len="sm"/>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
                          <a:schemeClr val="folHlink"/>
                        </a:buClr>
                        <a:buSzPct val="60000"/>
                        <a:buFont typeface="Wingdings" pitchFamily="2" charset="2"/>
                        <a:buNone/>
                        <a:tabLst/>
                      </a:pPr>
                      <a:endParaRPr kumimoji="0" lang="zh-CN" altLang="zh-CN" sz="2800" b="1" i="0" u="none" strike="noStrike" cap="none" normalizeH="0" baseline="0" dirty="0">
                        <a:ln>
                          <a:noFill/>
                        </a:ln>
                        <a:solidFill>
                          <a:schemeClr val="tx1"/>
                        </a:solidFill>
                        <a:effectLst/>
                        <a:latin typeface="Times New Roman" pitchFamily="18" charset="0"/>
                        <a:ea typeface="黑体" pitchFamily="2" charset="-122"/>
                        <a:sym typeface="Symbol" pitchFamily="18" charset="2"/>
                      </a:endParaRPr>
                    </a:p>
                  </a:txBody>
                  <a:tcPr marT="45691" marB="45691" horzOverflow="overflow">
                    <a:lnL w="12700" cap="flat" cmpd="sng" algn="ctr">
                      <a:solidFill>
                        <a:schemeClr val="tx1"/>
                      </a:solidFill>
                      <a:prstDash val="solid"/>
                      <a:round/>
                      <a:headEnd type="none" w="sm" len="sm"/>
                      <a:tailEnd type="none" w="sm" len="sm"/>
                    </a:lnL>
                    <a:lnR w="28575" cap="flat" cmpd="sng" algn="ctr">
                      <a:solidFill>
                        <a:schemeClr val="tx1"/>
                      </a:solidFill>
                      <a:prstDash val="solid"/>
                      <a:round/>
                      <a:headEnd type="none" w="sm" len="sm"/>
                      <a:tailEnd type="none" w="sm" len="sm"/>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sm" len="sm"/>
                      <a:tailEnd type="none" w="sm" len="sm"/>
                    </a:lnB>
                    <a:lnTlToBr>
                      <a:noFill/>
                    </a:lnTlToBr>
                    <a:lnBlToTr>
                      <a:noFill/>
                    </a:lnBlToTr>
                    <a:noFill/>
                  </a:tcPr>
                </a:tc>
                <a:extLst>
                  <a:ext uri="{0D108BD9-81ED-4DB2-BD59-A6C34878D82A}">
                    <a16:rowId xmlns:a16="http://schemas.microsoft.com/office/drawing/2014/main" val="10007"/>
                  </a:ext>
                </a:extLst>
              </a:tr>
            </a:tbl>
          </a:graphicData>
        </a:graphic>
      </p:graphicFrame>
      <p:sp>
        <p:nvSpPr>
          <p:cNvPr id="2" name="日期占位符 1">
            <a:extLst>
              <a:ext uri="{FF2B5EF4-FFF2-40B4-BE49-F238E27FC236}">
                <a16:creationId xmlns:a16="http://schemas.microsoft.com/office/drawing/2014/main" id="{C58F8D6E-2120-B604-6AE0-4A84C163E912}"/>
              </a:ext>
            </a:extLst>
          </p:cNvPr>
          <p:cNvSpPr>
            <a:spLocks noGrp="1"/>
          </p:cNvSpPr>
          <p:nvPr>
            <p:ph type="dt" sz="half" idx="10"/>
          </p:nvPr>
        </p:nvSpPr>
        <p:spPr/>
        <p:txBody>
          <a:bodyPr/>
          <a:lstStyle/>
          <a:p>
            <a:fld id="{90222B8A-C53C-4858-8F51-3ABF1099BB1C}" type="datetime2">
              <a:rPr lang="zh-CN" altLang="en-US" smtClean="0"/>
              <a:pPr/>
              <a:t>2025年11月26日</a:t>
            </a:fld>
            <a:endParaRPr lang="zh-CN" altLang="en-US"/>
          </a:p>
        </p:txBody>
      </p:sp>
      <p:sp>
        <p:nvSpPr>
          <p:cNvPr id="3" name="页脚占位符 2">
            <a:extLst>
              <a:ext uri="{FF2B5EF4-FFF2-40B4-BE49-F238E27FC236}">
                <a16:creationId xmlns:a16="http://schemas.microsoft.com/office/drawing/2014/main" id="{E222F785-91D3-866C-BF2C-889670C92B7F}"/>
              </a:ext>
            </a:extLst>
          </p:cNvPr>
          <p:cNvSpPr>
            <a:spLocks noGrp="1"/>
          </p:cNvSpPr>
          <p:nvPr>
            <p:ph type="ftr" sz="quarter" idx="11"/>
          </p:nvPr>
        </p:nvSpPr>
        <p:spPr/>
        <p:txBody>
          <a:bodyPr/>
          <a:lstStyle/>
          <a:p>
            <a:r>
              <a:rPr lang="zh-CN" altLang="en-US"/>
              <a:t>编译原理</a:t>
            </a:r>
            <a:r>
              <a:rPr lang="en-US" altLang="zh-CN"/>
              <a:t>-</a:t>
            </a:r>
            <a:r>
              <a:rPr lang="zh-CN" altLang="en-US"/>
              <a:t>王欣捷</a:t>
            </a:r>
            <a:r>
              <a:rPr lang="en-US" altLang="zh-CN"/>
              <a:t>-</a:t>
            </a:r>
            <a:r>
              <a:rPr lang="zh-CN" altLang="en-US"/>
              <a:t>第三章 语法分析</a:t>
            </a:r>
            <a:r>
              <a:rPr lang="en-US" altLang="zh-CN"/>
              <a:t>(4)</a:t>
            </a:r>
            <a:endParaRPr lang="zh-CN" altLang="en-US"/>
          </a:p>
        </p:txBody>
      </p:sp>
      <p:sp>
        <p:nvSpPr>
          <p:cNvPr id="4" name="灯片编号占位符 3">
            <a:extLst>
              <a:ext uri="{FF2B5EF4-FFF2-40B4-BE49-F238E27FC236}">
                <a16:creationId xmlns:a16="http://schemas.microsoft.com/office/drawing/2014/main" id="{A7D757B0-429B-A83D-8CCE-037A94A2A7AD}"/>
              </a:ext>
            </a:extLst>
          </p:cNvPr>
          <p:cNvSpPr>
            <a:spLocks noGrp="1"/>
          </p:cNvSpPr>
          <p:nvPr>
            <p:ph type="sldNum" sz="quarter" idx="12"/>
          </p:nvPr>
        </p:nvSpPr>
        <p:spPr/>
        <p:txBody>
          <a:bodyPr/>
          <a:lstStyle/>
          <a:p>
            <a:fld id="{094DEB03-EFC6-4C20-8FC8-295189A5386F}" type="slidenum">
              <a:rPr lang="zh-CN" altLang="en-US" smtClean="0"/>
              <a:pPr/>
              <a:t>102</a:t>
            </a:fld>
            <a:endParaRPr lang="zh-CN" altLang="en-US"/>
          </a:p>
        </p:txBody>
      </p:sp>
    </p:spTree>
  </p:cSld>
  <p:clrMapOvr>
    <a:masterClrMapping/>
  </p:clrMapOvr>
</p:sld>
</file>

<file path=ppt/slides/slide10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1618" name="Rectangle 2">
            <a:extLst>
              <a:ext uri="{FF2B5EF4-FFF2-40B4-BE49-F238E27FC236}">
                <a16:creationId xmlns:a16="http://schemas.microsoft.com/office/drawing/2014/main" id="{8ECC8DA3-C648-40EF-846C-3461686D9B0D}"/>
              </a:ext>
            </a:extLst>
          </p:cNvPr>
          <p:cNvSpPr>
            <a:spLocks noGrp="1" noChangeArrowheads="1"/>
          </p:cNvSpPr>
          <p:nvPr>
            <p:ph type="title"/>
          </p:nvPr>
        </p:nvSpPr>
        <p:spPr/>
        <p:txBody>
          <a:bodyPr/>
          <a:lstStyle/>
          <a:p>
            <a:pPr eaLnBrk="1" hangingPunct="1"/>
            <a:r>
              <a:rPr lang="en-US" altLang="zh-CN" sz="4000"/>
              <a:t>3.3.6 </a:t>
            </a:r>
            <a:r>
              <a:rPr lang="zh-CN" altLang="en-US" sz="4000"/>
              <a:t>预测分析的错误恢复</a:t>
            </a:r>
          </a:p>
        </p:txBody>
      </p:sp>
      <p:sp>
        <p:nvSpPr>
          <p:cNvPr id="111619" name="Rectangle 3">
            <a:extLst>
              <a:ext uri="{FF2B5EF4-FFF2-40B4-BE49-F238E27FC236}">
                <a16:creationId xmlns:a16="http://schemas.microsoft.com/office/drawing/2014/main" id="{9A0A59F1-AE53-4A8F-9CCB-65B2DEFCC210}"/>
              </a:ext>
            </a:extLst>
          </p:cNvPr>
          <p:cNvSpPr>
            <a:spLocks noGrp="1" noChangeArrowheads="1"/>
          </p:cNvSpPr>
          <p:nvPr>
            <p:ph idx="1"/>
          </p:nvPr>
        </p:nvSpPr>
        <p:spPr/>
        <p:txBody>
          <a:bodyPr/>
          <a:lstStyle/>
          <a:p>
            <a:pPr eaLnBrk="1" hangingPunct="1">
              <a:lnSpc>
                <a:spcPct val="90000"/>
              </a:lnSpc>
              <a:buFont typeface="Wingdings" panose="05000000000000000000" pitchFamily="2" charset="2"/>
              <a:buNone/>
            </a:pPr>
            <a:r>
              <a:rPr lang="zh-CN" altLang="en-US" sz="2800"/>
              <a:t>预测分析器对 </a:t>
            </a:r>
            <a:r>
              <a:rPr lang="en-US" altLang="zh-CN" sz="2800" b="1"/>
              <a:t>+id * +id</a:t>
            </a:r>
            <a:r>
              <a:rPr lang="en-US" altLang="zh-CN" sz="2800"/>
              <a:t> </a:t>
            </a:r>
            <a:r>
              <a:rPr lang="zh-CN" altLang="en-US" sz="2800"/>
              <a:t>的分析和错误恢复</a:t>
            </a:r>
          </a:p>
        </p:txBody>
      </p:sp>
      <p:graphicFrame>
        <p:nvGraphicFramePr>
          <p:cNvPr id="7" name="Group 4">
            <a:extLst>
              <a:ext uri="{FF2B5EF4-FFF2-40B4-BE49-F238E27FC236}">
                <a16:creationId xmlns:a16="http://schemas.microsoft.com/office/drawing/2014/main" id="{18BB53B2-D267-4D61-BF6E-CDA22E923531}"/>
              </a:ext>
            </a:extLst>
          </p:cNvPr>
          <p:cNvGraphicFramePr>
            <a:graphicFrameLocks/>
          </p:cNvGraphicFramePr>
          <p:nvPr>
            <p:extLst>
              <p:ext uri="{D42A27DB-BD31-4B8C-83A1-F6EECF244321}">
                <p14:modId xmlns:p14="http://schemas.microsoft.com/office/powerpoint/2010/main" val="2193484097"/>
              </p:ext>
            </p:extLst>
          </p:nvPr>
        </p:nvGraphicFramePr>
        <p:xfrm>
          <a:off x="533400" y="1981200"/>
          <a:ext cx="8305800" cy="4937296"/>
        </p:xfrm>
        <a:graphic>
          <a:graphicData uri="http://schemas.openxmlformats.org/drawingml/2006/table">
            <a:tbl>
              <a:tblPr/>
              <a:tblGrid>
                <a:gridCol w="2690813">
                  <a:extLst>
                    <a:ext uri="{9D8B030D-6E8A-4147-A177-3AD203B41FA5}">
                      <a16:colId xmlns:a16="http://schemas.microsoft.com/office/drawing/2014/main" val="20000"/>
                    </a:ext>
                  </a:extLst>
                </a:gridCol>
                <a:gridCol w="2808287">
                  <a:extLst>
                    <a:ext uri="{9D8B030D-6E8A-4147-A177-3AD203B41FA5}">
                      <a16:colId xmlns:a16="http://schemas.microsoft.com/office/drawing/2014/main" val="20001"/>
                    </a:ext>
                  </a:extLst>
                </a:gridCol>
                <a:gridCol w="2806700">
                  <a:extLst>
                    <a:ext uri="{9D8B030D-6E8A-4147-A177-3AD203B41FA5}">
                      <a16:colId xmlns:a16="http://schemas.microsoft.com/office/drawing/2014/main" val="20002"/>
                    </a:ext>
                  </a:extLst>
                </a:gridCol>
              </a:tblGrid>
              <a:tr h="518085">
                <a:tc>
                  <a:txBody>
                    <a:body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itchFamily="2" charset="2"/>
                        <a:buNone/>
                        <a:tabLst/>
                      </a:pPr>
                      <a:r>
                        <a:rPr kumimoji="0" lang="zh-CN" altLang="en-US" sz="2800" b="0" i="0" u="none" strike="noStrike" cap="none" normalizeH="0" baseline="0">
                          <a:ln>
                            <a:noFill/>
                          </a:ln>
                          <a:solidFill>
                            <a:schemeClr val="tx1"/>
                          </a:solidFill>
                          <a:effectLst/>
                          <a:latin typeface="Times New Roman" pitchFamily="18" charset="0"/>
                          <a:ea typeface="黑体" pitchFamily="2" charset="-122"/>
                        </a:rPr>
                        <a:t>栈 </a:t>
                      </a:r>
                    </a:p>
                  </a:txBody>
                  <a:tcPr marT="45691" marB="45691" horzOverflow="overflow">
                    <a:lnL w="28575"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28575"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a:txBody>
                    <a:body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itchFamily="2" charset="2"/>
                        <a:buNone/>
                        <a:tabLst/>
                      </a:pPr>
                      <a:r>
                        <a:rPr kumimoji="0" lang="zh-CN" altLang="en-US" sz="2800" b="0" i="0" u="none" strike="noStrike" cap="none" normalizeH="0" baseline="0">
                          <a:ln>
                            <a:noFill/>
                          </a:ln>
                          <a:solidFill>
                            <a:schemeClr val="tx1"/>
                          </a:solidFill>
                          <a:effectLst/>
                          <a:latin typeface="Times New Roman" pitchFamily="18" charset="0"/>
                          <a:ea typeface="黑体" pitchFamily="2" charset="-122"/>
                        </a:rPr>
                        <a:t>输    入 </a:t>
                      </a:r>
                    </a:p>
                  </a:txBody>
                  <a:tcPr marT="45691" marB="45691"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28575"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a:txBody>
                    <a:body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itchFamily="2" charset="2"/>
                        <a:buNone/>
                        <a:tabLst/>
                      </a:pPr>
                      <a:r>
                        <a:rPr kumimoji="0" lang="zh-CN" altLang="en-US" sz="2800" b="0" i="0" u="none" strike="noStrike" cap="none" normalizeH="0" baseline="0">
                          <a:ln>
                            <a:noFill/>
                          </a:ln>
                          <a:solidFill>
                            <a:schemeClr val="tx1"/>
                          </a:solidFill>
                          <a:effectLst/>
                          <a:latin typeface="Times New Roman" pitchFamily="18" charset="0"/>
                          <a:ea typeface="黑体" pitchFamily="2" charset="-122"/>
                        </a:rPr>
                        <a:t>输    出 </a:t>
                      </a:r>
                    </a:p>
                  </a:txBody>
                  <a:tcPr marT="45691" marB="45691" horzOverflow="overflow">
                    <a:lnL w="12700" cap="flat" cmpd="sng" algn="ctr">
                      <a:solidFill>
                        <a:schemeClr val="tx1"/>
                      </a:solidFill>
                      <a:prstDash val="solid"/>
                      <a:round/>
                      <a:headEnd type="none" w="sm" len="sm"/>
                      <a:tailEnd type="none" w="sm" len="sm"/>
                    </a:lnL>
                    <a:lnR w="28575" cap="flat" cmpd="sng" algn="ctr">
                      <a:solidFill>
                        <a:schemeClr val="tx1"/>
                      </a:solidFill>
                      <a:prstDash val="solid"/>
                      <a:round/>
                      <a:headEnd type="none" w="sm" len="sm"/>
                      <a:tailEnd type="none" w="sm" len="sm"/>
                    </a:lnR>
                    <a:lnT w="28575"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extLst>
                  <a:ext uri="{0D108BD9-81ED-4DB2-BD59-A6C34878D82A}">
                    <a16:rowId xmlns:a16="http://schemas.microsoft.com/office/drawing/2014/main" val="10000"/>
                  </a:ext>
                </a:extLst>
              </a:tr>
              <a:tr h="1310532">
                <a:tc>
                  <a:txBody>
                    <a:bodyPr/>
                    <a:lstStyle/>
                    <a:p>
                      <a:pPr marL="0" marR="0" lvl="0" indent="0" algn="l" defTabSz="914400" rtl="0" eaLnBrk="1" fontAlgn="base" latinLnBrk="0" hangingPunct="1">
                        <a:lnSpc>
                          <a:spcPct val="100000"/>
                        </a:lnSpc>
                        <a:spcBef>
                          <a:spcPct val="20000"/>
                        </a:spcBef>
                        <a:spcAft>
                          <a:spcPct val="0"/>
                        </a:spcAft>
                        <a:buClr>
                          <a:schemeClr val="folHlink"/>
                        </a:buClr>
                        <a:buSzPct val="60000"/>
                        <a:buFont typeface="Wingdings" pitchFamily="2" charset="2"/>
                        <a:buNone/>
                        <a:tabLst/>
                      </a:pPr>
                      <a:r>
                        <a:rPr kumimoji="0" lang="en-US" altLang="zh-CN" sz="2800" b="1" i="0" u="none" strike="noStrike" cap="none" normalizeH="0" baseline="0">
                          <a:ln>
                            <a:noFill/>
                          </a:ln>
                          <a:solidFill>
                            <a:schemeClr val="tx1"/>
                          </a:solidFill>
                          <a:effectLst/>
                          <a:latin typeface="Times New Roman" pitchFamily="18" charset="0"/>
                          <a:ea typeface="黑体" pitchFamily="2" charset="-122"/>
                        </a:rPr>
                        <a:t>$</a:t>
                      </a:r>
                      <a:r>
                        <a:rPr kumimoji="0" lang="en-US" altLang="zh-CN" sz="2800" b="1" i="1" u="none" strike="noStrike" cap="none" normalizeH="0" baseline="0">
                          <a:ln>
                            <a:noFill/>
                          </a:ln>
                          <a:solidFill>
                            <a:schemeClr val="tx1"/>
                          </a:solidFill>
                          <a:effectLst/>
                          <a:latin typeface="Times New Roman" pitchFamily="18" charset="0"/>
                          <a:ea typeface="黑体" pitchFamily="2" charset="-122"/>
                        </a:rPr>
                        <a:t>E </a:t>
                      </a:r>
                      <a:r>
                        <a:rPr kumimoji="0" lang="en-US" altLang="zh-CN" sz="2800" b="1" i="0" u="none" strike="noStrike" cap="none" normalizeH="0" baseline="0">
                          <a:ln>
                            <a:noFill/>
                          </a:ln>
                          <a:solidFill>
                            <a:schemeClr val="tx1"/>
                          </a:solidFill>
                          <a:effectLst/>
                          <a:latin typeface="Times New Roman" pitchFamily="18" charset="0"/>
                          <a:ea typeface="黑体" pitchFamily="2" charset="-122"/>
                          <a:sym typeface="Symbol" pitchFamily="18" charset="2"/>
                        </a:rPr>
                        <a:t></a:t>
                      </a:r>
                      <a:r>
                        <a:rPr kumimoji="0" lang="en-US" altLang="zh-CN" sz="2800" b="1" i="1" u="none" strike="noStrike" cap="none" normalizeH="0" baseline="0">
                          <a:ln>
                            <a:noFill/>
                          </a:ln>
                          <a:solidFill>
                            <a:schemeClr val="tx1"/>
                          </a:solidFill>
                          <a:effectLst/>
                          <a:latin typeface="Times New Roman" pitchFamily="18" charset="0"/>
                          <a:ea typeface="黑体" pitchFamily="2" charset="-122"/>
                          <a:sym typeface="Symbol" pitchFamily="18" charset="2"/>
                        </a:rPr>
                        <a:t>T</a:t>
                      </a:r>
                      <a:r>
                        <a:rPr kumimoji="0" lang="en-US" altLang="zh-CN" sz="2800" b="1" i="1" u="none" strike="noStrike" cap="none" normalizeH="0" baseline="0">
                          <a:ln>
                            <a:noFill/>
                          </a:ln>
                          <a:solidFill>
                            <a:schemeClr val="tx1"/>
                          </a:solidFill>
                          <a:effectLst/>
                          <a:latin typeface="Times New Roman" pitchFamily="18" charset="0"/>
                          <a:ea typeface="黑体" pitchFamily="2" charset="-122"/>
                        </a:rPr>
                        <a:t> </a:t>
                      </a:r>
                      <a:r>
                        <a:rPr kumimoji="0" lang="en-US" altLang="zh-CN" sz="2800" b="1" i="0" u="none" strike="noStrike" cap="none" normalizeH="0" baseline="0">
                          <a:ln>
                            <a:noFill/>
                          </a:ln>
                          <a:solidFill>
                            <a:schemeClr val="tx1"/>
                          </a:solidFill>
                          <a:effectLst/>
                          <a:latin typeface="Times New Roman" pitchFamily="18" charset="0"/>
                          <a:ea typeface="黑体" pitchFamily="2" charset="-122"/>
                          <a:sym typeface="Symbol" pitchFamily="18" charset="2"/>
                        </a:rPr>
                        <a:t></a:t>
                      </a:r>
                      <a:r>
                        <a:rPr kumimoji="0" lang="en-US" altLang="zh-CN" sz="2800" b="1" i="1" u="none" strike="noStrike" cap="none" normalizeH="0" baseline="0">
                          <a:ln>
                            <a:noFill/>
                          </a:ln>
                          <a:solidFill>
                            <a:schemeClr val="tx1"/>
                          </a:solidFill>
                          <a:effectLst/>
                          <a:latin typeface="Times New Roman" pitchFamily="18" charset="0"/>
                          <a:ea typeface="黑体" pitchFamily="2" charset="-122"/>
                          <a:sym typeface="Symbol" pitchFamily="18" charset="2"/>
                        </a:rPr>
                        <a:t>F</a:t>
                      </a:r>
                    </a:p>
                  </a:txBody>
                  <a:tcPr marT="45691" marB="45691" horzOverflow="overflow">
                    <a:lnL w="28575"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
                          <a:schemeClr val="folHlink"/>
                        </a:buClr>
                        <a:buSzPct val="60000"/>
                        <a:buFont typeface="Wingdings" pitchFamily="2" charset="2"/>
                        <a:buNone/>
                        <a:tabLst/>
                      </a:pPr>
                      <a:r>
                        <a:rPr kumimoji="0" lang="en-US" altLang="zh-CN" sz="2800" b="1" i="0" u="none" strike="noStrike" cap="none" normalizeH="0" baseline="0">
                          <a:ln>
                            <a:noFill/>
                          </a:ln>
                          <a:solidFill>
                            <a:schemeClr val="tx1"/>
                          </a:solidFill>
                          <a:effectLst/>
                          <a:latin typeface="Times New Roman" pitchFamily="18" charset="0"/>
                          <a:ea typeface="黑体" pitchFamily="2" charset="-122"/>
                          <a:cs typeface="Times New Roman" pitchFamily="18" charset="0"/>
                          <a:sym typeface="Symbol" pitchFamily="18" charset="2"/>
                        </a:rPr>
                        <a:t>             +</a:t>
                      </a:r>
                      <a:r>
                        <a:rPr kumimoji="0" lang="en-US" altLang="zh-CN" sz="2800" b="1" i="0" u="none" strike="noStrike" cap="none" normalizeH="0" baseline="0">
                          <a:ln>
                            <a:noFill/>
                          </a:ln>
                          <a:solidFill>
                            <a:schemeClr val="tx1"/>
                          </a:solidFill>
                          <a:effectLst/>
                          <a:latin typeface="Times New Roman" pitchFamily="18" charset="0"/>
                          <a:ea typeface="黑体" pitchFamily="2" charset="-122"/>
                        </a:rPr>
                        <a:t> id $</a:t>
                      </a:r>
                    </a:p>
                  </a:txBody>
                  <a:tcPr marT="45691" marB="45691"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
                          <a:schemeClr val="folHlink"/>
                        </a:buClr>
                        <a:buSzPct val="60000"/>
                        <a:buFont typeface="Wingdings" pitchFamily="2" charset="2"/>
                        <a:buNone/>
                        <a:tabLst/>
                      </a:pPr>
                      <a:r>
                        <a:rPr kumimoji="0" lang="zh-CN" altLang="en-US" sz="2000" b="0" i="0" u="none" strike="noStrike" cap="none" normalizeH="0" baseline="0">
                          <a:ln>
                            <a:noFill/>
                          </a:ln>
                          <a:solidFill>
                            <a:schemeClr val="accent2"/>
                          </a:solidFill>
                          <a:effectLst/>
                          <a:latin typeface="Times New Roman" pitchFamily="18" charset="0"/>
                          <a:ea typeface="黑体" pitchFamily="2" charset="-122"/>
                        </a:rPr>
                        <a:t>出错：“</a:t>
                      </a:r>
                      <a:r>
                        <a:rPr kumimoji="0" lang="en-US" altLang="zh-CN" sz="2000" b="1" i="0" u="none" strike="noStrike" cap="none" normalizeH="0" baseline="0">
                          <a:ln>
                            <a:noFill/>
                          </a:ln>
                          <a:solidFill>
                            <a:schemeClr val="accent2"/>
                          </a:solidFill>
                          <a:effectLst/>
                          <a:latin typeface="Times New Roman" pitchFamily="18" charset="0"/>
                          <a:ea typeface="黑体" pitchFamily="2" charset="-122"/>
                        </a:rPr>
                        <a:t>+</a:t>
                      </a:r>
                      <a:r>
                        <a:rPr kumimoji="0" lang="en-US" altLang="zh-CN" sz="2000" b="0" i="0" u="none" strike="noStrike" cap="none" normalizeH="0" baseline="0">
                          <a:ln>
                            <a:noFill/>
                          </a:ln>
                          <a:solidFill>
                            <a:schemeClr val="accent2"/>
                          </a:solidFill>
                          <a:effectLst/>
                          <a:latin typeface="Times New Roman" pitchFamily="18" charset="0"/>
                          <a:ea typeface="黑体" pitchFamily="2" charset="-122"/>
                        </a:rPr>
                        <a:t>”</a:t>
                      </a:r>
                      <a:r>
                        <a:rPr kumimoji="0" lang="zh-CN" altLang="en-US" sz="2000" b="0" i="0" u="none" strike="noStrike" cap="none" normalizeH="0" baseline="0">
                          <a:ln>
                            <a:noFill/>
                          </a:ln>
                          <a:solidFill>
                            <a:schemeClr val="accent2"/>
                          </a:solidFill>
                          <a:effectLst/>
                          <a:latin typeface="Times New Roman" pitchFamily="18" charset="0"/>
                          <a:ea typeface="黑体" pitchFamily="2" charset="-122"/>
                        </a:rPr>
                        <a:t>在</a:t>
                      </a:r>
                      <a:r>
                        <a:rPr kumimoji="0" lang="en-US" altLang="zh-CN" sz="2000" b="1" i="1" u="none" strike="noStrike" cap="none" normalizeH="0" baseline="0">
                          <a:ln>
                            <a:noFill/>
                          </a:ln>
                          <a:solidFill>
                            <a:schemeClr val="accent2"/>
                          </a:solidFill>
                          <a:effectLst/>
                          <a:latin typeface="Times New Roman" pitchFamily="18" charset="0"/>
                          <a:ea typeface="黑体" pitchFamily="2" charset="-122"/>
                        </a:rPr>
                        <a:t>F</a:t>
                      </a:r>
                      <a:r>
                        <a:rPr kumimoji="0" lang="zh-CN" altLang="en-US" sz="2000" b="0" i="0" u="none" strike="noStrike" cap="none" normalizeH="0" baseline="0">
                          <a:ln>
                            <a:noFill/>
                          </a:ln>
                          <a:solidFill>
                            <a:schemeClr val="accent2"/>
                          </a:solidFill>
                          <a:effectLst/>
                          <a:latin typeface="Times New Roman" pitchFamily="18" charset="0"/>
                          <a:ea typeface="黑体" pitchFamily="2" charset="-122"/>
                        </a:rPr>
                        <a:t>的</a:t>
                      </a:r>
                      <a:r>
                        <a:rPr kumimoji="0" lang="en-US" altLang="zh-CN" sz="2000" b="1" i="0" u="none" strike="noStrike" cap="none" normalizeH="0" baseline="0">
                          <a:ln>
                            <a:noFill/>
                          </a:ln>
                          <a:solidFill>
                            <a:schemeClr val="accent2"/>
                          </a:solidFill>
                          <a:effectLst/>
                          <a:latin typeface="Times New Roman" pitchFamily="18" charset="0"/>
                          <a:ea typeface="黑体" pitchFamily="2" charset="-122"/>
                        </a:rPr>
                        <a:t>Follow</a:t>
                      </a:r>
                      <a:r>
                        <a:rPr kumimoji="0" lang="zh-CN" altLang="en-US" sz="2000" b="0" i="0" u="none" strike="noStrike" cap="none" normalizeH="0" baseline="0">
                          <a:ln>
                            <a:noFill/>
                          </a:ln>
                          <a:solidFill>
                            <a:schemeClr val="accent2"/>
                          </a:solidFill>
                          <a:effectLst/>
                          <a:latin typeface="Times New Roman" pitchFamily="18" charset="0"/>
                          <a:ea typeface="黑体" pitchFamily="2" charset="-122"/>
                        </a:rPr>
                        <a:t>同步集合中，无须跳过任何记号；</a:t>
                      </a:r>
                      <a:r>
                        <a:rPr kumimoji="0" lang="en-US" altLang="zh-CN" sz="2000" b="1" i="1" u="none" strike="noStrike" cap="none" normalizeH="0" baseline="0">
                          <a:ln>
                            <a:noFill/>
                          </a:ln>
                          <a:solidFill>
                            <a:schemeClr val="accent2"/>
                          </a:solidFill>
                          <a:effectLst/>
                          <a:latin typeface="Times New Roman" pitchFamily="18" charset="0"/>
                          <a:ea typeface="黑体" pitchFamily="2" charset="-122"/>
                        </a:rPr>
                        <a:t>F</a:t>
                      </a:r>
                      <a:r>
                        <a:rPr kumimoji="0" lang="zh-CN" altLang="en-US" sz="2000" b="0" i="0" u="none" strike="noStrike" cap="none" normalizeH="0" baseline="0">
                          <a:ln>
                            <a:noFill/>
                          </a:ln>
                          <a:solidFill>
                            <a:schemeClr val="accent2"/>
                          </a:solidFill>
                          <a:effectLst/>
                          <a:latin typeface="Times New Roman" pitchFamily="18" charset="0"/>
                          <a:ea typeface="黑体" pitchFamily="2" charset="-122"/>
                        </a:rPr>
                        <a:t>被弹出</a:t>
                      </a:r>
                    </a:p>
                  </a:txBody>
                  <a:tcPr marT="45691" marB="45691" horzOverflow="overflow">
                    <a:lnL w="12700" cap="flat" cmpd="sng" algn="ctr">
                      <a:solidFill>
                        <a:schemeClr val="tx1"/>
                      </a:solidFill>
                      <a:prstDash val="solid"/>
                      <a:round/>
                      <a:headEnd type="none" w="sm" len="sm"/>
                      <a:tailEnd type="none" w="sm" len="sm"/>
                    </a:lnL>
                    <a:lnR w="28575"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1"/>
                  </a:ext>
                </a:extLst>
              </a:tr>
              <a:tr h="518085">
                <a:tc>
                  <a:txBody>
                    <a:bodyPr/>
                    <a:lstStyle/>
                    <a:p>
                      <a:pPr marL="0" marR="0" lvl="0" indent="0" algn="l" defTabSz="914400" rtl="0" eaLnBrk="1" fontAlgn="base" latinLnBrk="0" hangingPunct="1">
                        <a:lnSpc>
                          <a:spcPct val="100000"/>
                        </a:lnSpc>
                        <a:spcBef>
                          <a:spcPct val="20000"/>
                        </a:spcBef>
                        <a:spcAft>
                          <a:spcPct val="0"/>
                        </a:spcAft>
                        <a:buClr>
                          <a:schemeClr val="folHlink"/>
                        </a:buClr>
                        <a:buSzPct val="60000"/>
                        <a:buFont typeface="Wingdings" pitchFamily="2" charset="2"/>
                        <a:buNone/>
                        <a:tabLst/>
                      </a:pPr>
                      <a:r>
                        <a:rPr kumimoji="0" lang="en-US" altLang="zh-CN" sz="2800" b="1" i="0" u="none" strike="noStrike" cap="none" normalizeH="0" baseline="0">
                          <a:ln>
                            <a:noFill/>
                          </a:ln>
                          <a:solidFill>
                            <a:schemeClr val="tx1"/>
                          </a:solidFill>
                          <a:effectLst/>
                          <a:latin typeface="Times New Roman" pitchFamily="18" charset="0"/>
                          <a:ea typeface="黑体" pitchFamily="2" charset="-122"/>
                        </a:rPr>
                        <a:t>$</a:t>
                      </a:r>
                      <a:r>
                        <a:rPr kumimoji="0" lang="en-US" altLang="zh-CN" sz="2800" b="1" i="1" u="none" strike="noStrike" cap="none" normalizeH="0" baseline="0">
                          <a:ln>
                            <a:noFill/>
                          </a:ln>
                          <a:solidFill>
                            <a:schemeClr val="tx1"/>
                          </a:solidFill>
                          <a:effectLst/>
                          <a:latin typeface="Times New Roman" pitchFamily="18" charset="0"/>
                          <a:ea typeface="黑体" pitchFamily="2" charset="-122"/>
                        </a:rPr>
                        <a:t>E </a:t>
                      </a:r>
                      <a:r>
                        <a:rPr kumimoji="0" lang="en-US" altLang="zh-CN" sz="2800" b="1" i="0" u="none" strike="noStrike" cap="none" normalizeH="0" baseline="0">
                          <a:ln>
                            <a:noFill/>
                          </a:ln>
                          <a:solidFill>
                            <a:schemeClr val="tx1"/>
                          </a:solidFill>
                          <a:effectLst/>
                          <a:latin typeface="Times New Roman" pitchFamily="18" charset="0"/>
                          <a:ea typeface="黑体" pitchFamily="2" charset="-122"/>
                          <a:sym typeface="Symbol" pitchFamily="18" charset="2"/>
                        </a:rPr>
                        <a:t></a:t>
                      </a:r>
                      <a:r>
                        <a:rPr kumimoji="0" lang="en-US" altLang="zh-CN" sz="2800" b="1" i="1" u="none" strike="noStrike" cap="none" normalizeH="0" baseline="0">
                          <a:ln>
                            <a:noFill/>
                          </a:ln>
                          <a:solidFill>
                            <a:schemeClr val="tx1"/>
                          </a:solidFill>
                          <a:effectLst/>
                          <a:latin typeface="Times New Roman" pitchFamily="18" charset="0"/>
                          <a:ea typeface="黑体" pitchFamily="2" charset="-122"/>
                          <a:sym typeface="Symbol" pitchFamily="18" charset="2"/>
                        </a:rPr>
                        <a:t>T</a:t>
                      </a:r>
                      <a:r>
                        <a:rPr kumimoji="0" lang="en-US" altLang="zh-CN" sz="2800" b="1" i="1" u="none" strike="noStrike" cap="none" normalizeH="0" baseline="0">
                          <a:ln>
                            <a:noFill/>
                          </a:ln>
                          <a:solidFill>
                            <a:schemeClr val="tx1"/>
                          </a:solidFill>
                          <a:effectLst/>
                          <a:latin typeface="Times New Roman" pitchFamily="18" charset="0"/>
                          <a:ea typeface="黑体" pitchFamily="2" charset="-122"/>
                        </a:rPr>
                        <a:t> </a:t>
                      </a:r>
                      <a:r>
                        <a:rPr kumimoji="0" lang="en-US" altLang="zh-CN" sz="2800" b="1" i="0" u="none" strike="noStrike" cap="none" normalizeH="0" baseline="0">
                          <a:ln>
                            <a:noFill/>
                          </a:ln>
                          <a:solidFill>
                            <a:schemeClr val="tx1"/>
                          </a:solidFill>
                          <a:effectLst/>
                          <a:latin typeface="Times New Roman" pitchFamily="18" charset="0"/>
                          <a:ea typeface="黑体" pitchFamily="2" charset="-122"/>
                          <a:sym typeface="Symbol" pitchFamily="18" charset="2"/>
                        </a:rPr>
                        <a:t></a:t>
                      </a:r>
                    </a:p>
                  </a:txBody>
                  <a:tcPr marT="45691" marB="45691" horzOverflow="overflow">
                    <a:lnL w="28575"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
                          <a:schemeClr val="folHlink"/>
                        </a:buClr>
                        <a:buSzPct val="60000"/>
                        <a:buFont typeface="Wingdings" pitchFamily="2" charset="2"/>
                        <a:buNone/>
                        <a:tabLst/>
                      </a:pPr>
                      <a:r>
                        <a:rPr kumimoji="0" lang="en-US" altLang="zh-CN" sz="2800" b="1" i="0" u="none" strike="noStrike" cap="none" normalizeH="0" baseline="0">
                          <a:ln>
                            <a:noFill/>
                          </a:ln>
                          <a:solidFill>
                            <a:schemeClr val="tx1"/>
                          </a:solidFill>
                          <a:effectLst/>
                          <a:latin typeface="Times New Roman" pitchFamily="18" charset="0"/>
                          <a:ea typeface="黑体" pitchFamily="2" charset="-122"/>
                          <a:cs typeface="Times New Roman" pitchFamily="18" charset="0"/>
                          <a:sym typeface="Symbol" pitchFamily="18" charset="2"/>
                        </a:rPr>
                        <a:t>             +</a:t>
                      </a:r>
                      <a:r>
                        <a:rPr kumimoji="0" lang="en-US" altLang="zh-CN" sz="2800" b="1" i="0" u="none" strike="noStrike" cap="none" normalizeH="0" baseline="0">
                          <a:ln>
                            <a:noFill/>
                          </a:ln>
                          <a:solidFill>
                            <a:schemeClr val="tx1"/>
                          </a:solidFill>
                          <a:effectLst/>
                          <a:latin typeface="Times New Roman" pitchFamily="18" charset="0"/>
                          <a:ea typeface="黑体" pitchFamily="2" charset="-122"/>
                        </a:rPr>
                        <a:t> id $</a:t>
                      </a:r>
                    </a:p>
                  </a:txBody>
                  <a:tcPr marT="45691" marB="45691"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
                          <a:schemeClr val="folHlink"/>
                        </a:buClr>
                        <a:buSzPct val="60000"/>
                        <a:buFont typeface="Wingdings" pitchFamily="2" charset="2"/>
                        <a:buNone/>
                        <a:tabLst/>
                      </a:pPr>
                      <a:endParaRPr kumimoji="0" lang="zh-CN" altLang="zh-CN" sz="2800" b="0" i="0" u="none" strike="noStrike" cap="none" normalizeH="0" baseline="0">
                        <a:ln>
                          <a:noFill/>
                        </a:ln>
                        <a:solidFill>
                          <a:schemeClr val="tx2"/>
                        </a:solidFill>
                        <a:effectLst/>
                        <a:latin typeface="Times New Roman" pitchFamily="18" charset="0"/>
                        <a:ea typeface="黑体" pitchFamily="2" charset="-122"/>
                      </a:endParaRPr>
                    </a:p>
                  </a:txBody>
                  <a:tcPr marT="45691" marB="45691" horzOverflow="overflow">
                    <a:lnL w="12700" cap="flat" cmpd="sng" algn="ctr">
                      <a:solidFill>
                        <a:schemeClr val="tx1"/>
                      </a:solidFill>
                      <a:prstDash val="solid"/>
                      <a:round/>
                      <a:headEnd type="none" w="sm" len="sm"/>
                      <a:tailEnd type="none" w="sm" len="sm"/>
                    </a:lnL>
                    <a:lnR w="28575" cap="flat" cmpd="sng" algn="ctr">
                      <a:solidFill>
                        <a:schemeClr val="tx1"/>
                      </a:solidFill>
                      <a:prstDash val="solid"/>
                      <a:round/>
                      <a:headEnd type="none" w="sm" len="sm"/>
                      <a:tailEnd type="none" w="sm" len="sm"/>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2"/>
                  </a:ext>
                </a:extLst>
              </a:tr>
              <a:tr h="518085">
                <a:tc>
                  <a:txBody>
                    <a:bodyPr/>
                    <a:lstStyle/>
                    <a:p>
                      <a:pPr marL="0" marR="0" lvl="0" indent="0" algn="l" defTabSz="914400" rtl="0" eaLnBrk="1" fontAlgn="base" latinLnBrk="0" hangingPunct="1">
                        <a:lnSpc>
                          <a:spcPct val="100000"/>
                        </a:lnSpc>
                        <a:spcBef>
                          <a:spcPct val="20000"/>
                        </a:spcBef>
                        <a:spcAft>
                          <a:spcPct val="0"/>
                        </a:spcAft>
                        <a:buClr>
                          <a:schemeClr val="folHlink"/>
                        </a:buClr>
                        <a:buSzPct val="60000"/>
                        <a:buFont typeface="Wingdings" pitchFamily="2" charset="2"/>
                        <a:buNone/>
                        <a:tabLst/>
                      </a:pPr>
                      <a:r>
                        <a:rPr kumimoji="0" lang="en-US" altLang="zh-CN" sz="2800" b="1" i="0" u="none" strike="noStrike" cap="none" normalizeH="0" baseline="0">
                          <a:ln>
                            <a:noFill/>
                          </a:ln>
                          <a:solidFill>
                            <a:schemeClr val="tx1"/>
                          </a:solidFill>
                          <a:effectLst/>
                          <a:latin typeface="Times New Roman" pitchFamily="18" charset="0"/>
                          <a:ea typeface="黑体" pitchFamily="2" charset="-122"/>
                        </a:rPr>
                        <a:t>$</a:t>
                      </a:r>
                      <a:r>
                        <a:rPr kumimoji="0" lang="en-US" altLang="zh-CN" sz="2800" b="1" i="1" u="none" strike="noStrike" cap="none" normalizeH="0" baseline="0">
                          <a:ln>
                            <a:noFill/>
                          </a:ln>
                          <a:solidFill>
                            <a:schemeClr val="tx1"/>
                          </a:solidFill>
                          <a:effectLst/>
                          <a:latin typeface="Times New Roman" pitchFamily="18" charset="0"/>
                          <a:ea typeface="黑体" pitchFamily="2" charset="-122"/>
                        </a:rPr>
                        <a:t>E </a:t>
                      </a:r>
                      <a:r>
                        <a:rPr kumimoji="0" lang="en-US" altLang="zh-CN" sz="2800" b="1" i="0" u="none" strike="noStrike" cap="none" normalizeH="0" baseline="0">
                          <a:ln>
                            <a:noFill/>
                          </a:ln>
                          <a:solidFill>
                            <a:schemeClr val="tx1"/>
                          </a:solidFill>
                          <a:effectLst/>
                          <a:latin typeface="Times New Roman" pitchFamily="18" charset="0"/>
                          <a:ea typeface="黑体" pitchFamily="2" charset="-122"/>
                          <a:sym typeface="Symbol" pitchFamily="18" charset="2"/>
                        </a:rPr>
                        <a:t></a:t>
                      </a:r>
                    </a:p>
                  </a:txBody>
                  <a:tcPr marT="45691" marB="45691" horzOverflow="overflow">
                    <a:lnL w="28575"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
                          <a:schemeClr val="folHlink"/>
                        </a:buClr>
                        <a:buSzPct val="60000"/>
                        <a:buFont typeface="Wingdings" pitchFamily="2" charset="2"/>
                        <a:buNone/>
                        <a:tabLst/>
                      </a:pPr>
                      <a:r>
                        <a:rPr kumimoji="0" lang="en-US" altLang="zh-CN" sz="2800" b="1" i="0" u="none" strike="noStrike" cap="none" normalizeH="0" baseline="0">
                          <a:ln>
                            <a:noFill/>
                          </a:ln>
                          <a:solidFill>
                            <a:schemeClr val="tx1"/>
                          </a:solidFill>
                          <a:effectLst/>
                          <a:latin typeface="Times New Roman" pitchFamily="18" charset="0"/>
                          <a:ea typeface="黑体" pitchFamily="2" charset="-122"/>
                          <a:cs typeface="Times New Roman" pitchFamily="18" charset="0"/>
                          <a:sym typeface="Symbol" pitchFamily="18" charset="2"/>
                        </a:rPr>
                        <a:t>             +</a:t>
                      </a:r>
                      <a:r>
                        <a:rPr kumimoji="0" lang="en-US" altLang="zh-CN" sz="2800" b="1" i="0" u="none" strike="noStrike" cap="none" normalizeH="0" baseline="0">
                          <a:ln>
                            <a:noFill/>
                          </a:ln>
                          <a:solidFill>
                            <a:schemeClr val="tx1"/>
                          </a:solidFill>
                          <a:effectLst/>
                          <a:latin typeface="Times New Roman" pitchFamily="18" charset="0"/>
                          <a:ea typeface="黑体" pitchFamily="2" charset="-122"/>
                        </a:rPr>
                        <a:t> id $</a:t>
                      </a:r>
                    </a:p>
                  </a:txBody>
                  <a:tcPr marT="45691" marB="45691"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
                          <a:schemeClr val="folHlink"/>
                        </a:buClr>
                        <a:buSzPct val="60000"/>
                        <a:buFont typeface="Wingdings" pitchFamily="2" charset="2"/>
                        <a:buNone/>
                        <a:tabLst/>
                      </a:pPr>
                      <a:r>
                        <a:rPr kumimoji="0" lang="en-US" altLang="zh-CN" sz="2800" b="1" i="1" u="none" strike="noStrike" cap="none" normalizeH="0" baseline="0">
                          <a:ln>
                            <a:noFill/>
                          </a:ln>
                          <a:solidFill>
                            <a:schemeClr val="tx1"/>
                          </a:solidFill>
                          <a:effectLst/>
                          <a:latin typeface="Times New Roman" pitchFamily="18" charset="0"/>
                          <a:ea typeface="黑体" pitchFamily="2" charset="-122"/>
                        </a:rPr>
                        <a:t>T</a:t>
                      </a:r>
                      <a:r>
                        <a:rPr kumimoji="0" lang="en-US" altLang="zh-CN" sz="2800" b="1" i="0" u="none" strike="noStrike" cap="none" normalizeH="0" baseline="0">
                          <a:ln>
                            <a:noFill/>
                          </a:ln>
                          <a:solidFill>
                            <a:schemeClr val="tx1"/>
                          </a:solidFill>
                          <a:effectLst/>
                          <a:latin typeface="Times New Roman" pitchFamily="18" charset="0"/>
                          <a:ea typeface="黑体" pitchFamily="2" charset="-122"/>
                          <a:sym typeface="Symbol" pitchFamily="18" charset="2"/>
                        </a:rPr>
                        <a:t></a:t>
                      </a:r>
                    </a:p>
                  </a:txBody>
                  <a:tcPr marT="45691" marB="45691" horzOverflow="overflow">
                    <a:lnL w="12700" cap="flat" cmpd="sng" algn="ctr">
                      <a:solidFill>
                        <a:schemeClr val="tx1"/>
                      </a:solidFill>
                      <a:prstDash val="solid"/>
                      <a:round/>
                      <a:headEnd type="none" w="sm" len="sm"/>
                      <a:tailEnd type="none" w="sm" len="sm"/>
                    </a:lnL>
                    <a:lnR w="28575" cap="flat" cmpd="sng" algn="ctr">
                      <a:solidFill>
                        <a:schemeClr val="tx1"/>
                      </a:solidFill>
                      <a:prstDash val="solid"/>
                      <a:round/>
                      <a:headEnd type="none" w="sm" len="sm"/>
                      <a:tailEnd type="none" w="sm" len="sm"/>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3"/>
                  </a:ext>
                </a:extLst>
              </a:tr>
              <a:tr h="518085">
                <a:tc>
                  <a:txBody>
                    <a:bodyPr/>
                    <a:lstStyle/>
                    <a:p>
                      <a:pPr marL="0" marR="0" lvl="0" indent="0" algn="l" defTabSz="914400" rtl="0" eaLnBrk="1" fontAlgn="base" latinLnBrk="0" hangingPunct="1">
                        <a:lnSpc>
                          <a:spcPct val="100000"/>
                        </a:lnSpc>
                        <a:spcBef>
                          <a:spcPct val="20000"/>
                        </a:spcBef>
                        <a:spcAft>
                          <a:spcPct val="0"/>
                        </a:spcAft>
                        <a:buClr>
                          <a:schemeClr val="folHlink"/>
                        </a:buClr>
                        <a:buSzPct val="60000"/>
                        <a:buFont typeface="Wingdings" pitchFamily="2" charset="2"/>
                        <a:buNone/>
                        <a:tabLst/>
                      </a:pPr>
                      <a:r>
                        <a:rPr kumimoji="0" lang="en-US" altLang="zh-CN" sz="2800" b="1" i="0" u="none" strike="noStrike" cap="none" normalizeH="0" baseline="0">
                          <a:ln>
                            <a:noFill/>
                          </a:ln>
                          <a:solidFill>
                            <a:schemeClr val="tx1"/>
                          </a:solidFill>
                          <a:effectLst/>
                          <a:latin typeface="Times New Roman" pitchFamily="18" charset="0"/>
                          <a:ea typeface="黑体" pitchFamily="2" charset="-122"/>
                        </a:rPr>
                        <a:t>$</a:t>
                      </a:r>
                      <a:r>
                        <a:rPr kumimoji="0" lang="en-US" altLang="zh-CN" sz="2800" b="1" i="1" u="none" strike="noStrike" cap="none" normalizeH="0" baseline="0">
                          <a:ln>
                            <a:noFill/>
                          </a:ln>
                          <a:solidFill>
                            <a:schemeClr val="tx1"/>
                          </a:solidFill>
                          <a:effectLst/>
                          <a:latin typeface="Times New Roman" pitchFamily="18" charset="0"/>
                          <a:ea typeface="黑体" pitchFamily="2" charset="-122"/>
                        </a:rPr>
                        <a:t>E </a:t>
                      </a:r>
                      <a:r>
                        <a:rPr kumimoji="0" lang="en-US" altLang="zh-CN" sz="2800" b="1" i="0" u="none" strike="noStrike" cap="none" normalizeH="0" baseline="0">
                          <a:ln>
                            <a:noFill/>
                          </a:ln>
                          <a:solidFill>
                            <a:schemeClr val="tx1"/>
                          </a:solidFill>
                          <a:effectLst/>
                          <a:latin typeface="Times New Roman" pitchFamily="18" charset="0"/>
                          <a:ea typeface="黑体" pitchFamily="2" charset="-122"/>
                          <a:sym typeface="Symbol" pitchFamily="18" charset="2"/>
                        </a:rPr>
                        <a:t></a:t>
                      </a:r>
                      <a:r>
                        <a:rPr kumimoji="0" lang="en-US" altLang="zh-CN" sz="2800" b="1" i="1" u="none" strike="noStrike" cap="none" normalizeH="0" baseline="0">
                          <a:ln>
                            <a:noFill/>
                          </a:ln>
                          <a:solidFill>
                            <a:schemeClr val="tx1"/>
                          </a:solidFill>
                          <a:effectLst/>
                          <a:latin typeface="Times New Roman" pitchFamily="18" charset="0"/>
                          <a:ea typeface="黑体" pitchFamily="2" charset="-122"/>
                          <a:sym typeface="Symbol" pitchFamily="18" charset="2"/>
                        </a:rPr>
                        <a:t>T</a:t>
                      </a:r>
                      <a:r>
                        <a:rPr kumimoji="0" lang="en-US" altLang="zh-CN" sz="2800" b="1" i="0" u="none" strike="noStrike" cap="none" normalizeH="0" baseline="0">
                          <a:ln>
                            <a:noFill/>
                          </a:ln>
                          <a:solidFill>
                            <a:schemeClr val="tx1"/>
                          </a:solidFill>
                          <a:effectLst/>
                          <a:latin typeface="Times New Roman" pitchFamily="18" charset="0"/>
                          <a:ea typeface="黑体" pitchFamily="2" charset="-122"/>
                          <a:sym typeface="Symbol" pitchFamily="18" charset="2"/>
                        </a:rPr>
                        <a:t>+</a:t>
                      </a:r>
                    </a:p>
                  </a:txBody>
                  <a:tcPr marT="45691" marB="45691" horzOverflow="overflow">
                    <a:lnL w="28575"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
                          <a:schemeClr val="folHlink"/>
                        </a:buClr>
                        <a:buSzPct val="60000"/>
                        <a:buFont typeface="Wingdings" pitchFamily="2" charset="2"/>
                        <a:buNone/>
                        <a:tabLst/>
                      </a:pPr>
                      <a:r>
                        <a:rPr kumimoji="0" lang="en-US" altLang="zh-CN" sz="2800" b="1" i="0" u="none" strike="noStrike" cap="none" normalizeH="0" baseline="0">
                          <a:ln>
                            <a:noFill/>
                          </a:ln>
                          <a:solidFill>
                            <a:schemeClr val="tx1"/>
                          </a:solidFill>
                          <a:effectLst/>
                          <a:latin typeface="Times New Roman" pitchFamily="18" charset="0"/>
                          <a:ea typeface="黑体" pitchFamily="2" charset="-122"/>
                          <a:cs typeface="Times New Roman" pitchFamily="18" charset="0"/>
                          <a:sym typeface="Symbol" pitchFamily="18" charset="2"/>
                        </a:rPr>
                        <a:t>             +</a:t>
                      </a:r>
                      <a:r>
                        <a:rPr kumimoji="0" lang="en-US" altLang="zh-CN" sz="2800" b="1" i="0" u="none" strike="noStrike" cap="none" normalizeH="0" baseline="0">
                          <a:ln>
                            <a:noFill/>
                          </a:ln>
                          <a:solidFill>
                            <a:schemeClr val="tx1"/>
                          </a:solidFill>
                          <a:effectLst/>
                          <a:latin typeface="Times New Roman" pitchFamily="18" charset="0"/>
                          <a:ea typeface="黑体" pitchFamily="2" charset="-122"/>
                        </a:rPr>
                        <a:t> id $</a:t>
                      </a:r>
                    </a:p>
                  </a:txBody>
                  <a:tcPr marT="45691" marB="45691"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
                          <a:schemeClr val="folHlink"/>
                        </a:buClr>
                        <a:buSzPct val="60000"/>
                        <a:buFont typeface="Wingdings" pitchFamily="2" charset="2"/>
                        <a:buNone/>
                        <a:tabLst/>
                      </a:pPr>
                      <a:r>
                        <a:rPr kumimoji="0" lang="en-US" altLang="zh-CN" sz="2800" b="1" i="1" u="none" strike="noStrike" cap="none" normalizeH="0" baseline="0">
                          <a:ln>
                            <a:noFill/>
                          </a:ln>
                          <a:solidFill>
                            <a:schemeClr val="tx1"/>
                          </a:solidFill>
                          <a:effectLst/>
                          <a:latin typeface="Times New Roman" pitchFamily="18" charset="0"/>
                          <a:ea typeface="黑体" pitchFamily="2" charset="-122"/>
                        </a:rPr>
                        <a:t>E</a:t>
                      </a:r>
                      <a:r>
                        <a:rPr kumimoji="0" lang="en-US" altLang="zh-CN" sz="2800" b="1" i="0" u="none" strike="noStrike" cap="none" normalizeH="0" baseline="0">
                          <a:ln>
                            <a:noFill/>
                          </a:ln>
                          <a:solidFill>
                            <a:schemeClr val="tx1"/>
                          </a:solidFill>
                          <a:effectLst/>
                          <a:latin typeface="Times New Roman" pitchFamily="18" charset="0"/>
                          <a:ea typeface="黑体" pitchFamily="2" charset="-122"/>
                          <a:sym typeface="Symbol" pitchFamily="18" charset="2"/>
                        </a:rPr>
                        <a:t>+</a:t>
                      </a:r>
                      <a:r>
                        <a:rPr kumimoji="0" lang="en-US" altLang="zh-CN" sz="2800" b="1" i="1" u="none" strike="noStrike" cap="none" normalizeH="0" baseline="0">
                          <a:ln>
                            <a:noFill/>
                          </a:ln>
                          <a:solidFill>
                            <a:schemeClr val="tx1"/>
                          </a:solidFill>
                          <a:effectLst/>
                          <a:latin typeface="Times New Roman" pitchFamily="18" charset="0"/>
                          <a:ea typeface="黑体" pitchFamily="2" charset="-122"/>
                          <a:sym typeface="Symbol" pitchFamily="18" charset="2"/>
                        </a:rPr>
                        <a:t>TE</a:t>
                      </a:r>
                      <a:r>
                        <a:rPr kumimoji="0" lang="en-US" altLang="zh-CN" sz="2800" b="1" i="0" u="none" strike="noStrike" cap="none" normalizeH="0" baseline="0">
                          <a:ln>
                            <a:noFill/>
                          </a:ln>
                          <a:solidFill>
                            <a:schemeClr val="tx1"/>
                          </a:solidFill>
                          <a:effectLst/>
                          <a:latin typeface="Times New Roman" pitchFamily="18" charset="0"/>
                          <a:ea typeface="黑体" pitchFamily="2" charset="-122"/>
                          <a:sym typeface="Symbol" pitchFamily="18" charset="2"/>
                        </a:rPr>
                        <a:t></a:t>
                      </a:r>
                    </a:p>
                  </a:txBody>
                  <a:tcPr marT="45691" marB="45691" horzOverflow="overflow">
                    <a:lnL w="12700" cap="flat" cmpd="sng" algn="ctr">
                      <a:solidFill>
                        <a:schemeClr val="tx1"/>
                      </a:solidFill>
                      <a:prstDash val="solid"/>
                      <a:round/>
                      <a:headEnd type="none" w="sm" len="sm"/>
                      <a:tailEnd type="none" w="sm" len="sm"/>
                    </a:lnL>
                    <a:lnR w="28575" cap="flat" cmpd="sng" algn="ctr">
                      <a:solidFill>
                        <a:schemeClr val="tx1"/>
                      </a:solidFill>
                      <a:prstDash val="solid"/>
                      <a:round/>
                      <a:headEnd type="none" w="sm" len="sm"/>
                      <a:tailEnd type="none" w="sm" len="sm"/>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4"/>
                  </a:ext>
                </a:extLst>
              </a:tr>
              <a:tr h="518085">
                <a:tc>
                  <a:txBody>
                    <a:bodyPr/>
                    <a:lstStyle/>
                    <a:p>
                      <a:pPr marL="0" marR="0" lvl="0" indent="0" algn="l" defTabSz="914400" rtl="0" eaLnBrk="1" fontAlgn="base" latinLnBrk="0" hangingPunct="1">
                        <a:lnSpc>
                          <a:spcPct val="100000"/>
                        </a:lnSpc>
                        <a:spcBef>
                          <a:spcPct val="20000"/>
                        </a:spcBef>
                        <a:spcAft>
                          <a:spcPct val="0"/>
                        </a:spcAft>
                        <a:buClr>
                          <a:schemeClr val="folHlink"/>
                        </a:buClr>
                        <a:buSzPct val="60000"/>
                        <a:buFont typeface="Wingdings" pitchFamily="2" charset="2"/>
                        <a:buNone/>
                        <a:tabLst/>
                      </a:pPr>
                      <a:endParaRPr kumimoji="0" lang="zh-CN" altLang="zh-CN" sz="2800" b="1" i="1" u="none" strike="noStrike" cap="none" normalizeH="0" baseline="0">
                        <a:ln>
                          <a:noFill/>
                        </a:ln>
                        <a:solidFill>
                          <a:schemeClr val="tx1"/>
                        </a:solidFill>
                        <a:effectLst/>
                        <a:latin typeface="Times New Roman" pitchFamily="18" charset="0"/>
                        <a:ea typeface="黑体" pitchFamily="2" charset="-122"/>
                        <a:sym typeface="Symbol" pitchFamily="18" charset="2"/>
                      </a:endParaRPr>
                    </a:p>
                  </a:txBody>
                  <a:tcPr marT="45691" marB="45691" horzOverflow="overflow">
                    <a:lnL w="28575"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
                          <a:schemeClr val="folHlink"/>
                        </a:buClr>
                        <a:buSzPct val="60000"/>
                        <a:buFont typeface="Wingdings" pitchFamily="2" charset="2"/>
                        <a:buNone/>
                        <a:tabLst/>
                      </a:pPr>
                      <a:endParaRPr kumimoji="0" lang="zh-CN" altLang="zh-CN" sz="2800" b="1" i="0" u="none" strike="noStrike" cap="none" normalizeH="0" baseline="0">
                        <a:ln>
                          <a:noFill/>
                        </a:ln>
                        <a:solidFill>
                          <a:schemeClr val="tx1"/>
                        </a:solidFill>
                        <a:effectLst/>
                        <a:latin typeface="Times New Roman" pitchFamily="18" charset="0"/>
                        <a:ea typeface="黑体" pitchFamily="2" charset="-122"/>
                      </a:endParaRPr>
                    </a:p>
                  </a:txBody>
                  <a:tcPr marT="45691" marB="45691"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
                          <a:schemeClr val="folHlink"/>
                        </a:buClr>
                        <a:buSzPct val="60000"/>
                        <a:buFont typeface="Wingdings" pitchFamily="2" charset="2"/>
                        <a:buNone/>
                        <a:tabLst/>
                      </a:pPr>
                      <a:endParaRPr kumimoji="0" lang="zh-CN" altLang="zh-CN" sz="2800" b="0" i="0" u="none" strike="noStrike" cap="none" normalizeH="0" baseline="0">
                        <a:ln>
                          <a:noFill/>
                        </a:ln>
                        <a:solidFill>
                          <a:schemeClr val="tx2"/>
                        </a:solidFill>
                        <a:effectLst/>
                        <a:latin typeface="Times New Roman" pitchFamily="18" charset="0"/>
                        <a:ea typeface="黑体" pitchFamily="2" charset="-122"/>
                      </a:endParaRPr>
                    </a:p>
                  </a:txBody>
                  <a:tcPr marT="45691" marB="45691" horzOverflow="overflow">
                    <a:lnL w="12700" cap="flat" cmpd="sng" algn="ctr">
                      <a:solidFill>
                        <a:schemeClr val="tx1"/>
                      </a:solidFill>
                      <a:prstDash val="solid"/>
                      <a:round/>
                      <a:headEnd type="none" w="sm" len="sm"/>
                      <a:tailEnd type="none" w="sm" len="sm"/>
                    </a:lnL>
                    <a:lnR w="28575" cap="flat" cmpd="sng" algn="ctr">
                      <a:solidFill>
                        <a:schemeClr val="tx1"/>
                      </a:solidFill>
                      <a:prstDash val="solid"/>
                      <a:round/>
                      <a:headEnd type="none" w="sm" len="sm"/>
                      <a:tailEnd type="none" w="sm" len="sm"/>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5"/>
                  </a:ext>
                </a:extLst>
              </a:tr>
              <a:tr h="518085">
                <a:tc>
                  <a:txBody>
                    <a:bodyPr/>
                    <a:lstStyle/>
                    <a:p>
                      <a:pPr marL="0" marR="0" lvl="0" indent="0" algn="l" defTabSz="914400" rtl="0" eaLnBrk="1" fontAlgn="base" latinLnBrk="0" hangingPunct="1">
                        <a:lnSpc>
                          <a:spcPct val="100000"/>
                        </a:lnSpc>
                        <a:spcBef>
                          <a:spcPct val="20000"/>
                        </a:spcBef>
                        <a:spcAft>
                          <a:spcPct val="0"/>
                        </a:spcAft>
                        <a:buClr>
                          <a:schemeClr val="folHlink"/>
                        </a:buClr>
                        <a:buSzPct val="60000"/>
                        <a:buFont typeface="Wingdings" pitchFamily="2" charset="2"/>
                        <a:buNone/>
                        <a:tabLst/>
                      </a:pPr>
                      <a:endParaRPr kumimoji="0" lang="zh-CN" altLang="zh-CN" sz="2800" b="1" i="1" u="none" strike="noStrike" cap="none" normalizeH="0" baseline="0">
                        <a:ln>
                          <a:noFill/>
                        </a:ln>
                        <a:solidFill>
                          <a:schemeClr val="tx1"/>
                        </a:solidFill>
                        <a:effectLst/>
                        <a:latin typeface="Times New Roman" pitchFamily="18" charset="0"/>
                        <a:ea typeface="黑体" pitchFamily="2" charset="-122"/>
                        <a:sym typeface="Symbol" pitchFamily="18" charset="2"/>
                      </a:endParaRPr>
                    </a:p>
                  </a:txBody>
                  <a:tcPr marT="45691" marB="45691" horzOverflow="overflow">
                    <a:lnL w="28575"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
                          <a:schemeClr val="folHlink"/>
                        </a:buClr>
                        <a:buSzPct val="60000"/>
                        <a:buFont typeface="Wingdings" pitchFamily="2" charset="2"/>
                        <a:buNone/>
                        <a:tabLst/>
                      </a:pPr>
                      <a:endParaRPr kumimoji="0" lang="zh-CN" altLang="zh-CN" sz="2800" b="1" i="0" u="none" strike="noStrike" cap="none" normalizeH="0" baseline="0">
                        <a:ln>
                          <a:noFill/>
                        </a:ln>
                        <a:solidFill>
                          <a:schemeClr val="tx1"/>
                        </a:solidFill>
                        <a:effectLst/>
                        <a:latin typeface="Times New Roman" pitchFamily="18" charset="0"/>
                        <a:ea typeface="黑体" pitchFamily="2" charset="-122"/>
                      </a:endParaRPr>
                    </a:p>
                  </a:txBody>
                  <a:tcPr marT="45691" marB="45691"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
                          <a:schemeClr val="folHlink"/>
                        </a:buClr>
                        <a:buSzPct val="60000"/>
                        <a:buFont typeface="Wingdings" pitchFamily="2" charset="2"/>
                        <a:buNone/>
                        <a:tabLst/>
                      </a:pPr>
                      <a:endParaRPr kumimoji="0" lang="zh-CN" altLang="zh-CN" sz="2800" b="0" i="0" u="none" strike="noStrike" cap="none" normalizeH="0" baseline="0">
                        <a:ln>
                          <a:noFill/>
                        </a:ln>
                        <a:solidFill>
                          <a:schemeClr val="tx2"/>
                        </a:solidFill>
                        <a:effectLst/>
                        <a:latin typeface="Times New Roman" pitchFamily="18" charset="0"/>
                        <a:ea typeface="黑体" pitchFamily="2" charset="-122"/>
                      </a:endParaRPr>
                    </a:p>
                  </a:txBody>
                  <a:tcPr marT="45691" marB="45691" horzOverflow="overflow">
                    <a:lnL w="12700" cap="flat" cmpd="sng" algn="ctr">
                      <a:solidFill>
                        <a:schemeClr val="tx1"/>
                      </a:solidFill>
                      <a:prstDash val="solid"/>
                      <a:round/>
                      <a:headEnd type="none" w="sm" len="sm"/>
                      <a:tailEnd type="none" w="sm" len="sm"/>
                    </a:lnL>
                    <a:lnR w="28575" cap="flat" cmpd="sng" algn="ctr">
                      <a:solidFill>
                        <a:schemeClr val="tx1"/>
                      </a:solidFill>
                      <a:prstDash val="solid"/>
                      <a:round/>
                      <a:headEnd type="none" w="sm" len="sm"/>
                      <a:tailEnd type="none" w="sm" len="sm"/>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6"/>
                  </a:ext>
                </a:extLst>
              </a:tr>
              <a:tr h="518085">
                <a:tc>
                  <a:txBody>
                    <a:bodyPr/>
                    <a:lstStyle/>
                    <a:p>
                      <a:pPr marL="0" marR="0" lvl="0" indent="0" algn="l" defTabSz="914400" rtl="0" eaLnBrk="1" fontAlgn="base" latinLnBrk="0" hangingPunct="1">
                        <a:lnSpc>
                          <a:spcPct val="100000"/>
                        </a:lnSpc>
                        <a:spcBef>
                          <a:spcPct val="20000"/>
                        </a:spcBef>
                        <a:spcAft>
                          <a:spcPct val="0"/>
                        </a:spcAft>
                        <a:buClr>
                          <a:schemeClr val="folHlink"/>
                        </a:buClr>
                        <a:buSzPct val="60000"/>
                        <a:buFont typeface="Wingdings" pitchFamily="2" charset="2"/>
                        <a:buNone/>
                        <a:tabLst/>
                      </a:pPr>
                      <a:endParaRPr kumimoji="0" lang="zh-CN" altLang="zh-CN" sz="2800" b="1" i="0" u="none" strike="noStrike" cap="none" normalizeH="0" baseline="0">
                        <a:ln>
                          <a:noFill/>
                        </a:ln>
                        <a:solidFill>
                          <a:schemeClr val="tx1"/>
                        </a:solidFill>
                        <a:effectLst/>
                        <a:latin typeface="Times New Roman" pitchFamily="18" charset="0"/>
                        <a:ea typeface="黑体" pitchFamily="2" charset="-122"/>
                        <a:sym typeface="Symbol" pitchFamily="18" charset="2"/>
                      </a:endParaRPr>
                    </a:p>
                  </a:txBody>
                  <a:tcPr marT="45691" marB="45691" horzOverflow="overflow">
                    <a:lnL w="28575"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sm" len="sm"/>
                      <a:tailEnd type="none" w="sm" len="sm"/>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
                          <a:schemeClr val="folHlink"/>
                        </a:buClr>
                        <a:buSzPct val="60000"/>
                        <a:buFont typeface="Wingdings" pitchFamily="2" charset="2"/>
                        <a:buNone/>
                        <a:tabLst/>
                      </a:pPr>
                      <a:endParaRPr kumimoji="0" lang="zh-CN" altLang="zh-CN" sz="2800" b="1" i="0" u="none" strike="noStrike" cap="none" normalizeH="0" baseline="0">
                        <a:ln>
                          <a:noFill/>
                        </a:ln>
                        <a:solidFill>
                          <a:schemeClr val="tx1"/>
                        </a:solidFill>
                        <a:effectLst/>
                        <a:latin typeface="Times New Roman" pitchFamily="18" charset="0"/>
                        <a:ea typeface="黑体" pitchFamily="2" charset="-122"/>
                      </a:endParaRPr>
                    </a:p>
                  </a:txBody>
                  <a:tcPr marT="45691" marB="45691"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sm" len="sm"/>
                      <a:tailEnd type="none" w="sm" len="sm"/>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
                          <a:schemeClr val="folHlink"/>
                        </a:buClr>
                        <a:buSzPct val="60000"/>
                        <a:buFont typeface="Wingdings" pitchFamily="2" charset="2"/>
                        <a:buNone/>
                        <a:tabLst/>
                      </a:pPr>
                      <a:endParaRPr kumimoji="0" lang="zh-CN" altLang="zh-CN" sz="2800" b="1" i="0" u="none" strike="noStrike" cap="none" normalizeH="0" baseline="0" dirty="0">
                        <a:ln>
                          <a:noFill/>
                        </a:ln>
                        <a:solidFill>
                          <a:schemeClr val="tx1"/>
                        </a:solidFill>
                        <a:effectLst/>
                        <a:latin typeface="Times New Roman" pitchFamily="18" charset="0"/>
                        <a:ea typeface="黑体" pitchFamily="2" charset="-122"/>
                        <a:sym typeface="Symbol" pitchFamily="18" charset="2"/>
                      </a:endParaRPr>
                    </a:p>
                  </a:txBody>
                  <a:tcPr marT="45691" marB="45691" horzOverflow="overflow">
                    <a:lnL w="12700" cap="flat" cmpd="sng" algn="ctr">
                      <a:solidFill>
                        <a:schemeClr val="tx1"/>
                      </a:solidFill>
                      <a:prstDash val="solid"/>
                      <a:round/>
                      <a:headEnd type="none" w="sm" len="sm"/>
                      <a:tailEnd type="none" w="sm" len="sm"/>
                    </a:lnL>
                    <a:lnR w="28575" cap="flat" cmpd="sng" algn="ctr">
                      <a:solidFill>
                        <a:schemeClr val="tx1"/>
                      </a:solidFill>
                      <a:prstDash val="solid"/>
                      <a:round/>
                      <a:headEnd type="none" w="sm" len="sm"/>
                      <a:tailEnd type="none" w="sm" len="sm"/>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sm" len="sm"/>
                      <a:tailEnd type="none" w="sm" len="sm"/>
                    </a:lnB>
                    <a:lnTlToBr>
                      <a:noFill/>
                    </a:lnTlToBr>
                    <a:lnBlToTr>
                      <a:noFill/>
                    </a:lnBlToTr>
                    <a:noFill/>
                  </a:tcPr>
                </a:tc>
                <a:extLst>
                  <a:ext uri="{0D108BD9-81ED-4DB2-BD59-A6C34878D82A}">
                    <a16:rowId xmlns:a16="http://schemas.microsoft.com/office/drawing/2014/main" val="10007"/>
                  </a:ext>
                </a:extLst>
              </a:tr>
            </a:tbl>
          </a:graphicData>
        </a:graphic>
      </p:graphicFrame>
      <p:sp>
        <p:nvSpPr>
          <p:cNvPr id="2" name="日期占位符 1">
            <a:extLst>
              <a:ext uri="{FF2B5EF4-FFF2-40B4-BE49-F238E27FC236}">
                <a16:creationId xmlns:a16="http://schemas.microsoft.com/office/drawing/2014/main" id="{32F94ECE-8B39-9D0D-0625-8A32F5946753}"/>
              </a:ext>
            </a:extLst>
          </p:cNvPr>
          <p:cNvSpPr>
            <a:spLocks noGrp="1"/>
          </p:cNvSpPr>
          <p:nvPr>
            <p:ph type="dt" sz="half" idx="10"/>
          </p:nvPr>
        </p:nvSpPr>
        <p:spPr/>
        <p:txBody>
          <a:bodyPr/>
          <a:lstStyle/>
          <a:p>
            <a:fld id="{4B19CF87-9B59-4A27-A219-85A6ED2CF715}" type="datetime2">
              <a:rPr lang="zh-CN" altLang="en-US" smtClean="0"/>
              <a:pPr/>
              <a:t>2025年11月26日</a:t>
            </a:fld>
            <a:endParaRPr lang="zh-CN" altLang="en-US"/>
          </a:p>
        </p:txBody>
      </p:sp>
      <p:sp>
        <p:nvSpPr>
          <p:cNvPr id="3" name="页脚占位符 2">
            <a:extLst>
              <a:ext uri="{FF2B5EF4-FFF2-40B4-BE49-F238E27FC236}">
                <a16:creationId xmlns:a16="http://schemas.microsoft.com/office/drawing/2014/main" id="{EC1D704F-AD8E-7C8C-7818-FC289AFE9635}"/>
              </a:ext>
            </a:extLst>
          </p:cNvPr>
          <p:cNvSpPr>
            <a:spLocks noGrp="1"/>
          </p:cNvSpPr>
          <p:nvPr>
            <p:ph type="ftr" sz="quarter" idx="11"/>
          </p:nvPr>
        </p:nvSpPr>
        <p:spPr/>
        <p:txBody>
          <a:bodyPr/>
          <a:lstStyle/>
          <a:p>
            <a:r>
              <a:rPr lang="zh-CN" altLang="en-US"/>
              <a:t>编译原理</a:t>
            </a:r>
            <a:r>
              <a:rPr lang="en-US" altLang="zh-CN"/>
              <a:t>-</a:t>
            </a:r>
            <a:r>
              <a:rPr lang="zh-CN" altLang="en-US"/>
              <a:t>王欣捷</a:t>
            </a:r>
            <a:r>
              <a:rPr lang="en-US" altLang="zh-CN"/>
              <a:t>-</a:t>
            </a:r>
            <a:r>
              <a:rPr lang="zh-CN" altLang="en-US"/>
              <a:t>第三章 语法分析</a:t>
            </a:r>
            <a:r>
              <a:rPr lang="en-US" altLang="zh-CN"/>
              <a:t>(4)</a:t>
            </a:r>
            <a:endParaRPr lang="zh-CN" altLang="en-US"/>
          </a:p>
        </p:txBody>
      </p:sp>
      <p:sp>
        <p:nvSpPr>
          <p:cNvPr id="4" name="灯片编号占位符 3">
            <a:extLst>
              <a:ext uri="{FF2B5EF4-FFF2-40B4-BE49-F238E27FC236}">
                <a16:creationId xmlns:a16="http://schemas.microsoft.com/office/drawing/2014/main" id="{E38CA538-819E-0D3D-B5A6-186ABB5456F9}"/>
              </a:ext>
            </a:extLst>
          </p:cNvPr>
          <p:cNvSpPr>
            <a:spLocks noGrp="1"/>
          </p:cNvSpPr>
          <p:nvPr>
            <p:ph type="sldNum" sz="quarter" idx="12"/>
          </p:nvPr>
        </p:nvSpPr>
        <p:spPr/>
        <p:txBody>
          <a:bodyPr/>
          <a:lstStyle/>
          <a:p>
            <a:fld id="{094DEB03-EFC6-4C20-8FC8-295189A5386F}" type="slidenum">
              <a:rPr lang="zh-CN" altLang="en-US" smtClean="0"/>
              <a:pPr/>
              <a:t>103</a:t>
            </a:fld>
            <a:endParaRPr lang="zh-CN" altLang="en-US"/>
          </a:p>
        </p:txBody>
      </p:sp>
    </p:spTree>
  </p:cSld>
  <p:clrMapOvr>
    <a:masterClrMapping/>
  </p:clrMapOvr>
</p:sld>
</file>

<file path=ppt/slides/slide10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2642" name="Rectangle 2">
            <a:extLst>
              <a:ext uri="{FF2B5EF4-FFF2-40B4-BE49-F238E27FC236}">
                <a16:creationId xmlns:a16="http://schemas.microsoft.com/office/drawing/2014/main" id="{2B87D2B9-E009-47FE-AF1A-316AF3479B7D}"/>
              </a:ext>
            </a:extLst>
          </p:cNvPr>
          <p:cNvSpPr>
            <a:spLocks noGrp="1" noChangeArrowheads="1"/>
          </p:cNvSpPr>
          <p:nvPr>
            <p:ph type="title"/>
          </p:nvPr>
        </p:nvSpPr>
        <p:spPr/>
        <p:txBody>
          <a:bodyPr/>
          <a:lstStyle/>
          <a:p>
            <a:pPr eaLnBrk="1" hangingPunct="1"/>
            <a:r>
              <a:rPr lang="en-US" altLang="zh-CN" sz="4000"/>
              <a:t>3.3.6 </a:t>
            </a:r>
            <a:r>
              <a:rPr lang="zh-CN" altLang="en-US" sz="4000"/>
              <a:t>预测分析的错误恢复</a:t>
            </a:r>
          </a:p>
        </p:txBody>
      </p:sp>
      <p:sp>
        <p:nvSpPr>
          <p:cNvPr id="112643" name="Rectangle 3">
            <a:extLst>
              <a:ext uri="{FF2B5EF4-FFF2-40B4-BE49-F238E27FC236}">
                <a16:creationId xmlns:a16="http://schemas.microsoft.com/office/drawing/2014/main" id="{D6D59AE3-CB25-42FD-8106-8479C94DD784}"/>
              </a:ext>
            </a:extLst>
          </p:cNvPr>
          <p:cNvSpPr>
            <a:spLocks noGrp="1" noChangeArrowheads="1"/>
          </p:cNvSpPr>
          <p:nvPr>
            <p:ph idx="1"/>
          </p:nvPr>
        </p:nvSpPr>
        <p:spPr/>
        <p:txBody>
          <a:bodyPr/>
          <a:lstStyle/>
          <a:p>
            <a:pPr eaLnBrk="1" hangingPunct="1">
              <a:lnSpc>
                <a:spcPct val="90000"/>
              </a:lnSpc>
              <a:buFont typeface="Wingdings" panose="05000000000000000000" pitchFamily="2" charset="2"/>
              <a:buNone/>
            </a:pPr>
            <a:r>
              <a:rPr lang="zh-CN" altLang="en-US" sz="2800"/>
              <a:t>预测分析器对 </a:t>
            </a:r>
            <a:r>
              <a:rPr lang="en-US" altLang="zh-CN" sz="2800" b="1"/>
              <a:t>+id * +id</a:t>
            </a:r>
            <a:r>
              <a:rPr lang="en-US" altLang="zh-CN" sz="2800"/>
              <a:t> </a:t>
            </a:r>
            <a:r>
              <a:rPr lang="zh-CN" altLang="en-US" sz="2800"/>
              <a:t>的分析和错误恢复</a:t>
            </a:r>
          </a:p>
        </p:txBody>
      </p:sp>
      <p:graphicFrame>
        <p:nvGraphicFramePr>
          <p:cNvPr id="7" name="Group 4">
            <a:extLst>
              <a:ext uri="{FF2B5EF4-FFF2-40B4-BE49-F238E27FC236}">
                <a16:creationId xmlns:a16="http://schemas.microsoft.com/office/drawing/2014/main" id="{42192EC9-679A-4EE9-BD47-9249F69ABFDA}"/>
              </a:ext>
            </a:extLst>
          </p:cNvPr>
          <p:cNvGraphicFramePr>
            <a:graphicFrameLocks/>
          </p:cNvGraphicFramePr>
          <p:nvPr>
            <p:extLst>
              <p:ext uri="{D42A27DB-BD31-4B8C-83A1-F6EECF244321}">
                <p14:modId xmlns:p14="http://schemas.microsoft.com/office/powerpoint/2010/main" val="501316594"/>
              </p:ext>
            </p:extLst>
          </p:nvPr>
        </p:nvGraphicFramePr>
        <p:xfrm>
          <a:off x="533400" y="1981200"/>
          <a:ext cx="8305800" cy="4937296"/>
        </p:xfrm>
        <a:graphic>
          <a:graphicData uri="http://schemas.openxmlformats.org/drawingml/2006/table">
            <a:tbl>
              <a:tblPr/>
              <a:tblGrid>
                <a:gridCol w="2690813">
                  <a:extLst>
                    <a:ext uri="{9D8B030D-6E8A-4147-A177-3AD203B41FA5}">
                      <a16:colId xmlns:a16="http://schemas.microsoft.com/office/drawing/2014/main" val="20000"/>
                    </a:ext>
                  </a:extLst>
                </a:gridCol>
                <a:gridCol w="2808287">
                  <a:extLst>
                    <a:ext uri="{9D8B030D-6E8A-4147-A177-3AD203B41FA5}">
                      <a16:colId xmlns:a16="http://schemas.microsoft.com/office/drawing/2014/main" val="20001"/>
                    </a:ext>
                  </a:extLst>
                </a:gridCol>
                <a:gridCol w="2806700">
                  <a:extLst>
                    <a:ext uri="{9D8B030D-6E8A-4147-A177-3AD203B41FA5}">
                      <a16:colId xmlns:a16="http://schemas.microsoft.com/office/drawing/2014/main" val="20002"/>
                    </a:ext>
                  </a:extLst>
                </a:gridCol>
              </a:tblGrid>
              <a:tr h="518085">
                <a:tc>
                  <a:txBody>
                    <a:body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itchFamily="2" charset="2"/>
                        <a:buNone/>
                        <a:tabLst/>
                      </a:pPr>
                      <a:r>
                        <a:rPr kumimoji="0" lang="zh-CN" altLang="en-US" sz="2800" b="0" i="0" u="none" strike="noStrike" cap="none" normalizeH="0" baseline="0">
                          <a:ln>
                            <a:noFill/>
                          </a:ln>
                          <a:solidFill>
                            <a:schemeClr val="tx1"/>
                          </a:solidFill>
                          <a:effectLst/>
                          <a:latin typeface="Times New Roman" pitchFamily="18" charset="0"/>
                          <a:ea typeface="黑体" pitchFamily="2" charset="-122"/>
                        </a:rPr>
                        <a:t>栈 </a:t>
                      </a:r>
                    </a:p>
                  </a:txBody>
                  <a:tcPr marT="45691" marB="45691" horzOverflow="overflow">
                    <a:lnL w="28575"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28575"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a:txBody>
                    <a:body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itchFamily="2" charset="2"/>
                        <a:buNone/>
                        <a:tabLst/>
                      </a:pPr>
                      <a:r>
                        <a:rPr kumimoji="0" lang="zh-CN" altLang="en-US" sz="2800" b="0" i="0" u="none" strike="noStrike" cap="none" normalizeH="0" baseline="0">
                          <a:ln>
                            <a:noFill/>
                          </a:ln>
                          <a:solidFill>
                            <a:schemeClr val="tx1"/>
                          </a:solidFill>
                          <a:effectLst/>
                          <a:latin typeface="Times New Roman" pitchFamily="18" charset="0"/>
                          <a:ea typeface="黑体" pitchFamily="2" charset="-122"/>
                        </a:rPr>
                        <a:t>输    入 </a:t>
                      </a:r>
                    </a:p>
                  </a:txBody>
                  <a:tcPr marT="45691" marB="45691"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28575"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a:txBody>
                    <a:body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itchFamily="2" charset="2"/>
                        <a:buNone/>
                        <a:tabLst/>
                      </a:pPr>
                      <a:r>
                        <a:rPr kumimoji="0" lang="zh-CN" altLang="en-US" sz="2800" b="0" i="0" u="none" strike="noStrike" cap="none" normalizeH="0" baseline="0">
                          <a:ln>
                            <a:noFill/>
                          </a:ln>
                          <a:solidFill>
                            <a:schemeClr val="tx1"/>
                          </a:solidFill>
                          <a:effectLst/>
                          <a:latin typeface="Times New Roman" pitchFamily="18" charset="0"/>
                          <a:ea typeface="黑体" pitchFamily="2" charset="-122"/>
                        </a:rPr>
                        <a:t>输    出 </a:t>
                      </a:r>
                    </a:p>
                  </a:txBody>
                  <a:tcPr marT="45691" marB="45691" horzOverflow="overflow">
                    <a:lnL w="12700" cap="flat" cmpd="sng" algn="ctr">
                      <a:solidFill>
                        <a:schemeClr val="tx1"/>
                      </a:solidFill>
                      <a:prstDash val="solid"/>
                      <a:round/>
                      <a:headEnd type="none" w="sm" len="sm"/>
                      <a:tailEnd type="none" w="sm" len="sm"/>
                    </a:lnL>
                    <a:lnR w="28575" cap="flat" cmpd="sng" algn="ctr">
                      <a:solidFill>
                        <a:schemeClr val="tx1"/>
                      </a:solidFill>
                      <a:prstDash val="solid"/>
                      <a:round/>
                      <a:headEnd type="none" w="sm" len="sm"/>
                      <a:tailEnd type="none" w="sm" len="sm"/>
                    </a:lnR>
                    <a:lnT w="28575"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extLst>
                  <a:ext uri="{0D108BD9-81ED-4DB2-BD59-A6C34878D82A}">
                    <a16:rowId xmlns:a16="http://schemas.microsoft.com/office/drawing/2014/main" val="10000"/>
                  </a:ext>
                </a:extLst>
              </a:tr>
              <a:tr h="1310532">
                <a:tc>
                  <a:txBody>
                    <a:bodyPr/>
                    <a:lstStyle/>
                    <a:p>
                      <a:pPr marL="0" marR="0" lvl="0" indent="0" algn="l" defTabSz="914400" rtl="0" eaLnBrk="1" fontAlgn="base" latinLnBrk="0" hangingPunct="1">
                        <a:lnSpc>
                          <a:spcPct val="100000"/>
                        </a:lnSpc>
                        <a:spcBef>
                          <a:spcPct val="20000"/>
                        </a:spcBef>
                        <a:spcAft>
                          <a:spcPct val="0"/>
                        </a:spcAft>
                        <a:buClr>
                          <a:schemeClr val="folHlink"/>
                        </a:buClr>
                        <a:buSzPct val="60000"/>
                        <a:buFont typeface="Wingdings" pitchFamily="2" charset="2"/>
                        <a:buNone/>
                        <a:tabLst/>
                      </a:pPr>
                      <a:r>
                        <a:rPr kumimoji="0" lang="en-US" altLang="zh-CN" sz="2800" b="1" i="0" u="none" strike="noStrike" cap="none" normalizeH="0" baseline="0">
                          <a:ln>
                            <a:noFill/>
                          </a:ln>
                          <a:solidFill>
                            <a:schemeClr val="tx1"/>
                          </a:solidFill>
                          <a:effectLst/>
                          <a:latin typeface="Times New Roman" pitchFamily="18" charset="0"/>
                          <a:ea typeface="黑体" pitchFamily="2" charset="-122"/>
                        </a:rPr>
                        <a:t>$</a:t>
                      </a:r>
                      <a:r>
                        <a:rPr kumimoji="0" lang="en-US" altLang="zh-CN" sz="2800" b="1" i="1" u="none" strike="noStrike" cap="none" normalizeH="0" baseline="0">
                          <a:ln>
                            <a:noFill/>
                          </a:ln>
                          <a:solidFill>
                            <a:schemeClr val="tx1"/>
                          </a:solidFill>
                          <a:effectLst/>
                          <a:latin typeface="Times New Roman" pitchFamily="18" charset="0"/>
                          <a:ea typeface="黑体" pitchFamily="2" charset="-122"/>
                        </a:rPr>
                        <a:t>E </a:t>
                      </a:r>
                      <a:r>
                        <a:rPr kumimoji="0" lang="en-US" altLang="zh-CN" sz="2800" b="1" i="0" u="none" strike="noStrike" cap="none" normalizeH="0" baseline="0">
                          <a:ln>
                            <a:noFill/>
                          </a:ln>
                          <a:solidFill>
                            <a:schemeClr val="tx1"/>
                          </a:solidFill>
                          <a:effectLst/>
                          <a:latin typeface="Times New Roman" pitchFamily="18" charset="0"/>
                          <a:ea typeface="黑体" pitchFamily="2" charset="-122"/>
                          <a:sym typeface="Symbol" pitchFamily="18" charset="2"/>
                        </a:rPr>
                        <a:t></a:t>
                      </a:r>
                      <a:r>
                        <a:rPr kumimoji="0" lang="en-US" altLang="zh-CN" sz="2800" b="1" i="1" u="none" strike="noStrike" cap="none" normalizeH="0" baseline="0">
                          <a:ln>
                            <a:noFill/>
                          </a:ln>
                          <a:solidFill>
                            <a:schemeClr val="tx1"/>
                          </a:solidFill>
                          <a:effectLst/>
                          <a:latin typeface="Times New Roman" pitchFamily="18" charset="0"/>
                          <a:ea typeface="黑体" pitchFamily="2" charset="-122"/>
                          <a:sym typeface="Symbol" pitchFamily="18" charset="2"/>
                        </a:rPr>
                        <a:t>T</a:t>
                      </a:r>
                      <a:r>
                        <a:rPr kumimoji="0" lang="en-US" altLang="zh-CN" sz="2800" b="1" i="1" u="none" strike="noStrike" cap="none" normalizeH="0" baseline="0">
                          <a:ln>
                            <a:noFill/>
                          </a:ln>
                          <a:solidFill>
                            <a:schemeClr val="tx1"/>
                          </a:solidFill>
                          <a:effectLst/>
                          <a:latin typeface="Times New Roman" pitchFamily="18" charset="0"/>
                          <a:ea typeface="黑体" pitchFamily="2" charset="-122"/>
                        </a:rPr>
                        <a:t> </a:t>
                      </a:r>
                      <a:r>
                        <a:rPr kumimoji="0" lang="en-US" altLang="zh-CN" sz="2800" b="1" i="0" u="none" strike="noStrike" cap="none" normalizeH="0" baseline="0">
                          <a:ln>
                            <a:noFill/>
                          </a:ln>
                          <a:solidFill>
                            <a:schemeClr val="tx1"/>
                          </a:solidFill>
                          <a:effectLst/>
                          <a:latin typeface="Times New Roman" pitchFamily="18" charset="0"/>
                          <a:ea typeface="黑体" pitchFamily="2" charset="-122"/>
                          <a:sym typeface="Symbol" pitchFamily="18" charset="2"/>
                        </a:rPr>
                        <a:t></a:t>
                      </a:r>
                      <a:r>
                        <a:rPr kumimoji="0" lang="en-US" altLang="zh-CN" sz="2800" b="1" i="1" u="none" strike="noStrike" cap="none" normalizeH="0" baseline="0">
                          <a:ln>
                            <a:noFill/>
                          </a:ln>
                          <a:solidFill>
                            <a:schemeClr val="tx1"/>
                          </a:solidFill>
                          <a:effectLst/>
                          <a:latin typeface="Times New Roman" pitchFamily="18" charset="0"/>
                          <a:ea typeface="黑体" pitchFamily="2" charset="-122"/>
                          <a:sym typeface="Symbol" pitchFamily="18" charset="2"/>
                        </a:rPr>
                        <a:t>F</a:t>
                      </a:r>
                    </a:p>
                  </a:txBody>
                  <a:tcPr marT="45691" marB="45691" horzOverflow="overflow">
                    <a:lnL w="28575"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
                          <a:schemeClr val="folHlink"/>
                        </a:buClr>
                        <a:buSzPct val="60000"/>
                        <a:buFont typeface="Wingdings" pitchFamily="2" charset="2"/>
                        <a:buNone/>
                        <a:tabLst/>
                      </a:pPr>
                      <a:r>
                        <a:rPr kumimoji="0" lang="en-US" altLang="zh-CN" sz="2800" b="1" i="0" u="none" strike="noStrike" cap="none" normalizeH="0" baseline="0">
                          <a:ln>
                            <a:noFill/>
                          </a:ln>
                          <a:solidFill>
                            <a:schemeClr val="tx1"/>
                          </a:solidFill>
                          <a:effectLst/>
                          <a:latin typeface="Times New Roman" pitchFamily="18" charset="0"/>
                          <a:ea typeface="黑体" pitchFamily="2" charset="-122"/>
                          <a:cs typeface="Times New Roman" pitchFamily="18" charset="0"/>
                          <a:sym typeface="Symbol" pitchFamily="18" charset="2"/>
                        </a:rPr>
                        <a:t>             +</a:t>
                      </a:r>
                      <a:r>
                        <a:rPr kumimoji="0" lang="en-US" altLang="zh-CN" sz="2800" b="1" i="0" u="none" strike="noStrike" cap="none" normalizeH="0" baseline="0">
                          <a:ln>
                            <a:noFill/>
                          </a:ln>
                          <a:solidFill>
                            <a:schemeClr val="tx1"/>
                          </a:solidFill>
                          <a:effectLst/>
                          <a:latin typeface="Times New Roman" pitchFamily="18" charset="0"/>
                          <a:ea typeface="黑体" pitchFamily="2" charset="-122"/>
                        </a:rPr>
                        <a:t> id $</a:t>
                      </a:r>
                    </a:p>
                  </a:txBody>
                  <a:tcPr marT="45691" marB="45691"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
                          <a:schemeClr val="folHlink"/>
                        </a:buClr>
                        <a:buSzPct val="60000"/>
                        <a:buFont typeface="Wingdings" pitchFamily="2" charset="2"/>
                        <a:buNone/>
                        <a:tabLst/>
                      </a:pPr>
                      <a:r>
                        <a:rPr kumimoji="0" lang="zh-CN" altLang="en-US" sz="2000" b="0" i="0" u="none" strike="noStrike" cap="none" normalizeH="0" baseline="0">
                          <a:ln>
                            <a:noFill/>
                          </a:ln>
                          <a:solidFill>
                            <a:schemeClr val="accent2"/>
                          </a:solidFill>
                          <a:effectLst/>
                          <a:latin typeface="Times New Roman" pitchFamily="18" charset="0"/>
                          <a:ea typeface="黑体" pitchFamily="2" charset="-122"/>
                        </a:rPr>
                        <a:t>出错：“</a:t>
                      </a:r>
                      <a:r>
                        <a:rPr kumimoji="0" lang="en-US" altLang="zh-CN" sz="2000" b="1" i="0" u="none" strike="noStrike" cap="none" normalizeH="0" baseline="0">
                          <a:ln>
                            <a:noFill/>
                          </a:ln>
                          <a:solidFill>
                            <a:schemeClr val="accent2"/>
                          </a:solidFill>
                          <a:effectLst/>
                          <a:latin typeface="Times New Roman" pitchFamily="18" charset="0"/>
                          <a:ea typeface="黑体" pitchFamily="2" charset="-122"/>
                        </a:rPr>
                        <a:t>+</a:t>
                      </a:r>
                      <a:r>
                        <a:rPr kumimoji="0" lang="en-US" altLang="zh-CN" sz="2000" b="0" i="0" u="none" strike="noStrike" cap="none" normalizeH="0" baseline="0">
                          <a:ln>
                            <a:noFill/>
                          </a:ln>
                          <a:solidFill>
                            <a:schemeClr val="accent2"/>
                          </a:solidFill>
                          <a:effectLst/>
                          <a:latin typeface="Times New Roman" pitchFamily="18" charset="0"/>
                          <a:ea typeface="黑体" pitchFamily="2" charset="-122"/>
                        </a:rPr>
                        <a:t>”</a:t>
                      </a:r>
                      <a:r>
                        <a:rPr kumimoji="0" lang="zh-CN" altLang="en-US" sz="2000" b="0" i="0" u="none" strike="noStrike" cap="none" normalizeH="0" baseline="0">
                          <a:ln>
                            <a:noFill/>
                          </a:ln>
                          <a:solidFill>
                            <a:schemeClr val="accent2"/>
                          </a:solidFill>
                          <a:effectLst/>
                          <a:latin typeface="Times New Roman" pitchFamily="18" charset="0"/>
                          <a:ea typeface="黑体" pitchFamily="2" charset="-122"/>
                        </a:rPr>
                        <a:t>在</a:t>
                      </a:r>
                      <a:r>
                        <a:rPr kumimoji="0" lang="en-US" altLang="zh-CN" sz="2000" b="1" i="1" u="none" strike="noStrike" cap="none" normalizeH="0" baseline="0">
                          <a:ln>
                            <a:noFill/>
                          </a:ln>
                          <a:solidFill>
                            <a:schemeClr val="accent2"/>
                          </a:solidFill>
                          <a:effectLst/>
                          <a:latin typeface="Times New Roman" pitchFamily="18" charset="0"/>
                          <a:ea typeface="黑体" pitchFamily="2" charset="-122"/>
                        </a:rPr>
                        <a:t>F</a:t>
                      </a:r>
                      <a:r>
                        <a:rPr kumimoji="0" lang="zh-CN" altLang="en-US" sz="2000" b="0" i="0" u="none" strike="noStrike" cap="none" normalizeH="0" baseline="0">
                          <a:ln>
                            <a:noFill/>
                          </a:ln>
                          <a:solidFill>
                            <a:schemeClr val="accent2"/>
                          </a:solidFill>
                          <a:effectLst/>
                          <a:latin typeface="Times New Roman" pitchFamily="18" charset="0"/>
                          <a:ea typeface="黑体" pitchFamily="2" charset="-122"/>
                        </a:rPr>
                        <a:t>的</a:t>
                      </a:r>
                      <a:r>
                        <a:rPr kumimoji="0" lang="en-US" altLang="zh-CN" sz="2000" b="1" i="0" u="none" strike="noStrike" cap="none" normalizeH="0" baseline="0">
                          <a:ln>
                            <a:noFill/>
                          </a:ln>
                          <a:solidFill>
                            <a:schemeClr val="accent2"/>
                          </a:solidFill>
                          <a:effectLst/>
                          <a:latin typeface="Times New Roman" pitchFamily="18" charset="0"/>
                          <a:ea typeface="黑体" pitchFamily="2" charset="-122"/>
                        </a:rPr>
                        <a:t>Follow</a:t>
                      </a:r>
                      <a:r>
                        <a:rPr kumimoji="0" lang="zh-CN" altLang="en-US" sz="2000" b="0" i="0" u="none" strike="noStrike" cap="none" normalizeH="0" baseline="0">
                          <a:ln>
                            <a:noFill/>
                          </a:ln>
                          <a:solidFill>
                            <a:schemeClr val="accent2"/>
                          </a:solidFill>
                          <a:effectLst/>
                          <a:latin typeface="Times New Roman" pitchFamily="18" charset="0"/>
                          <a:ea typeface="黑体" pitchFamily="2" charset="-122"/>
                        </a:rPr>
                        <a:t>同步集合中，无须跳过任何记号；</a:t>
                      </a:r>
                      <a:r>
                        <a:rPr kumimoji="0" lang="en-US" altLang="zh-CN" sz="2000" b="1" i="1" u="none" strike="noStrike" cap="none" normalizeH="0" baseline="0">
                          <a:ln>
                            <a:noFill/>
                          </a:ln>
                          <a:solidFill>
                            <a:schemeClr val="accent2"/>
                          </a:solidFill>
                          <a:effectLst/>
                          <a:latin typeface="Times New Roman" pitchFamily="18" charset="0"/>
                          <a:ea typeface="黑体" pitchFamily="2" charset="-122"/>
                        </a:rPr>
                        <a:t>F</a:t>
                      </a:r>
                      <a:r>
                        <a:rPr kumimoji="0" lang="zh-CN" altLang="en-US" sz="2000" b="0" i="0" u="none" strike="noStrike" cap="none" normalizeH="0" baseline="0">
                          <a:ln>
                            <a:noFill/>
                          </a:ln>
                          <a:solidFill>
                            <a:schemeClr val="accent2"/>
                          </a:solidFill>
                          <a:effectLst/>
                          <a:latin typeface="Times New Roman" pitchFamily="18" charset="0"/>
                          <a:ea typeface="黑体" pitchFamily="2" charset="-122"/>
                        </a:rPr>
                        <a:t>被弹出</a:t>
                      </a:r>
                    </a:p>
                  </a:txBody>
                  <a:tcPr marT="45691" marB="45691" horzOverflow="overflow">
                    <a:lnL w="12700" cap="flat" cmpd="sng" algn="ctr">
                      <a:solidFill>
                        <a:schemeClr val="tx1"/>
                      </a:solidFill>
                      <a:prstDash val="solid"/>
                      <a:round/>
                      <a:headEnd type="none" w="sm" len="sm"/>
                      <a:tailEnd type="none" w="sm" len="sm"/>
                    </a:lnL>
                    <a:lnR w="28575"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1"/>
                  </a:ext>
                </a:extLst>
              </a:tr>
              <a:tr h="518085">
                <a:tc>
                  <a:txBody>
                    <a:bodyPr/>
                    <a:lstStyle/>
                    <a:p>
                      <a:pPr marL="0" marR="0" lvl="0" indent="0" algn="l" defTabSz="914400" rtl="0" eaLnBrk="1" fontAlgn="base" latinLnBrk="0" hangingPunct="1">
                        <a:lnSpc>
                          <a:spcPct val="100000"/>
                        </a:lnSpc>
                        <a:spcBef>
                          <a:spcPct val="20000"/>
                        </a:spcBef>
                        <a:spcAft>
                          <a:spcPct val="0"/>
                        </a:spcAft>
                        <a:buClr>
                          <a:schemeClr val="folHlink"/>
                        </a:buClr>
                        <a:buSzPct val="60000"/>
                        <a:buFont typeface="Wingdings" pitchFamily="2" charset="2"/>
                        <a:buNone/>
                        <a:tabLst/>
                      </a:pPr>
                      <a:r>
                        <a:rPr kumimoji="0" lang="en-US" altLang="zh-CN" sz="2800" b="1" i="0" u="none" strike="noStrike" cap="none" normalizeH="0" baseline="0">
                          <a:ln>
                            <a:noFill/>
                          </a:ln>
                          <a:solidFill>
                            <a:schemeClr val="tx1"/>
                          </a:solidFill>
                          <a:effectLst/>
                          <a:latin typeface="Times New Roman" pitchFamily="18" charset="0"/>
                          <a:ea typeface="黑体" pitchFamily="2" charset="-122"/>
                        </a:rPr>
                        <a:t>$</a:t>
                      </a:r>
                      <a:r>
                        <a:rPr kumimoji="0" lang="en-US" altLang="zh-CN" sz="2800" b="1" i="1" u="none" strike="noStrike" cap="none" normalizeH="0" baseline="0">
                          <a:ln>
                            <a:noFill/>
                          </a:ln>
                          <a:solidFill>
                            <a:schemeClr val="tx1"/>
                          </a:solidFill>
                          <a:effectLst/>
                          <a:latin typeface="Times New Roman" pitchFamily="18" charset="0"/>
                          <a:ea typeface="黑体" pitchFamily="2" charset="-122"/>
                        </a:rPr>
                        <a:t>E </a:t>
                      </a:r>
                      <a:r>
                        <a:rPr kumimoji="0" lang="en-US" altLang="zh-CN" sz="2800" b="1" i="0" u="none" strike="noStrike" cap="none" normalizeH="0" baseline="0">
                          <a:ln>
                            <a:noFill/>
                          </a:ln>
                          <a:solidFill>
                            <a:schemeClr val="tx1"/>
                          </a:solidFill>
                          <a:effectLst/>
                          <a:latin typeface="Times New Roman" pitchFamily="18" charset="0"/>
                          <a:ea typeface="黑体" pitchFamily="2" charset="-122"/>
                          <a:sym typeface="Symbol" pitchFamily="18" charset="2"/>
                        </a:rPr>
                        <a:t></a:t>
                      </a:r>
                      <a:r>
                        <a:rPr kumimoji="0" lang="en-US" altLang="zh-CN" sz="2800" b="1" i="1" u="none" strike="noStrike" cap="none" normalizeH="0" baseline="0">
                          <a:ln>
                            <a:noFill/>
                          </a:ln>
                          <a:solidFill>
                            <a:schemeClr val="tx1"/>
                          </a:solidFill>
                          <a:effectLst/>
                          <a:latin typeface="Times New Roman" pitchFamily="18" charset="0"/>
                          <a:ea typeface="黑体" pitchFamily="2" charset="-122"/>
                          <a:sym typeface="Symbol" pitchFamily="18" charset="2"/>
                        </a:rPr>
                        <a:t>T</a:t>
                      </a:r>
                      <a:r>
                        <a:rPr kumimoji="0" lang="en-US" altLang="zh-CN" sz="2800" b="1" i="1" u="none" strike="noStrike" cap="none" normalizeH="0" baseline="0">
                          <a:ln>
                            <a:noFill/>
                          </a:ln>
                          <a:solidFill>
                            <a:schemeClr val="tx1"/>
                          </a:solidFill>
                          <a:effectLst/>
                          <a:latin typeface="Times New Roman" pitchFamily="18" charset="0"/>
                          <a:ea typeface="黑体" pitchFamily="2" charset="-122"/>
                        </a:rPr>
                        <a:t> </a:t>
                      </a:r>
                      <a:r>
                        <a:rPr kumimoji="0" lang="en-US" altLang="zh-CN" sz="2800" b="1" i="0" u="none" strike="noStrike" cap="none" normalizeH="0" baseline="0">
                          <a:ln>
                            <a:noFill/>
                          </a:ln>
                          <a:solidFill>
                            <a:schemeClr val="tx1"/>
                          </a:solidFill>
                          <a:effectLst/>
                          <a:latin typeface="Times New Roman" pitchFamily="18" charset="0"/>
                          <a:ea typeface="黑体" pitchFamily="2" charset="-122"/>
                          <a:sym typeface="Symbol" pitchFamily="18" charset="2"/>
                        </a:rPr>
                        <a:t></a:t>
                      </a:r>
                    </a:p>
                  </a:txBody>
                  <a:tcPr marT="45691" marB="45691" horzOverflow="overflow">
                    <a:lnL w="28575"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
                          <a:schemeClr val="folHlink"/>
                        </a:buClr>
                        <a:buSzPct val="60000"/>
                        <a:buFont typeface="Wingdings" pitchFamily="2" charset="2"/>
                        <a:buNone/>
                        <a:tabLst/>
                      </a:pPr>
                      <a:r>
                        <a:rPr kumimoji="0" lang="en-US" altLang="zh-CN" sz="2800" b="1" i="0" u="none" strike="noStrike" cap="none" normalizeH="0" baseline="0">
                          <a:ln>
                            <a:noFill/>
                          </a:ln>
                          <a:solidFill>
                            <a:schemeClr val="tx1"/>
                          </a:solidFill>
                          <a:effectLst/>
                          <a:latin typeface="Times New Roman" pitchFamily="18" charset="0"/>
                          <a:ea typeface="黑体" pitchFamily="2" charset="-122"/>
                          <a:cs typeface="Times New Roman" pitchFamily="18" charset="0"/>
                          <a:sym typeface="Symbol" pitchFamily="18" charset="2"/>
                        </a:rPr>
                        <a:t>             +</a:t>
                      </a:r>
                      <a:r>
                        <a:rPr kumimoji="0" lang="en-US" altLang="zh-CN" sz="2800" b="1" i="0" u="none" strike="noStrike" cap="none" normalizeH="0" baseline="0">
                          <a:ln>
                            <a:noFill/>
                          </a:ln>
                          <a:solidFill>
                            <a:schemeClr val="tx1"/>
                          </a:solidFill>
                          <a:effectLst/>
                          <a:latin typeface="Times New Roman" pitchFamily="18" charset="0"/>
                          <a:ea typeface="黑体" pitchFamily="2" charset="-122"/>
                        </a:rPr>
                        <a:t> id $</a:t>
                      </a:r>
                    </a:p>
                  </a:txBody>
                  <a:tcPr marT="45691" marB="45691"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
                          <a:schemeClr val="folHlink"/>
                        </a:buClr>
                        <a:buSzPct val="60000"/>
                        <a:buFont typeface="Wingdings" pitchFamily="2" charset="2"/>
                        <a:buNone/>
                        <a:tabLst/>
                      </a:pPr>
                      <a:endParaRPr kumimoji="0" lang="zh-CN" altLang="zh-CN" sz="2800" b="0" i="0" u="none" strike="noStrike" cap="none" normalizeH="0" baseline="0">
                        <a:ln>
                          <a:noFill/>
                        </a:ln>
                        <a:solidFill>
                          <a:schemeClr val="tx2"/>
                        </a:solidFill>
                        <a:effectLst/>
                        <a:latin typeface="Times New Roman" pitchFamily="18" charset="0"/>
                        <a:ea typeface="黑体" pitchFamily="2" charset="-122"/>
                      </a:endParaRPr>
                    </a:p>
                  </a:txBody>
                  <a:tcPr marT="45691" marB="45691" horzOverflow="overflow">
                    <a:lnL w="12700" cap="flat" cmpd="sng" algn="ctr">
                      <a:solidFill>
                        <a:schemeClr val="tx1"/>
                      </a:solidFill>
                      <a:prstDash val="solid"/>
                      <a:round/>
                      <a:headEnd type="none" w="sm" len="sm"/>
                      <a:tailEnd type="none" w="sm" len="sm"/>
                    </a:lnL>
                    <a:lnR w="28575" cap="flat" cmpd="sng" algn="ctr">
                      <a:solidFill>
                        <a:schemeClr val="tx1"/>
                      </a:solidFill>
                      <a:prstDash val="solid"/>
                      <a:round/>
                      <a:headEnd type="none" w="sm" len="sm"/>
                      <a:tailEnd type="none" w="sm" len="sm"/>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2"/>
                  </a:ext>
                </a:extLst>
              </a:tr>
              <a:tr h="518085">
                <a:tc>
                  <a:txBody>
                    <a:bodyPr/>
                    <a:lstStyle/>
                    <a:p>
                      <a:pPr marL="0" marR="0" lvl="0" indent="0" algn="l" defTabSz="914400" rtl="0" eaLnBrk="1" fontAlgn="base" latinLnBrk="0" hangingPunct="1">
                        <a:lnSpc>
                          <a:spcPct val="100000"/>
                        </a:lnSpc>
                        <a:spcBef>
                          <a:spcPct val="20000"/>
                        </a:spcBef>
                        <a:spcAft>
                          <a:spcPct val="0"/>
                        </a:spcAft>
                        <a:buClr>
                          <a:schemeClr val="folHlink"/>
                        </a:buClr>
                        <a:buSzPct val="60000"/>
                        <a:buFont typeface="Wingdings" pitchFamily="2" charset="2"/>
                        <a:buNone/>
                        <a:tabLst/>
                      </a:pPr>
                      <a:r>
                        <a:rPr kumimoji="0" lang="en-US" altLang="zh-CN" sz="2800" b="1" i="0" u="none" strike="noStrike" cap="none" normalizeH="0" baseline="0">
                          <a:ln>
                            <a:noFill/>
                          </a:ln>
                          <a:solidFill>
                            <a:schemeClr val="tx1"/>
                          </a:solidFill>
                          <a:effectLst/>
                          <a:latin typeface="Times New Roman" pitchFamily="18" charset="0"/>
                          <a:ea typeface="黑体" pitchFamily="2" charset="-122"/>
                        </a:rPr>
                        <a:t>$</a:t>
                      </a:r>
                      <a:r>
                        <a:rPr kumimoji="0" lang="en-US" altLang="zh-CN" sz="2800" b="1" i="1" u="none" strike="noStrike" cap="none" normalizeH="0" baseline="0">
                          <a:ln>
                            <a:noFill/>
                          </a:ln>
                          <a:solidFill>
                            <a:schemeClr val="tx1"/>
                          </a:solidFill>
                          <a:effectLst/>
                          <a:latin typeface="Times New Roman" pitchFamily="18" charset="0"/>
                          <a:ea typeface="黑体" pitchFamily="2" charset="-122"/>
                        </a:rPr>
                        <a:t>E </a:t>
                      </a:r>
                      <a:r>
                        <a:rPr kumimoji="0" lang="en-US" altLang="zh-CN" sz="2800" b="1" i="0" u="none" strike="noStrike" cap="none" normalizeH="0" baseline="0">
                          <a:ln>
                            <a:noFill/>
                          </a:ln>
                          <a:solidFill>
                            <a:schemeClr val="tx1"/>
                          </a:solidFill>
                          <a:effectLst/>
                          <a:latin typeface="Times New Roman" pitchFamily="18" charset="0"/>
                          <a:ea typeface="黑体" pitchFamily="2" charset="-122"/>
                          <a:sym typeface="Symbol" pitchFamily="18" charset="2"/>
                        </a:rPr>
                        <a:t></a:t>
                      </a:r>
                    </a:p>
                  </a:txBody>
                  <a:tcPr marT="45691" marB="45691" horzOverflow="overflow">
                    <a:lnL w="28575"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
                          <a:schemeClr val="folHlink"/>
                        </a:buClr>
                        <a:buSzPct val="60000"/>
                        <a:buFont typeface="Wingdings" pitchFamily="2" charset="2"/>
                        <a:buNone/>
                        <a:tabLst/>
                      </a:pPr>
                      <a:r>
                        <a:rPr kumimoji="0" lang="en-US" altLang="zh-CN" sz="2800" b="1" i="0" u="none" strike="noStrike" cap="none" normalizeH="0" baseline="0">
                          <a:ln>
                            <a:noFill/>
                          </a:ln>
                          <a:solidFill>
                            <a:schemeClr val="tx1"/>
                          </a:solidFill>
                          <a:effectLst/>
                          <a:latin typeface="Times New Roman" pitchFamily="18" charset="0"/>
                          <a:ea typeface="黑体" pitchFamily="2" charset="-122"/>
                          <a:cs typeface="Times New Roman" pitchFamily="18" charset="0"/>
                          <a:sym typeface="Symbol" pitchFamily="18" charset="2"/>
                        </a:rPr>
                        <a:t>             +</a:t>
                      </a:r>
                      <a:r>
                        <a:rPr kumimoji="0" lang="en-US" altLang="zh-CN" sz="2800" b="1" i="0" u="none" strike="noStrike" cap="none" normalizeH="0" baseline="0">
                          <a:ln>
                            <a:noFill/>
                          </a:ln>
                          <a:solidFill>
                            <a:schemeClr val="tx1"/>
                          </a:solidFill>
                          <a:effectLst/>
                          <a:latin typeface="Times New Roman" pitchFamily="18" charset="0"/>
                          <a:ea typeface="黑体" pitchFamily="2" charset="-122"/>
                        </a:rPr>
                        <a:t> id $</a:t>
                      </a:r>
                    </a:p>
                  </a:txBody>
                  <a:tcPr marT="45691" marB="45691"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
                          <a:schemeClr val="folHlink"/>
                        </a:buClr>
                        <a:buSzPct val="60000"/>
                        <a:buFont typeface="Wingdings" pitchFamily="2" charset="2"/>
                        <a:buNone/>
                        <a:tabLst/>
                      </a:pPr>
                      <a:r>
                        <a:rPr kumimoji="0" lang="en-US" altLang="zh-CN" sz="2800" b="1" i="1" u="none" strike="noStrike" cap="none" normalizeH="0" baseline="0">
                          <a:ln>
                            <a:noFill/>
                          </a:ln>
                          <a:solidFill>
                            <a:schemeClr val="tx1"/>
                          </a:solidFill>
                          <a:effectLst/>
                          <a:latin typeface="Times New Roman" pitchFamily="18" charset="0"/>
                          <a:ea typeface="黑体" pitchFamily="2" charset="-122"/>
                        </a:rPr>
                        <a:t>T</a:t>
                      </a:r>
                      <a:r>
                        <a:rPr kumimoji="0" lang="en-US" altLang="zh-CN" sz="2800" b="1" i="0" u="none" strike="noStrike" cap="none" normalizeH="0" baseline="0">
                          <a:ln>
                            <a:noFill/>
                          </a:ln>
                          <a:solidFill>
                            <a:schemeClr val="tx1"/>
                          </a:solidFill>
                          <a:effectLst/>
                          <a:latin typeface="Times New Roman" pitchFamily="18" charset="0"/>
                          <a:ea typeface="黑体" pitchFamily="2" charset="-122"/>
                          <a:sym typeface="Symbol" pitchFamily="18" charset="2"/>
                        </a:rPr>
                        <a:t></a:t>
                      </a:r>
                    </a:p>
                  </a:txBody>
                  <a:tcPr marT="45691" marB="45691" horzOverflow="overflow">
                    <a:lnL w="12700" cap="flat" cmpd="sng" algn="ctr">
                      <a:solidFill>
                        <a:schemeClr val="tx1"/>
                      </a:solidFill>
                      <a:prstDash val="solid"/>
                      <a:round/>
                      <a:headEnd type="none" w="sm" len="sm"/>
                      <a:tailEnd type="none" w="sm" len="sm"/>
                    </a:lnL>
                    <a:lnR w="28575" cap="flat" cmpd="sng" algn="ctr">
                      <a:solidFill>
                        <a:schemeClr val="tx1"/>
                      </a:solidFill>
                      <a:prstDash val="solid"/>
                      <a:round/>
                      <a:headEnd type="none" w="sm" len="sm"/>
                      <a:tailEnd type="none" w="sm" len="sm"/>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3"/>
                  </a:ext>
                </a:extLst>
              </a:tr>
              <a:tr h="518085">
                <a:tc>
                  <a:txBody>
                    <a:bodyPr/>
                    <a:lstStyle/>
                    <a:p>
                      <a:pPr marL="0" marR="0" lvl="0" indent="0" algn="l" defTabSz="914400" rtl="0" eaLnBrk="1" fontAlgn="base" latinLnBrk="0" hangingPunct="1">
                        <a:lnSpc>
                          <a:spcPct val="100000"/>
                        </a:lnSpc>
                        <a:spcBef>
                          <a:spcPct val="20000"/>
                        </a:spcBef>
                        <a:spcAft>
                          <a:spcPct val="0"/>
                        </a:spcAft>
                        <a:buClr>
                          <a:schemeClr val="folHlink"/>
                        </a:buClr>
                        <a:buSzPct val="60000"/>
                        <a:buFont typeface="Wingdings" pitchFamily="2" charset="2"/>
                        <a:buNone/>
                        <a:tabLst/>
                      </a:pPr>
                      <a:r>
                        <a:rPr kumimoji="0" lang="en-US" altLang="zh-CN" sz="2800" b="1" i="0" u="none" strike="noStrike" cap="none" normalizeH="0" baseline="0">
                          <a:ln>
                            <a:noFill/>
                          </a:ln>
                          <a:solidFill>
                            <a:schemeClr val="tx1"/>
                          </a:solidFill>
                          <a:effectLst/>
                          <a:latin typeface="Times New Roman" pitchFamily="18" charset="0"/>
                          <a:ea typeface="黑体" pitchFamily="2" charset="-122"/>
                        </a:rPr>
                        <a:t>$</a:t>
                      </a:r>
                      <a:r>
                        <a:rPr kumimoji="0" lang="en-US" altLang="zh-CN" sz="2800" b="1" i="1" u="none" strike="noStrike" cap="none" normalizeH="0" baseline="0">
                          <a:ln>
                            <a:noFill/>
                          </a:ln>
                          <a:solidFill>
                            <a:schemeClr val="tx1"/>
                          </a:solidFill>
                          <a:effectLst/>
                          <a:latin typeface="Times New Roman" pitchFamily="18" charset="0"/>
                          <a:ea typeface="黑体" pitchFamily="2" charset="-122"/>
                        </a:rPr>
                        <a:t>E </a:t>
                      </a:r>
                      <a:r>
                        <a:rPr kumimoji="0" lang="en-US" altLang="zh-CN" sz="2800" b="1" i="0" u="none" strike="noStrike" cap="none" normalizeH="0" baseline="0">
                          <a:ln>
                            <a:noFill/>
                          </a:ln>
                          <a:solidFill>
                            <a:schemeClr val="tx1"/>
                          </a:solidFill>
                          <a:effectLst/>
                          <a:latin typeface="Times New Roman" pitchFamily="18" charset="0"/>
                          <a:ea typeface="黑体" pitchFamily="2" charset="-122"/>
                          <a:sym typeface="Symbol" pitchFamily="18" charset="2"/>
                        </a:rPr>
                        <a:t></a:t>
                      </a:r>
                      <a:r>
                        <a:rPr kumimoji="0" lang="en-US" altLang="zh-CN" sz="2800" b="1" i="1" u="none" strike="noStrike" cap="none" normalizeH="0" baseline="0">
                          <a:ln>
                            <a:noFill/>
                          </a:ln>
                          <a:solidFill>
                            <a:schemeClr val="tx1"/>
                          </a:solidFill>
                          <a:effectLst/>
                          <a:latin typeface="Times New Roman" pitchFamily="18" charset="0"/>
                          <a:ea typeface="黑体" pitchFamily="2" charset="-122"/>
                          <a:sym typeface="Symbol" pitchFamily="18" charset="2"/>
                        </a:rPr>
                        <a:t>T</a:t>
                      </a:r>
                      <a:r>
                        <a:rPr kumimoji="0" lang="en-US" altLang="zh-CN" sz="2800" b="1" i="0" u="none" strike="noStrike" cap="none" normalizeH="0" baseline="0">
                          <a:ln>
                            <a:noFill/>
                          </a:ln>
                          <a:solidFill>
                            <a:schemeClr val="tx1"/>
                          </a:solidFill>
                          <a:effectLst/>
                          <a:latin typeface="Times New Roman" pitchFamily="18" charset="0"/>
                          <a:ea typeface="黑体" pitchFamily="2" charset="-122"/>
                          <a:sym typeface="Symbol" pitchFamily="18" charset="2"/>
                        </a:rPr>
                        <a:t>+</a:t>
                      </a:r>
                    </a:p>
                  </a:txBody>
                  <a:tcPr marT="45691" marB="45691" horzOverflow="overflow">
                    <a:lnL w="28575"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
                          <a:schemeClr val="folHlink"/>
                        </a:buClr>
                        <a:buSzPct val="60000"/>
                        <a:buFont typeface="Wingdings" pitchFamily="2" charset="2"/>
                        <a:buNone/>
                        <a:tabLst/>
                      </a:pPr>
                      <a:r>
                        <a:rPr kumimoji="0" lang="en-US" altLang="zh-CN" sz="2800" b="1" i="0" u="none" strike="noStrike" cap="none" normalizeH="0" baseline="0">
                          <a:ln>
                            <a:noFill/>
                          </a:ln>
                          <a:solidFill>
                            <a:schemeClr val="tx1"/>
                          </a:solidFill>
                          <a:effectLst/>
                          <a:latin typeface="Times New Roman" pitchFamily="18" charset="0"/>
                          <a:ea typeface="黑体" pitchFamily="2" charset="-122"/>
                          <a:cs typeface="Times New Roman" pitchFamily="18" charset="0"/>
                          <a:sym typeface="Symbol" pitchFamily="18" charset="2"/>
                        </a:rPr>
                        <a:t>             +</a:t>
                      </a:r>
                      <a:r>
                        <a:rPr kumimoji="0" lang="en-US" altLang="zh-CN" sz="2800" b="1" i="0" u="none" strike="noStrike" cap="none" normalizeH="0" baseline="0">
                          <a:ln>
                            <a:noFill/>
                          </a:ln>
                          <a:solidFill>
                            <a:schemeClr val="tx1"/>
                          </a:solidFill>
                          <a:effectLst/>
                          <a:latin typeface="Times New Roman" pitchFamily="18" charset="0"/>
                          <a:ea typeface="黑体" pitchFamily="2" charset="-122"/>
                        </a:rPr>
                        <a:t> id $</a:t>
                      </a:r>
                    </a:p>
                  </a:txBody>
                  <a:tcPr marT="45691" marB="45691"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
                          <a:schemeClr val="folHlink"/>
                        </a:buClr>
                        <a:buSzPct val="60000"/>
                        <a:buFont typeface="Wingdings" pitchFamily="2" charset="2"/>
                        <a:buNone/>
                        <a:tabLst/>
                      </a:pPr>
                      <a:r>
                        <a:rPr kumimoji="0" lang="en-US" altLang="zh-CN" sz="2800" b="1" i="1" u="none" strike="noStrike" cap="none" normalizeH="0" baseline="0">
                          <a:ln>
                            <a:noFill/>
                          </a:ln>
                          <a:solidFill>
                            <a:schemeClr val="tx1"/>
                          </a:solidFill>
                          <a:effectLst/>
                          <a:latin typeface="Times New Roman" pitchFamily="18" charset="0"/>
                          <a:ea typeface="黑体" pitchFamily="2" charset="-122"/>
                        </a:rPr>
                        <a:t>E</a:t>
                      </a:r>
                      <a:r>
                        <a:rPr kumimoji="0" lang="en-US" altLang="zh-CN" sz="2800" b="1" i="0" u="none" strike="noStrike" cap="none" normalizeH="0" baseline="0">
                          <a:ln>
                            <a:noFill/>
                          </a:ln>
                          <a:solidFill>
                            <a:schemeClr val="tx1"/>
                          </a:solidFill>
                          <a:effectLst/>
                          <a:latin typeface="Times New Roman" pitchFamily="18" charset="0"/>
                          <a:ea typeface="黑体" pitchFamily="2" charset="-122"/>
                          <a:sym typeface="Symbol" pitchFamily="18" charset="2"/>
                        </a:rPr>
                        <a:t>+</a:t>
                      </a:r>
                      <a:r>
                        <a:rPr kumimoji="0" lang="en-US" altLang="zh-CN" sz="2800" b="1" i="1" u="none" strike="noStrike" cap="none" normalizeH="0" baseline="0">
                          <a:ln>
                            <a:noFill/>
                          </a:ln>
                          <a:solidFill>
                            <a:schemeClr val="tx1"/>
                          </a:solidFill>
                          <a:effectLst/>
                          <a:latin typeface="Times New Roman" pitchFamily="18" charset="0"/>
                          <a:ea typeface="黑体" pitchFamily="2" charset="-122"/>
                          <a:sym typeface="Symbol" pitchFamily="18" charset="2"/>
                        </a:rPr>
                        <a:t>TE</a:t>
                      </a:r>
                      <a:r>
                        <a:rPr kumimoji="0" lang="en-US" altLang="zh-CN" sz="2800" b="1" i="0" u="none" strike="noStrike" cap="none" normalizeH="0" baseline="0">
                          <a:ln>
                            <a:noFill/>
                          </a:ln>
                          <a:solidFill>
                            <a:schemeClr val="tx1"/>
                          </a:solidFill>
                          <a:effectLst/>
                          <a:latin typeface="Times New Roman" pitchFamily="18" charset="0"/>
                          <a:ea typeface="黑体" pitchFamily="2" charset="-122"/>
                          <a:sym typeface="Symbol" pitchFamily="18" charset="2"/>
                        </a:rPr>
                        <a:t></a:t>
                      </a:r>
                    </a:p>
                  </a:txBody>
                  <a:tcPr marT="45691" marB="45691" horzOverflow="overflow">
                    <a:lnL w="12700" cap="flat" cmpd="sng" algn="ctr">
                      <a:solidFill>
                        <a:schemeClr val="tx1"/>
                      </a:solidFill>
                      <a:prstDash val="solid"/>
                      <a:round/>
                      <a:headEnd type="none" w="sm" len="sm"/>
                      <a:tailEnd type="none" w="sm" len="sm"/>
                    </a:lnL>
                    <a:lnR w="28575" cap="flat" cmpd="sng" algn="ctr">
                      <a:solidFill>
                        <a:schemeClr val="tx1"/>
                      </a:solidFill>
                      <a:prstDash val="solid"/>
                      <a:round/>
                      <a:headEnd type="none" w="sm" len="sm"/>
                      <a:tailEnd type="none" w="sm" len="sm"/>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4"/>
                  </a:ext>
                </a:extLst>
              </a:tr>
              <a:tr h="518085">
                <a:tc>
                  <a:txBody>
                    <a:bodyPr/>
                    <a:lstStyle/>
                    <a:p>
                      <a:pPr marL="0" marR="0" lvl="0" indent="0" algn="l" defTabSz="914400" rtl="0" eaLnBrk="1" fontAlgn="base" latinLnBrk="0" hangingPunct="1">
                        <a:lnSpc>
                          <a:spcPct val="100000"/>
                        </a:lnSpc>
                        <a:spcBef>
                          <a:spcPct val="20000"/>
                        </a:spcBef>
                        <a:spcAft>
                          <a:spcPct val="0"/>
                        </a:spcAft>
                        <a:buClr>
                          <a:schemeClr val="folHlink"/>
                        </a:buClr>
                        <a:buSzPct val="60000"/>
                        <a:buFont typeface="Wingdings" pitchFamily="2" charset="2"/>
                        <a:buNone/>
                        <a:tabLst/>
                      </a:pPr>
                      <a:r>
                        <a:rPr kumimoji="0" lang="en-US" altLang="zh-CN" sz="2800" b="1" i="0" u="none" strike="noStrike" cap="none" normalizeH="0" baseline="0">
                          <a:ln>
                            <a:noFill/>
                          </a:ln>
                          <a:solidFill>
                            <a:schemeClr val="tx1"/>
                          </a:solidFill>
                          <a:effectLst/>
                          <a:latin typeface="Times New Roman" pitchFamily="18" charset="0"/>
                          <a:ea typeface="黑体" pitchFamily="2" charset="-122"/>
                        </a:rPr>
                        <a:t>$</a:t>
                      </a:r>
                      <a:r>
                        <a:rPr kumimoji="0" lang="en-US" altLang="zh-CN" sz="2800" b="1" i="1" u="none" strike="noStrike" cap="none" normalizeH="0" baseline="0">
                          <a:ln>
                            <a:noFill/>
                          </a:ln>
                          <a:solidFill>
                            <a:schemeClr val="tx1"/>
                          </a:solidFill>
                          <a:effectLst/>
                          <a:latin typeface="Times New Roman" pitchFamily="18" charset="0"/>
                          <a:ea typeface="黑体" pitchFamily="2" charset="-122"/>
                        </a:rPr>
                        <a:t>E </a:t>
                      </a:r>
                      <a:r>
                        <a:rPr kumimoji="0" lang="en-US" altLang="zh-CN" sz="2800" b="1" i="0" u="none" strike="noStrike" cap="none" normalizeH="0" baseline="0">
                          <a:ln>
                            <a:noFill/>
                          </a:ln>
                          <a:solidFill>
                            <a:schemeClr val="tx1"/>
                          </a:solidFill>
                          <a:effectLst/>
                          <a:latin typeface="Times New Roman" pitchFamily="18" charset="0"/>
                          <a:ea typeface="黑体" pitchFamily="2" charset="-122"/>
                          <a:sym typeface="Symbol" pitchFamily="18" charset="2"/>
                        </a:rPr>
                        <a:t></a:t>
                      </a:r>
                      <a:r>
                        <a:rPr kumimoji="0" lang="en-US" altLang="zh-CN" sz="2800" b="1" i="1" u="none" strike="noStrike" cap="none" normalizeH="0" baseline="0">
                          <a:ln>
                            <a:noFill/>
                          </a:ln>
                          <a:solidFill>
                            <a:schemeClr val="tx1"/>
                          </a:solidFill>
                          <a:effectLst/>
                          <a:latin typeface="Times New Roman" pitchFamily="18" charset="0"/>
                          <a:ea typeface="黑体" pitchFamily="2" charset="-122"/>
                          <a:sym typeface="Symbol" pitchFamily="18" charset="2"/>
                        </a:rPr>
                        <a:t>T</a:t>
                      </a:r>
                    </a:p>
                  </a:txBody>
                  <a:tcPr marT="45691" marB="45691" horzOverflow="overflow">
                    <a:lnL w="28575"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
                          <a:schemeClr val="folHlink"/>
                        </a:buClr>
                        <a:buSzPct val="60000"/>
                        <a:buFont typeface="Wingdings" pitchFamily="2" charset="2"/>
                        <a:buNone/>
                        <a:tabLst/>
                      </a:pPr>
                      <a:r>
                        <a:rPr kumimoji="0" lang="en-US" altLang="zh-CN" sz="2800" b="1" i="0" u="none" strike="noStrike" cap="none" normalizeH="0" baseline="0">
                          <a:ln>
                            <a:noFill/>
                          </a:ln>
                          <a:solidFill>
                            <a:schemeClr val="tx1"/>
                          </a:solidFill>
                          <a:effectLst/>
                          <a:latin typeface="Times New Roman" pitchFamily="18" charset="0"/>
                          <a:ea typeface="黑体" pitchFamily="2" charset="-122"/>
                        </a:rPr>
                        <a:t>                id $</a:t>
                      </a:r>
                    </a:p>
                  </a:txBody>
                  <a:tcPr marT="45691" marB="45691"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
                          <a:schemeClr val="folHlink"/>
                        </a:buClr>
                        <a:buSzPct val="60000"/>
                        <a:buFont typeface="Wingdings" pitchFamily="2" charset="2"/>
                        <a:buNone/>
                        <a:tabLst/>
                      </a:pPr>
                      <a:endParaRPr kumimoji="0" lang="zh-CN" altLang="zh-CN" sz="2800" b="0" i="0" u="none" strike="noStrike" cap="none" normalizeH="0" baseline="0">
                        <a:ln>
                          <a:noFill/>
                        </a:ln>
                        <a:solidFill>
                          <a:schemeClr val="tx2"/>
                        </a:solidFill>
                        <a:effectLst/>
                        <a:latin typeface="Times New Roman" pitchFamily="18" charset="0"/>
                        <a:ea typeface="黑体" pitchFamily="2" charset="-122"/>
                      </a:endParaRPr>
                    </a:p>
                  </a:txBody>
                  <a:tcPr marT="45691" marB="45691" horzOverflow="overflow">
                    <a:lnL w="12700" cap="flat" cmpd="sng" algn="ctr">
                      <a:solidFill>
                        <a:schemeClr val="tx1"/>
                      </a:solidFill>
                      <a:prstDash val="solid"/>
                      <a:round/>
                      <a:headEnd type="none" w="sm" len="sm"/>
                      <a:tailEnd type="none" w="sm" len="sm"/>
                    </a:lnL>
                    <a:lnR w="28575" cap="flat" cmpd="sng" algn="ctr">
                      <a:solidFill>
                        <a:schemeClr val="tx1"/>
                      </a:solidFill>
                      <a:prstDash val="solid"/>
                      <a:round/>
                      <a:headEnd type="none" w="sm" len="sm"/>
                      <a:tailEnd type="none" w="sm" len="sm"/>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5"/>
                  </a:ext>
                </a:extLst>
              </a:tr>
              <a:tr h="518085">
                <a:tc>
                  <a:txBody>
                    <a:bodyPr/>
                    <a:lstStyle/>
                    <a:p>
                      <a:pPr marL="0" marR="0" lvl="0" indent="0" algn="l" defTabSz="914400" rtl="0" eaLnBrk="1" fontAlgn="base" latinLnBrk="0" hangingPunct="1">
                        <a:lnSpc>
                          <a:spcPct val="100000"/>
                        </a:lnSpc>
                        <a:spcBef>
                          <a:spcPct val="20000"/>
                        </a:spcBef>
                        <a:spcAft>
                          <a:spcPct val="0"/>
                        </a:spcAft>
                        <a:buClr>
                          <a:schemeClr val="folHlink"/>
                        </a:buClr>
                        <a:buSzPct val="60000"/>
                        <a:buFont typeface="Wingdings" pitchFamily="2" charset="2"/>
                        <a:buNone/>
                        <a:tabLst/>
                      </a:pPr>
                      <a:endParaRPr kumimoji="0" lang="zh-CN" altLang="zh-CN" sz="2800" b="1" i="1" u="none" strike="noStrike" cap="none" normalizeH="0" baseline="0">
                        <a:ln>
                          <a:noFill/>
                        </a:ln>
                        <a:solidFill>
                          <a:schemeClr val="tx1"/>
                        </a:solidFill>
                        <a:effectLst/>
                        <a:latin typeface="Times New Roman" pitchFamily="18" charset="0"/>
                        <a:ea typeface="黑体" pitchFamily="2" charset="-122"/>
                        <a:sym typeface="Symbol" pitchFamily="18" charset="2"/>
                      </a:endParaRPr>
                    </a:p>
                  </a:txBody>
                  <a:tcPr marT="45691" marB="45691" horzOverflow="overflow">
                    <a:lnL w="28575"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
                          <a:schemeClr val="folHlink"/>
                        </a:buClr>
                        <a:buSzPct val="60000"/>
                        <a:buFont typeface="Wingdings" pitchFamily="2" charset="2"/>
                        <a:buNone/>
                        <a:tabLst/>
                      </a:pPr>
                      <a:endParaRPr kumimoji="0" lang="zh-CN" altLang="zh-CN" sz="2800" b="1" i="0" u="none" strike="noStrike" cap="none" normalizeH="0" baseline="0">
                        <a:ln>
                          <a:noFill/>
                        </a:ln>
                        <a:solidFill>
                          <a:schemeClr val="tx1"/>
                        </a:solidFill>
                        <a:effectLst/>
                        <a:latin typeface="Times New Roman" pitchFamily="18" charset="0"/>
                        <a:ea typeface="黑体" pitchFamily="2" charset="-122"/>
                      </a:endParaRPr>
                    </a:p>
                  </a:txBody>
                  <a:tcPr marT="45691" marB="45691"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
                          <a:schemeClr val="folHlink"/>
                        </a:buClr>
                        <a:buSzPct val="60000"/>
                        <a:buFont typeface="Wingdings" pitchFamily="2" charset="2"/>
                        <a:buNone/>
                        <a:tabLst/>
                      </a:pPr>
                      <a:endParaRPr kumimoji="0" lang="zh-CN" altLang="zh-CN" sz="2800" b="0" i="0" u="none" strike="noStrike" cap="none" normalizeH="0" baseline="0">
                        <a:ln>
                          <a:noFill/>
                        </a:ln>
                        <a:solidFill>
                          <a:schemeClr val="tx2"/>
                        </a:solidFill>
                        <a:effectLst/>
                        <a:latin typeface="Times New Roman" pitchFamily="18" charset="0"/>
                        <a:ea typeface="黑体" pitchFamily="2" charset="-122"/>
                      </a:endParaRPr>
                    </a:p>
                  </a:txBody>
                  <a:tcPr marT="45691" marB="45691" horzOverflow="overflow">
                    <a:lnL w="12700" cap="flat" cmpd="sng" algn="ctr">
                      <a:solidFill>
                        <a:schemeClr val="tx1"/>
                      </a:solidFill>
                      <a:prstDash val="solid"/>
                      <a:round/>
                      <a:headEnd type="none" w="sm" len="sm"/>
                      <a:tailEnd type="none" w="sm" len="sm"/>
                    </a:lnL>
                    <a:lnR w="28575" cap="flat" cmpd="sng" algn="ctr">
                      <a:solidFill>
                        <a:schemeClr val="tx1"/>
                      </a:solidFill>
                      <a:prstDash val="solid"/>
                      <a:round/>
                      <a:headEnd type="none" w="sm" len="sm"/>
                      <a:tailEnd type="none" w="sm" len="sm"/>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6"/>
                  </a:ext>
                </a:extLst>
              </a:tr>
              <a:tr h="518085">
                <a:tc>
                  <a:txBody>
                    <a:bodyPr/>
                    <a:lstStyle/>
                    <a:p>
                      <a:pPr marL="0" marR="0" lvl="0" indent="0" algn="l" defTabSz="914400" rtl="0" eaLnBrk="1" fontAlgn="base" latinLnBrk="0" hangingPunct="1">
                        <a:lnSpc>
                          <a:spcPct val="100000"/>
                        </a:lnSpc>
                        <a:spcBef>
                          <a:spcPct val="20000"/>
                        </a:spcBef>
                        <a:spcAft>
                          <a:spcPct val="0"/>
                        </a:spcAft>
                        <a:buClr>
                          <a:schemeClr val="folHlink"/>
                        </a:buClr>
                        <a:buSzPct val="60000"/>
                        <a:buFont typeface="Wingdings" pitchFamily="2" charset="2"/>
                        <a:buNone/>
                        <a:tabLst/>
                      </a:pPr>
                      <a:endParaRPr kumimoji="0" lang="zh-CN" altLang="zh-CN" sz="2800" b="1" i="0" u="none" strike="noStrike" cap="none" normalizeH="0" baseline="0">
                        <a:ln>
                          <a:noFill/>
                        </a:ln>
                        <a:solidFill>
                          <a:schemeClr val="tx1"/>
                        </a:solidFill>
                        <a:effectLst/>
                        <a:latin typeface="Times New Roman" pitchFamily="18" charset="0"/>
                        <a:ea typeface="黑体" pitchFamily="2" charset="-122"/>
                        <a:sym typeface="Symbol" pitchFamily="18" charset="2"/>
                      </a:endParaRPr>
                    </a:p>
                  </a:txBody>
                  <a:tcPr marT="45691" marB="45691" horzOverflow="overflow">
                    <a:lnL w="28575"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sm" len="sm"/>
                      <a:tailEnd type="none" w="sm" len="sm"/>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
                          <a:schemeClr val="folHlink"/>
                        </a:buClr>
                        <a:buSzPct val="60000"/>
                        <a:buFont typeface="Wingdings" pitchFamily="2" charset="2"/>
                        <a:buNone/>
                        <a:tabLst/>
                      </a:pPr>
                      <a:endParaRPr kumimoji="0" lang="zh-CN" altLang="zh-CN" sz="2800" b="1" i="0" u="none" strike="noStrike" cap="none" normalizeH="0" baseline="0">
                        <a:ln>
                          <a:noFill/>
                        </a:ln>
                        <a:solidFill>
                          <a:schemeClr val="tx1"/>
                        </a:solidFill>
                        <a:effectLst/>
                        <a:latin typeface="Times New Roman" pitchFamily="18" charset="0"/>
                        <a:ea typeface="黑体" pitchFamily="2" charset="-122"/>
                      </a:endParaRPr>
                    </a:p>
                  </a:txBody>
                  <a:tcPr marT="45691" marB="45691"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sm" len="sm"/>
                      <a:tailEnd type="none" w="sm" len="sm"/>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
                          <a:schemeClr val="folHlink"/>
                        </a:buClr>
                        <a:buSzPct val="60000"/>
                        <a:buFont typeface="Wingdings" pitchFamily="2" charset="2"/>
                        <a:buNone/>
                        <a:tabLst/>
                      </a:pPr>
                      <a:endParaRPr kumimoji="0" lang="zh-CN" altLang="zh-CN" sz="2800" b="1" i="0" u="none" strike="noStrike" cap="none" normalizeH="0" baseline="0" dirty="0">
                        <a:ln>
                          <a:noFill/>
                        </a:ln>
                        <a:solidFill>
                          <a:schemeClr val="tx1"/>
                        </a:solidFill>
                        <a:effectLst/>
                        <a:latin typeface="Times New Roman" pitchFamily="18" charset="0"/>
                        <a:ea typeface="黑体" pitchFamily="2" charset="-122"/>
                        <a:sym typeface="Symbol" pitchFamily="18" charset="2"/>
                      </a:endParaRPr>
                    </a:p>
                  </a:txBody>
                  <a:tcPr marT="45691" marB="45691" horzOverflow="overflow">
                    <a:lnL w="12700" cap="flat" cmpd="sng" algn="ctr">
                      <a:solidFill>
                        <a:schemeClr val="tx1"/>
                      </a:solidFill>
                      <a:prstDash val="solid"/>
                      <a:round/>
                      <a:headEnd type="none" w="sm" len="sm"/>
                      <a:tailEnd type="none" w="sm" len="sm"/>
                    </a:lnL>
                    <a:lnR w="28575" cap="flat" cmpd="sng" algn="ctr">
                      <a:solidFill>
                        <a:schemeClr val="tx1"/>
                      </a:solidFill>
                      <a:prstDash val="solid"/>
                      <a:round/>
                      <a:headEnd type="none" w="sm" len="sm"/>
                      <a:tailEnd type="none" w="sm" len="sm"/>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sm" len="sm"/>
                      <a:tailEnd type="none" w="sm" len="sm"/>
                    </a:lnB>
                    <a:lnTlToBr>
                      <a:noFill/>
                    </a:lnTlToBr>
                    <a:lnBlToTr>
                      <a:noFill/>
                    </a:lnBlToTr>
                    <a:noFill/>
                  </a:tcPr>
                </a:tc>
                <a:extLst>
                  <a:ext uri="{0D108BD9-81ED-4DB2-BD59-A6C34878D82A}">
                    <a16:rowId xmlns:a16="http://schemas.microsoft.com/office/drawing/2014/main" val="10007"/>
                  </a:ext>
                </a:extLst>
              </a:tr>
            </a:tbl>
          </a:graphicData>
        </a:graphic>
      </p:graphicFrame>
      <p:sp>
        <p:nvSpPr>
          <p:cNvPr id="2" name="日期占位符 1">
            <a:extLst>
              <a:ext uri="{FF2B5EF4-FFF2-40B4-BE49-F238E27FC236}">
                <a16:creationId xmlns:a16="http://schemas.microsoft.com/office/drawing/2014/main" id="{4CCB48BD-C50E-60C8-8D3A-7B5396713DD4}"/>
              </a:ext>
            </a:extLst>
          </p:cNvPr>
          <p:cNvSpPr>
            <a:spLocks noGrp="1"/>
          </p:cNvSpPr>
          <p:nvPr>
            <p:ph type="dt" sz="half" idx="10"/>
          </p:nvPr>
        </p:nvSpPr>
        <p:spPr/>
        <p:txBody>
          <a:bodyPr/>
          <a:lstStyle/>
          <a:p>
            <a:fld id="{997757C8-8994-4C22-84A0-6834FECCF922}" type="datetime2">
              <a:rPr lang="zh-CN" altLang="en-US" smtClean="0"/>
              <a:pPr/>
              <a:t>2025年11月26日</a:t>
            </a:fld>
            <a:endParaRPr lang="zh-CN" altLang="en-US"/>
          </a:p>
        </p:txBody>
      </p:sp>
      <p:sp>
        <p:nvSpPr>
          <p:cNvPr id="3" name="页脚占位符 2">
            <a:extLst>
              <a:ext uri="{FF2B5EF4-FFF2-40B4-BE49-F238E27FC236}">
                <a16:creationId xmlns:a16="http://schemas.microsoft.com/office/drawing/2014/main" id="{95C241AA-E006-545A-45E9-B4C39A7447BA}"/>
              </a:ext>
            </a:extLst>
          </p:cNvPr>
          <p:cNvSpPr>
            <a:spLocks noGrp="1"/>
          </p:cNvSpPr>
          <p:nvPr>
            <p:ph type="ftr" sz="quarter" idx="11"/>
          </p:nvPr>
        </p:nvSpPr>
        <p:spPr/>
        <p:txBody>
          <a:bodyPr/>
          <a:lstStyle/>
          <a:p>
            <a:r>
              <a:rPr lang="zh-CN" altLang="en-US"/>
              <a:t>编译原理</a:t>
            </a:r>
            <a:r>
              <a:rPr lang="en-US" altLang="zh-CN"/>
              <a:t>-</a:t>
            </a:r>
            <a:r>
              <a:rPr lang="zh-CN" altLang="en-US"/>
              <a:t>王欣捷</a:t>
            </a:r>
            <a:r>
              <a:rPr lang="en-US" altLang="zh-CN"/>
              <a:t>-</a:t>
            </a:r>
            <a:r>
              <a:rPr lang="zh-CN" altLang="en-US"/>
              <a:t>第三章 语法分析</a:t>
            </a:r>
            <a:r>
              <a:rPr lang="en-US" altLang="zh-CN"/>
              <a:t>(4)</a:t>
            </a:r>
            <a:endParaRPr lang="zh-CN" altLang="en-US"/>
          </a:p>
        </p:txBody>
      </p:sp>
      <p:sp>
        <p:nvSpPr>
          <p:cNvPr id="4" name="灯片编号占位符 3">
            <a:extLst>
              <a:ext uri="{FF2B5EF4-FFF2-40B4-BE49-F238E27FC236}">
                <a16:creationId xmlns:a16="http://schemas.microsoft.com/office/drawing/2014/main" id="{8D041F97-179C-D9E8-7751-37AC5C083795}"/>
              </a:ext>
            </a:extLst>
          </p:cNvPr>
          <p:cNvSpPr>
            <a:spLocks noGrp="1"/>
          </p:cNvSpPr>
          <p:nvPr>
            <p:ph type="sldNum" sz="quarter" idx="12"/>
          </p:nvPr>
        </p:nvSpPr>
        <p:spPr/>
        <p:txBody>
          <a:bodyPr/>
          <a:lstStyle/>
          <a:p>
            <a:fld id="{094DEB03-EFC6-4C20-8FC8-295189A5386F}" type="slidenum">
              <a:rPr lang="zh-CN" altLang="en-US" smtClean="0"/>
              <a:pPr/>
              <a:t>104</a:t>
            </a:fld>
            <a:endParaRPr lang="zh-CN" altLang="en-US"/>
          </a:p>
        </p:txBody>
      </p:sp>
    </p:spTree>
  </p:cSld>
  <p:clrMapOvr>
    <a:masterClrMapping/>
  </p:clrMapOvr>
</p:sld>
</file>

<file path=ppt/slides/slide10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3666" name="Rectangle 2">
            <a:extLst>
              <a:ext uri="{FF2B5EF4-FFF2-40B4-BE49-F238E27FC236}">
                <a16:creationId xmlns:a16="http://schemas.microsoft.com/office/drawing/2014/main" id="{CDCD26EC-3055-4DCB-B4C3-AC9ECD8DEA2F}"/>
              </a:ext>
            </a:extLst>
          </p:cNvPr>
          <p:cNvSpPr>
            <a:spLocks noGrp="1" noChangeArrowheads="1"/>
          </p:cNvSpPr>
          <p:nvPr>
            <p:ph type="title"/>
          </p:nvPr>
        </p:nvSpPr>
        <p:spPr/>
        <p:txBody>
          <a:bodyPr/>
          <a:lstStyle/>
          <a:p>
            <a:pPr eaLnBrk="1" hangingPunct="1"/>
            <a:r>
              <a:rPr lang="en-US" altLang="zh-CN" sz="4000"/>
              <a:t>3.3.6 </a:t>
            </a:r>
            <a:r>
              <a:rPr lang="zh-CN" altLang="en-US" sz="4000"/>
              <a:t>预测分析的错误恢复</a:t>
            </a:r>
          </a:p>
        </p:txBody>
      </p:sp>
      <p:sp>
        <p:nvSpPr>
          <p:cNvPr id="113667" name="Rectangle 3">
            <a:extLst>
              <a:ext uri="{FF2B5EF4-FFF2-40B4-BE49-F238E27FC236}">
                <a16:creationId xmlns:a16="http://schemas.microsoft.com/office/drawing/2014/main" id="{2302D4B5-30B2-4D99-9129-0A6827AAAAD3}"/>
              </a:ext>
            </a:extLst>
          </p:cNvPr>
          <p:cNvSpPr>
            <a:spLocks noGrp="1" noChangeArrowheads="1"/>
          </p:cNvSpPr>
          <p:nvPr>
            <p:ph idx="1"/>
          </p:nvPr>
        </p:nvSpPr>
        <p:spPr/>
        <p:txBody>
          <a:bodyPr/>
          <a:lstStyle/>
          <a:p>
            <a:pPr eaLnBrk="1" hangingPunct="1">
              <a:lnSpc>
                <a:spcPct val="90000"/>
              </a:lnSpc>
              <a:buFont typeface="Wingdings" panose="05000000000000000000" pitchFamily="2" charset="2"/>
              <a:buNone/>
            </a:pPr>
            <a:r>
              <a:rPr lang="zh-CN" altLang="en-US" sz="2800"/>
              <a:t>预测分析器对 </a:t>
            </a:r>
            <a:r>
              <a:rPr lang="en-US" altLang="zh-CN" sz="2800" b="1"/>
              <a:t>+id * +id</a:t>
            </a:r>
            <a:r>
              <a:rPr lang="en-US" altLang="zh-CN" sz="2800"/>
              <a:t> </a:t>
            </a:r>
            <a:r>
              <a:rPr lang="zh-CN" altLang="en-US" sz="2800"/>
              <a:t>的分析和错误恢复</a:t>
            </a:r>
          </a:p>
        </p:txBody>
      </p:sp>
      <p:graphicFrame>
        <p:nvGraphicFramePr>
          <p:cNvPr id="7" name="Group 4">
            <a:extLst>
              <a:ext uri="{FF2B5EF4-FFF2-40B4-BE49-F238E27FC236}">
                <a16:creationId xmlns:a16="http://schemas.microsoft.com/office/drawing/2014/main" id="{83299939-307E-479A-AEB8-B0B08917564C}"/>
              </a:ext>
            </a:extLst>
          </p:cNvPr>
          <p:cNvGraphicFramePr>
            <a:graphicFrameLocks/>
          </p:cNvGraphicFramePr>
          <p:nvPr>
            <p:extLst>
              <p:ext uri="{D42A27DB-BD31-4B8C-83A1-F6EECF244321}">
                <p14:modId xmlns:p14="http://schemas.microsoft.com/office/powerpoint/2010/main" val="1064044015"/>
              </p:ext>
            </p:extLst>
          </p:nvPr>
        </p:nvGraphicFramePr>
        <p:xfrm>
          <a:off x="533400" y="1981200"/>
          <a:ext cx="8305800" cy="4937296"/>
        </p:xfrm>
        <a:graphic>
          <a:graphicData uri="http://schemas.openxmlformats.org/drawingml/2006/table">
            <a:tbl>
              <a:tblPr/>
              <a:tblGrid>
                <a:gridCol w="2690813">
                  <a:extLst>
                    <a:ext uri="{9D8B030D-6E8A-4147-A177-3AD203B41FA5}">
                      <a16:colId xmlns:a16="http://schemas.microsoft.com/office/drawing/2014/main" val="20000"/>
                    </a:ext>
                  </a:extLst>
                </a:gridCol>
                <a:gridCol w="2808287">
                  <a:extLst>
                    <a:ext uri="{9D8B030D-6E8A-4147-A177-3AD203B41FA5}">
                      <a16:colId xmlns:a16="http://schemas.microsoft.com/office/drawing/2014/main" val="20001"/>
                    </a:ext>
                  </a:extLst>
                </a:gridCol>
                <a:gridCol w="2806700">
                  <a:extLst>
                    <a:ext uri="{9D8B030D-6E8A-4147-A177-3AD203B41FA5}">
                      <a16:colId xmlns:a16="http://schemas.microsoft.com/office/drawing/2014/main" val="20002"/>
                    </a:ext>
                  </a:extLst>
                </a:gridCol>
              </a:tblGrid>
              <a:tr h="518085">
                <a:tc>
                  <a:txBody>
                    <a:body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itchFamily="2" charset="2"/>
                        <a:buNone/>
                        <a:tabLst/>
                      </a:pPr>
                      <a:r>
                        <a:rPr kumimoji="0" lang="zh-CN" altLang="en-US" sz="2800" b="0" i="0" u="none" strike="noStrike" cap="none" normalizeH="0" baseline="0">
                          <a:ln>
                            <a:noFill/>
                          </a:ln>
                          <a:solidFill>
                            <a:schemeClr val="tx1"/>
                          </a:solidFill>
                          <a:effectLst/>
                          <a:latin typeface="Times New Roman" pitchFamily="18" charset="0"/>
                          <a:ea typeface="黑体" pitchFamily="2" charset="-122"/>
                        </a:rPr>
                        <a:t>栈 </a:t>
                      </a:r>
                    </a:p>
                  </a:txBody>
                  <a:tcPr marT="45691" marB="45691" horzOverflow="overflow">
                    <a:lnL w="28575"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28575"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a:txBody>
                    <a:body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itchFamily="2" charset="2"/>
                        <a:buNone/>
                        <a:tabLst/>
                      </a:pPr>
                      <a:r>
                        <a:rPr kumimoji="0" lang="zh-CN" altLang="en-US" sz="2800" b="0" i="0" u="none" strike="noStrike" cap="none" normalizeH="0" baseline="0">
                          <a:ln>
                            <a:noFill/>
                          </a:ln>
                          <a:solidFill>
                            <a:schemeClr val="tx1"/>
                          </a:solidFill>
                          <a:effectLst/>
                          <a:latin typeface="Times New Roman" pitchFamily="18" charset="0"/>
                          <a:ea typeface="黑体" pitchFamily="2" charset="-122"/>
                        </a:rPr>
                        <a:t>输    入 </a:t>
                      </a:r>
                    </a:p>
                  </a:txBody>
                  <a:tcPr marT="45691" marB="45691"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28575"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a:txBody>
                    <a:body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itchFamily="2" charset="2"/>
                        <a:buNone/>
                        <a:tabLst/>
                      </a:pPr>
                      <a:r>
                        <a:rPr kumimoji="0" lang="zh-CN" altLang="en-US" sz="2800" b="0" i="0" u="none" strike="noStrike" cap="none" normalizeH="0" baseline="0">
                          <a:ln>
                            <a:noFill/>
                          </a:ln>
                          <a:solidFill>
                            <a:schemeClr val="tx1"/>
                          </a:solidFill>
                          <a:effectLst/>
                          <a:latin typeface="Times New Roman" pitchFamily="18" charset="0"/>
                          <a:ea typeface="黑体" pitchFamily="2" charset="-122"/>
                        </a:rPr>
                        <a:t>输    出 </a:t>
                      </a:r>
                    </a:p>
                  </a:txBody>
                  <a:tcPr marT="45691" marB="45691" horzOverflow="overflow">
                    <a:lnL w="12700" cap="flat" cmpd="sng" algn="ctr">
                      <a:solidFill>
                        <a:schemeClr val="tx1"/>
                      </a:solidFill>
                      <a:prstDash val="solid"/>
                      <a:round/>
                      <a:headEnd type="none" w="sm" len="sm"/>
                      <a:tailEnd type="none" w="sm" len="sm"/>
                    </a:lnL>
                    <a:lnR w="28575" cap="flat" cmpd="sng" algn="ctr">
                      <a:solidFill>
                        <a:schemeClr val="tx1"/>
                      </a:solidFill>
                      <a:prstDash val="solid"/>
                      <a:round/>
                      <a:headEnd type="none" w="sm" len="sm"/>
                      <a:tailEnd type="none" w="sm" len="sm"/>
                    </a:lnR>
                    <a:lnT w="28575"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extLst>
                  <a:ext uri="{0D108BD9-81ED-4DB2-BD59-A6C34878D82A}">
                    <a16:rowId xmlns:a16="http://schemas.microsoft.com/office/drawing/2014/main" val="10000"/>
                  </a:ext>
                </a:extLst>
              </a:tr>
              <a:tr h="1310532">
                <a:tc>
                  <a:txBody>
                    <a:bodyPr/>
                    <a:lstStyle/>
                    <a:p>
                      <a:pPr marL="0" marR="0" lvl="0" indent="0" algn="l" defTabSz="914400" rtl="0" eaLnBrk="1" fontAlgn="base" latinLnBrk="0" hangingPunct="1">
                        <a:lnSpc>
                          <a:spcPct val="100000"/>
                        </a:lnSpc>
                        <a:spcBef>
                          <a:spcPct val="20000"/>
                        </a:spcBef>
                        <a:spcAft>
                          <a:spcPct val="0"/>
                        </a:spcAft>
                        <a:buClr>
                          <a:schemeClr val="folHlink"/>
                        </a:buClr>
                        <a:buSzPct val="60000"/>
                        <a:buFont typeface="Wingdings" pitchFamily="2" charset="2"/>
                        <a:buNone/>
                        <a:tabLst/>
                      </a:pPr>
                      <a:r>
                        <a:rPr kumimoji="0" lang="en-US" altLang="zh-CN" sz="2800" b="1" i="0" u="none" strike="noStrike" cap="none" normalizeH="0" baseline="0">
                          <a:ln>
                            <a:noFill/>
                          </a:ln>
                          <a:solidFill>
                            <a:schemeClr val="tx1"/>
                          </a:solidFill>
                          <a:effectLst/>
                          <a:latin typeface="Times New Roman" pitchFamily="18" charset="0"/>
                          <a:ea typeface="黑体" pitchFamily="2" charset="-122"/>
                        </a:rPr>
                        <a:t>$</a:t>
                      </a:r>
                      <a:r>
                        <a:rPr kumimoji="0" lang="en-US" altLang="zh-CN" sz="2800" b="1" i="1" u="none" strike="noStrike" cap="none" normalizeH="0" baseline="0">
                          <a:ln>
                            <a:noFill/>
                          </a:ln>
                          <a:solidFill>
                            <a:schemeClr val="tx1"/>
                          </a:solidFill>
                          <a:effectLst/>
                          <a:latin typeface="Times New Roman" pitchFamily="18" charset="0"/>
                          <a:ea typeface="黑体" pitchFamily="2" charset="-122"/>
                        </a:rPr>
                        <a:t>E </a:t>
                      </a:r>
                      <a:r>
                        <a:rPr kumimoji="0" lang="en-US" altLang="zh-CN" sz="2800" b="1" i="0" u="none" strike="noStrike" cap="none" normalizeH="0" baseline="0">
                          <a:ln>
                            <a:noFill/>
                          </a:ln>
                          <a:solidFill>
                            <a:schemeClr val="tx1"/>
                          </a:solidFill>
                          <a:effectLst/>
                          <a:latin typeface="Times New Roman" pitchFamily="18" charset="0"/>
                          <a:ea typeface="黑体" pitchFamily="2" charset="-122"/>
                          <a:sym typeface="Symbol" pitchFamily="18" charset="2"/>
                        </a:rPr>
                        <a:t></a:t>
                      </a:r>
                      <a:r>
                        <a:rPr kumimoji="0" lang="en-US" altLang="zh-CN" sz="2800" b="1" i="1" u="none" strike="noStrike" cap="none" normalizeH="0" baseline="0">
                          <a:ln>
                            <a:noFill/>
                          </a:ln>
                          <a:solidFill>
                            <a:schemeClr val="tx1"/>
                          </a:solidFill>
                          <a:effectLst/>
                          <a:latin typeface="Times New Roman" pitchFamily="18" charset="0"/>
                          <a:ea typeface="黑体" pitchFamily="2" charset="-122"/>
                          <a:sym typeface="Symbol" pitchFamily="18" charset="2"/>
                        </a:rPr>
                        <a:t>T</a:t>
                      </a:r>
                      <a:r>
                        <a:rPr kumimoji="0" lang="en-US" altLang="zh-CN" sz="2800" b="1" i="1" u="none" strike="noStrike" cap="none" normalizeH="0" baseline="0">
                          <a:ln>
                            <a:noFill/>
                          </a:ln>
                          <a:solidFill>
                            <a:schemeClr val="tx1"/>
                          </a:solidFill>
                          <a:effectLst/>
                          <a:latin typeface="Times New Roman" pitchFamily="18" charset="0"/>
                          <a:ea typeface="黑体" pitchFamily="2" charset="-122"/>
                        </a:rPr>
                        <a:t> </a:t>
                      </a:r>
                      <a:r>
                        <a:rPr kumimoji="0" lang="en-US" altLang="zh-CN" sz="2800" b="1" i="0" u="none" strike="noStrike" cap="none" normalizeH="0" baseline="0">
                          <a:ln>
                            <a:noFill/>
                          </a:ln>
                          <a:solidFill>
                            <a:schemeClr val="tx1"/>
                          </a:solidFill>
                          <a:effectLst/>
                          <a:latin typeface="Times New Roman" pitchFamily="18" charset="0"/>
                          <a:ea typeface="黑体" pitchFamily="2" charset="-122"/>
                          <a:sym typeface="Symbol" pitchFamily="18" charset="2"/>
                        </a:rPr>
                        <a:t></a:t>
                      </a:r>
                      <a:r>
                        <a:rPr kumimoji="0" lang="en-US" altLang="zh-CN" sz="2800" b="1" i="1" u="none" strike="noStrike" cap="none" normalizeH="0" baseline="0">
                          <a:ln>
                            <a:noFill/>
                          </a:ln>
                          <a:solidFill>
                            <a:schemeClr val="tx1"/>
                          </a:solidFill>
                          <a:effectLst/>
                          <a:latin typeface="Times New Roman" pitchFamily="18" charset="0"/>
                          <a:ea typeface="黑体" pitchFamily="2" charset="-122"/>
                          <a:sym typeface="Symbol" pitchFamily="18" charset="2"/>
                        </a:rPr>
                        <a:t>F</a:t>
                      </a:r>
                    </a:p>
                  </a:txBody>
                  <a:tcPr marT="45691" marB="45691" horzOverflow="overflow">
                    <a:lnL w="28575"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
                          <a:schemeClr val="folHlink"/>
                        </a:buClr>
                        <a:buSzPct val="60000"/>
                        <a:buFont typeface="Wingdings" pitchFamily="2" charset="2"/>
                        <a:buNone/>
                        <a:tabLst/>
                      </a:pPr>
                      <a:r>
                        <a:rPr kumimoji="0" lang="en-US" altLang="zh-CN" sz="2800" b="1" i="0" u="none" strike="noStrike" cap="none" normalizeH="0" baseline="0">
                          <a:ln>
                            <a:noFill/>
                          </a:ln>
                          <a:solidFill>
                            <a:schemeClr val="tx1"/>
                          </a:solidFill>
                          <a:effectLst/>
                          <a:latin typeface="Times New Roman" pitchFamily="18" charset="0"/>
                          <a:ea typeface="黑体" pitchFamily="2" charset="-122"/>
                          <a:cs typeface="Times New Roman" pitchFamily="18" charset="0"/>
                          <a:sym typeface="Symbol" pitchFamily="18" charset="2"/>
                        </a:rPr>
                        <a:t>             +</a:t>
                      </a:r>
                      <a:r>
                        <a:rPr kumimoji="0" lang="en-US" altLang="zh-CN" sz="2800" b="1" i="0" u="none" strike="noStrike" cap="none" normalizeH="0" baseline="0">
                          <a:ln>
                            <a:noFill/>
                          </a:ln>
                          <a:solidFill>
                            <a:schemeClr val="tx1"/>
                          </a:solidFill>
                          <a:effectLst/>
                          <a:latin typeface="Times New Roman" pitchFamily="18" charset="0"/>
                          <a:ea typeface="黑体" pitchFamily="2" charset="-122"/>
                        </a:rPr>
                        <a:t> id $</a:t>
                      </a:r>
                    </a:p>
                  </a:txBody>
                  <a:tcPr marT="45691" marB="45691"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
                          <a:schemeClr val="folHlink"/>
                        </a:buClr>
                        <a:buSzPct val="60000"/>
                        <a:buFont typeface="Wingdings" pitchFamily="2" charset="2"/>
                        <a:buNone/>
                        <a:tabLst/>
                      </a:pPr>
                      <a:r>
                        <a:rPr kumimoji="0" lang="zh-CN" altLang="en-US" sz="2000" b="0" i="0" u="none" strike="noStrike" cap="none" normalizeH="0" baseline="0">
                          <a:ln>
                            <a:noFill/>
                          </a:ln>
                          <a:solidFill>
                            <a:schemeClr val="accent2"/>
                          </a:solidFill>
                          <a:effectLst/>
                          <a:latin typeface="Times New Roman" pitchFamily="18" charset="0"/>
                          <a:ea typeface="黑体" pitchFamily="2" charset="-122"/>
                        </a:rPr>
                        <a:t>出错：“</a:t>
                      </a:r>
                      <a:r>
                        <a:rPr kumimoji="0" lang="en-US" altLang="zh-CN" sz="2000" b="1" i="0" u="none" strike="noStrike" cap="none" normalizeH="0" baseline="0">
                          <a:ln>
                            <a:noFill/>
                          </a:ln>
                          <a:solidFill>
                            <a:schemeClr val="accent2"/>
                          </a:solidFill>
                          <a:effectLst/>
                          <a:latin typeface="Times New Roman" pitchFamily="18" charset="0"/>
                          <a:ea typeface="黑体" pitchFamily="2" charset="-122"/>
                        </a:rPr>
                        <a:t>+</a:t>
                      </a:r>
                      <a:r>
                        <a:rPr kumimoji="0" lang="en-US" altLang="zh-CN" sz="2000" b="0" i="0" u="none" strike="noStrike" cap="none" normalizeH="0" baseline="0">
                          <a:ln>
                            <a:noFill/>
                          </a:ln>
                          <a:solidFill>
                            <a:schemeClr val="accent2"/>
                          </a:solidFill>
                          <a:effectLst/>
                          <a:latin typeface="Times New Roman" pitchFamily="18" charset="0"/>
                          <a:ea typeface="黑体" pitchFamily="2" charset="-122"/>
                        </a:rPr>
                        <a:t>”</a:t>
                      </a:r>
                      <a:r>
                        <a:rPr kumimoji="0" lang="zh-CN" altLang="en-US" sz="2000" b="0" i="0" u="none" strike="noStrike" cap="none" normalizeH="0" baseline="0">
                          <a:ln>
                            <a:noFill/>
                          </a:ln>
                          <a:solidFill>
                            <a:schemeClr val="accent2"/>
                          </a:solidFill>
                          <a:effectLst/>
                          <a:latin typeface="Times New Roman" pitchFamily="18" charset="0"/>
                          <a:ea typeface="黑体" pitchFamily="2" charset="-122"/>
                        </a:rPr>
                        <a:t>在</a:t>
                      </a:r>
                      <a:r>
                        <a:rPr kumimoji="0" lang="en-US" altLang="zh-CN" sz="2000" b="1" i="1" u="none" strike="noStrike" cap="none" normalizeH="0" baseline="0">
                          <a:ln>
                            <a:noFill/>
                          </a:ln>
                          <a:solidFill>
                            <a:schemeClr val="accent2"/>
                          </a:solidFill>
                          <a:effectLst/>
                          <a:latin typeface="Times New Roman" pitchFamily="18" charset="0"/>
                          <a:ea typeface="黑体" pitchFamily="2" charset="-122"/>
                        </a:rPr>
                        <a:t>F</a:t>
                      </a:r>
                      <a:r>
                        <a:rPr kumimoji="0" lang="zh-CN" altLang="en-US" sz="2000" b="0" i="0" u="none" strike="noStrike" cap="none" normalizeH="0" baseline="0">
                          <a:ln>
                            <a:noFill/>
                          </a:ln>
                          <a:solidFill>
                            <a:schemeClr val="accent2"/>
                          </a:solidFill>
                          <a:effectLst/>
                          <a:latin typeface="Times New Roman" pitchFamily="18" charset="0"/>
                          <a:ea typeface="黑体" pitchFamily="2" charset="-122"/>
                        </a:rPr>
                        <a:t>的</a:t>
                      </a:r>
                      <a:r>
                        <a:rPr kumimoji="0" lang="en-US" altLang="zh-CN" sz="2000" b="1" i="0" u="none" strike="noStrike" cap="none" normalizeH="0" baseline="0">
                          <a:ln>
                            <a:noFill/>
                          </a:ln>
                          <a:solidFill>
                            <a:schemeClr val="accent2"/>
                          </a:solidFill>
                          <a:effectLst/>
                          <a:latin typeface="Times New Roman" pitchFamily="18" charset="0"/>
                          <a:ea typeface="黑体" pitchFamily="2" charset="-122"/>
                        </a:rPr>
                        <a:t>Follow</a:t>
                      </a:r>
                      <a:r>
                        <a:rPr kumimoji="0" lang="zh-CN" altLang="en-US" sz="2000" b="0" i="0" u="none" strike="noStrike" cap="none" normalizeH="0" baseline="0">
                          <a:ln>
                            <a:noFill/>
                          </a:ln>
                          <a:solidFill>
                            <a:schemeClr val="accent2"/>
                          </a:solidFill>
                          <a:effectLst/>
                          <a:latin typeface="Times New Roman" pitchFamily="18" charset="0"/>
                          <a:ea typeface="黑体" pitchFamily="2" charset="-122"/>
                        </a:rPr>
                        <a:t>同步集合中，无须跳过任何记号；</a:t>
                      </a:r>
                      <a:r>
                        <a:rPr kumimoji="0" lang="en-US" altLang="zh-CN" sz="2000" b="1" i="1" u="none" strike="noStrike" cap="none" normalizeH="0" baseline="0">
                          <a:ln>
                            <a:noFill/>
                          </a:ln>
                          <a:solidFill>
                            <a:schemeClr val="accent2"/>
                          </a:solidFill>
                          <a:effectLst/>
                          <a:latin typeface="Times New Roman" pitchFamily="18" charset="0"/>
                          <a:ea typeface="黑体" pitchFamily="2" charset="-122"/>
                        </a:rPr>
                        <a:t>F</a:t>
                      </a:r>
                      <a:r>
                        <a:rPr kumimoji="0" lang="zh-CN" altLang="en-US" sz="2000" b="0" i="0" u="none" strike="noStrike" cap="none" normalizeH="0" baseline="0">
                          <a:ln>
                            <a:noFill/>
                          </a:ln>
                          <a:solidFill>
                            <a:schemeClr val="accent2"/>
                          </a:solidFill>
                          <a:effectLst/>
                          <a:latin typeface="Times New Roman" pitchFamily="18" charset="0"/>
                          <a:ea typeface="黑体" pitchFamily="2" charset="-122"/>
                        </a:rPr>
                        <a:t>被弹出</a:t>
                      </a:r>
                    </a:p>
                  </a:txBody>
                  <a:tcPr marT="45691" marB="45691" horzOverflow="overflow">
                    <a:lnL w="12700" cap="flat" cmpd="sng" algn="ctr">
                      <a:solidFill>
                        <a:schemeClr val="tx1"/>
                      </a:solidFill>
                      <a:prstDash val="solid"/>
                      <a:round/>
                      <a:headEnd type="none" w="sm" len="sm"/>
                      <a:tailEnd type="none" w="sm" len="sm"/>
                    </a:lnL>
                    <a:lnR w="28575"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1"/>
                  </a:ext>
                </a:extLst>
              </a:tr>
              <a:tr h="518085">
                <a:tc>
                  <a:txBody>
                    <a:bodyPr/>
                    <a:lstStyle/>
                    <a:p>
                      <a:pPr marL="0" marR="0" lvl="0" indent="0" algn="l" defTabSz="914400" rtl="0" eaLnBrk="1" fontAlgn="base" latinLnBrk="0" hangingPunct="1">
                        <a:lnSpc>
                          <a:spcPct val="100000"/>
                        </a:lnSpc>
                        <a:spcBef>
                          <a:spcPct val="20000"/>
                        </a:spcBef>
                        <a:spcAft>
                          <a:spcPct val="0"/>
                        </a:spcAft>
                        <a:buClr>
                          <a:schemeClr val="folHlink"/>
                        </a:buClr>
                        <a:buSzPct val="60000"/>
                        <a:buFont typeface="Wingdings" pitchFamily="2" charset="2"/>
                        <a:buNone/>
                        <a:tabLst/>
                      </a:pPr>
                      <a:r>
                        <a:rPr kumimoji="0" lang="en-US" altLang="zh-CN" sz="2800" b="1" i="0" u="none" strike="noStrike" cap="none" normalizeH="0" baseline="0">
                          <a:ln>
                            <a:noFill/>
                          </a:ln>
                          <a:solidFill>
                            <a:schemeClr val="tx1"/>
                          </a:solidFill>
                          <a:effectLst/>
                          <a:latin typeface="Times New Roman" pitchFamily="18" charset="0"/>
                          <a:ea typeface="黑体" pitchFamily="2" charset="-122"/>
                        </a:rPr>
                        <a:t>$</a:t>
                      </a:r>
                      <a:r>
                        <a:rPr kumimoji="0" lang="en-US" altLang="zh-CN" sz="2800" b="1" i="1" u="none" strike="noStrike" cap="none" normalizeH="0" baseline="0">
                          <a:ln>
                            <a:noFill/>
                          </a:ln>
                          <a:solidFill>
                            <a:schemeClr val="tx1"/>
                          </a:solidFill>
                          <a:effectLst/>
                          <a:latin typeface="Times New Roman" pitchFamily="18" charset="0"/>
                          <a:ea typeface="黑体" pitchFamily="2" charset="-122"/>
                        </a:rPr>
                        <a:t>E </a:t>
                      </a:r>
                      <a:r>
                        <a:rPr kumimoji="0" lang="en-US" altLang="zh-CN" sz="2800" b="1" i="0" u="none" strike="noStrike" cap="none" normalizeH="0" baseline="0">
                          <a:ln>
                            <a:noFill/>
                          </a:ln>
                          <a:solidFill>
                            <a:schemeClr val="tx1"/>
                          </a:solidFill>
                          <a:effectLst/>
                          <a:latin typeface="Times New Roman" pitchFamily="18" charset="0"/>
                          <a:ea typeface="黑体" pitchFamily="2" charset="-122"/>
                          <a:sym typeface="Symbol" pitchFamily="18" charset="2"/>
                        </a:rPr>
                        <a:t></a:t>
                      </a:r>
                      <a:r>
                        <a:rPr kumimoji="0" lang="en-US" altLang="zh-CN" sz="2800" b="1" i="1" u="none" strike="noStrike" cap="none" normalizeH="0" baseline="0">
                          <a:ln>
                            <a:noFill/>
                          </a:ln>
                          <a:solidFill>
                            <a:schemeClr val="tx1"/>
                          </a:solidFill>
                          <a:effectLst/>
                          <a:latin typeface="Times New Roman" pitchFamily="18" charset="0"/>
                          <a:ea typeface="黑体" pitchFamily="2" charset="-122"/>
                          <a:sym typeface="Symbol" pitchFamily="18" charset="2"/>
                        </a:rPr>
                        <a:t>T</a:t>
                      </a:r>
                      <a:r>
                        <a:rPr kumimoji="0" lang="en-US" altLang="zh-CN" sz="2800" b="1" i="1" u="none" strike="noStrike" cap="none" normalizeH="0" baseline="0">
                          <a:ln>
                            <a:noFill/>
                          </a:ln>
                          <a:solidFill>
                            <a:schemeClr val="tx1"/>
                          </a:solidFill>
                          <a:effectLst/>
                          <a:latin typeface="Times New Roman" pitchFamily="18" charset="0"/>
                          <a:ea typeface="黑体" pitchFamily="2" charset="-122"/>
                        </a:rPr>
                        <a:t> </a:t>
                      </a:r>
                      <a:r>
                        <a:rPr kumimoji="0" lang="en-US" altLang="zh-CN" sz="2800" b="1" i="0" u="none" strike="noStrike" cap="none" normalizeH="0" baseline="0">
                          <a:ln>
                            <a:noFill/>
                          </a:ln>
                          <a:solidFill>
                            <a:schemeClr val="tx1"/>
                          </a:solidFill>
                          <a:effectLst/>
                          <a:latin typeface="Times New Roman" pitchFamily="18" charset="0"/>
                          <a:ea typeface="黑体" pitchFamily="2" charset="-122"/>
                          <a:sym typeface="Symbol" pitchFamily="18" charset="2"/>
                        </a:rPr>
                        <a:t></a:t>
                      </a:r>
                    </a:p>
                  </a:txBody>
                  <a:tcPr marT="45691" marB="45691" horzOverflow="overflow">
                    <a:lnL w="28575"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
                          <a:schemeClr val="folHlink"/>
                        </a:buClr>
                        <a:buSzPct val="60000"/>
                        <a:buFont typeface="Wingdings" pitchFamily="2" charset="2"/>
                        <a:buNone/>
                        <a:tabLst/>
                      </a:pPr>
                      <a:r>
                        <a:rPr kumimoji="0" lang="en-US" altLang="zh-CN" sz="2800" b="1" i="0" u="none" strike="noStrike" cap="none" normalizeH="0" baseline="0">
                          <a:ln>
                            <a:noFill/>
                          </a:ln>
                          <a:solidFill>
                            <a:schemeClr val="tx1"/>
                          </a:solidFill>
                          <a:effectLst/>
                          <a:latin typeface="Times New Roman" pitchFamily="18" charset="0"/>
                          <a:ea typeface="黑体" pitchFamily="2" charset="-122"/>
                          <a:cs typeface="Times New Roman" pitchFamily="18" charset="0"/>
                          <a:sym typeface="Symbol" pitchFamily="18" charset="2"/>
                        </a:rPr>
                        <a:t>             +</a:t>
                      </a:r>
                      <a:r>
                        <a:rPr kumimoji="0" lang="en-US" altLang="zh-CN" sz="2800" b="1" i="0" u="none" strike="noStrike" cap="none" normalizeH="0" baseline="0">
                          <a:ln>
                            <a:noFill/>
                          </a:ln>
                          <a:solidFill>
                            <a:schemeClr val="tx1"/>
                          </a:solidFill>
                          <a:effectLst/>
                          <a:latin typeface="Times New Roman" pitchFamily="18" charset="0"/>
                          <a:ea typeface="黑体" pitchFamily="2" charset="-122"/>
                        </a:rPr>
                        <a:t> id $</a:t>
                      </a:r>
                    </a:p>
                  </a:txBody>
                  <a:tcPr marT="45691" marB="45691"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
                          <a:schemeClr val="folHlink"/>
                        </a:buClr>
                        <a:buSzPct val="60000"/>
                        <a:buFont typeface="Wingdings" pitchFamily="2" charset="2"/>
                        <a:buNone/>
                        <a:tabLst/>
                      </a:pPr>
                      <a:endParaRPr kumimoji="0" lang="zh-CN" altLang="zh-CN" sz="2800" b="0" i="0" u="none" strike="noStrike" cap="none" normalizeH="0" baseline="0">
                        <a:ln>
                          <a:noFill/>
                        </a:ln>
                        <a:solidFill>
                          <a:schemeClr val="tx2"/>
                        </a:solidFill>
                        <a:effectLst/>
                        <a:latin typeface="Times New Roman" pitchFamily="18" charset="0"/>
                        <a:ea typeface="黑体" pitchFamily="2" charset="-122"/>
                      </a:endParaRPr>
                    </a:p>
                  </a:txBody>
                  <a:tcPr marT="45691" marB="45691" horzOverflow="overflow">
                    <a:lnL w="12700" cap="flat" cmpd="sng" algn="ctr">
                      <a:solidFill>
                        <a:schemeClr val="tx1"/>
                      </a:solidFill>
                      <a:prstDash val="solid"/>
                      <a:round/>
                      <a:headEnd type="none" w="sm" len="sm"/>
                      <a:tailEnd type="none" w="sm" len="sm"/>
                    </a:lnL>
                    <a:lnR w="28575" cap="flat" cmpd="sng" algn="ctr">
                      <a:solidFill>
                        <a:schemeClr val="tx1"/>
                      </a:solidFill>
                      <a:prstDash val="solid"/>
                      <a:round/>
                      <a:headEnd type="none" w="sm" len="sm"/>
                      <a:tailEnd type="none" w="sm" len="sm"/>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2"/>
                  </a:ext>
                </a:extLst>
              </a:tr>
              <a:tr h="518085">
                <a:tc>
                  <a:txBody>
                    <a:bodyPr/>
                    <a:lstStyle/>
                    <a:p>
                      <a:pPr marL="0" marR="0" lvl="0" indent="0" algn="l" defTabSz="914400" rtl="0" eaLnBrk="1" fontAlgn="base" latinLnBrk="0" hangingPunct="1">
                        <a:lnSpc>
                          <a:spcPct val="100000"/>
                        </a:lnSpc>
                        <a:spcBef>
                          <a:spcPct val="20000"/>
                        </a:spcBef>
                        <a:spcAft>
                          <a:spcPct val="0"/>
                        </a:spcAft>
                        <a:buClr>
                          <a:schemeClr val="folHlink"/>
                        </a:buClr>
                        <a:buSzPct val="60000"/>
                        <a:buFont typeface="Wingdings" pitchFamily="2" charset="2"/>
                        <a:buNone/>
                        <a:tabLst/>
                      </a:pPr>
                      <a:r>
                        <a:rPr kumimoji="0" lang="en-US" altLang="zh-CN" sz="2800" b="1" i="0" u="none" strike="noStrike" cap="none" normalizeH="0" baseline="0">
                          <a:ln>
                            <a:noFill/>
                          </a:ln>
                          <a:solidFill>
                            <a:schemeClr val="tx1"/>
                          </a:solidFill>
                          <a:effectLst/>
                          <a:latin typeface="Times New Roman" pitchFamily="18" charset="0"/>
                          <a:ea typeface="黑体" pitchFamily="2" charset="-122"/>
                        </a:rPr>
                        <a:t>$</a:t>
                      </a:r>
                      <a:r>
                        <a:rPr kumimoji="0" lang="en-US" altLang="zh-CN" sz="2800" b="1" i="1" u="none" strike="noStrike" cap="none" normalizeH="0" baseline="0">
                          <a:ln>
                            <a:noFill/>
                          </a:ln>
                          <a:solidFill>
                            <a:schemeClr val="tx1"/>
                          </a:solidFill>
                          <a:effectLst/>
                          <a:latin typeface="Times New Roman" pitchFamily="18" charset="0"/>
                          <a:ea typeface="黑体" pitchFamily="2" charset="-122"/>
                        </a:rPr>
                        <a:t>E </a:t>
                      </a:r>
                      <a:r>
                        <a:rPr kumimoji="0" lang="en-US" altLang="zh-CN" sz="2800" b="1" i="0" u="none" strike="noStrike" cap="none" normalizeH="0" baseline="0">
                          <a:ln>
                            <a:noFill/>
                          </a:ln>
                          <a:solidFill>
                            <a:schemeClr val="tx1"/>
                          </a:solidFill>
                          <a:effectLst/>
                          <a:latin typeface="Times New Roman" pitchFamily="18" charset="0"/>
                          <a:ea typeface="黑体" pitchFamily="2" charset="-122"/>
                          <a:sym typeface="Symbol" pitchFamily="18" charset="2"/>
                        </a:rPr>
                        <a:t></a:t>
                      </a:r>
                    </a:p>
                  </a:txBody>
                  <a:tcPr marT="45691" marB="45691" horzOverflow="overflow">
                    <a:lnL w="28575"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
                          <a:schemeClr val="folHlink"/>
                        </a:buClr>
                        <a:buSzPct val="60000"/>
                        <a:buFont typeface="Wingdings" pitchFamily="2" charset="2"/>
                        <a:buNone/>
                        <a:tabLst/>
                      </a:pPr>
                      <a:r>
                        <a:rPr kumimoji="0" lang="en-US" altLang="zh-CN" sz="2800" b="1" i="0" u="none" strike="noStrike" cap="none" normalizeH="0" baseline="0">
                          <a:ln>
                            <a:noFill/>
                          </a:ln>
                          <a:solidFill>
                            <a:schemeClr val="tx1"/>
                          </a:solidFill>
                          <a:effectLst/>
                          <a:latin typeface="Times New Roman" pitchFamily="18" charset="0"/>
                          <a:ea typeface="黑体" pitchFamily="2" charset="-122"/>
                          <a:cs typeface="Times New Roman" pitchFamily="18" charset="0"/>
                          <a:sym typeface="Symbol" pitchFamily="18" charset="2"/>
                        </a:rPr>
                        <a:t>             +</a:t>
                      </a:r>
                      <a:r>
                        <a:rPr kumimoji="0" lang="en-US" altLang="zh-CN" sz="2800" b="1" i="0" u="none" strike="noStrike" cap="none" normalizeH="0" baseline="0">
                          <a:ln>
                            <a:noFill/>
                          </a:ln>
                          <a:solidFill>
                            <a:schemeClr val="tx1"/>
                          </a:solidFill>
                          <a:effectLst/>
                          <a:latin typeface="Times New Roman" pitchFamily="18" charset="0"/>
                          <a:ea typeface="黑体" pitchFamily="2" charset="-122"/>
                        </a:rPr>
                        <a:t> id $</a:t>
                      </a:r>
                    </a:p>
                  </a:txBody>
                  <a:tcPr marT="45691" marB="45691"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
                          <a:schemeClr val="folHlink"/>
                        </a:buClr>
                        <a:buSzPct val="60000"/>
                        <a:buFont typeface="Wingdings" pitchFamily="2" charset="2"/>
                        <a:buNone/>
                        <a:tabLst/>
                      </a:pPr>
                      <a:r>
                        <a:rPr kumimoji="0" lang="en-US" altLang="zh-CN" sz="2800" b="1" i="1" u="none" strike="noStrike" cap="none" normalizeH="0" baseline="0">
                          <a:ln>
                            <a:noFill/>
                          </a:ln>
                          <a:solidFill>
                            <a:schemeClr val="tx1"/>
                          </a:solidFill>
                          <a:effectLst/>
                          <a:latin typeface="Times New Roman" pitchFamily="18" charset="0"/>
                          <a:ea typeface="黑体" pitchFamily="2" charset="-122"/>
                        </a:rPr>
                        <a:t>T</a:t>
                      </a:r>
                      <a:r>
                        <a:rPr kumimoji="0" lang="en-US" altLang="zh-CN" sz="2800" b="1" i="0" u="none" strike="noStrike" cap="none" normalizeH="0" baseline="0">
                          <a:ln>
                            <a:noFill/>
                          </a:ln>
                          <a:solidFill>
                            <a:schemeClr val="tx1"/>
                          </a:solidFill>
                          <a:effectLst/>
                          <a:latin typeface="Times New Roman" pitchFamily="18" charset="0"/>
                          <a:ea typeface="黑体" pitchFamily="2" charset="-122"/>
                          <a:sym typeface="Symbol" pitchFamily="18" charset="2"/>
                        </a:rPr>
                        <a:t></a:t>
                      </a:r>
                    </a:p>
                  </a:txBody>
                  <a:tcPr marT="45691" marB="45691" horzOverflow="overflow">
                    <a:lnL w="12700" cap="flat" cmpd="sng" algn="ctr">
                      <a:solidFill>
                        <a:schemeClr val="tx1"/>
                      </a:solidFill>
                      <a:prstDash val="solid"/>
                      <a:round/>
                      <a:headEnd type="none" w="sm" len="sm"/>
                      <a:tailEnd type="none" w="sm" len="sm"/>
                    </a:lnL>
                    <a:lnR w="28575" cap="flat" cmpd="sng" algn="ctr">
                      <a:solidFill>
                        <a:schemeClr val="tx1"/>
                      </a:solidFill>
                      <a:prstDash val="solid"/>
                      <a:round/>
                      <a:headEnd type="none" w="sm" len="sm"/>
                      <a:tailEnd type="none" w="sm" len="sm"/>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3"/>
                  </a:ext>
                </a:extLst>
              </a:tr>
              <a:tr h="518085">
                <a:tc>
                  <a:txBody>
                    <a:bodyPr/>
                    <a:lstStyle/>
                    <a:p>
                      <a:pPr marL="0" marR="0" lvl="0" indent="0" algn="l" defTabSz="914400" rtl="0" eaLnBrk="1" fontAlgn="base" latinLnBrk="0" hangingPunct="1">
                        <a:lnSpc>
                          <a:spcPct val="100000"/>
                        </a:lnSpc>
                        <a:spcBef>
                          <a:spcPct val="20000"/>
                        </a:spcBef>
                        <a:spcAft>
                          <a:spcPct val="0"/>
                        </a:spcAft>
                        <a:buClr>
                          <a:schemeClr val="folHlink"/>
                        </a:buClr>
                        <a:buSzPct val="60000"/>
                        <a:buFont typeface="Wingdings" pitchFamily="2" charset="2"/>
                        <a:buNone/>
                        <a:tabLst/>
                      </a:pPr>
                      <a:r>
                        <a:rPr kumimoji="0" lang="en-US" altLang="zh-CN" sz="2800" b="1" i="0" u="none" strike="noStrike" cap="none" normalizeH="0" baseline="0">
                          <a:ln>
                            <a:noFill/>
                          </a:ln>
                          <a:solidFill>
                            <a:schemeClr val="tx1"/>
                          </a:solidFill>
                          <a:effectLst/>
                          <a:latin typeface="Times New Roman" pitchFamily="18" charset="0"/>
                          <a:ea typeface="黑体" pitchFamily="2" charset="-122"/>
                        </a:rPr>
                        <a:t>$</a:t>
                      </a:r>
                      <a:r>
                        <a:rPr kumimoji="0" lang="en-US" altLang="zh-CN" sz="2800" b="1" i="1" u="none" strike="noStrike" cap="none" normalizeH="0" baseline="0">
                          <a:ln>
                            <a:noFill/>
                          </a:ln>
                          <a:solidFill>
                            <a:schemeClr val="tx1"/>
                          </a:solidFill>
                          <a:effectLst/>
                          <a:latin typeface="Times New Roman" pitchFamily="18" charset="0"/>
                          <a:ea typeface="黑体" pitchFamily="2" charset="-122"/>
                        </a:rPr>
                        <a:t>E </a:t>
                      </a:r>
                      <a:r>
                        <a:rPr kumimoji="0" lang="en-US" altLang="zh-CN" sz="2800" b="1" i="0" u="none" strike="noStrike" cap="none" normalizeH="0" baseline="0">
                          <a:ln>
                            <a:noFill/>
                          </a:ln>
                          <a:solidFill>
                            <a:schemeClr val="tx1"/>
                          </a:solidFill>
                          <a:effectLst/>
                          <a:latin typeface="Times New Roman" pitchFamily="18" charset="0"/>
                          <a:ea typeface="黑体" pitchFamily="2" charset="-122"/>
                          <a:sym typeface="Symbol" pitchFamily="18" charset="2"/>
                        </a:rPr>
                        <a:t></a:t>
                      </a:r>
                      <a:r>
                        <a:rPr kumimoji="0" lang="en-US" altLang="zh-CN" sz="2800" b="1" i="1" u="none" strike="noStrike" cap="none" normalizeH="0" baseline="0">
                          <a:ln>
                            <a:noFill/>
                          </a:ln>
                          <a:solidFill>
                            <a:schemeClr val="tx1"/>
                          </a:solidFill>
                          <a:effectLst/>
                          <a:latin typeface="Times New Roman" pitchFamily="18" charset="0"/>
                          <a:ea typeface="黑体" pitchFamily="2" charset="-122"/>
                          <a:sym typeface="Symbol" pitchFamily="18" charset="2"/>
                        </a:rPr>
                        <a:t>T</a:t>
                      </a:r>
                      <a:r>
                        <a:rPr kumimoji="0" lang="en-US" altLang="zh-CN" sz="2800" b="1" i="0" u="none" strike="noStrike" cap="none" normalizeH="0" baseline="0">
                          <a:ln>
                            <a:noFill/>
                          </a:ln>
                          <a:solidFill>
                            <a:schemeClr val="tx1"/>
                          </a:solidFill>
                          <a:effectLst/>
                          <a:latin typeface="Times New Roman" pitchFamily="18" charset="0"/>
                          <a:ea typeface="黑体" pitchFamily="2" charset="-122"/>
                          <a:sym typeface="Symbol" pitchFamily="18" charset="2"/>
                        </a:rPr>
                        <a:t>+</a:t>
                      </a:r>
                    </a:p>
                  </a:txBody>
                  <a:tcPr marT="45691" marB="45691" horzOverflow="overflow">
                    <a:lnL w="28575"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
                          <a:schemeClr val="folHlink"/>
                        </a:buClr>
                        <a:buSzPct val="60000"/>
                        <a:buFont typeface="Wingdings" pitchFamily="2" charset="2"/>
                        <a:buNone/>
                        <a:tabLst/>
                      </a:pPr>
                      <a:r>
                        <a:rPr kumimoji="0" lang="en-US" altLang="zh-CN" sz="2800" b="1" i="0" u="none" strike="noStrike" cap="none" normalizeH="0" baseline="0">
                          <a:ln>
                            <a:noFill/>
                          </a:ln>
                          <a:solidFill>
                            <a:schemeClr val="tx1"/>
                          </a:solidFill>
                          <a:effectLst/>
                          <a:latin typeface="Times New Roman" pitchFamily="18" charset="0"/>
                          <a:ea typeface="黑体" pitchFamily="2" charset="-122"/>
                          <a:cs typeface="Times New Roman" pitchFamily="18" charset="0"/>
                          <a:sym typeface="Symbol" pitchFamily="18" charset="2"/>
                        </a:rPr>
                        <a:t>             +</a:t>
                      </a:r>
                      <a:r>
                        <a:rPr kumimoji="0" lang="en-US" altLang="zh-CN" sz="2800" b="1" i="0" u="none" strike="noStrike" cap="none" normalizeH="0" baseline="0">
                          <a:ln>
                            <a:noFill/>
                          </a:ln>
                          <a:solidFill>
                            <a:schemeClr val="tx1"/>
                          </a:solidFill>
                          <a:effectLst/>
                          <a:latin typeface="Times New Roman" pitchFamily="18" charset="0"/>
                          <a:ea typeface="黑体" pitchFamily="2" charset="-122"/>
                        </a:rPr>
                        <a:t> id $</a:t>
                      </a:r>
                    </a:p>
                  </a:txBody>
                  <a:tcPr marT="45691" marB="45691"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
                          <a:schemeClr val="folHlink"/>
                        </a:buClr>
                        <a:buSzPct val="60000"/>
                        <a:buFont typeface="Wingdings" pitchFamily="2" charset="2"/>
                        <a:buNone/>
                        <a:tabLst/>
                      </a:pPr>
                      <a:r>
                        <a:rPr kumimoji="0" lang="en-US" altLang="zh-CN" sz="2800" b="1" i="1" u="none" strike="noStrike" cap="none" normalizeH="0" baseline="0">
                          <a:ln>
                            <a:noFill/>
                          </a:ln>
                          <a:solidFill>
                            <a:schemeClr val="tx1"/>
                          </a:solidFill>
                          <a:effectLst/>
                          <a:latin typeface="Times New Roman" pitchFamily="18" charset="0"/>
                          <a:ea typeface="黑体" pitchFamily="2" charset="-122"/>
                        </a:rPr>
                        <a:t>E</a:t>
                      </a:r>
                      <a:r>
                        <a:rPr kumimoji="0" lang="en-US" altLang="zh-CN" sz="2800" b="1" i="0" u="none" strike="noStrike" cap="none" normalizeH="0" baseline="0">
                          <a:ln>
                            <a:noFill/>
                          </a:ln>
                          <a:solidFill>
                            <a:schemeClr val="tx1"/>
                          </a:solidFill>
                          <a:effectLst/>
                          <a:latin typeface="Times New Roman" pitchFamily="18" charset="0"/>
                          <a:ea typeface="黑体" pitchFamily="2" charset="-122"/>
                          <a:sym typeface="Symbol" pitchFamily="18" charset="2"/>
                        </a:rPr>
                        <a:t>+</a:t>
                      </a:r>
                      <a:r>
                        <a:rPr kumimoji="0" lang="en-US" altLang="zh-CN" sz="2800" b="1" i="1" u="none" strike="noStrike" cap="none" normalizeH="0" baseline="0">
                          <a:ln>
                            <a:noFill/>
                          </a:ln>
                          <a:solidFill>
                            <a:schemeClr val="tx1"/>
                          </a:solidFill>
                          <a:effectLst/>
                          <a:latin typeface="Times New Roman" pitchFamily="18" charset="0"/>
                          <a:ea typeface="黑体" pitchFamily="2" charset="-122"/>
                          <a:sym typeface="Symbol" pitchFamily="18" charset="2"/>
                        </a:rPr>
                        <a:t>TE</a:t>
                      </a:r>
                      <a:r>
                        <a:rPr kumimoji="0" lang="en-US" altLang="zh-CN" sz="2800" b="1" i="0" u="none" strike="noStrike" cap="none" normalizeH="0" baseline="0">
                          <a:ln>
                            <a:noFill/>
                          </a:ln>
                          <a:solidFill>
                            <a:schemeClr val="tx1"/>
                          </a:solidFill>
                          <a:effectLst/>
                          <a:latin typeface="Times New Roman" pitchFamily="18" charset="0"/>
                          <a:ea typeface="黑体" pitchFamily="2" charset="-122"/>
                          <a:sym typeface="Symbol" pitchFamily="18" charset="2"/>
                        </a:rPr>
                        <a:t></a:t>
                      </a:r>
                    </a:p>
                  </a:txBody>
                  <a:tcPr marT="45691" marB="45691" horzOverflow="overflow">
                    <a:lnL w="12700" cap="flat" cmpd="sng" algn="ctr">
                      <a:solidFill>
                        <a:schemeClr val="tx1"/>
                      </a:solidFill>
                      <a:prstDash val="solid"/>
                      <a:round/>
                      <a:headEnd type="none" w="sm" len="sm"/>
                      <a:tailEnd type="none" w="sm" len="sm"/>
                    </a:lnL>
                    <a:lnR w="28575" cap="flat" cmpd="sng" algn="ctr">
                      <a:solidFill>
                        <a:schemeClr val="tx1"/>
                      </a:solidFill>
                      <a:prstDash val="solid"/>
                      <a:round/>
                      <a:headEnd type="none" w="sm" len="sm"/>
                      <a:tailEnd type="none" w="sm" len="sm"/>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4"/>
                  </a:ext>
                </a:extLst>
              </a:tr>
              <a:tr h="518085">
                <a:tc>
                  <a:txBody>
                    <a:bodyPr/>
                    <a:lstStyle/>
                    <a:p>
                      <a:pPr marL="0" marR="0" lvl="0" indent="0" algn="l" defTabSz="914400" rtl="0" eaLnBrk="1" fontAlgn="base" latinLnBrk="0" hangingPunct="1">
                        <a:lnSpc>
                          <a:spcPct val="100000"/>
                        </a:lnSpc>
                        <a:spcBef>
                          <a:spcPct val="20000"/>
                        </a:spcBef>
                        <a:spcAft>
                          <a:spcPct val="0"/>
                        </a:spcAft>
                        <a:buClr>
                          <a:schemeClr val="folHlink"/>
                        </a:buClr>
                        <a:buSzPct val="60000"/>
                        <a:buFont typeface="Wingdings" pitchFamily="2" charset="2"/>
                        <a:buNone/>
                        <a:tabLst/>
                      </a:pPr>
                      <a:r>
                        <a:rPr kumimoji="0" lang="en-US" altLang="zh-CN" sz="2800" b="1" i="0" u="none" strike="noStrike" cap="none" normalizeH="0" baseline="0">
                          <a:ln>
                            <a:noFill/>
                          </a:ln>
                          <a:solidFill>
                            <a:schemeClr val="tx1"/>
                          </a:solidFill>
                          <a:effectLst/>
                          <a:latin typeface="Times New Roman" pitchFamily="18" charset="0"/>
                          <a:ea typeface="黑体" pitchFamily="2" charset="-122"/>
                        </a:rPr>
                        <a:t>$</a:t>
                      </a:r>
                      <a:r>
                        <a:rPr kumimoji="0" lang="en-US" altLang="zh-CN" sz="2800" b="1" i="1" u="none" strike="noStrike" cap="none" normalizeH="0" baseline="0">
                          <a:ln>
                            <a:noFill/>
                          </a:ln>
                          <a:solidFill>
                            <a:schemeClr val="tx1"/>
                          </a:solidFill>
                          <a:effectLst/>
                          <a:latin typeface="Times New Roman" pitchFamily="18" charset="0"/>
                          <a:ea typeface="黑体" pitchFamily="2" charset="-122"/>
                        </a:rPr>
                        <a:t>E </a:t>
                      </a:r>
                      <a:r>
                        <a:rPr kumimoji="0" lang="en-US" altLang="zh-CN" sz="2800" b="1" i="0" u="none" strike="noStrike" cap="none" normalizeH="0" baseline="0">
                          <a:ln>
                            <a:noFill/>
                          </a:ln>
                          <a:solidFill>
                            <a:schemeClr val="tx1"/>
                          </a:solidFill>
                          <a:effectLst/>
                          <a:latin typeface="Times New Roman" pitchFamily="18" charset="0"/>
                          <a:ea typeface="黑体" pitchFamily="2" charset="-122"/>
                          <a:sym typeface="Symbol" pitchFamily="18" charset="2"/>
                        </a:rPr>
                        <a:t></a:t>
                      </a:r>
                      <a:r>
                        <a:rPr kumimoji="0" lang="en-US" altLang="zh-CN" sz="2800" b="1" i="1" u="none" strike="noStrike" cap="none" normalizeH="0" baseline="0">
                          <a:ln>
                            <a:noFill/>
                          </a:ln>
                          <a:solidFill>
                            <a:schemeClr val="tx1"/>
                          </a:solidFill>
                          <a:effectLst/>
                          <a:latin typeface="Times New Roman" pitchFamily="18" charset="0"/>
                          <a:ea typeface="黑体" pitchFamily="2" charset="-122"/>
                          <a:sym typeface="Symbol" pitchFamily="18" charset="2"/>
                        </a:rPr>
                        <a:t>T</a:t>
                      </a:r>
                    </a:p>
                  </a:txBody>
                  <a:tcPr marT="45691" marB="45691" horzOverflow="overflow">
                    <a:lnL w="28575"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
                          <a:schemeClr val="folHlink"/>
                        </a:buClr>
                        <a:buSzPct val="60000"/>
                        <a:buFont typeface="Wingdings" pitchFamily="2" charset="2"/>
                        <a:buNone/>
                        <a:tabLst/>
                      </a:pPr>
                      <a:r>
                        <a:rPr kumimoji="0" lang="en-US" altLang="zh-CN" sz="2800" b="1" i="0" u="none" strike="noStrike" cap="none" normalizeH="0" baseline="0">
                          <a:ln>
                            <a:noFill/>
                          </a:ln>
                          <a:solidFill>
                            <a:schemeClr val="tx1"/>
                          </a:solidFill>
                          <a:effectLst/>
                          <a:latin typeface="Times New Roman" pitchFamily="18" charset="0"/>
                          <a:ea typeface="黑体" pitchFamily="2" charset="-122"/>
                        </a:rPr>
                        <a:t>                id $</a:t>
                      </a:r>
                    </a:p>
                  </a:txBody>
                  <a:tcPr marT="45691" marB="45691"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
                          <a:schemeClr val="folHlink"/>
                        </a:buClr>
                        <a:buSzPct val="60000"/>
                        <a:buFont typeface="Wingdings" pitchFamily="2" charset="2"/>
                        <a:buNone/>
                        <a:tabLst/>
                      </a:pPr>
                      <a:endParaRPr kumimoji="0" lang="zh-CN" altLang="zh-CN" sz="2800" b="0" i="0" u="none" strike="noStrike" cap="none" normalizeH="0" baseline="0">
                        <a:ln>
                          <a:noFill/>
                        </a:ln>
                        <a:solidFill>
                          <a:schemeClr val="tx2"/>
                        </a:solidFill>
                        <a:effectLst/>
                        <a:latin typeface="Times New Roman" pitchFamily="18" charset="0"/>
                        <a:ea typeface="黑体" pitchFamily="2" charset="-122"/>
                      </a:endParaRPr>
                    </a:p>
                  </a:txBody>
                  <a:tcPr marT="45691" marB="45691" horzOverflow="overflow">
                    <a:lnL w="12700" cap="flat" cmpd="sng" algn="ctr">
                      <a:solidFill>
                        <a:schemeClr val="tx1"/>
                      </a:solidFill>
                      <a:prstDash val="solid"/>
                      <a:round/>
                      <a:headEnd type="none" w="sm" len="sm"/>
                      <a:tailEnd type="none" w="sm" len="sm"/>
                    </a:lnL>
                    <a:lnR w="28575" cap="flat" cmpd="sng" algn="ctr">
                      <a:solidFill>
                        <a:schemeClr val="tx1"/>
                      </a:solidFill>
                      <a:prstDash val="solid"/>
                      <a:round/>
                      <a:headEnd type="none" w="sm" len="sm"/>
                      <a:tailEnd type="none" w="sm" len="sm"/>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5"/>
                  </a:ext>
                </a:extLst>
              </a:tr>
              <a:tr h="518085">
                <a:tc>
                  <a:txBody>
                    <a:bodyPr/>
                    <a:lstStyle/>
                    <a:p>
                      <a:pPr marL="0" marR="0" lvl="0" indent="0" algn="l" defTabSz="914400" rtl="0" eaLnBrk="1" fontAlgn="base" latinLnBrk="0" hangingPunct="1">
                        <a:lnSpc>
                          <a:spcPct val="100000"/>
                        </a:lnSpc>
                        <a:spcBef>
                          <a:spcPct val="20000"/>
                        </a:spcBef>
                        <a:spcAft>
                          <a:spcPct val="0"/>
                        </a:spcAft>
                        <a:buClr>
                          <a:schemeClr val="folHlink"/>
                        </a:buClr>
                        <a:buSzPct val="60000"/>
                        <a:buFont typeface="Wingdings" pitchFamily="2" charset="2"/>
                        <a:buNone/>
                        <a:tabLst/>
                      </a:pPr>
                      <a:r>
                        <a:rPr kumimoji="0" lang="en-US" altLang="zh-CN" sz="2800" b="1" i="0" u="none" strike="noStrike" cap="none" normalizeH="0" baseline="0">
                          <a:ln>
                            <a:noFill/>
                          </a:ln>
                          <a:solidFill>
                            <a:schemeClr val="tx1"/>
                          </a:solidFill>
                          <a:effectLst/>
                          <a:latin typeface="Times New Roman" pitchFamily="18" charset="0"/>
                          <a:ea typeface="黑体" pitchFamily="2" charset="-122"/>
                        </a:rPr>
                        <a:t>$</a:t>
                      </a:r>
                      <a:r>
                        <a:rPr kumimoji="0" lang="en-US" altLang="zh-CN" sz="2800" b="1" i="1" u="none" strike="noStrike" cap="none" normalizeH="0" baseline="0">
                          <a:ln>
                            <a:noFill/>
                          </a:ln>
                          <a:solidFill>
                            <a:schemeClr val="tx1"/>
                          </a:solidFill>
                          <a:effectLst/>
                          <a:latin typeface="Times New Roman" pitchFamily="18" charset="0"/>
                          <a:ea typeface="黑体" pitchFamily="2" charset="-122"/>
                        </a:rPr>
                        <a:t>E </a:t>
                      </a:r>
                      <a:r>
                        <a:rPr kumimoji="0" lang="en-US" altLang="zh-CN" sz="2800" b="1" i="0" u="none" strike="noStrike" cap="none" normalizeH="0" baseline="0">
                          <a:ln>
                            <a:noFill/>
                          </a:ln>
                          <a:solidFill>
                            <a:schemeClr val="tx1"/>
                          </a:solidFill>
                          <a:effectLst/>
                          <a:latin typeface="Times New Roman" pitchFamily="18" charset="0"/>
                          <a:ea typeface="黑体" pitchFamily="2" charset="-122"/>
                          <a:sym typeface="Symbol" pitchFamily="18" charset="2"/>
                        </a:rPr>
                        <a:t></a:t>
                      </a:r>
                      <a:r>
                        <a:rPr kumimoji="0" lang="en-US" altLang="zh-CN" sz="2800" b="1" i="1" u="none" strike="noStrike" cap="none" normalizeH="0" baseline="0">
                          <a:ln>
                            <a:noFill/>
                          </a:ln>
                          <a:solidFill>
                            <a:schemeClr val="tx1"/>
                          </a:solidFill>
                          <a:effectLst/>
                          <a:latin typeface="Times New Roman" pitchFamily="18" charset="0"/>
                          <a:ea typeface="黑体" pitchFamily="2" charset="-122"/>
                          <a:sym typeface="Symbol" pitchFamily="18" charset="2"/>
                        </a:rPr>
                        <a:t>T</a:t>
                      </a:r>
                      <a:r>
                        <a:rPr kumimoji="0" lang="en-US" altLang="zh-CN" sz="2800" b="1" i="1" u="none" strike="noStrike" cap="none" normalizeH="0" baseline="0">
                          <a:ln>
                            <a:noFill/>
                          </a:ln>
                          <a:solidFill>
                            <a:schemeClr val="tx1"/>
                          </a:solidFill>
                          <a:effectLst/>
                          <a:latin typeface="Times New Roman" pitchFamily="18" charset="0"/>
                          <a:ea typeface="黑体" pitchFamily="2" charset="-122"/>
                        </a:rPr>
                        <a:t> </a:t>
                      </a:r>
                      <a:r>
                        <a:rPr kumimoji="0" lang="en-US" altLang="zh-CN" sz="2800" b="1" i="0" u="none" strike="noStrike" cap="none" normalizeH="0" baseline="0">
                          <a:ln>
                            <a:noFill/>
                          </a:ln>
                          <a:solidFill>
                            <a:schemeClr val="tx1"/>
                          </a:solidFill>
                          <a:effectLst/>
                          <a:latin typeface="Times New Roman" pitchFamily="18" charset="0"/>
                          <a:ea typeface="黑体" pitchFamily="2" charset="-122"/>
                          <a:sym typeface="Symbol" pitchFamily="18" charset="2"/>
                        </a:rPr>
                        <a:t></a:t>
                      </a:r>
                      <a:r>
                        <a:rPr kumimoji="0" lang="en-US" altLang="zh-CN" sz="2800" b="1" i="1" u="none" strike="noStrike" cap="none" normalizeH="0" baseline="0">
                          <a:ln>
                            <a:noFill/>
                          </a:ln>
                          <a:solidFill>
                            <a:schemeClr val="tx1"/>
                          </a:solidFill>
                          <a:effectLst/>
                          <a:latin typeface="Times New Roman" pitchFamily="18" charset="0"/>
                          <a:ea typeface="黑体" pitchFamily="2" charset="-122"/>
                          <a:sym typeface="Symbol" pitchFamily="18" charset="2"/>
                        </a:rPr>
                        <a:t>F</a:t>
                      </a:r>
                    </a:p>
                  </a:txBody>
                  <a:tcPr marT="45691" marB="45691" horzOverflow="overflow">
                    <a:lnL w="28575"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
                          <a:schemeClr val="folHlink"/>
                        </a:buClr>
                        <a:buSzPct val="60000"/>
                        <a:buFont typeface="Wingdings" pitchFamily="2" charset="2"/>
                        <a:buNone/>
                        <a:tabLst/>
                      </a:pPr>
                      <a:r>
                        <a:rPr kumimoji="0" lang="en-US" altLang="zh-CN" sz="2800" b="1" i="0" u="none" strike="noStrike" cap="none" normalizeH="0" baseline="0">
                          <a:ln>
                            <a:noFill/>
                          </a:ln>
                          <a:solidFill>
                            <a:schemeClr val="tx1"/>
                          </a:solidFill>
                          <a:effectLst/>
                          <a:latin typeface="Times New Roman" pitchFamily="18" charset="0"/>
                          <a:ea typeface="黑体" pitchFamily="2" charset="-122"/>
                        </a:rPr>
                        <a:t>                id $</a:t>
                      </a:r>
                    </a:p>
                  </a:txBody>
                  <a:tcPr marT="45691" marB="45691"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
                          <a:schemeClr val="folHlink"/>
                        </a:buClr>
                        <a:buSzPct val="60000"/>
                        <a:buFont typeface="Wingdings" pitchFamily="2" charset="2"/>
                        <a:buNone/>
                        <a:tabLst/>
                      </a:pPr>
                      <a:r>
                        <a:rPr kumimoji="0" lang="en-US" altLang="zh-CN" sz="2800" b="1" i="1" u="none" strike="noStrike" cap="none" normalizeH="0" baseline="0">
                          <a:ln>
                            <a:noFill/>
                          </a:ln>
                          <a:solidFill>
                            <a:schemeClr val="tx1"/>
                          </a:solidFill>
                          <a:effectLst/>
                          <a:latin typeface="Times New Roman" pitchFamily="18" charset="0"/>
                          <a:ea typeface="黑体" pitchFamily="2" charset="-122"/>
                        </a:rPr>
                        <a:t>T</a:t>
                      </a:r>
                      <a:r>
                        <a:rPr kumimoji="0" lang="en-US" altLang="zh-CN" sz="2800" b="1" i="0" u="none" strike="noStrike" cap="none" normalizeH="0" baseline="0">
                          <a:ln>
                            <a:noFill/>
                          </a:ln>
                          <a:solidFill>
                            <a:schemeClr val="tx1"/>
                          </a:solidFill>
                          <a:effectLst/>
                          <a:latin typeface="Times New Roman" pitchFamily="18" charset="0"/>
                          <a:ea typeface="黑体" pitchFamily="2" charset="-122"/>
                          <a:sym typeface="Symbol" pitchFamily="18" charset="2"/>
                        </a:rPr>
                        <a:t></a:t>
                      </a:r>
                      <a:r>
                        <a:rPr kumimoji="0" lang="en-US" altLang="zh-CN" sz="2800" b="1" i="1" u="none" strike="noStrike" cap="none" normalizeH="0" baseline="0">
                          <a:ln>
                            <a:noFill/>
                          </a:ln>
                          <a:solidFill>
                            <a:schemeClr val="tx1"/>
                          </a:solidFill>
                          <a:effectLst/>
                          <a:latin typeface="Times New Roman" pitchFamily="18" charset="0"/>
                          <a:ea typeface="黑体" pitchFamily="2" charset="-122"/>
                          <a:sym typeface="Symbol" pitchFamily="18" charset="2"/>
                        </a:rPr>
                        <a:t>FT</a:t>
                      </a:r>
                      <a:r>
                        <a:rPr kumimoji="0" lang="en-US" altLang="zh-CN" sz="2800" b="1" i="0" u="none" strike="noStrike" cap="none" normalizeH="0" baseline="0">
                          <a:ln>
                            <a:noFill/>
                          </a:ln>
                          <a:solidFill>
                            <a:schemeClr val="tx1"/>
                          </a:solidFill>
                          <a:effectLst/>
                          <a:latin typeface="Times New Roman" pitchFamily="18" charset="0"/>
                          <a:ea typeface="黑体" pitchFamily="2" charset="-122"/>
                          <a:sym typeface="Symbol" pitchFamily="18" charset="2"/>
                        </a:rPr>
                        <a:t></a:t>
                      </a:r>
                      <a:endParaRPr kumimoji="0" lang="en-US" altLang="zh-CN" sz="2800" b="0" i="0" u="none" strike="noStrike" cap="none" normalizeH="0" baseline="0">
                        <a:ln>
                          <a:noFill/>
                        </a:ln>
                        <a:solidFill>
                          <a:schemeClr val="tx2"/>
                        </a:solidFill>
                        <a:effectLst/>
                        <a:latin typeface="Times New Roman" pitchFamily="18" charset="0"/>
                        <a:ea typeface="黑体" pitchFamily="2" charset="-122"/>
                      </a:endParaRPr>
                    </a:p>
                  </a:txBody>
                  <a:tcPr marT="45691" marB="45691" horzOverflow="overflow">
                    <a:lnL w="12700" cap="flat" cmpd="sng" algn="ctr">
                      <a:solidFill>
                        <a:schemeClr val="tx1"/>
                      </a:solidFill>
                      <a:prstDash val="solid"/>
                      <a:round/>
                      <a:headEnd type="none" w="sm" len="sm"/>
                      <a:tailEnd type="none" w="sm" len="sm"/>
                    </a:lnL>
                    <a:lnR w="28575" cap="flat" cmpd="sng" algn="ctr">
                      <a:solidFill>
                        <a:schemeClr val="tx1"/>
                      </a:solidFill>
                      <a:prstDash val="solid"/>
                      <a:round/>
                      <a:headEnd type="none" w="sm" len="sm"/>
                      <a:tailEnd type="none" w="sm" len="sm"/>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6"/>
                  </a:ext>
                </a:extLst>
              </a:tr>
              <a:tr h="518085">
                <a:tc>
                  <a:txBody>
                    <a:bodyPr/>
                    <a:lstStyle/>
                    <a:p>
                      <a:pPr marL="0" marR="0" lvl="0" indent="0" algn="l" defTabSz="914400" rtl="0" eaLnBrk="1" fontAlgn="base" latinLnBrk="0" hangingPunct="1">
                        <a:lnSpc>
                          <a:spcPct val="100000"/>
                        </a:lnSpc>
                        <a:spcBef>
                          <a:spcPct val="20000"/>
                        </a:spcBef>
                        <a:spcAft>
                          <a:spcPct val="0"/>
                        </a:spcAft>
                        <a:buClr>
                          <a:schemeClr val="folHlink"/>
                        </a:buClr>
                        <a:buSzPct val="60000"/>
                        <a:buFont typeface="Wingdings" pitchFamily="2" charset="2"/>
                        <a:buNone/>
                        <a:tabLst/>
                      </a:pPr>
                      <a:endParaRPr kumimoji="0" lang="zh-CN" altLang="zh-CN" sz="2800" b="1" i="0" u="none" strike="noStrike" cap="none" normalizeH="0" baseline="0">
                        <a:ln>
                          <a:noFill/>
                        </a:ln>
                        <a:solidFill>
                          <a:schemeClr val="tx1"/>
                        </a:solidFill>
                        <a:effectLst/>
                        <a:latin typeface="Times New Roman" pitchFamily="18" charset="0"/>
                        <a:ea typeface="黑体" pitchFamily="2" charset="-122"/>
                        <a:sym typeface="Symbol" pitchFamily="18" charset="2"/>
                      </a:endParaRPr>
                    </a:p>
                  </a:txBody>
                  <a:tcPr marT="45691" marB="45691" horzOverflow="overflow">
                    <a:lnL w="28575"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sm" len="sm"/>
                      <a:tailEnd type="none" w="sm" len="sm"/>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
                          <a:schemeClr val="folHlink"/>
                        </a:buClr>
                        <a:buSzPct val="60000"/>
                        <a:buFont typeface="Wingdings" pitchFamily="2" charset="2"/>
                        <a:buNone/>
                        <a:tabLst/>
                      </a:pPr>
                      <a:endParaRPr kumimoji="0" lang="zh-CN" altLang="zh-CN" sz="2800" b="1" i="0" u="none" strike="noStrike" cap="none" normalizeH="0" baseline="0">
                        <a:ln>
                          <a:noFill/>
                        </a:ln>
                        <a:solidFill>
                          <a:schemeClr val="tx1"/>
                        </a:solidFill>
                        <a:effectLst/>
                        <a:latin typeface="Times New Roman" pitchFamily="18" charset="0"/>
                        <a:ea typeface="黑体" pitchFamily="2" charset="-122"/>
                      </a:endParaRPr>
                    </a:p>
                  </a:txBody>
                  <a:tcPr marT="45691" marB="45691"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sm" len="sm"/>
                      <a:tailEnd type="none" w="sm" len="sm"/>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
                          <a:schemeClr val="folHlink"/>
                        </a:buClr>
                        <a:buSzPct val="60000"/>
                        <a:buFont typeface="Wingdings" pitchFamily="2" charset="2"/>
                        <a:buNone/>
                        <a:tabLst/>
                      </a:pPr>
                      <a:endParaRPr kumimoji="0" lang="zh-CN" altLang="zh-CN" sz="2800" b="1" i="0" u="none" strike="noStrike" cap="none" normalizeH="0" baseline="0" dirty="0">
                        <a:ln>
                          <a:noFill/>
                        </a:ln>
                        <a:solidFill>
                          <a:schemeClr val="tx1"/>
                        </a:solidFill>
                        <a:effectLst/>
                        <a:latin typeface="Times New Roman" pitchFamily="18" charset="0"/>
                        <a:ea typeface="黑体" pitchFamily="2" charset="-122"/>
                        <a:sym typeface="Symbol" pitchFamily="18" charset="2"/>
                      </a:endParaRPr>
                    </a:p>
                  </a:txBody>
                  <a:tcPr marT="45691" marB="45691" horzOverflow="overflow">
                    <a:lnL w="12700" cap="flat" cmpd="sng" algn="ctr">
                      <a:solidFill>
                        <a:schemeClr val="tx1"/>
                      </a:solidFill>
                      <a:prstDash val="solid"/>
                      <a:round/>
                      <a:headEnd type="none" w="sm" len="sm"/>
                      <a:tailEnd type="none" w="sm" len="sm"/>
                    </a:lnL>
                    <a:lnR w="28575" cap="flat" cmpd="sng" algn="ctr">
                      <a:solidFill>
                        <a:schemeClr val="tx1"/>
                      </a:solidFill>
                      <a:prstDash val="solid"/>
                      <a:round/>
                      <a:headEnd type="none" w="sm" len="sm"/>
                      <a:tailEnd type="none" w="sm" len="sm"/>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sm" len="sm"/>
                      <a:tailEnd type="none" w="sm" len="sm"/>
                    </a:lnB>
                    <a:lnTlToBr>
                      <a:noFill/>
                    </a:lnTlToBr>
                    <a:lnBlToTr>
                      <a:noFill/>
                    </a:lnBlToTr>
                    <a:noFill/>
                  </a:tcPr>
                </a:tc>
                <a:extLst>
                  <a:ext uri="{0D108BD9-81ED-4DB2-BD59-A6C34878D82A}">
                    <a16:rowId xmlns:a16="http://schemas.microsoft.com/office/drawing/2014/main" val="10007"/>
                  </a:ext>
                </a:extLst>
              </a:tr>
            </a:tbl>
          </a:graphicData>
        </a:graphic>
      </p:graphicFrame>
      <p:sp>
        <p:nvSpPr>
          <p:cNvPr id="2" name="日期占位符 1">
            <a:extLst>
              <a:ext uri="{FF2B5EF4-FFF2-40B4-BE49-F238E27FC236}">
                <a16:creationId xmlns:a16="http://schemas.microsoft.com/office/drawing/2014/main" id="{F6F6085E-9D89-5A90-BA38-55F8FAD0CC9B}"/>
              </a:ext>
            </a:extLst>
          </p:cNvPr>
          <p:cNvSpPr>
            <a:spLocks noGrp="1"/>
          </p:cNvSpPr>
          <p:nvPr>
            <p:ph type="dt" sz="half" idx="10"/>
          </p:nvPr>
        </p:nvSpPr>
        <p:spPr/>
        <p:txBody>
          <a:bodyPr/>
          <a:lstStyle/>
          <a:p>
            <a:fld id="{B8632F27-09A7-4C39-9A92-9E723C7BD640}" type="datetime2">
              <a:rPr lang="zh-CN" altLang="en-US" smtClean="0"/>
              <a:pPr/>
              <a:t>2025年11月26日</a:t>
            </a:fld>
            <a:endParaRPr lang="zh-CN" altLang="en-US"/>
          </a:p>
        </p:txBody>
      </p:sp>
      <p:sp>
        <p:nvSpPr>
          <p:cNvPr id="3" name="页脚占位符 2">
            <a:extLst>
              <a:ext uri="{FF2B5EF4-FFF2-40B4-BE49-F238E27FC236}">
                <a16:creationId xmlns:a16="http://schemas.microsoft.com/office/drawing/2014/main" id="{B1F36249-3F06-5F6E-01D1-4C91D7876225}"/>
              </a:ext>
            </a:extLst>
          </p:cNvPr>
          <p:cNvSpPr>
            <a:spLocks noGrp="1"/>
          </p:cNvSpPr>
          <p:nvPr>
            <p:ph type="ftr" sz="quarter" idx="11"/>
          </p:nvPr>
        </p:nvSpPr>
        <p:spPr/>
        <p:txBody>
          <a:bodyPr/>
          <a:lstStyle/>
          <a:p>
            <a:r>
              <a:rPr lang="zh-CN" altLang="en-US"/>
              <a:t>编译原理</a:t>
            </a:r>
            <a:r>
              <a:rPr lang="en-US" altLang="zh-CN"/>
              <a:t>-</a:t>
            </a:r>
            <a:r>
              <a:rPr lang="zh-CN" altLang="en-US"/>
              <a:t>王欣捷</a:t>
            </a:r>
            <a:r>
              <a:rPr lang="en-US" altLang="zh-CN"/>
              <a:t>-</a:t>
            </a:r>
            <a:r>
              <a:rPr lang="zh-CN" altLang="en-US"/>
              <a:t>第三章 语法分析</a:t>
            </a:r>
            <a:r>
              <a:rPr lang="en-US" altLang="zh-CN"/>
              <a:t>(4)</a:t>
            </a:r>
            <a:endParaRPr lang="zh-CN" altLang="en-US"/>
          </a:p>
        </p:txBody>
      </p:sp>
      <p:sp>
        <p:nvSpPr>
          <p:cNvPr id="4" name="灯片编号占位符 3">
            <a:extLst>
              <a:ext uri="{FF2B5EF4-FFF2-40B4-BE49-F238E27FC236}">
                <a16:creationId xmlns:a16="http://schemas.microsoft.com/office/drawing/2014/main" id="{094F6547-3406-12D2-8F07-793D98072DF4}"/>
              </a:ext>
            </a:extLst>
          </p:cNvPr>
          <p:cNvSpPr>
            <a:spLocks noGrp="1"/>
          </p:cNvSpPr>
          <p:nvPr>
            <p:ph type="sldNum" sz="quarter" idx="12"/>
          </p:nvPr>
        </p:nvSpPr>
        <p:spPr/>
        <p:txBody>
          <a:bodyPr/>
          <a:lstStyle/>
          <a:p>
            <a:fld id="{094DEB03-EFC6-4C20-8FC8-295189A5386F}" type="slidenum">
              <a:rPr lang="zh-CN" altLang="en-US" smtClean="0"/>
              <a:pPr/>
              <a:t>105</a:t>
            </a:fld>
            <a:endParaRPr lang="zh-CN" altLang="en-US"/>
          </a:p>
        </p:txBody>
      </p:sp>
    </p:spTree>
  </p:cSld>
  <p:clrMapOvr>
    <a:masterClrMapping/>
  </p:clrMapOvr>
</p:sld>
</file>

<file path=ppt/slides/slide10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4690" name="Rectangle 2">
            <a:extLst>
              <a:ext uri="{FF2B5EF4-FFF2-40B4-BE49-F238E27FC236}">
                <a16:creationId xmlns:a16="http://schemas.microsoft.com/office/drawing/2014/main" id="{D4F85BD1-D583-4C18-9CE0-FAB07E9BBEA2}"/>
              </a:ext>
            </a:extLst>
          </p:cNvPr>
          <p:cNvSpPr>
            <a:spLocks noGrp="1" noChangeArrowheads="1"/>
          </p:cNvSpPr>
          <p:nvPr>
            <p:ph type="title"/>
          </p:nvPr>
        </p:nvSpPr>
        <p:spPr/>
        <p:txBody>
          <a:bodyPr/>
          <a:lstStyle/>
          <a:p>
            <a:pPr eaLnBrk="1" hangingPunct="1"/>
            <a:r>
              <a:rPr lang="en-US" altLang="zh-CN" sz="4000"/>
              <a:t>3.3.6 </a:t>
            </a:r>
            <a:r>
              <a:rPr lang="zh-CN" altLang="en-US" sz="4000"/>
              <a:t>预测分析的错误恢复</a:t>
            </a:r>
          </a:p>
        </p:txBody>
      </p:sp>
      <p:sp>
        <p:nvSpPr>
          <p:cNvPr id="114691" name="Rectangle 3">
            <a:extLst>
              <a:ext uri="{FF2B5EF4-FFF2-40B4-BE49-F238E27FC236}">
                <a16:creationId xmlns:a16="http://schemas.microsoft.com/office/drawing/2014/main" id="{C2171643-CD6F-49C0-8FD4-ED903E3AB71D}"/>
              </a:ext>
            </a:extLst>
          </p:cNvPr>
          <p:cNvSpPr>
            <a:spLocks noGrp="1" noChangeArrowheads="1"/>
          </p:cNvSpPr>
          <p:nvPr>
            <p:ph idx="1"/>
          </p:nvPr>
        </p:nvSpPr>
        <p:spPr/>
        <p:txBody>
          <a:bodyPr/>
          <a:lstStyle/>
          <a:p>
            <a:pPr eaLnBrk="1" hangingPunct="1">
              <a:lnSpc>
                <a:spcPct val="90000"/>
              </a:lnSpc>
              <a:buFont typeface="Wingdings" panose="05000000000000000000" pitchFamily="2" charset="2"/>
              <a:buNone/>
            </a:pPr>
            <a:r>
              <a:rPr lang="zh-CN" altLang="en-US" sz="2800"/>
              <a:t>预测分析器对 </a:t>
            </a:r>
            <a:r>
              <a:rPr lang="en-US" altLang="zh-CN" sz="2800" b="1"/>
              <a:t>+id * +id</a:t>
            </a:r>
            <a:r>
              <a:rPr lang="en-US" altLang="zh-CN" sz="2800"/>
              <a:t> </a:t>
            </a:r>
            <a:r>
              <a:rPr lang="zh-CN" altLang="en-US" sz="2800"/>
              <a:t>的分析和错误恢复</a:t>
            </a:r>
          </a:p>
        </p:txBody>
      </p:sp>
      <p:graphicFrame>
        <p:nvGraphicFramePr>
          <p:cNvPr id="7" name="Group 4">
            <a:extLst>
              <a:ext uri="{FF2B5EF4-FFF2-40B4-BE49-F238E27FC236}">
                <a16:creationId xmlns:a16="http://schemas.microsoft.com/office/drawing/2014/main" id="{B2AB7130-8AF3-44DB-8809-6DDB7512BF60}"/>
              </a:ext>
            </a:extLst>
          </p:cNvPr>
          <p:cNvGraphicFramePr>
            <a:graphicFrameLocks/>
          </p:cNvGraphicFramePr>
          <p:nvPr>
            <p:extLst>
              <p:ext uri="{D42A27DB-BD31-4B8C-83A1-F6EECF244321}">
                <p14:modId xmlns:p14="http://schemas.microsoft.com/office/powerpoint/2010/main" val="4056660681"/>
              </p:ext>
            </p:extLst>
          </p:nvPr>
        </p:nvGraphicFramePr>
        <p:xfrm>
          <a:off x="533400" y="1981200"/>
          <a:ext cx="8305800" cy="4937296"/>
        </p:xfrm>
        <a:graphic>
          <a:graphicData uri="http://schemas.openxmlformats.org/drawingml/2006/table">
            <a:tbl>
              <a:tblPr/>
              <a:tblGrid>
                <a:gridCol w="2690813">
                  <a:extLst>
                    <a:ext uri="{9D8B030D-6E8A-4147-A177-3AD203B41FA5}">
                      <a16:colId xmlns:a16="http://schemas.microsoft.com/office/drawing/2014/main" val="20000"/>
                    </a:ext>
                  </a:extLst>
                </a:gridCol>
                <a:gridCol w="2808287">
                  <a:extLst>
                    <a:ext uri="{9D8B030D-6E8A-4147-A177-3AD203B41FA5}">
                      <a16:colId xmlns:a16="http://schemas.microsoft.com/office/drawing/2014/main" val="20001"/>
                    </a:ext>
                  </a:extLst>
                </a:gridCol>
                <a:gridCol w="2806700">
                  <a:extLst>
                    <a:ext uri="{9D8B030D-6E8A-4147-A177-3AD203B41FA5}">
                      <a16:colId xmlns:a16="http://schemas.microsoft.com/office/drawing/2014/main" val="20002"/>
                    </a:ext>
                  </a:extLst>
                </a:gridCol>
              </a:tblGrid>
              <a:tr h="518085">
                <a:tc>
                  <a:txBody>
                    <a:body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itchFamily="2" charset="2"/>
                        <a:buNone/>
                        <a:tabLst/>
                      </a:pPr>
                      <a:r>
                        <a:rPr kumimoji="0" lang="zh-CN" altLang="en-US" sz="2800" b="0" i="0" u="none" strike="noStrike" cap="none" normalizeH="0" baseline="0">
                          <a:ln>
                            <a:noFill/>
                          </a:ln>
                          <a:solidFill>
                            <a:schemeClr val="tx1"/>
                          </a:solidFill>
                          <a:effectLst/>
                          <a:latin typeface="Times New Roman" pitchFamily="18" charset="0"/>
                          <a:ea typeface="黑体" pitchFamily="2" charset="-122"/>
                        </a:rPr>
                        <a:t>栈 </a:t>
                      </a:r>
                    </a:p>
                  </a:txBody>
                  <a:tcPr marT="45691" marB="45691" horzOverflow="overflow">
                    <a:lnL w="28575"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28575"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a:txBody>
                    <a:body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itchFamily="2" charset="2"/>
                        <a:buNone/>
                        <a:tabLst/>
                      </a:pPr>
                      <a:r>
                        <a:rPr kumimoji="0" lang="zh-CN" altLang="en-US" sz="2800" b="0" i="0" u="none" strike="noStrike" cap="none" normalizeH="0" baseline="0">
                          <a:ln>
                            <a:noFill/>
                          </a:ln>
                          <a:solidFill>
                            <a:schemeClr val="tx1"/>
                          </a:solidFill>
                          <a:effectLst/>
                          <a:latin typeface="Times New Roman" pitchFamily="18" charset="0"/>
                          <a:ea typeface="黑体" pitchFamily="2" charset="-122"/>
                        </a:rPr>
                        <a:t>输    入 </a:t>
                      </a:r>
                    </a:p>
                  </a:txBody>
                  <a:tcPr marT="45691" marB="45691"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28575"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a:txBody>
                    <a:body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itchFamily="2" charset="2"/>
                        <a:buNone/>
                        <a:tabLst/>
                      </a:pPr>
                      <a:r>
                        <a:rPr kumimoji="0" lang="zh-CN" altLang="en-US" sz="2800" b="0" i="0" u="none" strike="noStrike" cap="none" normalizeH="0" baseline="0">
                          <a:ln>
                            <a:noFill/>
                          </a:ln>
                          <a:solidFill>
                            <a:schemeClr val="tx1"/>
                          </a:solidFill>
                          <a:effectLst/>
                          <a:latin typeface="Times New Roman" pitchFamily="18" charset="0"/>
                          <a:ea typeface="黑体" pitchFamily="2" charset="-122"/>
                        </a:rPr>
                        <a:t>输    出 </a:t>
                      </a:r>
                    </a:p>
                  </a:txBody>
                  <a:tcPr marT="45691" marB="45691" horzOverflow="overflow">
                    <a:lnL w="12700" cap="flat" cmpd="sng" algn="ctr">
                      <a:solidFill>
                        <a:schemeClr val="tx1"/>
                      </a:solidFill>
                      <a:prstDash val="solid"/>
                      <a:round/>
                      <a:headEnd type="none" w="sm" len="sm"/>
                      <a:tailEnd type="none" w="sm" len="sm"/>
                    </a:lnL>
                    <a:lnR w="28575" cap="flat" cmpd="sng" algn="ctr">
                      <a:solidFill>
                        <a:schemeClr val="tx1"/>
                      </a:solidFill>
                      <a:prstDash val="solid"/>
                      <a:round/>
                      <a:headEnd type="none" w="sm" len="sm"/>
                      <a:tailEnd type="none" w="sm" len="sm"/>
                    </a:lnR>
                    <a:lnT w="28575"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extLst>
                  <a:ext uri="{0D108BD9-81ED-4DB2-BD59-A6C34878D82A}">
                    <a16:rowId xmlns:a16="http://schemas.microsoft.com/office/drawing/2014/main" val="10000"/>
                  </a:ext>
                </a:extLst>
              </a:tr>
              <a:tr h="1310532">
                <a:tc>
                  <a:txBody>
                    <a:bodyPr/>
                    <a:lstStyle/>
                    <a:p>
                      <a:pPr marL="0" marR="0" lvl="0" indent="0" algn="l" defTabSz="914400" rtl="0" eaLnBrk="1" fontAlgn="base" latinLnBrk="0" hangingPunct="1">
                        <a:lnSpc>
                          <a:spcPct val="100000"/>
                        </a:lnSpc>
                        <a:spcBef>
                          <a:spcPct val="20000"/>
                        </a:spcBef>
                        <a:spcAft>
                          <a:spcPct val="0"/>
                        </a:spcAft>
                        <a:buClr>
                          <a:schemeClr val="folHlink"/>
                        </a:buClr>
                        <a:buSzPct val="60000"/>
                        <a:buFont typeface="Wingdings" pitchFamily="2" charset="2"/>
                        <a:buNone/>
                        <a:tabLst/>
                      </a:pPr>
                      <a:r>
                        <a:rPr kumimoji="0" lang="en-US" altLang="zh-CN" sz="2800" b="1" i="0" u="none" strike="noStrike" cap="none" normalizeH="0" baseline="0">
                          <a:ln>
                            <a:noFill/>
                          </a:ln>
                          <a:solidFill>
                            <a:schemeClr val="tx1"/>
                          </a:solidFill>
                          <a:effectLst/>
                          <a:latin typeface="Times New Roman" pitchFamily="18" charset="0"/>
                          <a:ea typeface="黑体" pitchFamily="2" charset="-122"/>
                        </a:rPr>
                        <a:t>$</a:t>
                      </a:r>
                      <a:r>
                        <a:rPr kumimoji="0" lang="en-US" altLang="zh-CN" sz="2800" b="1" i="1" u="none" strike="noStrike" cap="none" normalizeH="0" baseline="0">
                          <a:ln>
                            <a:noFill/>
                          </a:ln>
                          <a:solidFill>
                            <a:schemeClr val="tx1"/>
                          </a:solidFill>
                          <a:effectLst/>
                          <a:latin typeface="Times New Roman" pitchFamily="18" charset="0"/>
                          <a:ea typeface="黑体" pitchFamily="2" charset="-122"/>
                        </a:rPr>
                        <a:t>E </a:t>
                      </a:r>
                      <a:r>
                        <a:rPr kumimoji="0" lang="en-US" altLang="zh-CN" sz="2800" b="1" i="0" u="none" strike="noStrike" cap="none" normalizeH="0" baseline="0">
                          <a:ln>
                            <a:noFill/>
                          </a:ln>
                          <a:solidFill>
                            <a:schemeClr val="tx1"/>
                          </a:solidFill>
                          <a:effectLst/>
                          <a:latin typeface="Times New Roman" pitchFamily="18" charset="0"/>
                          <a:ea typeface="黑体" pitchFamily="2" charset="-122"/>
                          <a:sym typeface="Symbol" pitchFamily="18" charset="2"/>
                        </a:rPr>
                        <a:t></a:t>
                      </a:r>
                      <a:r>
                        <a:rPr kumimoji="0" lang="en-US" altLang="zh-CN" sz="2800" b="1" i="1" u="none" strike="noStrike" cap="none" normalizeH="0" baseline="0">
                          <a:ln>
                            <a:noFill/>
                          </a:ln>
                          <a:solidFill>
                            <a:schemeClr val="tx1"/>
                          </a:solidFill>
                          <a:effectLst/>
                          <a:latin typeface="Times New Roman" pitchFamily="18" charset="0"/>
                          <a:ea typeface="黑体" pitchFamily="2" charset="-122"/>
                          <a:sym typeface="Symbol" pitchFamily="18" charset="2"/>
                        </a:rPr>
                        <a:t>T</a:t>
                      </a:r>
                      <a:r>
                        <a:rPr kumimoji="0" lang="en-US" altLang="zh-CN" sz="2800" b="1" i="1" u="none" strike="noStrike" cap="none" normalizeH="0" baseline="0">
                          <a:ln>
                            <a:noFill/>
                          </a:ln>
                          <a:solidFill>
                            <a:schemeClr val="tx1"/>
                          </a:solidFill>
                          <a:effectLst/>
                          <a:latin typeface="Times New Roman" pitchFamily="18" charset="0"/>
                          <a:ea typeface="黑体" pitchFamily="2" charset="-122"/>
                        </a:rPr>
                        <a:t> </a:t>
                      </a:r>
                      <a:r>
                        <a:rPr kumimoji="0" lang="en-US" altLang="zh-CN" sz="2800" b="1" i="0" u="none" strike="noStrike" cap="none" normalizeH="0" baseline="0">
                          <a:ln>
                            <a:noFill/>
                          </a:ln>
                          <a:solidFill>
                            <a:schemeClr val="tx1"/>
                          </a:solidFill>
                          <a:effectLst/>
                          <a:latin typeface="Times New Roman" pitchFamily="18" charset="0"/>
                          <a:ea typeface="黑体" pitchFamily="2" charset="-122"/>
                          <a:sym typeface="Symbol" pitchFamily="18" charset="2"/>
                        </a:rPr>
                        <a:t></a:t>
                      </a:r>
                      <a:r>
                        <a:rPr kumimoji="0" lang="en-US" altLang="zh-CN" sz="2800" b="1" i="1" u="none" strike="noStrike" cap="none" normalizeH="0" baseline="0">
                          <a:ln>
                            <a:noFill/>
                          </a:ln>
                          <a:solidFill>
                            <a:schemeClr val="tx1"/>
                          </a:solidFill>
                          <a:effectLst/>
                          <a:latin typeface="Times New Roman" pitchFamily="18" charset="0"/>
                          <a:ea typeface="黑体" pitchFamily="2" charset="-122"/>
                          <a:sym typeface="Symbol" pitchFamily="18" charset="2"/>
                        </a:rPr>
                        <a:t>F</a:t>
                      </a:r>
                    </a:p>
                  </a:txBody>
                  <a:tcPr marT="45691" marB="45691" horzOverflow="overflow">
                    <a:lnL w="28575"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
                          <a:schemeClr val="folHlink"/>
                        </a:buClr>
                        <a:buSzPct val="60000"/>
                        <a:buFont typeface="Wingdings" pitchFamily="2" charset="2"/>
                        <a:buNone/>
                        <a:tabLst/>
                      </a:pPr>
                      <a:r>
                        <a:rPr kumimoji="0" lang="en-US" altLang="zh-CN" sz="2800" b="1" i="0" u="none" strike="noStrike" cap="none" normalizeH="0" baseline="0">
                          <a:ln>
                            <a:noFill/>
                          </a:ln>
                          <a:solidFill>
                            <a:schemeClr val="tx1"/>
                          </a:solidFill>
                          <a:effectLst/>
                          <a:latin typeface="Times New Roman" pitchFamily="18" charset="0"/>
                          <a:ea typeface="黑体" pitchFamily="2" charset="-122"/>
                          <a:cs typeface="Times New Roman" pitchFamily="18" charset="0"/>
                          <a:sym typeface="Symbol" pitchFamily="18" charset="2"/>
                        </a:rPr>
                        <a:t>             +</a:t>
                      </a:r>
                      <a:r>
                        <a:rPr kumimoji="0" lang="en-US" altLang="zh-CN" sz="2800" b="1" i="0" u="none" strike="noStrike" cap="none" normalizeH="0" baseline="0">
                          <a:ln>
                            <a:noFill/>
                          </a:ln>
                          <a:solidFill>
                            <a:schemeClr val="tx1"/>
                          </a:solidFill>
                          <a:effectLst/>
                          <a:latin typeface="Times New Roman" pitchFamily="18" charset="0"/>
                          <a:ea typeface="黑体" pitchFamily="2" charset="-122"/>
                        </a:rPr>
                        <a:t> id $</a:t>
                      </a:r>
                    </a:p>
                  </a:txBody>
                  <a:tcPr marT="45691" marB="45691"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
                          <a:schemeClr val="folHlink"/>
                        </a:buClr>
                        <a:buSzPct val="60000"/>
                        <a:buFont typeface="Wingdings" pitchFamily="2" charset="2"/>
                        <a:buNone/>
                        <a:tabLst/>
                      </a:pPr>
                      <a:r>
                        <a:rPr kumimoji="0" lang="zh-CN" altLang="en-US" sz="2000" b="0" i="0" u="none" strike="noStrike" cap="none" normalizeH="0" baseline="0">
                          <a:ln>
                            <a:noFill/>
                          </a:ln>
                          <a:solidFill>
                            <a:schemeClr val="accent2"/>
                          </a:solidFill>
                          <a:effectLst/>
                          <a:latin typeface="Times New Roman" pitchFamily="18" charset="0"/>
                          <a:ea typeface="黑体" pitchFamily="2" charset="-122"/>
                        </a:rPr>
                        <a:t>出错：“</a:t>
                      </a:r>
                      <a:r>
                        <a:rPr kumimoji="0" lang="en-US" altLang="zh-CN" sz="2000" b="1" i="0" u="none" strike="noStrike" cap="none" normalizeH="0" baseline="0">
                          <a:ln>
                            <a:noFill/>
                          </a:ln>
                          <a:solidFill>
                            <a:schemeClr val="accent2"/>
                          </a:solidFill>
                          <a:effectLst/>
                          <a:latin typeface="Times New Roman" pitchFamily="18" charset="0"/>
                          <a:ea typeface="黑体" pitchFamily="2" charset="-122"/>
                        </a:rPr>
                        <a:t>+</a:t>
                      </a:r>
                      <a:r>
                        <a:rPr kumimoji="0" lang="en-US" altLang="zh-CN" sz="2000" b="0" i="0" u="none" strike="noStrike" cap="none" normalizeH="0" baseline="0">
                          <a:ln>
                            <a:noFill/>
                          </a:ln>
                          <a:solidFill>
                            <a:schemeClr val="accent2"/>
                          </a:solidFill>
                          <a:effectLst/>
                          <a:latin typeface="Times New Roman" pitchFamily="18" charset="0"/>
                          <a:ea typeface="黑体" pitchFamily="2" charset="-122"/>
                        </a:rPr>
                        <a:t>”</a:t>
                      </a:r>
                      <a:r>
                        <a:rPr kumimoji="0" lang="zh-CN" altLang="en-US" sz="2000" b="0" i="0" u="none" strike="noStrike" cap="none" normalizeH="0" baseline="0">
                          <a:ln>
                            <a:noFill/>
                          </a:ln>
                          <a:solidFill>
                            <a:schemeClr val="accent2"/>
                          </a:solidFill>
                          <a:effectLst/>
                          <a:latin typeface="Times New Roman" pitchFamily="18" charset="0"/>
                          <a:ea typeface="黑体" pitchFamily="2" charset="-122"/>
                        </a:rPr>
                        <a:t>在</a:t>
                      </a:r>
                      <a:r>
                        <a:rPr kumimoji="0" lang="en-US" altLang="zh-CN" sz="2000" b="1" i="1" u="none" strike="noStrike" cap="none" normalizeH="0" baseline="0">
                          <a:ln>
                            <a:noFill/>
                          </a:ln>
                          <a:solidFill>
                            <a:schemeClr val="accent2"/>
                          </a:solidFill>
                          <a:effectLst/>
                          <a:latin typeface="Times New Roman" pitchFamily="18" charset="0"/>
                          <a:ea typeface="黑体" pitchFamily="2" charset="-122"/>
                        </a:rPr>
                        <a:t>F</a:t>
                      </a:r>
                      <a:r>
                        <a:rPr kumimoji="0" lang="zh-CN" altLang="en-US" sz="2000" b="0" i="0" u="none" strike="noStrike" cap="none" normalizeH="0" baseline="0">
                          <a:ln>
                            <a:noFill/>
                          </a:ln>
                          <a:solidFill>
                            <a:schemeClr val="accent2"/>
                          </a:solidFill>
                          <a:effectLst/>
                          <a:latin typeface="Times New Roman" pitchFamily="18" charset="0"/>
                          <a:ea typeface="黑体" pitchFamily="2" charset="-122"/>
                        </a:rPr>
                        <a:t>的</a:t>
                      </a:r>
                      <a:r>
                        <a:rPr kumimoji="0" lang="en-US" altLang="zh-CN" sz="2000" b="1" i="0" u="none" strike="noStrike" cap="none" normalizeH="0" baseline="0">
                          <a:ln>
                            <a:noFill/>
                          </a:ln>
                          <a:solidFill>
                            <a:schemeClr val="accent2"/>
                          </a:solidFill>
                          <a:effectLst/>
                          <a:latin typeface="Times New Roman" pitchFamily="18" charset="0"/>
                          <a:ea typeface="黑体" pitchFamily="2" charset="-122"/>
                        </a:rPr>
                        <a:t>Follow</a:t>
                      </a:r>
                      <a:r>
                        <a:rPr kumimoji="0" lang="zh-CN" altLang="en-US" sz="2000" b="0" i="0" u="none" strike="noStrike" cap="none" normalizeH="0" baseline="0">
                          <a:ln>
                            <a:noFill/>
                          </a:ln>
                          <a:solidFill>
                            <a:schemeClr val="accent2"/>
                          </a:solidFill>
                          <a:effectLst/>
                          <a:latin typeface="Times New Roman" pitchFamily="18" charset="0"/>
                          <a:ea typeface="黑体" pitchFamily="2" charset="-122"/>
                        </a:rPr>
                        <a:t>同步集合中，无须跳过任何记号；</a:t>
                      </a:r>
                      <a:r>
                        <a:rPr kumimoji="0" lang="en-US" altLang="zh-CN" sz="2000" b="1" i="1" u="none" strike="noStrike" cap="none" normalizeH="0" baseline="0">
                          <a:ln>
                            <a:noFill/>
                          </a:ln>
                          <a:solidFill>
                            <a:schemeClr val="accent2"/>
                          </a:solidFill>
                          <a:effectLst/>
                          <a:latin typeface="Times New Roman" pitchFamily="18" charset="0"/>
                          <a:ea typeface="黑体" pitchFamily="2" charset="-122"/>
                        </a:rPr>
                        <a:t>F</a:t>
                      </a:r>
                      <a:r>
                        <a:rPr kumimoji="0" lang="zh-CN" altLang="en-US" sz="2000" b="0" i="0" u="none" strike="noStrike" cap="none" normalizeH="0" baseline="0">
                          <a:ln>
                            <a:noFill/>
                          </a:ln>
                          <a:solidFill>
                            <a:schemeClr val="accent2"/>
                          </a:solidFill>
                          <a:effectLst/>
                          <a:latin typeface="Times New Roman" pitchFamily="18" charset="0"/>
                          <a:ea typeface="黑体" pitchFamily="2" charset="-122"/>
                        </a:rPr>
                        <a:t>被弹出</a:t>
                      </a:r>
                    </a:p>
                  </a:txBody>
                  <a:tcPr marT="45691" marB="45691" horzOverflow="overflow">
                    <a:lnL w="12700" cap="flat" cmpd="sng" algn="ctr">
                      <a:solidFill>
                        <a:schemeClr val="tx1"/>
                      </a:solidFill>
                      <a:prstDash val="solid"/>
                      <a:round/>
                      <a:headEnd type="none" w="sm" len="sm"/>
                      <a:tailEnd type="none" w="sm" len="sm"/>
                    </a:lnL>
                    <a:lnR w="28575"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1"/>
                  </a:ext>
                </a:extLst>
              </a:tr>
              <a:tr h="518085">
                <a:tc>
                  <a:txBody>
                    <a:bodyPr/>
                    <a:lstStyle/>
                    <a:p>
                      <a:pPr marL="0" marR="0" lvl="0" indent="0" algn="l" defTabSz="914400" rtl="0" eaLnBrk="1" fontAlgn="base" latinLnBrk="0" hangingPunct="1">
                        <a:lnSpc>
                          <a:spcPct val="100000"/>
                        </a:lnSpc>
                        <a:spcBef>
                          <a:spcPct val="20000"/>
                        </a:spcBef>
                        <a:spcAft>
                          <a:spcPct val="0"/>
                        </a:spcAft>
                        <a:buClr>
                          <a:schemeClr val="folHlink"/>
                        </a:buClr>
                        <a:buSzPct val="60000"/>
                        <a:buFont typeface="Wingdings" pitchFamily="2" charset="2"/>
                        <a:buNone/>
                        <a:tabLst/>
                      </a:pPr>
                      <a:r>
                        <a:rPr kumimoji="0" lang="en-US" altLang="zh-CN" sz="2800" b="1" i="0" u="none" strike="noStrike" cap="none" normalizeH="0" baseline="0">
                          <a:ln>
                            <a:noFill/>
                          </a:ln>
                          <a:solidFill>
                            <a:schemeClr val="tx1"/>
                          </a:solidFill>
                          <a:effectLst/>
                          <a:latin typeface="Times New Roman" pitchFamily="18" charset="0"/>
                          <a:ea typeface="黑体" pitchFamily="2" charset="-122"/>
                        </a:rPr>
                        <a:t>$</a:t>
                      </a:r>
                      <a:r>
                        <a:rPr kumimoji="0" lang="en-US" altLang="zh-CN" sz="2800" b="1" i="1" u="none" strike="noStrike" cap="none" normalizeH="0" baseline="0">
                          <a:ln>
                            <a:noFill/>
                          </a:ln>
                          <a:solidFill>
                            <a:schemeClr val="tx1"/>
                          </a:solidFill>
                          <a:effectLst/>
                          <a:latin typeface="Times New Roman" pitchFamily="18" charset="0"/>
                          <a:ea typeface="黑体" pitchFamily="2" charset="-122"/>
                        </a:rPr>
                        <a:t>E </a:t>
                      </a:r>
                      <a:r>
                        <a:rPr kumimoji="0" lang="en-US" altLang="zh-CN" sz="2800" b="1" i="0" u="none" strike="noStrike" cap="none" normalizeH="0" baseline="0">
                          <a:ln>
                            <a:noFill/>
                          </a:ln>
                          <a:solidFill>
                            <a:schemeClr val="tx1"/>
                          </a:solidFill>
                          <a:effectLst/>
                          <a:latin typeface="Times New Roman" pitchFamily="18" charset="0"/>
                          <a:ea typeface="黑体" pitchFamily="2" charset="-122"/>
                          <a:sym typeface="Symbol" pitchFamily="18" charset="2"/>
                        </a:rPr>
                        <a:t></a:t>
                      </a:r>
                      <a:r>
                        <a:rPr kumimoji="0" lang="en-US" altLang="zh-CN" sz="2800" b="1" i="1" u="none" strike="noStrike" cap="none" normalizeH="0" baseline="0">
                          <a:ln>
                            <a:noFill/>
                          </a:ln>
                          <a:solidFill>
                            <a:schemeClr val="tx1"/>
                          </a:solidFill>
                          <a:effectLst/>
                          <a:latin typeface="Times New Roman" pitchFamily="18" charset="0"/>
                          <a:ea typeface="黑体" pitchFamily="2" charset="-122"/>
                          <a:sym typeface="Symbol" pitchFamily="18" charset="2"/>
                        </a:rPr>
                        <a:t>T</a:t>
                      </a:r>
                      <a:r>
                        <a:rPr kumimoji="0" lang="en-US" altLang="zh-CN" sz="2800" b="1" i="1" u="none" strike="noStrike" cap="none" normalizeH="0" baseline="0">
                          <a:ln>
                            <a:noFill/>
                          </a:ln>
                          <a:solidFill>
                            <a:schemeClr val="tx1"/>
                          </a:solidFill>
                          <a:effectLst/>
                          <a:latin typeface="Times New Roman" pitchFamily="18" charset="0"/>
                          <a:ea typeface="黑体" pitchFamily="2" charset="-122"/>
                        </a:rPr>
                        <a:t> </a:t>
                      </a:r>
                      <a:r>
                        <a:rPr kumimoji="0" lang="en-US" altLang="zh-CN" sz="2800" b="1" i="0" u="none" strike="noStrike" cap="none" normalizeH="0" baseline="0">
                          <a:ln>
                            <a:noFill/>
                          </a:ln>
                          <a:solidFill>
                            <a:schemeClr val="tx1"/>
                          </a:solidFill>
                          <a:effectLst/>
                          <a:latin typeface="Times New Roman" pitchFamily="18" charset="0"/>
                          <a:ea typeface="黑体" pitchFamily="2" charset="-122"/>
                          <a:sym typeface="Symbol" pitchFamily="18" charset="2"/>
                        </a:rPr>
                        <a:t></a:t>
                      </a:r>
                    </a:p>
                  </a:txBody>
                  <a:tcPr marT="45691" marB="45691" horzOverflow="overflow">
                    <a:lnL w="28575"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
                          <a:schemeClr val="folHlink"/>
                        </a:buClr>
                        <a:buSzPct val="60000"/>
                        <a:buFont typeface="Wingdings" pitchFamily="2" charset="2"/>
                        <a:buNone/>
                        <a:tabLst/>
                      </a:pPr>
                      <a:r>
                        <a:rPr kumimoji="0" lang="en-US" altLang="zh-CN" sz="2800" b="1" i="0" u="none" strike="noStrike" cap="none" normalizeH="0" baseline="0">
                          <a:ln>
                            <a:noFill/>
                          </a:ln>
                          <a:solidFill>
                            <a:schemeClr val="tx1"/>
                          </a:solidFill>
                          <a:effectLst/>
                          <a:latin typeface="Times New Roman" pitchFamily="18" charset="0"/>
                          <a:ea typeface="黑体" pitchFamily="2" charset="-122"/>
                          <a:cs typeface="Times New Roman" pitchFamily="18" charset="0"/>
                          <a:sym typeface="Symbol" pitchFamily="18" charset="2"/>
                        </a:rPr>
                        <a:t>             +</a:t>
                      </a:r>
                      <a:r>
                        <a:rPr kumimoji="0" lang="en-US" altLang="zh-CN" sz="2800" b="1" i="0" u="none" strike="noStrike" cap="none" normalizeH="0" baseline="0">
                          <a:ln>
                            <a:noFill/>
                          </a:ln>
                          <a:solidFill>
                            <a:schemeClr val="tx1"/>
                          </a:solidFill>
                          <a:effectLst/>
                          <a:latin typeface="Times New Roman" pitchFamily="18" charset="0"/>
                          <a:ea typeface="黑体" pitchFamily="2" charset="-122"/>
                        </a:rPr>
                        <a:t> id $</a:t>
                      </a:r>
                    </a:p>
                  </a:txBody>
                  <a:tcPr marT="45691" marB="45691"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
                          <a:schemeClr val="folHlink"/>
                        </a:buClr>
                        <a:buSzPct val="60000"/>
                        <a:buFont typeface="Wingdings" pitchFamily="2" charset="2"/>
                        <a:buNone/>
                        <a:tabLst/>
                      </a:pPr>
                      <a:endParaRPr kumimoji="0" lang="zh-CN" altLang="zh-CN" sz="2800" b="0" i="0" u="none" strike="noStrike" cap="none" normalizeH="0" baseline="0">
                        <a:ln>
                          <a:noFill/>
                        </a:ln>
                        <a:solidFill>
                          <a:schemeClr val="tx2"/>
                        </a:solidFill>
                        <a:effectLst/>
                        <a:latin typeface="Times New Roman" pitchFamily="18" charset="0"/>
                        <a:ea typeface="黑体" pitchFamily="2" charset="-122"/>
                      </a:endParaRPr>
                    </a:p>
                  </a:txBody>
                  <a:tcPr marT="45691" marB="45691" horzOverflow="overflow">
                    <a:lnL w="12700" cap="flat" cmpd="sng" algn="ctr">
                      <a:solidFill>
                        <a:schemeClr val="tx1"/>
                      </a:solidFill>
                      <a:prstDash val="solid"/>
                      <a:round/>
                      <a:headEnd type="none" w="sm" len="sm"/>
                      <a:tailEnd type="none" w="sm" len="sm"/>
                    </a:lnL>
                    <a:lnR w="28575" cap="flat" cmpd="sng" algn="ctr">
                      <a:solidFill>
                        <a:schemeClr val="tx1"/>
                      </a:solidFill>
                      <a:prstDash val="solid"/>
                      <a:round/>
                      <a:headEnd type="none" w="sm" len="sm"/>
                      <a:tailEnd type="none" w="sm" len="sm"/>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2"/>
                  </a:ext>
                </a:extLst>
              </a:tr>
              <a:tr h="518085">
                <a:tc>
                  <a:txBody>
                    <a:bodyPr/>
                    <a:lstStyle/>
                    <a:p>
                      <a:pPr marL="0" marR="0" lvl="0" indent="0" algn="l" defTabSz="914400" rtl="0" eaLnBrk="1" fontAlgn="base" latinLnBrk="0" hangingPunct="1">
                        <a:lnSpc>
                          <a:spcPct val="100000"/>
                        </a:lnSpc>
                        <a:spcBef>
                          <a:spcPct val="20000"/>
                        </a:spcBef>
                        <a:spcAft>
                          <a:spcPct val="0"/>
                        </a:spcAft>
                        <a:buClr>
                          <a:schemeClr val="folHlink"/>
                        </a:buClr>
                        <a:buSzPct val="60000"/>
                        <a:buFont typeface="Wingdings" pitchFamily="2" charset="2"/>
                        <a:buNone/>
                        <a:tabLst/>
                      </a:pPr>
                      <a:r>
                        <a:rPr kumimoji="0" lang="en-US" altLang="zh-CN" sz="2800" b="1" i="0" u="none" strike="noStrike" cap="none" normalizeH="0" baseline="0">
                          <a:ln>
                            <a:noFill/>
                          </a:ln>
                          <a:solidFill>
                            <a:schemeClr val="tx1"/>
                          </a:solidFill>
                          <a:effectLst/>
                          <a:latin typeface="Times New Roman" pitchFamily="18" charset="0"/>
                          <a:ea typeface="黑体" pitchFamily="2" charset="-122"/>
                        </a:rPr>
                        <a:t>$</a:t>
                      </a:r>
                      <a:r>
                        <a:rPr kumimoji="0" lang="en-US" altLang="zh-CN" sz="2800" b="1" i="1" u="none" strike="noStrike" cap="none" normalizeH="0" baseline="0">
                          <a:ln>
                            <a:noFill/>
                          </a:ln>
                          <a:solidFill>
                            <a:schemeClr val="tx1"/>
                          </a:solidFill>
                          <a:effectLst/>
                          <a:latin typeface="Times New Roman" pitchFamily="18" charset="0"/>
                          <a:ea typeface="黑体" pitchFamily="2" charset="-122"/>
                        </a:rPr>
                        <a:t>E </a:t>
                      </a:r>
                      <a:r>
                        <a:rPr kumimoji="0" lang="en-US" altLang="zh-CN" sz="2800" b="1" i="0" u="none" strike="noStrike" cap="none" normalizeH="0" baseline="0">
                          <a:ln>
                            <a:noFill/>
                          </a:ln>
                          <a:solidFill>
                            <a:schemeClr val="tx1"/>
                          </a:solidFill>
                          <a:effectLst/>
                          <a:latin typeface="Times New Roman" pitchFamily="18" charset="0"/>
                          <a:ea typeface="黑体" pitchFamily="2" charset="-122"/>
                          <a:sym typeface="Symbol" pitchFamily="18" charset="2"/>
                        </a:rPr>
                        <a:t></a:t>
                      </a:r>
                    </a:p>
                  </a:txBody>
                  <a:tcPr marT="45691" marB="45691" horzOverflow="overflow">
                    <a:lnL w="28575"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
                          <a:schemeClr val="folHlink"/>
                        </a:buClr>
                        <a:buSzPct val="60000"/>
                        <a:buFont typeface="Wingdings" pitchFamily="2" charset="2"/>
                        <a:buNone/>
                        <a:tabLst/>
                      </a:pPr>
                      <a:r>
                        <a:rPr kumimoji="0" lang="en-US" altLang="zh-CN" sz="2800" b="1" i="0" u="none" strike="noStrike" cap="none" normalizeH="0" baseline="0">
                          <a:ln>
                            <a:noFill/>
                          </a:ln>
                          <a:solidFill>
                            <a:schemeClr val="tx1"/>
                          </a:solidFill>
                          <a:effectLst/>
                          <a:latin typeface="Times New Roman" pitchFamily="18" charset="0"/>
                          <a:ea typeface="黑体" pitchFamily="2" charset="-122"/>
                          <a:cs typeface="Times New Roman" pitchFamily="18" charset="0"/>
                          <a:sym typeface="Symbol" pitchFamily="18" charset="2"/>
                        </a:rPr>
                        <a:t>             +</a:t>
                      </a:r>
                      <a:r>
                        <a:rPr kumimoji="0" lang="en-US" altLang="zh-CN" sz="2800" b="1" i="0" u="none" strike="noStrike" cap="none" normalizeH="0" baseline="0">
                          <a:ln>
                            <a:noFill/>
                          </a:ln>
                          <a:solidFill>
                            <a:schemeClr val="tx1"/>
                          </a:solidFill>
                          <a:effectLst/>
                          <a:latin typeface="Times New Roman" pitchFamily="18" charset="0"/>
                          <a:ea typeface="黑体" pitchFamily="2" charset="-122"/>
                        </a:rPr>
                        <a:t> id $</a:t>
                      </a:r>
                    </a:p>
                  </a:txBody>
                  <a:tcPr marT="45691" marB="45691"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
                          <a:schemeClr val="folHlink"/>
                        </a:buClr>
                        <a:buSzPct val="60000"/>
                        <a:buFont typeface="Wingdings" pitchFamily="2" charset="2"/>
                        <a:buNone/>
                        <a:tabLst/>
                      </a:pPr>
                      <a:r>
                        <a:rPr kumimoji="0" lang="en-US" altLang="zh-CN" sz="2800" b="1" i="1" u="none" strike="noStrike" cap="none" normalizeH="0" baseline="0">
                          <a:ln>
                            <a:noFill/>
                          </a:ln>
                          <a:solidFill>
                            <a:schemeClr val="tx1"/>
                          </a:solidFill>
                          <a:effectLst/>
                          <a:latin typeface="Times New Roman" pitchFamily="18" charset="0"/>
                          <a:ea typeface="黑体" pitchFamily="2" charset="-122"/>
                        </a:rPr>
                        <a:t>T</a:t>
                      </a:r>
                      <a:r>
                        <a:rPr kumimoji="0" lang="en-US" altLang="zh-CN" sz="2800" b="1" i="0" u="none" strike="noStrike" cap="none" normalizeH="0" baseline="0">
                          <a:ln>
                            <a:noFill/>
                          </a:ln>
                          <a:solidFill>
                            <a:schemeClr val="tx1"/>
                          </a:solidFill>
                          <a:effectLst/>
                          <a:latin typeface="Times New Roman" pitchFamily="18" charset="0"/>
                          <a:ea typeface="黑体" pitchFamily="2" charset="-122"/>
                          <a:sym typeface="Symbol" pitchFamily="18" charset="2"/>
                        </a:rPr>
                        <a:t></a:t>
                      </a:r>
                    </a:p>
                  </a:txBody>
                  <a:tcPr marT="45691" marB="45691" horzOverflow="overflow">
                    <a:lnL w="12700" cap="flat" cmpd="sng" algn="ctr">
                      <a:solidFill>
                        <a:schemeClr val="tx1"/>
                      </a:solidFill>
                      <a:prstDash val="solid"/>
                      <a:round/>
                      <a:headEnd type="none" w="sm" len="sm"/>
                      <a:tailEnd type="none" w="sm" len="sm"/>
                    </a:lnL>
                    <a:lnR w="28575" cap="flat" cmpd="sng" algn="ctr">
                      <a:solidFill>
                        <a:schemeClr val="tx1"/>
                      </a:solidFill>
                      <a:prstDash val="solid"/>
                      <a:round/>
                      <a:headEnd type="none" w="sm" len="sm"/>
                      <a:tailEnd type="none" w="sm" len="sm"/>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3"/>
                  </a:ext>
                </a:extLst>
              </a:tr>
              <a:tr h="518085">
                <a:tc>
                  <a:txBody>
                    <a:bodyPr/>
                    <a:lstStyle/>
                    <a:p>
                      <a:pPr marL="0" marR="0" lvl="0" indent="0" algn="l" defTabSz="914400" rtl="0" eaLnBrk="1" fontAlgn="base" latinLnBrk="0" hangingPunct="1">
                        <a:lnSpc>
                          <a:spcPct val="100000"/>
                        </a:lnSpc>
                        <a:spcBef>
                          <a:spcPct val="20000"/>
                        </a:spcBef>
                        <a:spcAft>
                          <a:spcPct val="0"/>
                        </a:spcAft>
                        <a:buClr>
                          <a:schemeClr val="folHlink"/>
                        </a:buClr>
                        <a:buSzPct val="60000"/>
                        <a:buFont typeface="Wingdings" pitchFamily="2" charset="2"/>
                        <a:buNone/>
                        <a:tabLst/>
                      </a:pPr>
                      <a:r>
                        <a:rPr kumimoji="0" lang="en-US" altLang="zh-CN" sz="2800" b="1" i="0" u="none" strike="noStrike" cap="none" normalizeH="0" baseline="0">
                          <a:ln>
                            <a:noFill/>
                          </a:ln>
                          <a:solidFill>
                            <a:schemeClr val="tx1"/>
                          </a:solidFill>
                          <a:effectLst/>
                          <a:latin typeface="Times New Roman" pitchFamily="18" charset="0"/>
                          <a:ea typeface="黑体" pitchFamily="2" charset="-122"/>
                        </a:rPr>
                        <a:t>$</a:t>
                      </a:r>
                      <a:r>
                        <a:rPr kumimoji="0" lang="en-US" altLang="zh-CN" sz="2800" b="1" i="1" u="none" strike="noStrike" cap="none" normalizeH="0" baseline="0">
                          <a:ln>
                            <a:noFill/>
                          </a:ln>
                          <a:solidFill>
                            <a:schemeClr val="tx1"/>
                          </a:solidFill>
                          <a:effectLst/>
                          <a:latin typeface="Times New Roman" pitchFamily="18" charset="0"/>
                          <a:ea typeface="黑体" pitchFamily="2" charset="-122"/>
                        </a:rPr>
                        <a:t>E </a:t>
                      </a:r>
                      <a:r>
                        <a:rPr kumimoji="0" lang="en-US" altLang="zh-CN" sz="2800" b="1" i="0" u="none" strike="noStrike" cap="none" normalizeH="0" baseline="0">
                          <a:ln>
                            <a:noFill/>
                          </a:ln>
                          <a:solidFill>
                            <a:schemeClr val="tx1"/>
                          </a:solidFill>
                          <a:effectLst/>
                          <a:latin typeface="Times New Roman" pitchFamily="18" charset="0"/>
                          <a:ea typeface="黑体" pitchFamily="2" charset="-122"/>
                          <a:sym typeface="Symbol" pitchFamily="18" charset="2"/>
                        </a:rPr>
                        <a:t></a:t>
                      </a:r>
                      <a:r>
                        <a:rPr kumimoji="0" lang="en-US" altLang="zh-CN" sz="2800" b="1" i="1" u="none" strike="noStrike" cap="none" normalizeH="0" baseline="0">
                          <a:ln>
                            <a:noFill/>
                          </a:ln>
                          <a:solidFill>
                            <a:schemeClr val="tx1"/>
                          </a:solidFill>
                          <a:effectLst/>
                          <a:latin typeface="Times New Roman" pitchFamily="18" charset="0"/>
                          <a:ea typeface="黑体" pitchFamily="2" charset="-122"/>
                          <a:sym typeface="Symbol" pitchFamily="18" charset="2"/>
                        </a:rPr>
                        <a:t>T</a:t>
                      </a:r>
                      <a:r>
                        <a:rPr kumimoji="0" lang="en-US" altLang="zh-CN" sz="2800" b="1" i="0" u="none" strike="noStrike" cap="none" normalizeH="0" baseline="0">
                          <a:ln>
                            <a:noFill/>
                          </a:ln>
                          <a:solidFill>
                            <a:schemeClr val="tx1"/>
                          </a:solidFill>
                          <a:effectLst/>
                          <a:latin typeface="Times New Roman" pitchFamily="18" charset="0"/>
                          <a:ea typeface="黑体" pitchFamily="2" charset="-122"/>
                          <a:sym typeface="Symbol" pitchFamily="18" charset="2"/>
                        </a:rPr>
                        <a:t>+</a:t>
                      </a:r>
                    </a:p>
                  </a:txBody>
                  <a:tcPr marT="45691" marB="45691" horzOverflow="overflow">
                    <a:lnL w="28575"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
                          <a:schemeClr val="folHlink"/>
                        </a:buClr>
                        <a:buSzPct val="60000"/>
                        <a:buFont typeface="Wingdings" pitchFamily="2" charset="2"/>
                        <a:buNone/>
                        <a:tabLst/>
                      </a:pPr>
                      <a:r>
                        <a:rPr kumimoji="0" lang="en-US" altLang="zh-CN" sz="2800" b="1" i="0" u="none" strike="noStrike" cap="none" normalizeH="0" baseline="0">
                          <a:ln>
                            <a:noFill/>
                          </a:ln>
                          <a:solidFill>
                            <a:schemeClr val="tx1"/>
                          </a:solidFill>
                          <a:effectLst/>
                          <a:latin typeface="Times New Roman" pitchFamily="18" charset="0"/>
                          <a:ea typeface="黑体" pitchFamily="2" charset="-122"/>
                          <a:cs typeface="Times New Roman" pitchFamily="18" charset="0"/>
                          <a:sym typeface="Symbol" pitchFamily="18" charset="2"/>
                        </a:rPr>
                        <a:t>             +</a:t>
                      </a:r>
                      <a:r>
                        <a:rPr kumimoji="0" lang="en-US" altLang="zh-CN" sz="2800" b="1" i="0" u="none" strike="noStrike" cap="none" normalizeH="0" baseline="0">
                          <a:ln>
                            <a:noFill/>
                          </a:ln>
                          <a:solidFill>
                            <a:schemeClr val="tx1"/>
                          </a:solidFill>
                          <a:effectLst/>
                          <a:latin typeface="Times New Roman" pitchFamily="18" charset="0"/>
                          <a:ea typeface="黑体" pitchFamily="2" charset="-122"/>
                        </a:rPr>
                        <a:t> id $</a:t>
                      </a:r>
                    </a:p>
                  </a:txBody>
                  <a:tcPr marT="45691" marB="45691"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
                          <a:schemeClr val="folHlink"/>
                        </a:buClr>
                        <a:buSzPct val="60000"/>
                        <a:buFont typeface="Wingdings" pitchFamily="2" charset="2"/>
                        <a:buNone/>
                        <a:tabLst/>
                      </a:pPr>
                      <a:r>
                        <a:rPr kumimoji="0" lang="en-US" altLang="zh-CN" sz="2800" b="1" i="1" u="none" strike="noStrike" cap="none" normalizeH="0" baseline="0">
                          <a:ln>
                            <a:noFill/>
                          </a:ln>
                          <a:solidFill>
                            <a:schemeClr val="tx1"/>
                          </a:solidFill>
                          <a:effectLst/>
                          <a:latin typeface="Times New Roman" pitchFamily="18" charset="0"/>
                          <a:ea typeface="黑体" pitchFamily="2" charset="-122"/>
                        </a:rPr>
                        <a:t>E</a:t>
                      </a:r>
                      <a:r>
                        <a:rPr kumimoji="0" lang="en-US" altLang="zh-CN" sz="2800" b="1" i="0" u="none" strike="noStrike" cap="none" normalizeH="0" baseline="0">
                          <a:ln>
                            <a:noFill/>
                          </a:ln>
                          <a:solidFill>
                            <a:schemeClr val="tx1"/>
                          </a:solidFill>
                          <a:effectLst/>
                          <a:latin typeface="Times New Roman" pitchFamily="18" charset="0"/>
                          <a:ea typeface="黑体" pitchFamily="2" charset="-122"/>
                          <a:sym typeface="Symbol" pitchFamily="18" charset="2"/>
                        </a:rPr>
                        <a:t>+</a:t>
                      </a:r>
                      <a:r>
                        <a:rPr kumimoji="0" lang="en-US" altLang="zh-CN" sz="2800" b="1" i="1" u="none" strike="noStrike" cap="none" normalizeH="0" baseline="0">
                          <a:ln>
                            <a:noFill/>
                          </a:ln>
                          <a:solidFill>
                            <a:schemeClr val="tx1"/>
                          </a:solidFill>
                          <a:effectLst/>
                          <a:latin typeface="Times New Roman" pitchFamily="18" charset="0"/>
                          <a:ea typeface="黑体" pitchFamily="2" charset="-122"/>
                          <a:sym typeface="Symbol" pitchFamily="18" charset="2"/>
                        </a:rPr>
                        <a:t>TE</a:t>
                      </a:r>
                      <a:r>
                        <a:rPr kumimoji="0" lang="en-US" altLang="zh-CN" sz="2800" b="1" i="0" u="none" strike="noStrike" cap="none" normalizeH="0" baseline="0">
                          <a:ln>
                            <a:noFill/>
                          </a:ln>
                          <a:solidFill>
                            <a:schemeClr val="tx1"/>
                          </a:solidFill>
                          <a:effectLst/>
                          <a:latin typeface="Times New Roman" pitchFamily="18" charset="0"/>
                          <a:ea typeface="黑体" pitchFamily="2" charset="-122"/>
                          <a:sym typeface="Symbol" pitchFamily="18" charset="2"/>
                        </a:rPr>
                        <a:t></a:t>
                      </a:r>
                    </a:p>
                  </a:txBody>
                  <a:tcPr marT="45691" marB="45691" horzOverflow="overflow">
                    <a:lnL w="12700" cap="flat" cmpd="sng" algn="ctr">
                      <a:solidFill>
                        <a:schemeClr val="tx1"/>
                      </a:solidFill>
                      <a:prstDash val="solid"/>
                      <a:round/>
                      <a:headEnd type="none" w="sm" len="sm"/>
                      <a:tailEnd type="none" w="sm" len="sm"/>
                    </a:lnL>
                    <a:lnR w="28575" cap="flat" cmpd="sng" algn="ctr">
                      <a:solidFill>
                        <a:schemeClr val="tx1"/>
                      </a:solidFill>
                      <a:prstDash val="solid"/>
                      <a:round/>
                      <a:headEnd type="none" w="sm" len="sm"/>
                      <a:tailEnd type="none" w="sm" len="sm"/>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4"/>
                  </a:ext>
                </a:extLst>
              </a:tr>
              <a:tr h="518085">
                <a:tc>
                  <a:txBody>
                    <a:bodyPr/>
                    <a:lstStyle/>
                    <a:p>
                      <a:pPr marL="0" marR="0" lvl="0" indent="0" algn="l" defTabSz="914400" rtl="0" eaLnBrk="1" fontAlgn="base" latinLnBrk="0" hangingPunct="1">
                        <a:lnSpc>
                          <a:spcPct val="100000"/>
                        </a:lnSpc>
                        <a:spcBef>
                          <a:spcPct val="20000"/>
                        </a:spcBef>
                        <a:spcAft>
                          <a:spcPct val="0"/>
                        </a:spcAft>
                        <a:buClr>
                          <a:schemeClr val="folHlink"/>
                        </a:buClr>
                        <a:buSzPct val="60000"/>
                        <a:buFont typeface="Wingdings" pitchFamily="2" charset="2"/>
                        <a:buNone/>
                        <a:tabLst/>
                      </a:pPr>
                      <a:r>
                        <a:rPr kumimoji="0" lang="en-US" altLang="zh-CN" sz="2800" b="1" i="0" u="none" strike="noStrike" cap="none" normalizeH="0" baseline="0">
                          <a:ln>
                            <a:noFill/>
                          </a:ln>
                          <a:solidFill>
                            <a:schemeClr val="tx1"/>
                          </a:solidFill>
                          <a:effectLst/>
                          <a:latin typeface="Times New Roman" pitchFamily="18" charset="0"/>
                          <a:ea typeface="黑体" pitchFamily="2" charset="-122"/>
                        </a:rPr>
                        <a:t>$</a:t>
                      </a:r>
                      <a:r>
                        <a:rPr kumimoji="0" lang="en-US" altLang="zh-CN" sz="2800" b="1" i="1" u="none" strike="noStrike" cap="none" normalizeH="0" baseline="0">
                          <a:ln>
                            <a:noFill/>
                          </a:ln>
                          <a:solidFill>
                            <a:schemeClr val="tx1"/>
                          </a:solidFill>
                          <a:effectLst/>
                          <a:latin typeface="Times New Roman" pitchFamily="18" charset="0"/>
                          <a:ea typeface="黑体" pitchFamily="2" charset="-122"/>
                        </a:rPr>
                        <a:t>E </a:t>
                      </a:r>
                      <a:r>
                        <a:rPr kumimoji="0" lang="en-US" altLang="zh-CN" sz="2800" b="1" i="0" u="none" strike="noStrike" cap="none" normalizeH="0" baseline="0">
                          <a:ln>
                            <a:noFill/>
                          </a:ln>
                          <a:solidFill>
                            <a:schemeClr val="tx1"/>
                          </a:solidFill>
                          <a:effectLst/>
                          <a:latin typeface="Times New Roman" pitchFamily="18" charset="0"/>
                          <a:ea typeface="黑体" pitchFamily="2" charset="-122"/>
                          <a:sym typeface="Symbol" pitchFamily="18" charset="2"/>
                        </a:rPr>
                        <a:t></a:t>
                      </a:r>
                      <a:r>
                        <a:rPr kumimoji="0" lang="en-US" altLang="zh-CN" sz="2800" b="1" i="1" u="none" strike="noStrike" cap="none" normalizeH="0" baseline="0">
                          <a:ln>
                            <a:noFill/>
                          </a:ln>
                          <a:solidFill>
                            <a:schemeClr val="tx1"/>
                          </a:solidFill>
                          <a:effectLst/>
                          <a:latin typeface="Times New Roman" pitchFamily="18" charset="0"/>
                          <a:ea typeface="黑体" pitchFamily="2" charset="-122"/>
                          <a:sym typeface="Symbol" pitchFamily="18" charset="2"/>
                        </a:rPr>
                        <a:t>T</a:t>
                      </a:r>
                    </a:p>
                  </a:txBody>
                  <a:tcPr marT="45691" marB="45691" horzOverflow="overflow">
                    <a:lnL w="28575"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
                          <a:schemeClr val="folHlink"/>
                        </a:buClr>
                        <a:buSzPct val="60000"/>
                        <a:buFont typeface="Wingdings" pitchFamily="2" charset="2"/>
                        <a:buNone/>
                        <a:tabLst/>
                      </a:pPr>
                      <a:r>
                        <a:rPr kumimoji="0" lang="en-US" altLang="zh-CN" sz="2800" b="1" i="0" u="none" strike="noStrike" cap="none" normalizeH="0" baseline="0">
                          <a:ln>
                            <a:noFill/>
                          </a:ln>
                          <a:solidFill>
                            <a:schemeClr val="tx1"/>
                          </a:solidFill>
                          <a:effectLst/>
                          <a:latin typeface="Times New Roman" pitchFamily="18" charset="0"/>
                          <a:ea typeface="黑体" pitchFamily="2" charset="-122"/>
                        </a:rPr>
                        <a:t>                id $</a:t>
                      </a:r>
                    </a:p>
                  </a:txBody>
                  <a:tcPr marT="45691" marB="45691"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
                          <a:schemeClr val="folHlink"/>
                        </a:buClr>
                        <a:buSzPct val="60000"/>
                        <a:buFont typeface="Wingdings" pitchFamily="2" charset="2"/>
                        <a:buNone/>
                        <a:tabLst/>
                      </a:pPr>
                      <a:endParaRPr kumimoji="0" lang="zh-CN" altLang="zh-CN" sz="2800" b="0" i="0" u="none" strike="noStrike" cap="none" normalizeH="0" baseline="0">
                        <a:ln>
                          <a:noFill/>
                        </a:ln>
                        <a:solidFill>
                          <a:schemeClr val="tx2"/>
                        </a:solidFill>
                        <a:effectLst/>
                        <a:latin typeface="Times New Roman" pitchFamily="18" charset="0"/>
                        <a:ea typeface="黑体" pitchFamily="2" charset="-122"/>
                      </a:endParaRPr>
                    </a:p>
                  </a:txBody>
                  <a:tcPr marT="45691" marB="45691" horzOverflow="overflow">
                    <a:lnL w="12700" cap="flat" cmpd="sng" algn="ctr">
                      <a:solidFill>
                        <a:schemeClr val="tx1"/>
                      </a:solidFill>
                      <a:prstDash val="solid"/>
                      <a:round/>
                      <a:headEnd type="none" w="sm" len="sm"/>
                      <a:tailEnd type="none" w="sm" len="sm"/>
                    </a:lnL>
                    <a:lnR w="28575" cap="flat" cmpd="sng" algn="ctr">
                      <a:solidFill>
                        <a:schemeClr val="tx1"/>
                      </a:solidFill>
                      <a:prstDash val="solid"/>
                      <a:round/>
                      <a:headEnd type="none" w="sm" len="sm"/>
                      <a:tailEnd type="none" w="sm" len="sm"/>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5"/>
                  </a:ext>
                </a:extLst>
              </a:tr>
              <a:tr h="518085">
                <a:tc>
                  <a:txBody>
                    <a:bodyPr/>
                    <a:lstStyle/>
                    <a:p>
                      <a:pPr marL="0" marR="0" lvl="0" indent="0" algn="l" defTabSz="914400" rtl="0" eaLnBrk="1" fontAlgn="base" latinLnBrk="0" hangingPunct="1">
                        <a:lnSpc>
                          <a:spcPct val="100000"/>
                        </a:lnSpc>
                        <a:spcBef>
                          <a:spcPct val="20000"/>
                        </a:spcBef>
                        <a:spcAft>
                          <a:spcPct val="0"/>
                        </a:spcAft>
                        <a:buClr>
                          <a:schemeClr val="folHlink"/>
                        </a:buClr>
                        <a:buSzPct val="60000"/>
                        <a:buFont typeface="Wingdings" pitchFamily="2" charset="2"/>
                        <a:buNone/>
                        <a:tabLst/>
                      </a:pPr>
                      <a:r>
                        <a:rPr kumimoji="0" lang="en-US" altLang="zh-CN" sz="2800" b="1" i="0" u="none" strike="noStrike" cap="none" normalizeH="0" baseline="0">
                          <a:ln>
                            <a:noFill/>
                          </a:ln>
                          <a:solidFill>
                            <a:schemeClr val="tx1"/>
                          </a:solidFill>
                          <a:effectLst/>
                          <a:latin typeface="Times New Roman" pitchFamily="18" charset="0"/>
                          <a:ea typeface="黑体" pitchFamily="2" charset="-122"/>
                        </a:rPr>
                        <a:t>$</a:t>
                      </a:r>
                      <a:r>
                        <a:rPr kumimoji="0" lang="en-US" altLang="zh-CN" sz="2800" b="1" i="1" u="none" strike="noStrike" cap="none" normalizeH="0" baseline="0">
                          <a:ln>
                            <a:noFill/>
                          </a:ln>
                          <a:solidFill>
                            <a:schemeClr val="tx1"/>
                          </a:solidFill>
                          <a:effectLst/>
                          <a:latin typeface="Times New Roman" pitchFamily="18" charset="0"/>
                          <a:ea typeface="黑体" pitchFamily="2" charset="-122"/>
                        </a:rPr>
                        <a:t>E </a:t>
                      </a:r>
                      <a:r>
                        <a:rPr kumimoji="0" lang="en-US" altLang="zh-CN" sz="2800" b="1" i="0" u="none" strike="noStrike" cap="none" normalizeH="0" baseline="0">
                          <a:ln>
                            <a:noFill/>
                          </a:ln>
                          <a:solidFill>
                            <a:schemeClr val="tx1"/>
                          </a:solidFill>
                          <a:effectLst/>
                          <a:latin typeface="Times New Roman" pitchFamily="18" charset="0"/>
                          <a:ea typeface="黑体" pitchFamily="2" charset="-122"/>
                          <a:sym typeface="Symbol" pitchFamily="18" charset="2"/>
                        </a:rPr>
                        <a:t></a:t>
                      </a:r>
                      <a:r>
                        <a:rPr kumimoji="0" lang="en-US" altLang="zh-CN" sz="2800" b="1" i="1" u="none" strike="noStrike" cap="none" normalizeH="0" baseline="0">
                          <a:ln>
                            <a:noFill/>
                          </a:ln>
                          <a:solidFill>
                            <a:schemeClr val="tx1"/>
                          </a:solidFill>
                          <a:effectLst/>
                          <a:latin typeface="Times New Roman" pitchFamily="18" charset="0"/>
                          <a:ea typeface="黑体" pitchFamily="2" charset="-122"/>
                          <a:sym typeface="Symbol" pitchFamily="18" charset="2"/>
                        </a:rPr>
                        <a:t>T</a:t>
                      </a:r>
                      <a:r>
                        <a:rPr kumimoji="0" lang="en-US" altLang="zh-CN" sz="2800" b="1" i="1" u="none" strike="noStrike" cap="none" normalizeH="0" baseline="0">
                          <a:ln>
                            <a:noFill/>
                          </a:ln>
                          <a:solidFill>
                            <a:schemeClr val="tx1"/>
                          </a:solidFill>
                          <a:effectLst/>
                          <a:latin typeface="Times New Roman" pitchFamily="18" charset="0"/>
                          <a:ea typeface="黑体" pitchFamily="2" charset="-122"/>
                        </a:rPr>
                        <a:t> </a:t>
                      </a:r>
                      <a:r>
                        <a:rPr kumimoji="0" lang="en-US" altLang="zh-CN" sz="2800" b="1" i="0" u="none" strike="noStrike" cap="none" normalizeH="0" baseline="0">
                          <a:ln>
                            <a:noFill/>
                          </a:ln>
                          <a:solidFill>
                            <a:schemeClr val="tx1"/>
                          </a:solidFill>
                          <a:effectLst/>
                          <a:latin typeface="Times New Roman" pitchFamily="18" charset="0"/>
                          <a:ea typeface="黑体" pitchFamily="2" charset="-122"/>
                          <a:sym typeface="Symbol" pitchFamily="18" charset="2"/>
                        </a:rPr>
                        <a:t></a:t>
                      </a:r>
                      <a:r>
                        <a:rPr kumimoji="0" lang="en-US" altLang="zh-CN" sz="2800" b="1" i="1" u="none" strike="noStrike" cap="none" normalizeH="0" baseline="0">
                          <a:ln>
                            <a:noFill/>
                          </a:ln>
                          <a:solidFill>
                            <a:schemeClr val="tx1"/>
                          </a:solidFill>
                          <a:effectLst/>
                          <a:latin typeface="Times New Roman" pitchFamily="18" charset="0"/>
                          <a:ea typeface="黑体" pitchFamily="2" charset="-122"/>
                          <a:sym typeface="Symbol" pitchFamily="18" charset="2"/>
                        </a:rPr>
                        <a:t>F</a:t>
                      </a:r>
                    </a:p>
                  </a:txBody>
                  <a:tcPr marT="45691" marB="45691" horzOverflow="overflow">
                    <a:lnL w="28575"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
                          <a:schemeClr val="folHlink"/>
                        </a:buClr>
                        <a:buSzPct val="60000"/>
                        <a:buFont typeface="Wingdings" pitchFamily="2" charset="2"/>
                        <a:buNone/>
                        <a:tabLst/>
                      </a:pPr>
                      <a:r>
                        <a:rPr kumimoji="0" lang="en-US" altLang="zh-CN" sz="2800" b="1" i="0" u="none" strike="noStrike" cap="none" normalizeH="0" baseline="0">
                          <a:ln>
                            <a:noFill/>
                          </a:ln>
                          <a:solidFill>
                            <a:schemeClr val="tx1"/>
                          </a:solidFill>
                          <a:effectLst/>
                          <a:latin typeface="Times New Roman" pitchFamily="18" charset="0"/>
                          <a:ea typeface="黑体" pitchFamily="2" charset="-122"/>
                        </a:rPr>
                        <a:t>                id $</a:t>
                      </a:r>
                    </a:p>
                  </a:txBody>
                  <a:tcPr marT="45691" marB="45691"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
                          <a:schemeClr val="folHlink"/>
                        </a:buClr>
                        <a:buSzPct val="60000"/>
                        <a:buFont typeface="Wingdings" pitchFamily="2" charset="2"/>
                        <a:buNone/>
                        <a:tabLst/>
                      </a:pPr>
                      <a:r>
                        <a:rPr kumimoji="0" lang="en-US" altLang="zh-CN" sz="2800" b="1" i="1" u="none" strike="noStrike" cap="none" normalizeH="0" baseline="0">
                          <a:ln>
                            <a:noFill/>
                          </a:ln>
                          <a:solidFill>
                            <a:schemeClr val="tx1"/>
                          </a:solidFill>
                          <a:effectLst/>
                          <a:latin typeface="Times New Roman" pitchFamily="18" charset="0"/>
                          <a:ea typeface="黑体" pitchFamily="2" charset="-122"/>
                        </a:rPr>
                        <a:t>T</a:t>
                      </a:r>
                      <a:r>
                        <a:rPr kumimoji="0" lang="en-US" altLang="zh-CN" sz="2800" b="1" i="0" u="none" strike="noStrike" cap="none" normalizeH="0" baseline="0">
                          <a:ln>
                            <a:noFill/>
                          </a:ln>
                          <a:solidFill>
                            <a:schemeClr val="tx1"/>
                          </a:solidFill>
                          <a:effectLst/>
                          <a:latin typeface="Times New Roman" pitchFamily="18" charset="0"/>
                          <a:ea typeface="黑体" pitchFamily="2" charset="-122"/>
                          <a:sym typeface="Symbol" pitchFamily="18" charset="2"/>
                        </a:rPr>
                        <a:t></a:t>
                      </a:r>
                      <a:r>
                        <a:rPr kumimoji="0" lang="en-US" altLang="zh-CN" sz="2800" b="1" i="1" u="none" strike="noStrike" cap="none" normalizeH="0" baseline="0">
                          <a:ln>
                            <a:noFill/>
                          </a:ln>
                          <a:solidFill>
                            <a:schemeClr val="tx1"/>
                          </a:solidFill>
                          <a:effectLst/>
                          <a:latin typeface="Times New Roman" pitchFamily="18" charset="0"/>
                          <a:ea typeface="黑体" pitchFamily="2" charset="-122"/>
                          <a:sym typeface="Symbol" pitchFamily="18" charset="2"/>
                        </a:rPr>
                        <a:t>FT</a:t>
                      </a:r>
                      <a:r>
                        <a:rPr kumimoji="0" lang="en-US" altLang="zh-CN" sz="2800" b="1" i="0" u="none" strike="noStrike" cap="none" normalizeH="0" baseline="0">
                          <a:ln>
                            <a:noFill/>
                          </a:ln>
                          <a:solidFill>
                            <a:schemeClr val="tx1"/>
                          </a:solidFill>
                          <a:effectLst/>
                          <a:latin typeface="Times New Roman" pitchFamily="18" charset="0"/>
                          <a:ea typeface="黑体" pitchFamily="2" charset="-122"/>
                          <a:sym typeface="Symbol" pitchFamily="18" charset="2"/>
                        </a:rPr>
                        <a:t></a:t>
                      </a:r>
                      <a:endParaRPr kumimoji="0" lang="en-US" altLang="zh-CN" sz="2800" b="0" i="0" u="none" strike="noStrike" cap="none" normalizeH="0" baseline="0">
                        <a:ln>
                          <a:noFill/>
                        </a:ln>
                        <a:solidFill>
                          <a:schemeClr val="tx2"/>
                        </a:solidFill>
                        <a:effectLst/>
                        <a:latin typeface="Times New Roman" pitchFamily="18" charset="0"/>
                        <a:ea typeface="黑体" pitchFamily="2" charset="-122"/>
                      </a:endParaRPr>
                    </a:p>
                  </a:txBody>
                  <a:tcPr marT="45691" marB="45691" horzOverflow="overflow">
                    <a:lnL w="12700" cap="flat" cmpd="sng" algn="ctr">
                      <a:solidFill>
                        <a:schemeClr val="tx1"/>
                      </a:solidFill>
                      <a:prstDash val="solid"/>
                      <a:round/>
                      <a:headEnd type="none" w="sm" len="sm"/>
                      <a:tailEnd type="none" w="sm" len="sm"/>
                    </a:lnL>
                    <a:lnR w="28575" cap="flat" cmpd="sng" algn="ctr">
                      <a:solidFill>
                        <a:schemeClr val="tx1"/>
                      </a:solidFill>
                      <a:prstDash val="solid"/>
                      <a:round/>
                      <a:headEnd type="none" w="sm" len="sm"/>
                      <a:tailEnd type="none" w="sm" len="sm"/>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6"/>
                  </a:ext>
                </a:extLst>
              </a:tr>
              <a:tr h="518085">
                <a:tc>
                  <a:txBody>
                    <a:bodyPr/>
                    <a:lstStyle/>
                    <a:p>
                      <a:pPr marL="0" marR="0" lvl="0" indent="0" algn="l" defTabSz="914400" rtl="0" eaLnBrk="1" fontAlgn="base" latinLnBrk="0" hangingPunct="1">
                        <a:lnSpc>
                          <a:spcPct val="100000"/>
                        </a:lnSpc>
                        <a:spcBef>
                          <a:spcPct val="20000"/>
                        </a:spcBef>
                        <a:spcAft>
                          <a:spcPct val="0"/>
                        </a:spcAft>
                        <a:buClr>
                          <a:schemeClr val="folHlink"/>
                        </a:buClr>
                        <a:buSzPct val="60000"/>
                        <a:buFont typeface="Wingdings" pitchFamily="2" charset="2"/>
                        <a:buNone/>
                        <a:tabLst/>
                      </a:pPr>
                      <a:r>
                        <a:rPr kumimoji="0" lang="en-US" altLang="zh-CN" sz="2800" b="1" i="0" u="none" strike="noStrike" cap="none" normalizeH="0" baseline="0">
                          <a:ln>
                            <a:noFill/>
                          </a:ln>
                          <a:solidFill>
                            <a:schemeClr val="tx1"/>
                          </a:solidFill>
                          <a:effectLst/>
                          <a:latin typeface="Times New Roman" pitchFamily="18" charset="0"/>
                          <a:ea typeface="黑体" pitchFamily="2" charset="-122"/>
                        </a:rPr>
                        <a:t>$</a:t>
                      </a:r>
                      <a:r>
                        <a:rPr kumimoji="0" lang="en-US" altLang="zh-CN" sz="2800" b="1" i="1" u="none" strike="noStrike" cap="none" normalizeH="0" baseline="0">
                          <a:ln>
                            <a:noFill/>
                          </a:ln>
                          <a:solidFill>
                            <a:schemeClr val="tx1"/>
                          </a:solidFill>
                          <a:effectLst/>
                          <a:latin typeface="Times New Roman" pitchFamily="18" charset="0"/>
                          <a:ea typeface="黑体" pitchFamily="2" charset="-122"/>
                        </a:rPr>
                        <a:t>E </a:t>
                      </a:r>
                      <a:r>
                        <a:rPr kumimoji="0" lang="en-US" altLang="zh-CN" sz="2800" b="1" i="0" u="none" strike="noStrike" cap="none" normalizeH="0" baseline="0">
                          <a:ln>
                            <a:noFill/>
                          </a:ln>
                          <a:solidFill>
                            <a:schemeClr val="tx1"/>
                          </a:solidFill>
                          <a:effectLst/>
                          <a:latin typeface="Times New Roman" pitchFamily="18" charset="0"/>
                          <a:ea typeface="黑体" pitchFamily="2" charset="-122"/>
                          <a:sym typeface="Symbol" pitchFamily="18" charset="2"/>
                        </a:rPr>
                        <a:t></a:t>
                      </a:r>
                      <a:r>
                        <a:rPr kumimoji="0" lang="en-US" altLang="zh-CN" sz="2800" b="1" i="1" u="none" strike="noStrike" cap="none" normalizeH="0" baseline="0">
                          <a:ln>
                            <a:noFill/>
                          </a:ln>
                          <a:solidFill>
                            <a:schemeClr val="tx1"/>
                          </a:solidFill>
                          <a:effectLst/>
                          <a:latin typeface="Times New Roman" pitchFamily="18" charset="0"/>
                          <a:ea typeface="黑体" pitchFamily="2" charset="-122"/>
                          <a:sym typeface="Symbol" pitchFamily="18" charset="2"/>
                        </a:rPr>
                        <a:t>T</a:t>
                      </a:r>
                      <a:r>
                        <a:rPr kumimoji="0" lang="en-US" altLang="zh-CN" sz="2800" b="1" i="1" u="none" strike="noStrike" cap="none" normalizeH="0" baseline="0">
                          <a:ln>
                            <a:noFill/>
                          </a:ln>
                          <a:solidFill>
                            <a:schemeClr val="tx1"/>
                          </a:solidFill>
                          <a:effectLst/>
                          <a:latin typeface="Times New Roman" pitchFamily="18" charset="0"/>
                          <a:ea typeface="黑体" pitchFamily="2" charset="-122"/>
                        </a:rPr>
                        <a:t> </a:t>
                      </a:r>
                      <a:r>
                        <a:rPr kumimoji="0" lang="en-US" altLang="zh-CN" sz="2800" b="1" i="0" u="none" strike="noStrike" cap="none" normalizeH="0" baseline="0">
                          <a:ln>
                            <a:noFill/>
                          </a:ln>
                          <a:solidFill>
                            <a:schemeClr val="tx1"/>
                          </a:solidFill>
                          <a:effectLst/>
                          <a:latin typeface="Times New Roman" pitchFamily="18" charset="0"/>
                          <a:ea typeface="黑体" pitchFamily="2" charset="-122"/>
                          <a:sym typeface="Symbol" pitchFamily="18" charset="2"/>
                        </a:rPr>
                        <a:t>id</a:t>
                      </a:r>
                    </a:p>
                  </a:txBody>
                  <a:tcPr marT="45691" marB="45691" horzOverflow="overflow">
                    <a:lnL w="28575"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sm" len="sm"/>
                      <a:tailEnd type="none" w="sm" len="sm"/>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
                          <a:schemeClr val="folHlink"/>
                        </a:buClr>
                        <a:buSzPct val="60000"/>
                        <a:buFont typeface="Wingdings" pitchFamily="2" charset="2"/>
                        <a:buNone/>
                        <a:tabLst/>
                      </a:pPr>
                      <a:r>
                        <a:rPr kumimoji="0" lang="en-US" altLang="zh-CN" sz="2800" b="1" i="0" u="none" strike="noStrike" cap="none" normalizeH="0" baseline="0">
                          <a:ln>
                            <a:noFill/>
                          </a:ln>
                          <a:solidFill>
                            <a:schemeClr val="tx1"/>
                          </a:solidFill>
                          <a:effectLst/>
                          <a:latin typeface="Times New Roman" pitchFamily="18" charset="0"/>
                          <a:ea typeface="黑体" pitchFamily="2" charset="-122"/>
                        </a:rPr>
                        <a:t>                id $</a:t>
                      </a:r>
                    </a:p>
                  </a:txBody>
                  <a:tcPr marT="45691" marB="45691"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sm" len="sm"/>
                      <a:tailEnd type="none" w="sm" len="sm"/>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
                          <a:schemeClr val="folHlink"/>
                        </a:buClr>
                        <a:buSzPct val="60000"/>
                        <a:buFont typeface="Wingdings" pitchFamily="2" charset="2"/>
                        <a:buNone/>
                        <a:tabLst/>
                      </a:pPr>
                      <a:r>
                        <a:rPr kumimoji="0" lang="en-US" altLang="zh-CN" sz="2800" b="1" i="1" u="none" strike="noStrike" cap="none" normalizeH="0" baseline="0" dirty="0" err="1">
                          <a:ln>
                            <a:noFill/>
                          </a:ln>
                          <a:solidFill>
                            <a:schemeClr val="tx1"/>
                          </a:solidFill>
                          <a:effectLst/>
                          <a:latin typeface="Times New Roman" pitchFamily="18" charset="0"/>
                          <a:ea typeface="黑体" pitchFamily="2" charset="-122"/>
                        </a:rPr>
                        <a:t>F</a:t>
                      </a:r>
                      <a:r>
                        <a:rPr kumimoji="0" lang="en-US" altLang="zh-CN" sz="2800" b="1" i="0" u="none" strike="noStrike" cap="none" normalizeH="0" baseline="0" dirty="0" err="1">
                          <a:ln>
                            <a:noFill/>
                          </a:ln>
                          <a:solidFill>
                            <a:schemeClr val="tx1"/>
                          </a:solidFill>
                          <a:effectLst/>
                          <a:latin typeface="Times New Roman" pitchFamily="18" charset="0"/>
                          <a:ea typeface="黑体" pitchFamily="2" charset="-122"/>
                          <a:sym typeface="Symbol" pitchFamily="18" charset="2"/>
                        </a:rPr>
                        <a:t>id</a:t>
                      </a:r>
                      <a:endParaRPr kumimoji="0" lang="en-US" altLang="zh-CN" sz="2800" b="1" i="0" u="none" strike="noStrike" cap="none" normalizeH="0" baseline="0" dirty="0">
                        <a:ln>
                          <a:noFill/>
                        </a:ln>
                        <a:solidFill>
                          <a:schemeClr val="tx1"/>
                        </a:solidFill>
                        <a:effectLst/>
                        <a:latin typeface="Times New Roman" pitchFamily="18" charset="0"/>
                        <a:ea typeface="黑体" pitchFamily="2" charset="-122"/>
                        <a:sym typeface="Symbol" pitchFamily="18" charset="2"/>
                      </a:endParaRPr>
                    </a:p>
                  </a:txBody>
                  <a:tcPr marT="45691" marB="45691" horzOverflow="overflow">
                    <a:lnL w="12700" cap="flat" cmpd="sng" algn="ctr">
                      <a:solidFill>
                        <a:schemeClr val="tx1"/>
                      </a:solidFill>
                      <a:prstDash val="solid"/>
                      <a:round/>
                      <a:headEnd type="none" w="sm" len="sm"/>
                      <a:tailEnd type="none" w="sm" len="sm"/>
                    </a:lnL>
                    <a:lnR w="28575" cap="flat" cmpd="sng" algn="ctr">
                      <a:solidFill>
                        <a:schemeClr val="tx1"/>
                      </a:solidFill>
                      <a:prstDash val="solid"/>
                      <a:round/>
                      <a:headEnd type="none" w="sm" len="sm"/>
                      <a:tailEnd type="none" w="sm" len="sm"/>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sm" len="sm"/>
                      <a:tailEnd type="none" w="sm" len="sm"/>
                    </a:lnB>
                    <a:lnTlToBr>
                      <a:noFill/>
                    </a:lnTlToBr>
                    <a:lnBlToTr>
                      <a:noFill/>
                    </a:lnBlToTr>
                    <a:noFill/>
                  </a:tcPr>
                </a:tc>
                <a:extLst>
                  <a:ext uri="{0D108BD9-81ED-4DB2-BD59-A6C34878D82A}">
                    <a16:rowId xmlns:a16="http://schemas.microsoft.com/office/drawing/2014/main" val="10007"/>
                  </a:ext>
                </a:extLst>
              </a:tr>
            </a:tbl>
          </a:graphicData>
        </a:graphic>
      </p:graphicFrame>
      <p:sp>
        <p:nvSpPr>
          <p:cNvPr id="2" name="日期占位符 1">
            <a:extLst>
              <a:ext uri="{FF2B5EF4-FFF2-40B4-BE49-F238E27FC236}">
                <a16:creationId xmlns:a16="http://schemas.microsoft.com/office/drawing/2014/main" id="{91023AFB-C1C5-F2BD-0778-78BCB018D034}"/>
              </a:ext>
            </a:extLst>
          </p:cNvPr>
          <p:cNvSpPr>
            <a:spLocks noGrp="1"/>
          </p:cNvSpPr>
          <p:nvPr>
            <p:ph type="dt" sz="half" idx="10"/>
          </p:nvPr>
        </p:nvSpPr>
        <p:spPr/>
        <p:txBody>
          <a:bodyPr/>
          <a:lstStyle/>
          <a:p>
            <a:fld id="{0621687C-A978-4D0D-9F9E-1A2543191E19}" type="datetime2">
              <a:rPr lang="zh-CN" altLang="en-US" smtClean="0"/>
              <a:pPr/>
              <a:t>2025年11月26日</a:t>
            </a:fld>
            <a:endParaRPr lang="zh-CN" altLang="en-US"/>
          </a:p>
        </p:txBody>
      </p:sp>
      <p:sp>
        <p:nvSpPr>
          <p:cNvPr id="3" name="页脚占位符 2">
            <a:extLst>
              <a:ext uri="{FF2B5EF4-FFF2-40B4-BE49-F238E27FC236}">
                <a16:creationId xmlns:a16="http://schemas.microsoft.com/office/drawing/2014/main" id="{356F13C3-6419-BBB6-5F2B-C4C73895CCBD}"/>
              </a:ext>
            </a:extLst>
          </p:cNvPr>
          <p:cNvSpPr>
            <a:spLocks noGrp="1"/>
          </p:cNvSpPr>
          <p:nvPr>
            <p:ph type="ftr" sz="quarter" idx="11"/>
          </p:nvPr>
        </p:nvSpPr>
        <p:spPr/>
        <p:txBody>
          <a:bodyPr/>
          <a:lstStyle/>
          <a:p>
            <a:r>
              <a:rPr lang="zh-CN" altLang="en-US"/>
              <a:t>编译原理</a:t>
            </a:r>
            <a:r>
              <a:rPr lang="en-US" altLang="zh-CN"/>
              <a:t>-</a:t>
            </a:r>
            <a:r>
              <a:rPr lang="zh-CN" altLang="en-US"/>
              <a:t>王欣捷</a:t>
            </a:r>
            <a:r>
              <a:rPr lang="en-US" altLang="zh-CN"/>
              <a:t>-</a:t>
            </a:r>
            <a:r>
              <a:rPr lang="zh-CN" altLang="en-US"/>
              <a:t>第三章 语法分析</a:t>
            </a:r>
            <a:r>
              <a:rPr lang="en-US" altLang="zh-CN"/>
              <a:t>(4)</a:t>
            </a:r>
            <a:endParaRPr lang="zh-CN" altLang="en-US"/>
          </a:p>
        </p:txBody>
      </p:sp>
      <p:sp>
        <p:nvSpPr>
          <p:cNvPr id="4" name="灯片编号占位符 3">
            <a:extLst>
              <a:ext uri="{FF2B5EF4-FFF2-40B4-BE49-F238E27FC236}">
                <a16:creationId xmlns:a16="http://schemas.microsoft.com/office/drawing/2014/main" id="{B62E9DB9-06B8-CD7F-B4C1-4F5348DE52D0}"/>
              </a:ext>
            </a:extLst>
          </p:cNvPr>
          <p:cNvSpPr>
            <a:spLocks noGrp="1"/>
          </p:cNvSpPr>
          <p:nvPr>
            <p:ph type="sldNum" sz="quarter" idx="12"/>
          </p:nvPr>
        </p:nvSpPr>
        <p:spPr/>
        <p:txBody>
          <a:bodyPr/>
          <a:lstStyle/>
          <a:p>
            <a:fld id="{094DEB03-EFC6-4C20-8FC8-295189A5386F}" type="slidenum">
              <a:rPr lang="zh-CN" altLang="en-US" smtClean="0"/>
              <a:pPr/>
              <a:t>106</a:t>
            </a:fld>
            <a:endParaRPr lang="zh-CN" altLang="en-US"/>
          </a:p>
        </p:txBody>
      </p:sp>
    </p:spTree>
  </p:cSld>
  <p:clrMapOvr>
    <a:masterClrMapping/>
  </p:clrMapOvr>
</p:sld>
</file>

<file path=ppt/slides/slide10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5714" name="Rectangle 2">
            <a:extLst>
              <a:ext uri="{FF2B5EF4-FFF2-40B4-BE49-F238E27FC236}">
                <a16:creationId xmlns:a16="http://schemas.microsoft.com/office/drawing/2014/main" id="{472CB1C1-80D8-4EC4-8B4F-A76A75EBC87A}"/>
              </a:ext>
            </a:extLst>
          </p:cNvPr>
          <p:cNvSpPr>
            <a:spLocks noGrp="1" noChangeArrowheads="1"/>
          </p:cNvSpPr>
          <p:nvPr>
            <p:ph type="title"/>
          </p:nvPr>
        </p:nvSpPr>
        <p:spPr/>
        <p:txBody>
          <a:bodyPr/>
          <a:lstStyle/>
          <a:p>
            <a:pPr eaLnBrk="1" hangingPunct="1"/>
            <a:r>
              <a:rPr lang="en-US" altLang="zh-CN" sz="4000"/>
              <a:t>3.3.6 </a:t>
            </a:r>
            <a:r>
              <a:rPr lang="zh-CN" altLang="en-US" sz="4000"/>
              <a:t>预测分析的错误恢复</a:t>
            </a:r>
          </a:p>
        </p:txBody>
      </p:sp>
      <p:sp>
        <p:nvSpPr>
          <p:cNvPr id="115715" name="Rectangle 3">
            <a:extLst>
              <a:ext uri="{FF2B5EF4-FFF2-40B4-BE49-F238E27FC236}">
                <a16:creationId xmlns:a16="http://schemas.microsoft.com/office/drawing/2014/main" id="{DED9D615-18AF-493F-B5A3-90B553342FF4}"/>
              </a:ext>
            </a:extLst>
          </p:cNvPr>
          <p:cNvSpPr>
            <a:spLocks noGrp="1" noChangeArrowheads="1"/>
          </p:cNvSpPr>
          <p:nvPr>
            <p:ph idx="1"/>
          </p:nvPr>
        </p:nvSpPr>
        <p:spPr/>
        <p:txBody>
          <a:bodyPr/>
          <a:lstStyle/>
          <a:p>
            <a:pPr eaLnBrk="1" hangingPunct="1">
              <a:lnSpc>
                <a:spcPct val="90000"/>
              </a:lnSpc>
              <a:buFont typeface="Wingdings" panose="05000000000000000000" pitchFamily="2" charset="2"/>
              <a:buNone/>
            </a:pPr>
            <a:r>
              <a:rPr lang="zh-CN" altLang="en-US" sz="2800"/>
              <a:t>预测分析器对 </a:t>
            </a:r>
            <a:r>
              <a:rPr lang="en-US" altLang="zh-CN" sz="2800" b="1"/>
              <a:t>+id * +id</a:t>
            </a:r>
            <a:r>
              <a:rPr lang="en-US" altLang="zh-CN" sz="2800"/>
              <a:t> </a:t>
            </a:r>
            <a:r>
              <a:rPr lang="zh-CN" altLang="en-US" sz="2800"/>
              <a:t>的分析和错误恢复</a:t>
            </a:r>
          </a:p>
        </p:txBody>
      </p:sp>
      <p:graphicFrame>
        <p:nvGraphicFramePr>
          <p:cNvPr id="7" name="Group 4">
            <a:extLst>
              <a:ext uri="{FF2B5EF4-FFF2-40B4-BE49-F238E27FC236}">
                <a16:creationId xmlns:a16="http://schemas.microsoft.com/office/drawing/2014/main" id="{EFD6BA82-9BDE-4322-A2A0-2B8F0234D647}"/>
              </a:ext>
            </a:extLst>
          </p:cNvPr>
          <p:cNvGraphicFramePr>
            <a:graphicFrameLocks/>
          </p:cNvGraphicFramePr>
          <p:nvPr/>
        </p:nvGraphicFramePr>
        <p:xfrm>
          <a:off x="533400" y="1981200"/>
          <a:ext cx="8305800" cy="4664079"/>
        </p:xfrm>
        <a:graphic>
          <a:graphicData uri="http://schemas.openxmlformats.org/drawingml/2006/table">
            <a:tbl>
              <a:tblPr/>
              <a:tblGrid>
                <a:gridCol w="2690813">
                  <a:extLst>
                    <a:ext uri="{9D8B030D-6E8A-4147-A177-3AD203B41FA5}">
                      <a16:colId xmlns:a16="http://schemas.microsoft.com/office/drawing/2014/main" val="20000"/>
                    </a:ext>
                  </a:extLst>
                </a:gridCol>
                <a:gridCol w="2808287">
                  <a:extLst>
                    <a:ext uri="{9D8B030D-6E8A-4147-A177-3AD203B41FA5}">
                      <a16:colId xmlns:a16="http://schemas.microsoft.com/office/drawing/2014/main" val="20001"/>
                    </a:ext>
                  </a:extLst>
                </a:gridCol>
                <a:gridCol w="2806700">
                  <a:extLst>
                    <a:ext uri="{9D8B030D-6E8A-4147-A177-3AD203B41FA5}">
                      <a16:colId xmlns:a16="http://schemas.microsoft.com/office/drawing/2014/main" val="20002"/>
                    </a:ext>
                  </a:extLst>
                </a:gridCol>
              </a:tblGrid>
              <a:tr h="518231">
                <a:tc>
                  <a:txBody>
                    <a:body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itchFamily="2" charset="2"/>
                        <a:buNone/>
                        <a:tabLst/>
                      </a:pPr>
                      <a:r>
                        <a:rPr kumimoji="0" lang="zh-CN" altLang="en-US" sz="2800" b="0" i="0" u="none" strike="noStrike" cap="none" normalizeH="0" baseline="0">
                          <a:ln>
                            <a:noFill/>
                          </a:ln>
                          <a:solidFill>
                            <a:schemeClr val="tx1"/>
                          </a:solidFill>
                          <a:effectLst/>
                          <a:latin typeface="Times New Roman" pitchFamily="18" charset="0"/>
                          <a:ea typeface="黑体" pitchFamily="2" charset="-122"/>
                        </a:rPr>
                        <a:t>栈 </a:t>
                      </a:r>
                    </a:p>
                  </a:txBody>
                  <a:tcPr marT="45726" marB="45726" horzOverflow="overflow">
                    <a:lnL w="28575"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28575"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a:txBody>
                    <a:body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itchFamily="2" charset="2"/>
                        <a:buNone/>
                        <a:tabLst/>
                      </a:pPr>
                      <a:r>
                        <a:rPr kumimoji="0" lang="zh-CN" altLang="en-US" sz="2800" b="0" i="0" u="none" strike="noStrike" cap="none" normalizeH="0" baseline="0">
                          <a:ln>
                            <a:noFill/>
                          </a:ln>
                          <a:solidFill>
                            <a:schemeClr val="tx1"/>
                          </a:solidFill>
                          <a:effectLst/>
                          <a:latin typeface="Times New Roman" pitchFamily="18" charset="0"/>
                          <a:ea typeface="黑体" pitchFamily="2" charset="-122"/>
                        </a:rPr>
                        <a:t>输    入 </a:t>
                      </a:r>
                    </a:p>
                  </a:txBody>
                  <a:tcPr marT="45726" marB="45726"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28575"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a:txBody>
                    <a:body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itchFamily="2" charset="2"/>
                        <a:buNone/>
                        <a:tabLst/>
                      </a:pPr>
                      <a:r>
                        <a:rPr kumimoji="0" lang="zh-CN" altLang="en-US" sz="2800" b="0" i="0" u="none" strike="noStrike" cap="none" normalizeH="0" baseline="0">
                          <a:ln>
                            <a:noFill/>
                          </a:ln>
                          <a:solidFill>
                            <a:schemeClr val="tx1"/>
                          </a:solidFill>
                          <a:effectLst/>
                          <a:latin typeface="Times New Roman" pitchFamily="18" charset="0"/>
                          <a:ea typeface="黑体" pitchFamily="2" charset="-122"/>
                        </a:rPr>
                        <a:t>输    出 </a:t>
                      </a:r>
                    </a:p>
                  </a:txBody>
                  <a:tcPr marT="45726" marB="45726" horzOverflow="overflow">
                    <a:lnL w="12700" cap="flat" cmpd="sng" algn="ctr">
                      <a:solidFill>
                        <a:schemeClr val="tx1"/>
                      </a:solidFill>
                      <a:prstDash val="solid"/>
                      <a:round/>
                      <a:headEnd type="none" w="sm" len="sm"/>
                      <a:tailEnd type="none" w="sm" len="sm"/>
                    </a:lnL>
                    <a:lnR w="28575" cap="flat" cmpd="sng" algn="ctr">
                      <a:solidFill>
                        <a:schemeClr val="tx1"/>
                      </a:solidFill>
                      <a:prstDash val="solid"/>
                      <a:round/>
                      <a:headEnd type="none" w="sm" len="sm"/>
                      <a:tailEnd type="none" w="sm" len="sm"/>
                    </a:lnR>
                    <a:lnT w="28575"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extLst>
                  <a:ext uri="{0D108BD9-81ED-4DB2-BD59-A6C34878D82A}">
                    <a16:rowId xmlns:a16="http://schemas.microsoft.com/office/drawing/2014/main" val="10000"/>
                  </a:ext>
                </a:extLst>
              </a:tr>
              <a:tr h="518231">
                <a:tc>
                  <a:txBody>
                    <a:bodyPr/>
                    <a:lstStyle/>
                    <a:p>
                      <a:pPr marL="0" marR="0" lvl="0" indent="0" algn="l" defTabSz="914400" rtl="0" eaLnBrk="1" fontAlgn="base" latinLnBrk="0" hangingPunct="1">
                        <a:lnSpc>
                          <a:spcPct val="100000"/>
                        </a:lnSpc>
                        <a:spcBef>
                          <a:spcPct val="20000"/>
                        </a:spcBef>
                        <a:spcAft>
                          <a:spcPct val="0"/>
                        </a:spcAft>
                        <a:buClr>
                          <a:schemeClr val="folHlink"/>
                        </a:buClr>
                        <a:buSzPct val="60000"/>
                        <a:buFont typeface="Wingdings" pitchFamily="2" charset="2"/>
                        <a:buNone/>
                        <a:tabLst/>
                      </a:pPr>
                      <a:r>
                        <a:rPr kumimoji="0" lang="en-US" altLang="zh-CN" sz="2800" b="1" i="0" u="none" strike="noStrike" cap="none" normalizeH="0" baseline="0">
                          <a:ln>
                            <a:noFill/>
                          </a:ln>
                          <a:solidFill>
                            <a:schemeClr val="tx1"/>
                          </a:solidFill>
                          <a:effectLst/>
                          <a:latin typeface="Times New Roman" pitchFamily="18" charset="0"/>
                          <a:ea typeface="黑体" pitchFamily="2" charset="-122"/>
                        </a:rPr>
                        <a:t>$</a:t>
                      </a:r>
                      <a:r>
                        <a:rPr kumimoji="0" lang="en-US" altLang="zh-CN" sz="2800" b="1" i="1" u="none" strike="noStrike" cap="none" normalizeH="0" baseline="0">
                          <a:ln>
                            <a:noFill/>
                          </a:ln>
                          <a:solidFill>
                            <a:schemeClr val="tx1"/>
                          </a:solidFill>
                          <a:effectLst/>
                          <a:latin typeface="Times New Roman" pitchFamily="18" charset="0"/>
                          <a:ea typeface="黑体" pitchFamily="2" charset="-122"/>
                        </a:rPr>
                        <a:t>E </a:t>
                      </a:r>
                      <a:r>
                        <a:rPr kumimoji="0" lang="en-US" altLang="zh-CN" sz="2800" b="1" i="0" u="none" strike="noStrike" cap="none" normalizeH="0" baseline="0">
                          <a:ln>
                            <a:noFill/>
                          </a:ln>
                          <a:solidFill>
                            <a:schemeClr val="tx1"/>
                          </a:solidFill>
                          <a:effectLst/>
                          <a:latin typeface="Times New Roman" pitchFamily="18" charset="0"/>
                          <a:ea typeface="黑体" pitchFamily="2" charset="-122"/>
                          <a:sym typeface="Symbol" pitchFamily="18" charset="2"/>
                        </a:rPr>
                        <a:t></a:t>
                      </a:r>
                      <a:r>
                        <a:rPr kumimoji="0" lang="en-US" altLang="zh-CN" sz="2800" b="1" i="1" u="none" strike="noStrike" cap="none" normalizeH="0" baseline="0">
                          <a:ln>
                            <a:noFill/>
                          </a:ln>
                          <a:solidFill>
                            <a:schemeClr val="tx1"/>
                          </a:solidFill>
                          <a:effectLst/>
                          <a:latin typeface="Times New Roman" pitchFamily="18" charset="0"/>
                          <a:ea typeface="黑体" pitchFamily="2" charset="-122"/>
                          <a:sym typeface="Symbol" pitchFamily="18" charset="2"/>
                        </a:rPr>
                        <a:t>T</a:t>
                      </a:r>
                      <a:r>
                        <a:rPr kumimoji="0" lang="en-US" altLang="zh-CN" sz="2800" b="1" i="1" u="none" strike="noStrike" cap="none" normalizeH="0" baseline="0">
                          <a:ln>
                            <a:noFill/>
                          </a:ln>
                          <a:solidFill>
                            <a:schemeClr val="tx1"/>
                          </a:solidFill>
                          <a:effectLst/>
                          <a:latin typeface="Times New Roman" pitchFamily="18" charset="0"/>
                          <a:ea typeface="黑体" pitchFamily="2" charset="-122"/>
                        </a:rPr>
                        <a:t> </a:t>
                      </a:r>
                      <a:r>
                        <a:rPr kumimoji="0" lang="en-US" altLang="zh-CN" sz="2800" b="1" i="0" u="none" strike="noStrike" cap="none" normalizeH="0" baseline="0">
                          <a:ln>
                            <a:noFill/>
                          </a:ln>
                          <a:solidFill>
                            <a:schemeClr val="tx1"/>
                          </a:solidFill>
                          <a:effectLst/>
                          <a:latin typeface="Times New Roman" pitchFamily="18" charset="0"/>
                          <a:ea typeface="黑体" pitchFamily="2" charset="-122"/>
                          <a:sym typeface="Symbol" pitchFamily="18" charset="2"/>
                        </a:rPr>
                        <a:t>id</a:t>
                      </a:r>
                    </a:p>
                  </a:txBody>
                  <a:tcPr marT="45726" marB="45726" horzOverflow="overflow">
                    <a:lnL w="28575"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
                          <a:schemeClr val="folHlink"/>
                        </a:buClr>
                        <a:buSzPct val="60000"/>
                        <a:buFont typeface="Wingdings" pitchFamily="2" charset="2"/>
                        <a:buNone/>
                        <a:tabLst/>
                      </a:pPr>
                      <a:r>
                        <a:rPr kumimoji="0" lang="en-US" altLang="zh-CN" sz="2800" b="1" i="0" u="none" strike="noStrike" cap="none" normalizeH="0" baseline="0">
                          <a:ln>
                            <a:noFill/>
                          </a:ln>
                          <a:solidFill>
                            <a:schemeClr val="tx1"/>
                          </a:solidFill>
                          <a:effectLst/>
                          <a:latin typeface="Times New Roman" pitchFamily="18" charset="0"/>
                          <a:ea typeface="黑体" pitchFamily="2" charset="-122"/>
                        </a:rPr>
                        <a:t>                id $</a:t>
                      </a:r>
                    </a:p>
                  </a:txBody>
                  <a:tcPr marT="45726" marB="45726"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
                          <a:schemeClr val="folHlink"/>
                        </a:buClr>
                        <a:buSzPct val="60000"/>
                        <a:buFont typeface="Wingdings" pitchFamily="2" charset="2"/>
                        <a:buNone/>
                        <a:tabLst/>
                      </a:pPr>
                      <a:r>
                        <a:rPr kumimoji="0" lang="en-US" altLang="zh-CN" sz="2800" b="1" i="1" u="none" strike="noStrike" cap="none" normalizeH="0" baseline="0">
                          <a:ln>
                            <a:noFill/>
                          </a:ln>
                          <a:solidFill>
                            <a:schemeClr val="tx1"/>
                          </a:solidFill>
                          <a:effectLst/>
                          <a:latin typeface="Times New Roman" pitchFamily="18" charset="0"/>
                          <a:ea typeface="黑体" pitchFamily="2" charset="-122"/>
                        </a:rPr>
                        <a:t>F</a:t>
                      </a:r>
                      <a:r>
                        <a:rPr kumimoji="0" lang="en-US" altLang="zh-CN" sz="2800" b="1" i="0" u="none" strike="noStrike" cap="none" normalizeH="0" baseline="0">
                          <a:ln>
                            <a:noFill/>
                          </a:ln>
                          <a:solidFill>
                            <a:schemeClr val="tx1"/>
                          </a:solidFill>
                          <a:effectLst/>
                          <a:latin typeface="Times New Roman" pitchFamily="18" charset="0"/>
                          <a:ea typeface="黑体" pitchFamily="2" charset="-122"/>
                          <a:sym typeface="Symbol" pitchFamily="18" charset="2"/>
                        </a:rPr>
                        <a:t>id</a:t>
                      </a:r>
                    </a:p>
                  </a:txBody>
                  <a:tcPr marT="45726" marB="45726" horzOverflow="overflow">
                    <a:lnL w="12700" cap="flat" cmpd="sng" algn="ctr">
                      <a:solidFill>
                        <a:schemeClr val="tx1"/>
                      </a:solidFill>
                      <a:prstDash val="solid"/>
                      <a:round/>
                      <a:headEnd type="none" w="sm" len="sm"/>
                      <a:tailEnd type="none" w="sm" len="sm"/>
                    </a:lnL>
                    <a:lnR w="28575"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1"/>
                  </a:ext>
                </a:extLst>
              </a:tr>
              <a:tr h="518231">
                <a:tc>
                  <a:txBody>
                    <a:bodyPr/>
                    <a:lstStyle/>
                    <a:p>
                      <a:pPr marL="0" marR="0" lvl="0" indent="0" algn="l" defTabSz="914400" rtl="0" eaLnBrk="1" fontAlgn="base" latinLnBrk="0" hangingPunct="1">
                        <a:lnSpc>
                          <a:spcPct val="100000"/>
                        </a:lnSpc>
                        <a:spcBef>
                          <a:spcPct val="20000"/>
                        </a:spcBef>
                        <a:spcAft>
                          <a:spcPct val="0"/>
                        </a:spcAft>
                        <a:buClr>
                          <a:schemeClr val="folHlink"/>
                        </a:buClr>
                        <a:buSzPct val="60000"/>
                        <a:buFont typeface="Wingdings" pitchFamily="2" charset="2"/>
                        <a:buNone/>
                        <a:tabLst/>
                      </a:pPr>
                      <a:endParaRPr kumimoji="0" lang="zh-CN" altLang="zh-CN" sz="2800" b="1" i="0" u="none" strike="noStrike" cap="none" normalizeH="0" baseline="0">
                        <a:ln>
                          <a:noFill/>
                        </a:ln>
                        <a:solidFill>
                          <a:schemeClr val="tx1"/>
                        </a:solidFill>
                        <a:effectLst/>
                        <a:latin typeface="Times New Roman" pitchFamily="18" charset="0"/>
                        <a:ea typeface="黑体" pitchFamily="2" charset="-122"/>
                        <a:sym typeface="Symbol" pitchFamily="18" charset="2"/>
                      </a:endParaRPr>
                    </a:p>
                  </a:txBody>
                  <a:tcPr marT="45726" marB="45726" horzOverflow="overflow">
                    <a:lnL w="28575"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
                          <a:schemeClr val="folHlink"/>
                        </a:buClr>
                        <a:buSzPct val="60000"/>
                        <a:buFont typeface="Wingdings" pitchFamily="2" charset="2"/>
                        <a:buNone/>
                        <a:tabLst/>
                      </a:pPr>
                      <a:endParaRPr kumimoji="0" lang="zh-CN" altLang="zh-CN" sz="2800" b="1" i="0" u="none" strike="noStrike" cap="none" normalizeH="0" baseline="0">
                        <a:ln>
                          <a:noFill/>
                        </a:ln>
                        <a:solidFill>
                          <a:schemeClr val="tx1"/>
                        </a:solidFill>
                        <a:effectLst/>
                        <a:latin typeface="Times New Roman" pitchFamily="18" charset="0"/>
                        <a:ea typeface="黑体" pitchFamily="2" charset="-122"/>
                      </a:endParaRPr>
                    </a:p>
                  </a:txBody>
                  <a:tcPr marT="45726" marB="45726"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
                          <a:schemeClr val="folHlink"/>
                        </a:buClr>
                        <a:buSzPct val="60000"/>
                        <a:buFont typeface="Wingdings" pitchFamily="2" charset="2"/>
                        <a:buNone/>
                        <a:tabLst/>
                      </a:pPr>
                      <a:endParaRPr kumimoji="0" lang="zh-CN" altLang="zh-CN" sz="2800" b="1" i="0" u="none" strike="noStrike" cap="none" normalizeH="0" baseline="0">
                        <a:ln>
                          <a:noFill/>
                        </a:ln>
                        <a:solidFill>
                          <a:schemeClr val="tx1"/>
                        </a:solidFill>
                        <a:effectLst/>
                        <a:latin typeface="Times New Roman" pitchFamily="18" charset="0"/>
                        <a:ea typeface="黑体" pitchFamily="2" charset="-122"/>
                        <a:sym typeface="Symbol" pitchFamily="18" charset="2"/>
                      </a:endParaRPr>
                    </a:p>
                  </a:txBody>
                  <a:tcPr marT="45726" marB="45726" horzOverflow="overflow">
                    <a:lnL w="12700" cap="flat" cmpd="sng" algn="ctr">
                      <a:solidFill>
                        <a:schemeClr val="tx1"/>
                      </a:solidFill>
                      <a:prstDash val="solid"/>
                      <a:round/>
                      <a:headEnd type="none" w="sm" len="sm"/>
                      <a:tailEnd type="none" w="sm" len="sm"/>
                    </a:lnL>
                    <a:lnR w="28575" cap="flat" cmpd="sng" algn="ctr">
                      <a:solidFill>
                        <a:schemeClr val="tx1"/>
                      </a:solidFill>
                      <a:prstDash val="solid"/>
                      <a:round/>
                      <a:headEnd type="none" w="sm" len="sm"/>
                      <a:tailEnd type="none" w="sm" len="sm"/>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2"/>
                  </a:ext>
                </a:extLst>
              </a:tr>
              <a:tr h="518231">
                <a:tc>
                  <a:txBody>
                    <a:bodyPr/>
                    <a:lstStyle/>
                    <a:p>
                      <a:pPr marL="0" marR="0" lvl="0" indent="0" algn="l" defTabSz="914400" rtl="0" eaLnBrk="1" fontAlgn="base" latinLnBrk="0" hangingPunct="1">
                        <a:lnSpc>
                          <a:spcPct val="100000"/>
                        </a:lnSpc>
                        <a:spcBef>
                          <a:spcPct val="20000"/>
                        </a:spcBef>
                        <a:spcAft>
                          <a:spcPct val="0"/>
                        </a:spcAft>
                        <a:buClr>
                          <a:schemeClr val="folHlink"/>
                        </a:buClr>
                        <a:buSzPct val="60000"/>
                        <a:buFont typeface="Wingdings" pitchFamily="2" charset="2"/>
                        <a:buNone/>
                        <a:tabLst/>
                      </a:pPr>
                      <a:endParaRPr kumimoji="0" lang="zh-CN" altLang="zh-CN" sz="2800" b="1" i="0" u="none" strike="noStrike" cap="none" normalizeH="0" baseline="0">
                        <a:ln>
                          <a:noFill/>
                        </a:ln>
                        <a:solidFill>
                          <a:schemeClr val="tx1"/>
                        </a:solidFill>
                        <a:effectLst/>
                        <a:latin typeface="Times New Roman" pitchFamily="18" charset="0"/>
                        <a:ea typeface="黑体" pitchFamily="2" charset="-122"/>
                        <a:sym typeface="Symbol" pitchFamily="18" charset="2"/>
                      </a:endParaRPr>
                    </a:p>
                  </a:txBody>
                  <a:tcPr marT="45726" marB="45726" horzOverflow="overflow">
                    <a:lnL w="28575"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
                          <a:schemeClr val="folHlink"/>
                        </a:buClr>
                        <a:buSzPct val="60000"/>
                        <a:buFont typeface="Wingdings" pitchFamily="2" charset="2"/>
                        <a:buNone/>
                        <a:tabLst/>
                      </a:pPr>
                      <a:endParaRPr kumimoji="0" lang="zh-CN" altLang="zh-CN" sz="2800" b="1" i="0" u="none" strike="noStrike" cap="none" normalizeH="0" baseline="0">
                        <a:ln>
                          <a:noFill/>
                        </a:ln>
                        <a:solidFill>
                          <a:schemeClr val="tx1"/>
                        </a:solidFill>
                        <a:effectLst/>
                        <a:latin typeface="Times New Roman" pitchFamily="18" charset="0"/>
                        <a:ea typeface="黑体" pitchFamily="2" charset="-122"/>
                      </a:endParaRPr>
                    </a:p>
                  </a:txBody>
                  <a:tcPr marT="45726" marB="45726"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
                          <a:schemeClr val="folHlink"/>
                        </a:buClr>
                        <a:buSzPct val="60000"/>
                        <a:buFont typeface="Wingdings" pitchFamily="2" charset="2"/>
                        <a:buNone/>
                        <a:tabLst/>
                      </a:pPr>
                      <a:endParaRPr kumimoji="0" lang="zh-CN" altLang="zh-CN" sz="2800" b="1" i="0" u="none" strike="noStrike" cap="none" normalizeH="0" baseline="0">
                        <a:ln>
                          <a:noFill/>
                        </a:ln>
                        <a:solidFill>
                          <a:schemeClr val="tx1"/>
                        </a:solidFill>
                        <a:effectLst/>
                        <a:latin typeface="Times New Roman" pitchFamily="18" charset="0"/>
                        <a:ea typeface="黑体" pitchFamily="2" charset="-122"/>
                        <a:sym typeface="Symbol" pitchFamily="18" charset="2"/>
                      </a:endParaRPr>
                    </a:p>
                  </a:txBody>
                  <a:tcPr marT="45726" marB="45726" horzOverflow="overflow">
                    <a:lnL w="12700" cap="flat" cmpd="sng" algn="ctr">
                      <a:solidFill>
                        <a:schemeClr val="tx1"/>
                      </a:solidFill>
                      <a:prstDash val="solid"/>
                      <a:round/>
                      <a:headEnd type="none" w="sm" len="sm"/>
                      <a:tailEnd type="none" w="sm" len="sm"/>
                    </a:lnL>
                    <a:lnR w="28575" cap="flat" cmpd="sng" algn="ctr">
                      <a:solidFill>
                        <a:schemeClr val="tx1"/>
                      </a:solidFill>
                      <a:prstDash val="solid"/>
                      <a:round/>
                      <a:headEnd type="none" w="sm" len="sm"/>
                      <a:tailEnd type="none" w="sm" len="sm"/>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3"/>
                  </a:ext>
                </a:extLst>
              </a:tr>
              <a:tr h="518231">
                <a:tc>
                  <a:txBody>
                    <a:bodyPr/>
                    <a:lstStyle/>
                    <a:p>
                      <a:pPr marL="0" marR="0" lvl="0" indent="0" algn="l" defTabSz="914400" rtl="0" eaLnBrk="1" fontAlgn="base" latinLnBrk="0" hangingPunct="1">
                        <a:lnSpc>
                          <a:spcPct val="100000"/>
                        </a:lnSpc>
                        <a:spcBef>
                          <a:spcPct val="20000"/>
                        </a:spcBef>
                        <a:spcAft>
                          <a:spcPct val="0"/>
                        </a:spcAft>
                        <a:buClr>
                          <a:schemeClr val="folHlink"/>
                        </a:buClr>
                        <a:buSzPct val="60000"/>
                        <a:buFont typeface="Wingdings" pitchFamily="2" charset="2"/>
                        <a:buNone/>
                        <a:tabLst/>
                      </a:pPr>
                      <a:endParaRPr kumimoji="0" lang="zh-CN" altLang="zh-CN" sz="2800" b="1" i="0" u="none" strike="noStrike" cap="none" normalizeH="0" baseline="0">
                        <a:ln>
                          <a:noFill/>
                        </a:ln>
                        <a:solidFill>
                          <a:schemeClr val="tx1"/>
                        </a:solidFill>
                        <a:effectLst/>
                        <a:latin typeface="Times New Roman" pitchFamily="18" charset="0"/>
                        <a:ea typeface="黑体" pitchFamily="2" charset="-122"/>
                      </a:endParaRPr>
                    </a:p>
                  </a:txBody>
                  <a:tcPr marT="45726" marB="45726" horzOverflow="overflow">
                    <a:lnL w="28575"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
                          <a:schemeClr val="folHlink"/>
                        </a:buClr>
                        <a:buSzPct val="60000"/>
                        <a:buFont typeface="Wingdings" pitchFamily="2" charset="2"/>
                        <a:buNone/>
                        <a:tabLst/>
                      </a:pPr>
                      <a:endParaRPr kumimoji="0" lang="zh-CN" altLang="zh-CN" sz="2800" b="1" i="0" u="none" strike="noStrike" cap="none" normalizeH="0" baseline="0">
                        <a:ln>
                          <a:noFill/>
                        </a:ln>
                        <a:solidFill>
                          <a:schemeClr val="tx1"/>
                        </a:solidFill>
                        <a:effectLst/>
                        <a:latin typeface="Times New Roman" pitchFamily="18" charset="0"/>
                        <a:ea typeface="黑体" pitchFamily="2" charset="-122"/>
                      </a:endParaRPr>
                    </a:p>
                  </a:txBody>
                  <a:tcPr marT="45726" marB="45726"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
                          <a:schemeClr val="folHlink"/>
                        </a:buClr>
                        <a:buSzPct val="60000"/>
                        <a:buFont typeface="Wingdings" pitchFamily="2" charset="2"/>
                        <a:buNone/>
                        <a:tabLst/>
                      </a:pPr>
                      <a:endParaRPr kumimoji="0" lang="zh-CN" altLang="zh-CN" sz="2800" b="1" i="0" u="none" strike="noStrike" cap="none" normalizeH="0" baseline="0">
                        <a:ln>
                          <a:noFill/>
                        </a:ln>
                        <a:solidFill>
                          <a:schemeClr val="tx1"/>
                        </a:solidFill>
                        <a:effectLst/>
                        <a:latin typeface="Times New Roman" pitchFamily="18" charset="0"/>
                        <a:ea typeface="黑体" pitchFamily="2" charset="-122"/>
                        <a:sym typeface="Symbol" pitchFamily="18" charset="2"/>
                      </a:endParaRPr>
                    </a:p>
                  </a:txBody>
                  <a:tcPr marT="45726" marB="45726" horzOverflow="overflow">
                    <a:lnL w="12700" cap="flat" cmpd="sng" algn="ctr">
                      <a:solidFill>
                        <a:schemeClr val="tx1"/>
                      </a:solidFill>
                      <a:prstDash val="solid"/>
                      <a:round/>
                      <a:headEnd type="none" w="sm" len="sm"/>
                      <a:tailEnd type="none" w="sm" len="sm"/>
                    </a:lnL>
                    <a:lnR w="28575" cap="flat" cmpd="sng" algn="ctr">
                      <a:solidFill>
                        <a:schemeClr val="tx1"/>
                      </a:solidFill>
                      <a:prstDash val="solid"/>
                      <a:round/>
                      <a:headEnd type="none" w="sm" len="sm"/>
                      <a:tailEnd type="none" w="sm" len="sm"/>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4"/>
                  </a:ext>
                </a:extLst>
              </a:tr>
              <a:tr h="518231">
                <a:tc>
                  <a:txBody>
                    <a:bodyPr/>
                    <a:lstStyle/>
                    <a:p>
                      <a:pPr marL="0" marR="0" lvl="0" indent="0" algn="l" defTabSz="914400" rtl="0" eaLnBrk="1" fontAlgn="base" latinLnBrk="0" hangingPunct="1">
                        <a:lnSpc>
                          <a:spcPct val="100000"/>
                        </a:lnSpc>
                        <a:spcBef>
                          <a:spcPct val="20000"/>
                        </a:spcBef>
                        <a:spcAft>
                          <a:spcPct val="0"/>
                        </a:spcAft>
                        <a:buClr>
                          <a:schemeClr val="folHlink"/>
                        </a:buClr>
                        <a:buSzPct val="60000"/>
                        <a:buFont typeface="Wingdings" pitchFamily="2" charset="2"/>
                        <a:buNone/>
                        <a:tabLst/>
                      </a:pPr>
                      <a:endParaRPr kumimoji="0" lang="zh-CN" altLang="zh-CN" sz="2800" b="1" i="0" u="none" strike="noStrike" cap="none" normalizeH="0" baseline="0">
                        <a:ln>
                          <a:noFill/>
                        </a:ln>
                        <a:solidFill>
                          <a:schemeClr val="tx1"/>
                        </a:solidFill>
                        <a:effectLst/>
                        <a:latin typeface="Times New Roman" pitchFamily="18" charset="0"/>
                        <a:ea typeface="黑体" pitchFamily="2" charset="-122"/>
                        <a:sym typeface="Symbol" pitchFamily="18" charset="2"/>
                      </a:endParaRPr>
                    </a:p>
                  </a:txBody>
                  <a:tcPr marT="45726" marB="45726" horzOverflow="overflow">
                    <a:lnL w="28575"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
                          <a:schemeClr val="folHlink"/>
                        </a:buClr>
                        <a:buSzPct val="60000"/>
                        <a:buFont typeface="Wingdings" pitchFamily="2" charset="2"/>
                        <a:buNone/>
                        <a:tabLst/>
                      </a:pPr>
                      <a:endParaRPr kumimoji="0" lang="zh-CN" altLang="zh-CN" sz="2800" b="1" i="0" u="none" strike="noStrike" cap="none" normalizeH="0" baseline="0">
                        <a:ln>
                          <a:noFill/>
                        </a:ln>
                        <a:solidFill>
                          <a:schemeClr val="tx1"/>
                        </a:solidFill>
                        <a:effectLst/>
                        <a:latin typeface="Times New Roman" pitchFamily="18" charset="0"/>
                        <a:ea typeface="黑体" pitchFamily="2" charset="-122"/>
                      </a:endParaRPr>
                    </a:p>
                  </a:txBody>
                  <a:tcPr marT="45726" marB="45726"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
                          <a:schemeClr val="folHlink"/>
                        </a:buClr>
                        <a:buSzPct val="60000"/>
                        <a:buFont typeface="Wingdings" pitchFamily="2" charset="2"/>
                        <a:buNone/>
                        <a:tabLst/>
                      </a:pPr>
                      <a:endParaRPr kumimoji="0" lang="zh-CN" altLang="zh-CN" sz="2800" b="1" i="0" u="none" strike="noStrike" cap="none" normalizeH="0" baseline="0">
                        <a:ln>
                          <a:noFill/>
                        </a:ln>
                        <a:solidFill>
                          <a:schemeClr val="tx1"/>
                        </a:solidFill>
                        <a:effectLst/>
                        <a:latin typeface="Times New Roman" pitchFamily="18" charset="0"/>
                        <a:ea typeface="黑体" pitchFamily="2" charset="-122"/>
                        <a:sym typeface="Symbol" pitchFamily="18" charset="2"/>
                      </a:endParaRPr>
                    </a:p>
                  </a:txBody>
                  <a:tcPr marT="45726" marB="45726" horzOverflow="overflow">
                    <a:lnL w="12700" cap="flat" cmpd="sng" algn="ctr">
                      <a:solidFill>
                        <a:schemeClr val="tx1"/>
                      </a:solidFill>
                      <a:prstDash val="solid"/>
                      <a:round/>
                      <a:headEnd type="none" w="sm" len="sm"/>
                      <a:tailEnd type="none" w="sm" len="sm"/>
                    </a:lnL>
                    <a:lnR w="28575" cap="flat" cmpd="sng" algn="ctr">
                      <a:solidFill>
                        <a:schemeClr val="tx1"/>
                      </a:solidFill>
                      <a:prstDash val="solid"/>
                      <a:round/>
                      <a:headEnd type="none" w="sm" len="sm"/>
                      <a:tailEnd type="none" w="sm" len="sm"/>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5"/>
                  </a:ext>
                </a:extLst>
              </a:tr>
              <a:tr h="518231">
                <a:tc>
                  <a:txBody>
                    <a:bodyPr/>
                    <a:lstStyle/>
                    <a:p>
                      <a:pPr marL="0" marR="0" lvl="0" indent="0" algn="l" defTabSz="914400" rtl="0" eaLnBrk="1" fontAlgn="base" latinLnBrk="0" hangingPunct="1">
                        <a:lnSpc>
                          <a:spcPct val="100000"/>
                        </a:lnSpc>
                        <a:spcBef>
                          <a:spcPct val="20000"/>
                        </a:spcBef>
                        <a:spcAft>
                          <a:spcPct val="0"/>
                        </a:spcAft>
                        <a:buClr>
                          <a:schemeClr val="folHlink"/>
                        </a:buClr>
                        <a:buSzPct val="60000"/>
                        <a:buFont typeface="Wingdings" pitchFamily="2" charset="2"/>
                        <a:buNone/>
                        <a:tabLst/>
                      </a:pPr>
                      <a:endParaRPr kumimoji="0" lang="zh-CN" altLang="zh-CN" sz="2800" b="1" i="0" u="none" strike="noStrike" cap="none" normalizeH="0" baseline="0">
                        <a:ln>
                          <a:noFill/>
                        </a:ln>
                        <a:solidFill>
                          <a:schemeClr val="tx1"/>
                        </a:solidFill>
                        <a:effectLst/>
                        <a:latin typeface="Times New Roman" pitchFamily="18" charset="0"/>
                        <a:ea typeface="黑体" pitchFamily="2" charset="-122"/>
                        <a:sym typeface="Symbol" pitchFamily="18" charset="2"/>
                      </a:endParaRPr>
                    </a:p>
                  </a:txBody>
                  <a:tcPr marT="45726" marB="45726" horzOverflow="overflow">
                    <a:lnL w="28575"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
                          <a:schemeClr val="folHlink"/>
                        </a:buClr>
                        <a:buSzPct val="60000"/>
                        <a:buFont typeface="Wingdings" pitchFamily="2" charset="2"/>
                        <a:buNone/>
                        <a:tabLst/>
                      </a:pPr>
                      <a:endParaRPr kumimoji="0" lang="zh-CN" altLang="zh-CN" sz="2800" b="1" i="0" u="none" strike="noStrike" cap="none" normalizeH="0" baseline="0">
                        <a:ln>
                          <a:noFill/>
                        </a:ln>
                        <a:solidFill>
                          <a:schemeClr val="tx1"/>
                        </a:solidFill>
                        <a:effectLst/>
                        <a:latin typeface="Times New Roman" pitchFamily="18" charset="0"/>
                        <a:ea typeface="黑体" pitchFamily="2" charset="-122"/>
                      </a:endParaRPr>
                    </a:p>
                  </a:txBody>
                  <a:tcPr marT="45726" marB="45726"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
                          <a:schemeClr val="folHlink"/>
                        </a:buClr>
                        <a:buSzPct val="60000"/>
                        <a:buFont typeface="Wingdings" pitchFamily="2" charset="2"/>
                        <a:buNone/>
                        <a:tabLst/>
                      </a:pPr>
                      <a:endParaRPr kumimoji="0" lang="zh-CN" altLang="zh-CN" sz="2800" b="1" i="0" u="none" strike="noStrike" cap="none" normalizeH="0" baseline="0">
                        <a:ln>
                          <a:noFill/>
                        </a:ln>
                        <a:solidFill>
                          <a:schemeClr val="tx1"/>
                        </a:solidFill>
                        <a:effectLst/>
                        <a:latin typeface="Times New Roman" pitchFamily="18" charset="0"/>
                        <a:ea typeface="黑体" pitchFamily="2" charset="-122"/>
                        <a:sym typeface="Symbol" pitchFamily="18" charset="2"/>
                      </a:endParaRPr>
                    </a:p>
                  </a:txBody>
                  <a:tcPr marT="45726" marB="45726" horzOverflow="overflow">
                    <a:lnL w="12700" cap="flat" cmpd="sng" algn="ctr">
                      <a:solidFill>
                        <a:schemeClr val="tx1"/>
                      </a:solidFill>
                      <a:prstDash val="solid"/>
                      <a:round/>
                      <a:headEnd type="none" w="sm" len="sm"/>
                      <a:tailEnd type="none" w="sm" len="sm"/>
                    </a:lnL>
                    <a:lnR w="28575" cap="flat" cmpd="sng" algn="ctr">
                      <a:solidFill>
                        <a:schemeClr val="tx1"/>
                      </a:solidFill>
                      <a:prstDash val="solid"/>
                      <a:round/>
                      <a:headEnd type="none" w="sm" len="sm"/>
                      <a:tailEnd type="none" w="sm" len="sm"/>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6"/>
                  </a:ext>
                </a:extLst>
              </a:tr>
              <a:tr h="518231">
                <a:tc>
                  <a:txBody>
                    <a:bodyPr/>
                    <a:lstStyle/>
                    <a:p>
                      <a:pPr marL="0" marR="0" lvl="0" indent="0" algn="l" defTabSz="914400" rtl="0" eaLnBrk="1" fontAlgn="base" latinLnBrk="0" hangingPunct="1">
                        <a:lnSpc>
                          <a:spcPct val="100000"/>
                        </a:lnSpc>
                        <a:spcBef>
                          <a:spcPct val="20000"/>
                        </a:spcBef>
                        <a:spcAft>
                          <a:spcPct val="0"/>
                        </a:spcAft>
                        <a:buClr>
                          <a:schemeClr val="folHlink"/>
                        </a:buClr>
                        <a:buSzPct val="60000"/>
                        <a:buFont typeface="Wingdings" pitchFamily="2" charset="2"/>
                        <a:buNone/>
                        <a:tabLst/>
                      </a:pPr>
                      <a:endParaRPr kumimoji="0" lang="zh-CN" altLang="zh-CN" sz="2800" b="1" i="0" u="none" strike="noStrike" cap="none" normalizeH="0" baseline="0">
                        <a:ln>
                          <a:noFill/>
                        </a:ln>
                        <a:solidFill>
                          <a:schemeClr val="tx1"/>
                        </a:solidFill>
                        <a:effectLst/>
                        <a:latin typeface="Times New Roman" pitchFamily="18" charset="0"/>
                        <a:ea typeface="黑体" pitchFamily="2" charset="-122"/>
                        <a:sym typeface="Symbol" pitchFamily="18" charset="2"/>
                      </a:endParaRPr>
                    </a:p>
                  </a:txBody>
                  <a:tcPr marT="45726" marB="45726" horzOverflow="overflow">
                    <a:lnL w="28575"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
                          <a:schemeClr val="folHlink"/>
                        </a:buClr>
                        <a:buSzPct val="60000"/>
                        <a:buFont typeface="Wingdings" pitchFamily="2" charset="2"/>
                        <a:buNone/>
                        <a:tabLst/>
                      </a:pPr>
                      <a:endParaRPr kumimoji="0" lang="zh-CN" altLang="zh-CN" sz="2800" b="1" i="0" u="none" strike="noStrike" cap="none" normalizeH="0" baseline="0">
                        <a:ln>
                          <a:noFill/>
                        </a:ln>
                        <a:solidFill>
                          <a:schemeClr val="tx1"/>
                        </a:solidFill>
                        <a:effectLst/>
                        <a:latin typeface="Times New Roman" pitchFamily="18" charset="0"/>
                        <a:ea typeface="黑体" pitchFamily="2" charset="-122"/>
                      </a:endParaRPr>
                    </a:p>
                  </a:txBody>
                  <a:tcPr marT="45726" marB="45726"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
                          <a:schemeClr val="folHlink"/>
                        </a:buClr>
                        <a:buSzPct val="60000"/>
                        <a:buFont typeface="Wingdings" pitchFamily="2" charset="2"/>
                        <a:buNone/>
                        <a:tabLst/>
                      </a:pPr>
                      <a:endParaRPr kumimoji="0" lang="zh-CN" altLang="zh-CN" sz="2800" b="1" i="0" u="none" strike="noStrike" cap="none" normalizeH="0" baseline="0">
                        <a:ln>
                          <a:noFill/>
                        </a:ln>
                        <a:solidFill>
                          <a:schemeClr val="tx1"/>
                        </a:solidFill>
                        <a:effectLst/>
                        <a:latin typeface="Times New Roman" pitchFamily="18" charset="0"/>
                        <a:ea typeface="黑体" pitchFamily="2" charset="-122"/>
                        <a:sym typeface="Symbol" pitchFamily="18" charset="2"/>
                      </a:endParaRPr>
                    </a:p>
                  </a:txBody>
                  <a:tcPr marT="45726" marB="45726" horzOverflow="overflow">
                    <a:lnL w="12700" cap="flat" cmpd="sng" algn="ctr">
                      <a:solidFill>
                        <a:schemeClr val="tx1"/>
                      </a:solidFill>
                      <a:prstDash val="solid"/>
                      <a:round/>
                      <a:headEnd type="none" w="sm" len="sm"/>
                      <a:tailEnd type="none" w="sm" len="sm"/>
                    </a:lnL>
                    <a:lnR w="28575" cap="flat" cmpd="sng" algn="ctr">
                      <a:solidFill>
                        <a:schemeClr val="tx1"/>
                      </a:solidFill>
                      <a:prstDash val="solid"/>
                      <a:round/>
                      <a:headEnd type="none" w="sm" len="sm"/>
                      <a:tailEnd type="none" w="sm" len="sm"/>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7"/>
                  </a:ext>
                </a:extLst>
              </a:tr>
              <a:tr h="518231">
                <a:tc>
                  <a:txBody>
                    <a:bodyPr/>
                    <a:lstStyle/>
                    <a:p>
                      <a:pPr marL="0" marR="0" lvl="0" indent="0" algn="l" defTabSz="914400" rtl="0" eaLnBrk="1" fontAlgn="base" latinLnBrk="0" hangingPunct="1">
                        <a:lnSpc>
                          <a:spcPct val="100000"/>
                        </a:lnSpc>
                        <a:spcBef>
                          <a:spcPct val="20000"/>
                        </a:spcBef>
                        <a:spcAft>
                          <a:spcPct val="0"/>
                        </a:spcAft>
                        <a:buClr>
                          <a:schemeClr val="folHlink"/>
                        </a:buClr>
                        <a:buSzPct val="60000"/>
                        <a:buFont typeface="Wingdings" pitchFamily="2" charset="2"/>
                        <a:buNone/>
                        <a:tabLst/>
                      </a:pPr>
                      <a:endParaRPr kumimoji="0" lang="zh-CN" altLang="zh-CN" sz="2800" b="1" i="0" u="none" strike="noStrike" cap="none" normalizeH="0" baseline="0">
                        <a:ln>
                          <a:noFill/>
                        </a:ln>
                        <a:solidFill>
                          <a:schemeClr val="tx1"/>
                        </a:solidFill>
                        <a:effectLst/>
                        <a:latin typeface="Times New Roman" pitchFamily="18" charset="0"/>
                        <a:ea typeface="黑体" pitchFamily="2" charset="-122"/>
                        <a:sym typeface="Symbol" pitchFamily="18" charset="2"/>
                      </a:endParaRPr>
                    </a:p>
                  </a:txBody>
                  <a:tcPr marT="45726" marB="45726" horzOverflow="overflow">
                    <a:lnL w="28575"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sm" len="sm"/>
                      <a:tailEnd type="none" w="sm" len="sm"/>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
                          <a:schemeClr val="folHlink"/>
                        </a:buClr>
                        <a:buSzPct val="60000"/>
                        <a:buFont typeface="Wingdings" pitchFamily="2" charset="2"/>
                        <a:buNone/>
                        <a:tabLst/>
                      </a:pPr>
                      <a:endParaRPr kumimoji="0" lang="zh-CN" altLang="zh-CN" sz="2800" b="1" i="0" u="none" strike="noStrike" cap="none" normalizeH="0" baseline="0">
                        <a:ln>
                          <a:noFill/>
                        </a:ln>
                        <a:solidFill>
                          <a:schemeClr val="tx1"/>
                        </a:solidFill>
                        <a:effectLst/>
                        <a:latin typeface="Times New Roman" pitchFamily="18" charset="0"/>
                        <a:ea typeface="黑体" pitchFamily="2" charset="-122"/>
                      </a:endParaRPr>
                    </a:p>
                  </a:txBody>
                  <a:tcPr marT="45726" marB="45726"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sm" len="sm"/>
                      <a:tailEnd type="none" w="sm" len="sm"/>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
                          <a:schemeClr val="folHlink"/>
                        </a:buClr>
                        <a:buSzPct val="60000"/>
                        <a:buFont typeface="Wingdings" pitchFamily="2" charset="2"/>
                        <a:buNone/>
                        <a:tabLst/>
                      </a:pPr>
                      <a:endParaRPr kumimoji="0" lang="zh-CN" altLang="zh-CN" sz="2800" b="1" i="0" u="none" strike="noStrike" cap="none" normalizeH="0" baseline="0" dirty="0">
                        <a:ln>
                          <a:noFill/>
                        </a:ln>
                        <a:solidFill>
                          <a:schemeClr val="tx1"/>
                        </a:solidFill>
                        <a:effectLst/>
                        <a:latin typeface="Times New Roman" pitchFamily="18" charset="0"/>
                        <a:ea typeface="黑体" pitchFamily="2" charset="-122"/>
                        <a:sym typeface="Symbol" pitchFamily="18" charset="2"/>
                      </a:endParaRPr>
                    </a:p>
                  </a:txBody>
                  <a:tcPr marT="45726" marB="45726" horzOverflow="overflow">
                    <a:lnL w="12700" cap="flat" cmpd="sng" algn="ctr">
                      <a:solidFill>
                        <a:schemeClr val="tx1"/>
                      </a:solidFill>
                      <a:prstDash val="solid"/>
                      <a:round/>
                      <a:headEnd type="none" w="sm" len="sm"/>
                      <a:tailEnd type="none" w="sm" len="sm"/>
                    </a:lnL>
                    <a:lnR w="28575" cap="flat" cmpd="sng" algn="ctr">
                      <a:solidFill>
                        <a:schemeClr val="tx1"/>
                      </a:solidFill>
                      <a:prstDash val="solid"/>
                      <a:round/>
                      <a:headEnd type="none" w="sm" len="sm"/>
                      <a:tailEnd type="none" w="sm" len="sm"/>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sm" len="sm"/>
                      <a:tailEnd type="none" w="sm" len="sm"/>
                    </a:lnB>
                    <a:lnTlToBr>
                      <a:noFill/>
                    </a:lnTlToBr>
                    <a:lnBlToTr>
                      <a:noFill/>
                    </a:lnBlToTr>
                    <a:noFill/>
                  </a:tcPr>
                </a:tc>
                <a:extLst>
                  <a:ext uri="{0D108BD9-81ED-4DB2-BD59-A6C34878D82A}">
                    <a16:rowId xmlns:a16="http://schemas.microsoft.com/office/drawing/2014/main" val="10008"/>
                  </a:ext>
                </a:extLst>
              </a:tr>
            </a:tbl>
          </a:graphicData>
        </a:graphic>
      </p:graphicFrame>
      <p:sp>
        <p:nvSpPr>
          <p:cNvPr id="2" name="日期占位符 1">
            <a:extLst>
              <a:ext uri="{FF2B5EF4-FFF2-40B4-BE49-F238E27FC236}">
                <a16:creationId xmlns:a16="http://schemas.microsoft.com/office/drawing/2014/main" id="{9674A66A-9BCE-948E-04F8-E5DCCCCCFB83}"/>
              </a:ext>
            </a:extLst>
          </p:cNvPr>
          <p:cNvSpPr>
            <a:spLocks noGrp="1"/>
          </p:cNvSpPr>
          <p:nvPr>
            <p:ph type="dt" sz="half" idx="10"/>
          </p:nvPr>
        </p:nvSpPr>
        <p:spPr/>
        <p:txBody>
          <a:bodyPr/>
          <a:lstStyle/>
          <a:p>
            <a:fld id="{7EA0A0CC-E287-4ECA-870F-31DE1B8A3AD8}" type="datetime2">
              <a:rPr lang="zh-CN" altLang="en-US" smtClean="0"/>
              <a:pPr/>
              <a:t>2025年11月26日</a:t>
            </a:fld>
            <a:endParaRPr lang="zh-CN" altLang="en-US"/>
          </a:p>
        </p:txBody>
      </p:sp>
      <p:sp>
        <p:nvSpPr>
          <p:cNvPr id="3" name="页脚占位符 2">
            <a:extLst>
              <a:ext uri="{FF2B5EF4-FFF2-40B4-BE49-F238E27FC236}">
                <a16:creationId xmlns:a16="http://schemas.microsoft.com/office/drawing/2014/main" id="{5627E116-6906-61BC-ED42-C9537CD3BAD3}"/>
              </a:ext>
            </a:extLst>
          </p:cNvPr>
          <p:cNvSpPr>
            <a:spLocks noGrp="1"/>
          </p:cNvSpPr>
          <p:nvPr>
            <p:ph type="ftr" sz="quarter" idx="11"/>
          </p:nvPr>
        </p:nvSpPr>
        <p:spPr/>
        <p:txBody>
          <a:bodyPr/>
          <a:lstStyle/>
          <a:p>
            <a:r>
              <a:rPr lang="zh-CN" altLang="en-US"/>
              <a:t>编译原理</a:t>
            </a:r>
            <a:r>
              <a:rPr lang="en-US" altLang="zh-CN"/>
              <a:t>-</a:t>
            </a:r>
            <a:r>
              <a:rPr lang="zh-CN" altLang="en-US"/>
              <a:t>王欣捷</a:t>
            </a:r>
            <a:r>
              <a:rPr lang="en-US" altLang="zh-CN"/>
              <a:t>-</a:t>
            </a:r>
            <a:r>
              <a:rPr lang="zh-CN" altLang="en-US"/>
              <a:t>第三章 语法分析</a:t>
            </a:r>
            <a:r>
              <a:rPr lang="en-US" altLang="zh-CN"/>
              <a:t>(4)</a:t>
            </a:r>
            <a:endParaRPr lang="zh-CN" altLang="en-US"/>
          </a:p>
        </p:txBody>
      </p:sp>
      <p:sp>
        <p:nvSpPr>
          <p:cNvPr id="4" name="灯片编号占位符 3">
            <a:extLst>
              <a:ext uri="{FF2B5EF4-FFF2-40B4-BE49-F238E27FC236}">
                <a16:creationId xmlns:a16="http://schemas.microsoft.com/office/drawing/2014/main" id="{776A8D1F-459D-8A6D-5C23-D0AFC46F609E}"/>
              </a:ext>
            </a:extLst>
          </p:cNvPr>
          <p:cNvSpPr>
            <a:spLocks noGrp="1"/>
          </p:cNvSpPr>
          <p:nvPr>
            <p:ph type="sldNum" sz="quarter" idx="12"/>
          </p:nvPr>
        </p:nvSpPr>
        <p:spPr/>
        <p:txBody>
          <a:bodyPr/>
          <a:lstStyle/>
          <a:p>
            <a:fld id="{094DEB03-EFC6-4C20-8FC8-295189A5386F}" type="slidenum">
              <a:rPr lang="zh-CN" altLang="en-US" smtClean="0"/>
              <a:pPr/>
              <a:t>107</a:t>
            </a:fld>
            <a:endParaRPr lang="zh-CN" altLang="en-US"/>
          </a:p>
        </p:txBody>
      </p:sp>
    </p:spTree>
  </p:cSld>
  <p:clrMapOvr>
    <a:masterClrMapping/>
  </p:clrMapOvr>
</p:sld>
</file>

<file path=ppt/slides/slide10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6738" name="Rectangle 2">
            <a:extLst>
              <a:ext uri="{FF2B5EF4-FFF2-40B4-BE49-F238E27FC236}">
                <a16:creationId xmlns:a16="http://schemas.microsoft.com/office/drawing/2014/main" id="{05E174A6-30DF-4B22-924E-55F76CCF3143}"/>
              </a:ext>
            </a:extLst>
          </p:cNvPr>
          <p:cNvSpPr>
            <a:spLocks noGrp="1" noChangeArrowheads="1"/>
          </p:cNvSpPr>
          <p:nvPr>
            <p:ph type="title"/>
          </p:nvPr>
        </p:nvSpPr>
        <p:spPr/>
        <p:txBody>
          <a:bodyPr/>
          <a:lstStyle/>
          <a:p>
            <a:pPr eaLnBrk="1" hangingPunct="1"/>
            <a:r>
              <a:rPr lang="en-US" altLang="zh-CN" sz="4000"/>
              <a:t>3.3.6 </a:t>
            </a:r>
            <a:r>
              <a:rPr lang="zh-CN" altLang="en-US" sz="4000"/>
              <a:t>预测分析的错误恢复</a:t>
            </a:r>
          </a:p>
        </p:txBody>
      </p:sp>
      <p:sp>
        <p:nvSpPr>
          <p:cNvPr id="116739" name="Rectangle 3">
            <a:extLst>
              <a:ext uri="{FF2B5EF4-FFF2-40B4-BE49-F238E27FC236}">
                <a16:creationId xmlns:a16="http://schemas.microsoft.com/office/drawing/2014/main" id="{A4BE8731-9FB5-4D5D-94CB-05CD49D98A33}"/>
              </a:ext>
            </a:extLst>
          </p:cNvPr>
          <p:cNvSpPr>
            <a:spLocks noGrp="1" noChangeArrowheads="1"/>
          </p:cNvSpPr>
          <p:nvPr>
            <p:ph idx="1"/>
          </p:nvPr>
        </p:nvSpPr>
        <p:spPr/>
        <p:txBody>
          <a:bodyPr/>
          <a:lstStyle/>
          <a:p>
            <a:pPr eaLnBrk="1" hangingPunct="1">
              <a:lnSpc>
                <a:spcPct val="90000"/>
              </a:lnSpc>
              <a:buFont typeface="Wingdings" panose="05000000000000000000" pitchFamily="2" charset="2"/>
              <a:buNone/>
            </a:pPr>
            <a:r>
              <a:rPr lang="zh-CN" altLang="en-US" sz="2800"/>
              <a:t>预测分析器对 </a:t>
            </a:r>
            <a:r>
              <a:rPr lang="en-US" altLang="zh-CN" sz="2800" b="1"/>
              <a:t>+id * +id</a:t>
            </a:r>
            <a:r>
              <a:rPr lang="en-US" altLang="zh-CN" sz="2800"/>
              <a:t> </a:t>
            </a:r>
            <a:r>
              <a:rPr lang="zh-CN" altLang="en-US" sz="2800"/>
              <a:t>的分析和错误恢复</a:t>
            </a:r>
          </a:p>
        </p:txBody>
      </p:sp>
      <p:graphicFrame>
        <p:nvGraphicFramePr>
          <p:cNvPr id="7" name="Group 4">
            <a:extLst>
              <a:ext uri="{FF2B5EF4-FFF2-40B4-BE49-F238E27FC236}">
                <a16:creationId xmlns:a16="http://schemas.microsoft.com/office/drawing/2014/main" id="{12B1EB62-0542-4E19-A7A4-B8A2003180F1}"/>
              </a:ext>
            </a:extLst>
          </p:cNvPr>
          <p:cNvGraphicFramePr>
            <a:graphicFrameLocks/>
          </p:cNvGraphicFramePr>
          <p:nvPr/>
        </p:nvGraphicFramePr>
        <p:xfrm>
          <a:off x="533400" y="1981200"/>
          <a:ext cx="8305800" cy="4664079"/>
        </p:xfrm>
        <a:graphic>
          <a:graphicData uri="http://schemas.openxmlformats.org/drawingml/2006/table">
            <a:tbl>
              <a:tblPr/>
              <a:tblGrid>
                <a:gridCol w="2690813">
                  <a:extLst>
                    <a:ext uri="{9D8B030D-6E8A-4147-A177-3AD203B41FA5}">
                      <a16:colId xmlns:a16="http://schemas.microsoft.com/office/drawing/2014/main" val="20000"/>
                    </a:ext>
                  </a:extLst>
                </a:gridCol>
                <a:gridCol w="2808287">
                  <a:extLst>
                    <a:ext uri="{9D8B030D-6E8A-4147-A177-3AD203B41FA5}">
                      <a16:colId xmlns:a16="http://schemas.microsoft.com/office/drawing/2014/main" val="20001"/>
                    </a:ext>
                  </a:extLst>
                </a:gridCol>
                <a:gridCol w="2806700">
                  <a:extLst>
                    <a:ext uri="{9D8B030D-6E8A-4147-A177-3AD203B41FA5}">
                      <a16:colId xmlns:a16="http://schemas.microsoft.com/office/drawing/2014/main" val="20002"/>
                    </a:ext>
                  </a:extLst>
                </a:gridCol>
              </a:tblGrid>
              <a:tr h="518231">
                <a:tc>
                  <a:txBody>
                    <a:body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itchFamily="2" charset="2"/>
                        <a:buNone/>
                        <a:tabLst/>
                      </a:pPr>
                      <a:r>
                        <a:rPr kumimoji="0" lang="zh-CN" altLang="en-US" sz="2800" b="0" i="0" u="none" strike="noStrike" cap="none" normalizeH="0" baseline="0">
                          <a:ln>
                            <a:noFill/>
                          </a:ln>
                          <a:solidFill>
                            <a:schemeClr val="tx1"/>
                          </a:solidFill>
                          <a:effectLst/>
                          <a:latin typeface="Times New Roman" pitchFamily="18" charset="0"/>
                          <a:ea typeface="黑体" pitchFamily="2" charset="-122"/>
                        </a:rPr>
                        <a:t>栈 </a:t>
                      </a:r>
                    </a:p>
                  </a:txBody>
                  <a:tcPr marT="45726" marB="45726" horzOverflow="overflow">
                    <a:lnL w="28575"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28575"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a:txBody>
                    <a:body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itchFamily="2" charset="2"/>
                        <a:buNone/>
                        <a:tabLst/>
                      </a:pPr>
                      <a:r>
                        <a:rPr kumimoji="0" lang="zh-CN" altLang="en-US" sz="2800" b="0" i="0" u="none" strike="noStrike" cap="none" normalizeH="0" baseline="0">
                          <a:ln>
                            <a:noFill/>
                          </a:ln>
                          <a:solidFill>
                            <a:schemeClr val="tx1"/>
                          </a:solidFill>
                          <a:effectLst/>
                          <a:latin typeface="Times New Roman" pitchFamily="18" charset="0"/>
                          <a:ea typeface="黑体" pitchFamily="2" charset="-122"/>
                        </a:rPr>
                        <a:t>输    入 </a:t>
                      </a:r>
                    </a:p>
                  </a:txBody>
                  <a:tcPr marT="45726" marB="45726"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28575"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a:txBody>
                    <a:body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itchFamily="2" charset="2"/>
                        <a:buNone/>
                        <a:tabLst/>
                      </a:pPr>
                      <a:r>
                        <a:rPr kumimoji="0" lang="zh-CN" altLang="en-US" sz="2800" b="0" i="0" u="none" strike="noStrike" cap="none" normalizeH="0" baseline="0">
                          <a:ln>
                            <a:noFill/>
                          </a:ln>
                          <a:solidFill>
                            <a:schemeClr val="tx1"/>
                          </a:solidFill>
                          <a:effectLst/>
                          <a:latin typeface="Times New Roman" pitchFamily="18" charset="0"/>
                          <a:ea typeface="黑体" pitchFamily="2" charset="-122"/>
                        </a:rPr>
                        <a:t>输    出 </a:t>
                      </a:r>
                    </a:p>
                  </a:txBody>
                  <a:tcPr marT="45726" marB="45726" horzOverflow="overflow">
                    <a:lnL w="12700" cap="flat" cmpd="sng" algn="ctr">
                      <a:solidFill>
                        <a:schemeClr val="tx1"/>
                      </a:solidFill>
                      <a:prstDash val="solid"/>
                      <a:round/>
                      <a:headEnd type="none" w="sm" len="sm"/>
                      <a:tailEnd type="none" w="sm" len="sm"/>
                    </a:lnL>
                    <a:lnR w="28575" cap="flat" cmpd="sng" algn="ctr">
                      <a:solidFill>
                        <a:schemeClr val="tx1"/>
                      </a:solidFill>
                      <a:prstDash val="solid"/>
                      <a:round/>
                      <a:headEnd type="none" w="sm" len="sm"/>
                      <a:tailEnd type="none" w="sm" len="sm"/>
                    </a:lnR>
                    <a:lnT w="28575"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extLst>
                  <a:ext uri="{0D108BD9-81ED-4DB2-BD59-A6C34878D82A}">
                    <a16:rowId xmlns:a16="http://schemas.microsoft.com/office/drawing/2014/main" val="10000"/>
                  </a:ext>
                </a:extLst>
              </a:tr>
              <a:tr h="518231">
                <a:tc>
                  <a:txBody>
                    <a:bodyPr/>
                    <a:lstStyle/>
                    <a:p>
                      <a:pPr marL="0" marR="0" lvl="0" indent="0" algn="l" defTabSz="914400" rtl="0" eaLnBrk="1" fontAlgn="base" latinLnBrk="0" hangingPunct="1">
                        <a:lnSpc>
                          <a:spcPct val="100000"/>
                        </a:lnSpc>
                        <a:spcBef>
                          <a:spcPct val="20000"/>
                        </a:spcBef>
                        <a:spcAft>
                          <a:spcPct val="0"/>
                        </a:spcAft>
                        <a:buClr>
                          <a:schemeClr val="folHlink"/>
                        </a:buClr>
                        <a:buSzPct val="60000"/>
                        <a:buFont typeface="Wingdings" pitchFamily="2" charset="2"/>
                        <a:buNone/>
                        <a:tabLst/>
                      </a:pPr>
                      <a:r>
                        <a:rPr kumimoji="0" lang="en-US" altLang="zh-CN" sz="2800" b="1" i="0" u="none" strike="noStrike" cap="none" normalizeH="0" baseline="0">
                          <a:ln>
                            <a:noFill/>
                          </a:ln>
                          <a:solidFill>
                            <a:schemeClr val="tx1"/>
                          </a:solidFill>
                          <a:effectLst/>
                          <a:latin typeface="Times New Roman" pitchFamily="18" charset="0"/>
                          <a:ea typeface="黑体" pitchFamily="2" charset="-122"/>
                        </a:rPr>
                        <a:t>$</a:t>
                      </a:r>
                      <a:r>
                        <a:rPr kumimoji="0" lang="en-US" altLang="zh-CN" sz="2800" b="1" i="1" u="none" strike="noStrike" cap="none" normalizeH="0" baseline="0">
                          <a:ln>
                            <a:noFill/>
                          </a:ln>
                          <a:solidFill>
                            <a:schemeClr val="tx1"/>
                          </a:solidFill>
                          <a:effectLst/>
                          <a:latin typeface="Times New Roman" pitchFamily="18" charset="0"/>
                          <a:ea typeface="黑体" pitchFamily="2" charset="-122"/>
                        </a:rPr>
                        <a:t>E </a:t>
                      </a:r>
                      <a:r>
                        <a:rPr kumimoji="0" lang="en-US" altLang="zh-CN" sz="2800" b="1" i="0" u="none" strike="noStrike" cap="none" normalizeH="0" baseline="0">
                          <a:ln>
                            <a:noFill/>
                          </a:ln>
                          <a:solidFill>
                            <a:schemeClr val="tx1"/>
                          </a:solidFill>
                          <a:effectLst/>
                          <a:latin typeface="Times New Roman" pitchFamily="18" charset="0"/>
                          <a:ea typeface="黑体" pitchFamily="2" charset="-122"/>
                          <a:sym typeface="Symbol" pitchFamily="18" charset="2"/>
                        </a:rPr>
                        <a:t></a:t>
                      </a:r>
                      <a:r>
                        <a:rPr kumimoji="0" lang="en-US" altLang="zh-CN" sz="2800" b="1" i="1" u="none" strike="noStrike" cap="none" normalizeH="0" baseline="0">
                          <a:ln>
                            <a:noFill/>
                          </a:ln>
                          <a:solidFill>
                            <a:schemeClr val="tx1"/>
                          </a:solidFill>
                          <a:effectLst/>
                          <a:latin typeface="Times New Roman" pitchFamily="18" charset="0"/>
                          <a:ea typeface="黑体" pitchFamily="2" charset="-122"/>
                          <a:sym typeface="Symbol" pitchFamily="18" charset="2"/>
                        </a:rPr>
                        <a:t>T</a:t>
                      </a:r>
                      <a:r>
                        <a:rPr kumimoji="0" lang="en-US" altLang="zh-CN" sz="2800" b="1" i="1" u="none" strike="noStrike" cap="none" normalizeH="0" baseline="0">
                          <a:ln>
                            <a:noFill/>
                          </a:ln>
                          <a:solidFill>
                            <a:schemeClr val="tx1"/>
                          </a:solidFill>
                          <a:effectLst/>
                          <a:latin typeface="Times New Roman" pitchFamily="18" charset="0"/>
                          <a:ea typeface="黑体" pitchFamily="2" charset="-122"/>
                        </a:rPr>
                        <a:t> </a:t>
                      </a:r>
                      <a:r>
                        <a:rPr kumimoji="0" lang="en-US" altLang="zh-CN" sz="2800" b="1" i="0" u="none" strike="noStrike" cap="none" normalizeH="0" baseline="0">
                          <a:ln>
                            <a:noFill/>
                          </a:ln>
                          <a:solidFill>
                            <a:schemeClr val="tx1"/>
                          </a:solidFill>
                          <a:effectLst/>
                          <a:latin typeface="Times New Roman" pitchFamily="18" charset="0"/>
                          <a:ea typeface="黑体" pitchFamily="2" charset="-122"/>
                          <a:sym typeface="Symbol" pitchFamily="18" charset="2"/>
                        </a:rPr>
                        <a:t>id</a:t>
                      </a:r>
                    </a:p>
                  </a:txBody>
                  <a:tcPr marT="45726" marB="45726" horzOverflow="overflow">
                    <a:lnL w="28575"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
                          <a:schemeClr val="folHlink"/>
                        </a:buClr>
                        <a:buSzPct val="60000"/>
                        <a:buFont typeface="Wingdings" pitchFamily="2" charset="2"/>
                        <a:buNone/>
                        <a:tabLst/>
                      </a:pPr>
                      <a:r>
                        <a:rPr kumimoji="0" lang="en-US" altLang="zh-CN" sz="2800" b="1" i="0" u="none" strike="noStrike" cap="none" normalizeH="0" baseline="0">
                          <a:ln>
                            <a:noFill/>
                          </a:ln>
                          <a:solidFill>
                            <a:schemeClr val="tx1"/>
                          </a:solidFill>
                          <a:effectLst/>
                          <a:latin typeface="Times New Roman" pitchFamily="18" charset="0"/>
                          <a:ea typeface="黑体" pitchFamily="2" charset="-122"/>
                        </a:rPr>
                        <a:t>                id $</a:t>
                      </a:r>
                    </a:p>
                  </a:txBody>
                  <a:tcPr marT="45726" marB="45726"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
                          <a:schemeClr val="folHlink"/>
                        </a:buClr>
                        <a:buSzPct val="60000"/>
                        <a:buFont typeface="Wingdings" pitchFamily="2" charset="2"/>
                        <a:buNone/>
                        <a:tabLst/>
                      </a:pPr>
                      <a:r>
                        <a:rPr kumimoji="0" lang="en-US" altLang="zh-CN" sz="2800" b="1" i="1" u="none" strike="noStrike" cap="none" normalizeH="0" baseline="0">
                          <a:ln>
                            <a:noFill/>
                          </a:ln>
                          <a:solidFill>
                            <a:schemeClr val="tx1"/>
                          </a:solidFill>
                          <a:effectLst/>
                          <a:latin typeface="Times New Roman" pitchFamily="18" charset="0"/>
                          <a:ea typeface="黑体" pitchFamily="2" charset="-122"/>
                        </a:rPr>
                        <a:t>F</a:t>
                      </a:r>
                      <a:r>
                        <a:rPr kumimoji="0" lang="en-US" altLang="zh-CN" sz="2800" b="1" i="0" u="none" strike="noStrike" cap="none" normalizeH="0" baseline="0">
                          <a:ln>
                            <a:noFill/>
                          </a:ln>
                          <a:solidFill>
                            <a:schemeClr val="tx1"/>
                          </a:solidFill>
                          <a:effectLst/>
                          <a:latin typeface="Times New Roman" pitchFamily="18" charset="0"/>
                          <a:ea typeface="黑体" pitchFamily="2" charset="-122"/>
                          <a:sym typeface="Symbol" pitchFamily="18" charset="2"/>
                        </a:rPr>
                        <a:t>id</a:t>
                      </a:r>
                    </a:p>
                  </a:txBody>
                  <a:tcPr marT="45726" marB="45726" horzOverflow="overflow">
                    <a:lnL w="12700" cap="flat" cmpd="sng" algn="ctr">
                      <a:solidFill>
                        <a:schemeClr val="tx1"/>
                      </a:solidFill>
                      <a:prstDash val="solid"/>
                      <a:round/>
                      <a:headEnd type="none" w="sm" len="sm"/>
                      <a:tailEnd type="none" w="sm" len="sm"/>
                    </a:lnL>
                    <a:lnR w="28575"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1"/>
                  </a:ext>
                </a:extLst>
              </a:tr>
              <a:tr h="518231">
                <a:tc>
                  <a:txBody>
                    <a:bodyPr/>
                    <a:lstStyle/>
                    <a:p>
                      <a:pPr marL="0" marR="0" lvl="0" indent="0" algn="l" defTabSz="914400" rtl="0" eaLnBrk="1" fontAlgn="base" latinLnBrk="0" hangingPunct="1">
                        <a:lnSpc>
                          <a:spcPct val="100000"/>
                        </a:lnSpc>
                        <a:spcBef>
                          <a:spcPct val="20000"/>
                        </a:spcBef>
                        <a:spcAft>
                          <a:spcPct val="0"/>
                        </a:spcAft>
                        <a:buClr>
                          <a:schemeClr val="folHlink"/>
                        </a:buClr>
                        <a:buSzPct val="60000"/>
                        <a:buFont typeface="Wingdings" pitchFamily="2" charset="2"/>
                        <a:buNone/>
                        <a:tabLst/>
                      </a:pPr>
                      <a:r>
                        <a:rPr kumimoji="0" lang="en-US" altLang="zh-CN" sz="2800" b="1" i="0" u="none" strike="noStrike" cap="none" normalizeH="0" baseline="0">
                          <a:ln>
                            <a:noFill/>
                          </a:ln>
                          <a:solidFill>
                            <a:schemeClr val="tx1"/>
                          </a:solidFill>
                          <a:effectLst/>
                          <a:latin typeface="Times New Roman" pitchFamily="18" charset="0"/>
                          <a:ea typeface="黑体" pitchFamily="2" charset="-122"/>
                        </a:rPr>
                        <a:t>$</a:t>
                      </a:r>
                      <a:r>
                        <a:rPr kumimoji="0" lang="en-US" altLang="zh-CN" sz="2800" b="1" i="1" u="none" strike="noStrike" cap="none" normalizeH="0" baseline="0">
                          <a:ln>
                            <a:noFill/>
                          </a:ln>
                          <a:solidFill>
                            <a:schemeClr val="tx1"/>
                          </a:solidFill>
                          <a:effectLst/>
                          <a:latin typeface="Times New Roman" pitchFamily="18" charset="0"/>
                          <a:ea typeface="黑体" pitchFamily="2" charset="-122"/>
                        </a:rPr>
                        <a:t>E </a:t>
                      </a:r>
                      <a:r>
                        <a:rPr kumimoji="0" lang="en-US" altLang="zh-CN" sz="2800" b="1" i="0" u="none" strike="noStrike" cap="none" normalizeH="0" baseline="0">
                          <a:ln>
                            <a:noFill/>
                          </a:ln>
                          <a:solidFill>
                            <a:schemeClr val="tx1"/>
                          </a:solidFill>
                          <a:effectLst/>
                          <a:latin typeface="Times New Roman" pitchFamily="18" charset="0"/>
                          <a:ea typeface="黑体" pitchFamily="2" charset="-122"/>
                          <a:sym typeface="Symbol" pitchFamily="18" charset="2"/>
                        </a:rPr>
                        <a:t></a:t>
                      </a:r>
                      <a:r>
                        <a:rPr kumimoji="0" lang="en-US" altLang="zh-CN" sz="2800" b="1" i="1" u="none" strike="noStrike" cap="none" normalizeH="0" baseline="0">
                          <a:ln>
                            <a:noFill/>
                          </a:ln>
                          <a:solidFill>
                            <a:schemeClr val="tx1"/>
                          </a:solidFill>
                          <a:effectLst/>
                          <a:latin typeface="Times New Roman" pitchFamily="18" charset="0"/>
                          <a:ea typeface="黑体" pitchFamily="2" charset="-122"/>
                          <a:sym typeface="Symbol" pitchFamily="18" charset="2"/>
                        </a:rPr>
                        <a:t>T</a:t>
                      </a:r>
                      <a:r>
                        <a:rPr kumimoji="0" lang="en-US" altLang="zh-CN" sz="2800" b="1" i="1" u="none" strike="noStrike" cap="none" normalizeH="0" baseline="0">
                          <a:ln>
                            <a:noFill/>
                          </a:ln>
                          <a:solidFill>
                            <a:schemeClr val="tx1"/>
                          </a:solidFill>
                          <a:effectLst/>
                          <a:latin typeface="Times New Roman" pitchFamily="18" charset="0"/>
                          <a:ea typeface="黑体" pitchFamily="2" charset="-122"/>
                        </a:rPr>
                        <a:t> </a:t>
                      </a:r>
                      <a:r>
                        <a:rPr kumimoji="0" lang="en-US" altLang="zh-CN" sz="2800" b="1" i="0" u="none" strike="noStrike" cap="none" normalizeH="0" baseline="0">
                          <a:ln>
                            <a:noFill/>
                          </a:ln>
                          <a:solidFill>
                            <a:schemeClr val="tx1"/>
                          </a:solidFill>
                          <a:effectLst/>
                          <a:latin typeface="Times New Roman" pitchFamily="18" charset="0"/>
                          <a:ea typeface="黑体" pitchFamily="2" charset="-122"/>
                          <a:sym typeface="Symbol" pitchFamily="18" charset="2"/>
                        </a:rPr>
                        <a:t></a:t>
                      </a:r>
                    </a:p>
                  </a:txBody>
                  <a:tcPr marT="45726" marB="45726" horzOverflow="overflow">
                    <a:lnL w="28575"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
                          <a:schemeClr val="folHlink"/>
                        </a:buClr>
                        <a:buSzPct val="60000"/>
                        <a:buFont typeface="Wingdings" pitchFamily="2" charset="2"/>
                        <a:buNone/>
                        <a:tabLst/>
                      </a:pPr>
                      <a:r>
                        <a:rPr kumimoji="0" lang="en-US" altLang="zh-CN" sz="2800" b="1" i="0" u="none" strike="noStrike" cap="none" normalizeH="0" baseline="0">
                          <a:ln>
                            <a:noFill/>
                          </a:ln>
                          <a:solidFill>
                            <a:schemeClr val="tx1"/>
                          </a:solidFill>
                          <a:effectLst/>
                          <a:latin typeface="Times New Roman" pitchFamily="18" charset="0"/>
                          <a:ea typeface="黑体" pitchFamily="2" charset="-122"/>
                        </a:rPr>
                        <a:t>                    $</a:t>
                      </a:r>
                    </a:p>
                  </a:txBody>
                  <a:tcPr marT="45726" marB="45726"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
                          <a:schemeClr val="folHlink"/>
                        </a:buClr>
                        <a:buSzPct val="60000"/>
                        <a:buFont typeface="Wingdings" pitchFamily="2" charset="2"/>
                        <a:buNone/>
                        <a:tabLst/>
                      </a:pPr>
                      <a:endParaRPr kumimoji="0" lang="zh-CN" altLang="zh-CN" sz="2800" b="1" i="0" u="none" strike="noStrike" cap="none" normalizeH="0" baseline="0">
                        <a:ln>
                          <a:noFill/>
                        </a:ln>
                        <a:solidFill>
                          <a:schemeClr val="tx1"/>
                        </a:solidFill>
                        <a:effectLst/>
                        <a:latin typeface="Times New Roman" pitchFamily="18" charset="0"/>
                        <a:ea typeface="黑体" pitchFamily="2" charset="-122"/>
                        <a:sym typeface="Symbol" pitchFamily="18" charset="2"/>
                      </a:endParaRPr>
                    </a:p>
                  </a:txBody>
                  <a:tcPr marT="45726" marB="45726" horzOverflow="overflow">
                    <a:lnL w="12700" cap="flat" cmpd="sng" algn="ctr">
                      <a:solidFill>
                        <a:schemeClr val="tx1"/>
                      </a:solidFill>
                      <a:prstDash val="solid"/>
                      <a:round/>
                      <a:headEnd type="none" w="sm" len="sm"/>
                      <a:tailEnd type="none" w="sm" len="sm"/>
                    </a:lnL>
                    <a:lnR w="28575" cap="flat" cmpd="sng" algn="ctr">
                      <a:solidFill>
                        <a:schemeClr val="tx1"/>
                      </a:solidFill>
                      <a:prstDash val="solid"/>
                      <a:round/>
                      <a:headEnd type="none" w="sm" len="sm"/>
                      <a:tailEnd type="none" w="sm" len="sm"/>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2"/>
                  </a:ext>
                </a:extLst>
              </a:tr>
              <a:tr h="518231">
                <a:tc>
                  <a:txBody>
                    <a:bodyPr/>
                    <a:lstStyle/>
                    <a:p>
                      <a:pPr marL="0" marR="0" lvl="0" indent="0" algn="l" defTabSz="914400" rtl="0" eaLnBrk="1" fontAlgn="base" latinLnBrk="0" hangingPunct="1">
                        <a:lnSpc>
                          <a:spcPct val="100000"/>
                        </a:lnSpc>
                        <a:spcBef>
                          <a:spcPct val="20000"/>
                        </a:spcBef>
                        <a:spcAft>
                          <a:spcPct val="0"/>
                        </a:spcAft>
                        <a:buClr>
                          <a:schemeClr val="folHlink"/>
                        </a:buClr>
                        <a:buSzPct val="60000"/>
                        <a:buFont typeface="Wingdings" pitchFamily="2" charset="2"/>
                        <a:buNone/>
                        <a:tabLst/>
                      </a:pPr>
                      <a:endParaRPr kumimoji="0" lang="zh-CN" altLang="zh-CN" sz="2800" b="1" i="0" u="none" strike="noStrike" cap="none" normalizeH="0" baseline="0">
                        <a:ln>
                          <a:noFill/>
                        </a:ln>
                        <a:solidFill>
                          <a:schemeClr val="tx1"/>
                        </a:solidFill>
                        <a:effectLst/>
                        <a:latin typeface="Times New Roman" pitchFamily="18" charset="0"/>
                        <a:ea typeface="黑体" pitchFamily="2" charset="-122"/>
                        <a:sym typeface="Symbol" pitchFamily="18" charset="2"/>
                      </a:endParaRPr>
                    </a:p>
                  </a:txBody>
                  <a:tcPr marT="45726" marB="45726" horzOverflow="overflow">
                    <a:lnL w="28575"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
                          <a:schemeClr val="folHlink"/>
                        </a:buClr>
                        <a:buSzPct val="60000"/>
                        <a:buFont typeface="Wingdings" pitchFamily="2" charset="2"/>
                        <a:buNone/>
                        <a:tabLst/>
                      </a:pPr>
                      <a:endParaRPr kumimoji="0" lang="zh-CN" altLang="zh-CN" sz="2800" b="1" i="0" u="none" strike="noStrike" cap="none" normalizeH="0" baseline="0">
                        <a:ln>
                          <a:noFill/>
                        </a:ln>
                        <a:solidFill>
                          <a:schemeClr val="tx1"/>
                        </a:solidFill>
                        <a:effectLst/>
                        <a:latin typeface="Times New Roman" pitchFamily="18" charset="0"/>
                        <a:ea typeface="黑体" pitchFamily="2" charset="-122"/>
                      </a:endParaRPr>
                    </a:p>
                  </a:txBody>
                  <a:tcPr marT="45726" marB="45726"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
                          <a:schemeClr val="folHlink"/>
                        </a:buClr>
                        <a:buSzPct val="60000"/>
                        <a:buFont typeface="Wingdings" pitchFamily="2" charset="2"/>
                        <a:buNone/>
                        <a:tabLst/>
                      </a:pPr>
                      <a:endParaRPr kumimoji="0" lang="zh-CN" altLang="zh-CN" sz="2800" b="1" i="0" u="none" strike="noStrike" cap="none" normalizeH="0" baseline="0">
                        <a:ln>
                          <a:noFill/>
                        </a:ln>
                        <a:solidFill>
                          <a:schemeClr val="tx1"/>
                        </a:solidFill>
                        <a:effectLst/>
                        <a:latin typeface="Times New Roman" pitchFamily="18" charset="0"/>
                        <a:ea typeface="黑体" pitchFamily="2" charset="-122"/>
                        <a:sym typeface="Symbol" pitchFamily="18" charset="2"/>
                      </a:endParaRPr>
                    </a:p>
                  </a:txBody>
                  <a:tcPr marT="45726" marB="45726" horzOverflow="overflow">
                    <a:lnL w="12700" cap="flat" cmpd="sng" algn="ctr">
                      <a:solidFill>
                        <a:schemeClr val="tx1"/>
                      </a:solidFill>
                      <a:prstDash val="solid"/>
                      <a:round/>
                      <a:headEnd type="none" w="sm" len="sm"/>
                      <a:tailEnd type="none" w="sm" len="sm"/>
                    </a:lnL>
                    <a:lnR w="28575" cap="flat" cmpd="sng" algn="ctr">
                      <a:solidFill>
                        <a:schemeClr val="tx1"/>
                      </a:solidFill>
                      <a:prstDash val="solid"/>
                      <a:round/>
                      <a:headEnd type="none" w="sm" len="sm"/>
                      <a:tailEnd type="none" w="sm" len="sm"/>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3"/>
                  </a:ext>
                </a:extLst>
              </a:tr>
              <a:tr h="518231">
                <a:tc>
                  <a:txBody>
                    <a:bodyPr/>
                    <a:lstStyle/>
                    <a:p>
                      <a:pPr marL="0" marR="0" lvl="0" indent="0" algn="l" defTabSz="914400" rtl="0" eaLnBrk="1" fontAlgn="base" latinLnBrk="0" hangingPunct="1">
                        <a:lnSpc>
                          <a:spcPct val="100000"/>
                        </a:lnSpc>
                        <a:spcBef>
                          <a:spcPct val="20000"/>
                        </a:spcBef>
                        <a:spcAft>
                          <a:spcPct val="0"/>
                        </a:spcAft>
                        <a:buClr>
                          <a:schemeClr val="folHlink"/>
                        </a:buClr>
                        <a:buSzPct val="60000"/>
                        <a:buFont typeface="Wingdings" pitchFamily="2" charset="2"/>
                        <a:buNone/>
                        <a:tabLst/>
                      </a:pPr>
                      <a:endParaRPr kumimoji="0" lang="zh-CN" altLang="zh-CN" sz="2800" b="1" i="0" u="none" strike="noStrike" cap="none" normalizeH="0" baseline="0">
                        <a:ln>
                          <a:noFill/>
                        </a:ln>
                        <a:solidFill>
                          <a:schemeClr val="tx1"/>
                        </a:solidFill>
                        <a:effectLst/>
                        <a:latin typeface="Times New Roman" pitchFamily="18" charset="0"/>
                        <a:ea typeface="黑体" pitchFamily="2" charset="-122"/>
                      </a:endParaRPr>
                    </a:p>
                  </a:txBody>
                  <a:tcPr marT="45726" marB="45726" horzOverflow="overflow">
                    <a:lnL w="28575"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
                          <a:schemeClr val="folHlink"/>
                        </a:buClr>
                        <a:buSzPct val="60000"/>
                        <a:buFont typeface="Wingdings" pitchFamily="2" charset="2"/>
                        <a:buNone/>
                        <a:tabLst/>
                      </a:pPr>
                      <a:endParaRPr kumimoji="0" lang="zh-CN" altLang="zh-CN" sz="2800" b="1" i="0" u="none" strike="noStrike" cap="none" normalizeH="0" baseline="0">
                        <a:ln>
                          <a:noFill/>
                        </a:ln>
                        <a:solidFill>
                          <a:schemeClr val="tx1"/>
                        </a:solidFill>
                        <a:effectLst/>
                        <a:latin typeface="Times New Roman" pitchFamily="18" charset="0"/>
                        <a:ea typeface="黑体" pitchFamily="2" charset="-122"/>
                      </a:endParaRPr>
                    </a:p>
                  </a:txBody>
                  <a:tcPr marT="45726" marB="45726"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
                          <a:schemeClr val="folHlink"/>
                        </a:buClr>
                        <a:buSzPct val="60000"/>
                        <a:buFont typeface="Wingdings" pitchFamily="2" charset="2"/>
                        <a:buNone/>
                        <a:tabLst/>
                      </a:pPr>
                      <a:endParaRPr kumimoji="0" lang="zh-CN" altLang="zh-CN" sz="2800" b="1" i="0" u="none" strike="noStrike" cap="none" normalizeH="0" baseline="0">
                        <a:ln>
                          <a:noFill/>
                        </a:ln>
                        <a:solidFill>
                          <a:schemeClr val="tx1"/>
                        </a:solidFill>
                        <a:effectLst/>
                        <a:latin typeface="Times New Roman" pitchFamily="18" charset="0"/>
                        <a:ea typeface="黑体" pitchFamily="2" charset="-122"/>
                        <a:sym typeface="Symbol" pitchFamily="18" charset="2"/>
                      </a:endParaRPr>
                    </a:p>
                  </a:txBody>
                  <a:tcPr marT="45726" marB="45726" horzOverflow="overflow">
                    <a:lnL w="12700" cap="flat" cmpd="sng" algn="ctr">
                      <a:solidFill>
                        <a:schemeClr val="tx1"/>
                      </a:solidFill>
                      <a:prstDash val="solid"/>
                      <a:round/>
                      <a:headEnd type="none" w="sm" len="sm"/>
                      <a:tailEnd type="none" w="sm" len="sm"/>
                    </a:lnL>
                    <a:lnR w="28575" cap="flat" cmpd="sng" algn="ctr">
                      <a:solidFill>
                        <a:schemeClr val="tx1"/>
                      </a:solidFill>
                      <a:prstDash val="solid"/>
                      <a:round/>
                      <a:headEnd type="none" w="sm" len="sm"/>
                      <a:tailEnd type="none" w="sm" len="sm"/>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4"/>
                  </a:ext>
                </a:extLst>
              </a:tr>
              <a:tr h="518231">
                <a:tc>
                  <a:txBody>
                    <a:bodyPr/>
                    <a:lstStyle/>
                    <a:p>
                      <a:pPr marL="0" marR="0" lvl="0" indent="0" algn="l" defTabSz="914400" rtl="0" eaLnBrk="1" fontAlgn="base" latinLnBrk="0" hangingPunct="1">
                        <a:lnSpc>
                          <a:spcPct val="100000"/>
                        </a:lnSpc>
                        <a:spcBef>
                          <a:spcPct val="20000"/>
                        </a:spcBef>
                        <a:spcAft>
                          <a:spcPct val="0"/>
                        </a:spcAft>
                        <a:buClr>
                          <a:schemeClr val="folHlink"/>
                        </a:buClr>
                        <a:buSzPct val="60000"/>
                        <a:buFont typeface="Wingdings" pitchFamily="2" charset="2"/>
                        <a:buNone/>
                        <a:tabLst/>
                      </a:pPr>
                      <a:endParaRPr kumimoji="0" lang="zh-CN" altLang="zh-CN" sz="2800" b="1" i="0" u="none" strike="noStrike" cap="none" normalizeH="0" baseline="0">
                        <a:ln>
                          <a:noFill/>
                        </a:ln>
                        <a:solidFill>
                          <a:schemeClr val="tx1"/>
                        </a:solidFill>
                        <a:effectLst/>
                        <a:latin typeface="Times New Roman" pitchFamily="18" charset="0"/>
                        <a:ea typeface="黑体" pitchFamily="2" charset="-122"/>
                        <a:sym typeface="Symbol" pitchFamily="18" charset="2"/>
                      </a:endParaRPr>
                    </a:p>
                  </a:txBody>
                  <a:tcPr marT="45726" marB="45726" horzOverflow="overflow">
                    <a:lnL w="28575"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
                          <a:schemeClr val="folHlink"/>
                        </a:buClr>
                        <a:buSzPct val="60000"/>
                        <a:buFont typeface="Wingdings" pitchFamily="2" charset="2"/>
                        <a:buNone/>
                        <a:tabLst/>
                      </a:pPr>
                      <a:endParaRPr kumimoji="0" lang="zh-CN" altLang="zh-CN" sz="2800" b="1" i="0" u="none" strike="noStrike" cap="none" normalizeH="0" baseline="0">
                        <a:ln>
                          <a:noFill/>
                        </a:ln>
                        <a:solidFill>
                          <a:schemeClr val="tx1"/>
                        </a:solidFill>
                        <a:effectLst/>
                        <a:latin typeface="Times New Roman" pitchFamily="18" charset="0"/>
                        <a:ea typeface="黑体" pitchFamily="2" charset="-122"/>
                      </a:endParaRPr>
                    </a:p>
                  </a:txBody>
                  <a:tcPr marT="45726" marB="45726"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
                          <a:schemeClr val="folHlink"/>
                        </a:buClr>
                        <a:buSzPct val="60000"/>
                        <a:buFont typeface="Wingdings" pitchFamily="2" charset="2"/>
                        <a:buNone/>
                        <a:tabLst/>
                      </a:pPr>
                      <a:endParaRPr kumimoji="0" lang="zh-CN" altLang="zh-CN" sz="2800" b="1" i="0" u="none" strike="noStrike" cap="none" normalizeH="0" baseline="0">
                        <a:ln>
                          <a:noFill/>
                        </a:ln>
                        <a:solidFill>
                          <a:schemeClr val="tx1"/>
                        </a:solidFill>
                        <a:effectLst/>
                        <a:latin typeface="Times New Roman" pitchFamily="18" charset="0"/>
                        <a:ea typeface="黑体" pitchFamily="2" charset="-122"/>
                        <a:sym typeface="Symbol" pitchFamily="18" charset="2"/>
                      </a:endParaRPr>
                    </a:p>
                  </a:txBody>
                  <a:tcPr marT="45726" marB="45726" horzOverflow="overflow">
                    <a:lnL w="12700" cap="flat" cmpd="sng" algn="ctr">
                      <a:solidFill>
                        <a:schemeClr val="tx1"/>
                      </a:solidFill>
                      <a:prstDash val="solid"/>
                      <a:round/>
                      <a:headEnd type="none" w="sm" len="sm"/>
                      <a:tailEnd type="none" w="sm" len="sm"/>
                    </a:lnL>
                    <a:lnR w="28575" cap="flat" cmpd="sng" algn="ctr">
                      <a:solidFill>
                        <a:schemeClr val="tx1"/>
                      </a:solidFill>
                      <a:prstDash val="solid"/>
                      <a:round/>
                      <a:headEnd type="none" w="sm" len="sm"/>
                      <a:tailEnd type="none" w="sm" len="sm"/>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5"/>
                  </a:ext>
                </a:extLst>
              </a:tr>
              <a:tr h="518231">
                <a:tc>
                  <a:txBody>
                    <a:bodyPr/>
                    <a:lstStyle/>
                    <a:p>
                      <a:pPr marL="0" marR="0" lvl="0" indent="0" algn="l" defTabSz="914400" rtl="0" eaLnBrk="1" fontAlgn="base" latinLnBrk="0" hangingPunct="1">
                        <a:lnSpc>
                          <a:spcPct val="100000"/>
                        </a:lnSpc>
                        <a:spcBef>
                          <a:spcPct val="20000"/>
                        </a:spcBef>
                        <a:spcAft>
                          <a:spcPct val="0"/>
                        </a:spcAft>
                        <a:buClr>
                          <a:schemeClr val="folHlink"/>
                        </a:buClr>
                        <a:buSzPct val="60000"/>
                        <a:buFont typeface="Wingdings" pitchFamily="2" charset="2"/>
                        <a:buNone/>
                        <a:tabLst/>
                      </a:pPr>
                      <a:endParaRPr kumimoji="0" lang="zh-CN" altLang="zh-CN" sz="2800" b="1" i="0" u="none" strike="noStrike" cap="none" normalizeH="0" baseline="0">
                        <a:ln>
                          <a:noFill/>
                        </a:ln>
                        <a:solidFill>
                          <a:schemeClr val="tx1"/>
                        </a:solidFill>
                        <a:effectLst/>
                        <a:latin typeface="Times New Roman" pitchFamily="18" charset="0"/>
                        <a:ea typeface="黑体" pitchFamily="2" charset="-122"/>
                        <a:sym typeface="Symbol" pitchFamily="18" charset="2"/>
                      </a:endParaRPr>
                    </a:p>
                  </a:txBody>
                  <a:tcPr marT="45726" marB="45726" horzOverflow="overflow">
                    <a:lnL w="28575"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
                          <a:schemeClr val="folHlink"/>
                        </a:buClr>
                        <a:buSzPct val="60000"/>
                        <a:buFont typeface="Wingdings" pitchFamily="2" charset="2"/>
                        <a:buNone/>
                        <a:tabLst/>
                      </a:pPr>
                      <a:endParaRPr kumimoji="0" lang="zh-CN" altLang="zh-CN" sz="2800" b="1" i="0" u="none" strike="noStrike" cap="none" normalizeH="0" baseline="0">
                        <a:ln>
                          <a:noFill/>
                        </a:ln>
                        <a:solidFill>
                          <a:schemeClr val="tx1"/>
                        </a:solidFill>
                        <a:effectLst/>
                        <a:latin typeface="Times New Roman" pitchFamily="18" charset="0"/>
                        <a:ea typeface="黑体" pitchFamily="2" charset="-122"/>
                      </a:endParaRPr>
                    </a:p>
                  </a:txBody>
                  <a:tcPr marT="45726" marB="45726"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
                          <a:schemeClr val="folHlink"/>
                        </a:buClr>
                        <a:buSzPct val="60000"/>
                        <a:buFont typeface="Wingdings" pitchFamily="2" charset="2"/>
                        <a:buNone/>
                        <a:tabLst/>
                      </a:pPr>
                      <a:endParaRPr kumimoji="0" lang="zh-CN" altLang="zh-CN" sz="2800" b="1" i="0" u="none" strike="noStrike" cap="none" normalizeH="0" baseline="0">
                        <a:ln>
                          <a:noFill/>
                        </a:ln>
                        <a:solidFill>
                          <a:schemeClr val="tx1"/>
                        </a:solidFill>
                        <a:effectLst/>
                        <a:latin typeface="Times New Roman" pitchFamily="18" charset="0"/>
                        <a:ea typeface="黑体" pitchFamily="2" charset="-122"/>
                        <a:sym typeface="Symbol" pitchFamily="18" charset="2"/>
                      </a:endParaRPr>
                    </a:p>
                  </a:txBody>
                  <a:tcPr marT="45726" marB="45726" horzOverflow="overflow">
                    <a:lnL w="12700" cap="flat" cmpd="sng" algn="ctr">
                      <a:solidFill>
                        <a:schemeClr val="tx1"/>
                      </a:solidFill>
                      <a:prstDash val="solid"/>
                      <a:round/>
                      <a:headEnd type="none" w="sm" len="sm"/>
                      <a:tailEnd type="none" w="sm" len="sm"/>
                    </a:lnL>
                    <a:lnR w="28575" cap="flat" cmpd="sng" algn="ctr">
                      <a:solidFill>
                        <a:schemeClr val="tx1"/>
                      </a:solidFill>
                      <a:prstDash val="solid"/>
                      <a:round/>
                      <a:headEnd type="none" w="sm" len="sm"/>
                      <a:tailEnd type="none" w="sm" len="sm"/>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6"/>
                  </a:ext>
                </a:extLst>
              </a:tr>
              <a:tr h="518231">
                <a:tc>
                  <a:txBody>
                    <a:bodyPr/>
                    <a:lstStyle/>
                    <a:p>
                      <a:pPr marL="0" marR="0" lvl="0" indent="0" algn="l" defTabSz="914400" rtl="0" eaLnBrk="1" fontAlgn="base" latinLnBrk="0" hangingPunct="1">
                        <a:lnSpc>
                          <a:spcPct val="100000"/>
                        </a:lnSpc>
                        <a:spcBef>
                          <a:spcPct val="20000"/>
                        </a:spcBef>
                        <a:spcAft>
                          <a:spcPct val="0"/>
                        </a:spcAft>
                        <a:buClr>
                          <a:schemeClr val="folHlink"/>
                        </a:buClr>
                        <a:buSzPct val="60000"/>
                        <a:buFont typeface="Wingdings" pitchFamily="2" charset="2"/>
                        <a:buNone/>
                        <a:tabLst/>
                      </a:pPr>
                      <a:endParaRPr kumimoji="0" lang="zh-CN" altLang="zh-CN" sz="2800" b="1" i="0" u="none" strike="noStrike" cap="none" normalizeH="0" baseline="0">
                        <a:ln>
                          <a:noFill/>
                        </a:ln>
                        <a:solidFill>
                          <a:schemeClr val="tx1"/>
                        </a:solidFill>
                        <a:effectLst/>
                        <a:latin typeface="Times New Roman" pitchFamily="18" charset="0"/>
                        <a:ea typeface="黑体" pitchFamily="2" charset="-122"/>
                        <a:sym typeface="Symbol" pitchFamily="18" charset="2"/>
                      </a:endParaRPr>
                    </a:p>
                  </a:txBody>
                  <a:tcPr marT="45726" marB="45726" horzOverflow="overflow">
                    <a:lnL w="28575"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
                          <a:schemeClr val="folHlink"/>
                        </a:buClr>
                        <a:buSzPct val="60000"/>
                        <a:buFont typeface="Wingdings" pitchFamily="2" charset="2"/>
                        <a:buNone/>
                        <a:tabLst/>
                      </a:pPr>
                      <a:endParaRPr kumimoji="0" lang="zh-CN" altLang="zh-CN" sz="2800" b="1" i="0" u="none" strike="noStrike" cap="none" normalizeH="0" baseline="0">
                        <a:ln>
                          <a:noFill/>
                        </a:ln>
                        <a:solidFill>
                          <a:schemeClr val="tx1"/>
                        </a:solidFill>
                        <a:effectLst/>
                        <a:latin typeface="Times New Roman" pitchFamily="18" charset="0"/>
                        <a:ea typeface="黑体" pitchFamily="2" charset="-122"/>
                      </a:endParaRPr>
                    </a:p>
                  </a:txBody>
                  <a:tcPr marT="45726" marB="45726"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
                          <a:schemeClr val="folHlink"/>
                        </a:buClr>
                        <a:buSzPct val="60000"/>
                        <a:buFont typeface="Wingdings" pitchFamily="2" charset="2"/>
                        <a:buNone/>
                        <a:tabLst/>
                      </a:pPr>
                      <a:endParaRPr kumimoji="0" lang="zh-CN" altLang="zh-CN" sz="2800" b="1" i="0" u="none" strike="noStrike" cap="none" normalizeH="0" baseline="0">
                        <a:ln>
                          <a:noFill/>
                        </a:ln>
                        <a:solidFill>
                          <a:schemeClr val="tx1"/>
                        </a:solidFill>
                        <a:effectLst/>
                        <a:latin typeface="Times New Roman" pitchFamily="18" charset="0"/>
                        <a:ea typeface="黑体" pitchFamily="2" charset="-122"/>
                        <a:sym typeface="Symbol" pitchFamily="18" charset="2"/>
                      </a:endParaRPr>
                    </a:p>
                  </a:txBody>
                  <a:tcPr marT="45726" marB="45726" horzOverflow="overflow">
                    <a:lnL w="12700" cap="flat" cmpd="sng" algn="ctr">
                      <a:solidFill>
                        <a:schemeClr val="tx1"/>
                      </a:solidFill>
                      <a:prstDash val="solid"/>
                      <a:round/>
                      <a:headEnd type="none" w="sm" len="sm"/>
                      <a:tailEnd type="none" w="sm" len="sm"/>
                    </a:lnL>
                    <a:lnR w="28575" cap="flat" cmpd="sng" algn="ctr">
                      <a:solidFill>
                        <a:schemeClr val="tx1"/>
                      </a:solidFill>
                      <a:prstDash val="solid"/>
                      <a:round/>
                      <a:headEnd type="none" w="sm" len="sm"/>
                      <a:tailEnd type="none" w="sm" len="sm"/>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7"/>
                  </a:ext>
                </a:extLst>
              </a:tr>
              <a:tr h="518231">
                <a:tc>
                  <a:txBody>
                    <a:bodyPr/>
                    <a:lstStyle/>
                    <a:p>
                      <a:pPr marL="0" marR="0" lvl="0" indent="0" algn="l" defTabSz="914400" rtl="0" eaLnBrk="1" fontAlgn="base" latinLnBrk="0" hangingPunct="1">
                        <a:lnSpc>
                          <a:spcPct val="100000"/>
                        </a:lnSpc>
                        <a:spcBef>
                          <a:spcPct val="20000"/>
                        </a:spcBef>
                        <a:spcAft>
                          <a:spcPct val="0"/>
                        </a:spcAft>
                        <a:buClr>
                          <a:schemeClr val="folHlink"/>
                        </a:buClr>
                        <a:buSzPct val="60000"/>
                        <a:buFont typeface="Wingdings" pitchFamily="2" charset="2"/>
                        <a:buNone/>
                        <a:tabLst/>
                      </a:pPr>
                      <a:endParaRPr kumimoji="0" lang="zh-CN" altLang="zh-CN" sz="2800" b="1" i="0" u="none" strike="noStrike" cap="none" normalizeH="0" baseline="0">
                        <a:ln>
                          <a:noFill/>
                        </a:ln>
                        <a:solidFill>
                          <a:schemeClr val="tx1"/>
                        </a:solidFill>
                        <a:effectLst/>
                        <a:latin typeface="Times New Roman" pitchFamily="18" charset="0"/>
                        <a:ea typeface="黑体" pitchFamily="2" charset="-122"/>
                        <a:sym typeface="Symbol" pitchFamily="18" charset="2"/>
                      </a:endParaRPr>
                    </a:p>
                  </a:txBody>
                  <a:tcPr marT="45726" marB="45726" horzOverflow="overflow">
                    <a:lnL w="28575"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sm" len="sm"/>
                      <a:tailEnd type="none" w="sm" len="sm"/>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
                          <a:schemeClr val="folHlink"/>
                        </a:buClr>
                        <a:buSzPct val="60000"/>
                        <a:buFont typeface="Wingdings" pitchFamily="2" charset="2"/>
                        <a:buNone/>
                        <a:tabLst/>
                      </a:pPr>
                      <a:endParaRPr kumimoji="0" lang="zh-CN" altLang="zh-CN" sz="2800" b="1" i="0" u="none" strike="noStrike" cap="none" normalizeH="0" baseline="0">
                        <a:ln>
                          <a:noFill/>
                        </a:ln>
                        <a:solidFill>
                          <a:schemeClr val="tx1"/>
                        </a:solidFill>
                        <a:effectLst/>
                        <a:latin typeface="Times New Roman" pitchFamily="18" charset="0"/>
                        <a:ea typeface="黑体" pitchFamily="2" charset="-122"/>
                      </a:endParaRPr>
                    </a:p>
                  </a:txBody>
                  <a:tcPr marT="45726" marB="45726"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sm" len="sm"/>
                      <a:tailEnd type="none" w="sm" len="sm"/>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
                          <a:schemeClr val="folHlink"/>
                        </a:buClr>
                        <a:buSzPct val="60000"/>
                        <a:buFont typeface="Wingdings" pitchFamily="2" charset="2"/>
                        <a:buNone/>
                        <a:tabLst/>
                      </a:pPr>
                      <a:endParaRPr kumimoji="0" lang="zh-CN" altLang="zh-CN" sz="2800" b="1" i="0" u="none" strike="noStrike" cap="none" normalizeH="0" baseline="0" dirty="0">
                        <a:ln>
                          <a:noFill/>
                        </a:ln>
                        <a:solidFill>
                          <a:schemeClr val="tx1"/>
                        </a:solidFill>
                        <a:effectLst/>
                        <a:latin typeface="Times New Roman" pitchFamily="18" charset="0"/>
                        <a:ea typeface="黑体" pitchFamily="2" charset="-122"/>
                        <a:sym typeface="Symbol" pitchFamily="18" charset="2"/>
                      </a:endParaRPr>
                    </a:p>
                  </a:txBody>
                  <a:tcPr marT="45726" marB="45726" horzOverflow="overflow">
                    <a:lnL w="12700" cap="flat" cmpd="sng" algn="ctr">
                      <a:solidFill>
                        <a:schemeClr val="tx1"/>
                      </a:solidFill>
                      <a:prstDash val="solid"/>
                      <a:round/>
                      <a:headEnd type="none" w="sm" len="sm"/>
                      <a:tailEnd type="none" w="sm" len="sm"/>
                    </a:lnL>
                    <a:lnR w="28575" cap="flat" cmpd="sng" algn="ctr">
                      <a:solidFill>
                        <a:schemeClr val="tx1"/>
                      </a:solidFill>
                      <a:prstDash val="solid"/>
                      <a:round/>
                      <a:headEnd type="none" w="sm" len="sm"/>
                      <a:tailEnd type="none" w="sm" len="sm"/>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sm" len="sm"/>
                      <a:tailEnd type="none" w="sm" len="sm"/>
                    </a:lnB>
                    <a:lnTlToBr>
                      <a:noFill/>
                    </a:lnTlToBr>
                    <a:lnBlToTr>
                      <a:noFill/>
                    </a:lnBlToTr>
                    <a:noFill/>
                  </a:tcPr>
                </a:tc>
                <a:extLst>
                  <a:ext uri="{0D108BD9-81ED-4DB2-BD59-A6C34878D82A}">
                    <a16:rowId xmlns:a16="http://schemas.microsoft.com/office/drawing/2014/main" val="10008"/>
                  </a:ext>
                </a:extLst>
              </a:tr>
            </a:tbl>
          </a:graphicData>
        </a:graphic>
      </p:graphicFrame>
      <p:sp>
        <p:nvSpPr>
          <p:cNvPr id="2" name="日期占位符 1">
            <a:extLst>
              <a:ext uri="{FF2B5EF4-FFF2-40B4-BE49-F238E27FC236}">
                <a16:creationId xmlns:a16="http://schemas.microsoft.com/office/drawing/2014/main" id="{2B278200-CCCF-3AC7-1514-63284BD4F608}"/>
              </a:ext>
            </a:extLst>
          </p:cNvPr>
          <p:cNvSpPr>
            <a:spLocks noGrp="1"/>
          </p:cNvSpPr>
          <p:nvPr>
            <p:ph type="dt" sz="half" idx="10"/>
          </p:nvPr>
        </p:nvSpPr>
        <p:spPr/>
        <p:txBody>
          <a:bodyPr/>
          <a:lstStyle/>
          <a:p>
            <a:fld id="{8026DFA6-F0DC-44F0-A19A-04691A41655A}" type="datetime2">
              <a:rPr lang="zh-CN" altLang="en-US" smtClean="0"/>
              <a:pPr/>
              <a:t>2025年11月26日</a:t>
            </a:fld>
            <a:endParaRPr lang="zh-CN" altLang="en-US"/>
          </a:p>
        </p:txBody>
      </p:sp>
      <p:sp>
        <p:nvSpPr>
          <p:cNvPr id="3" name="页脚占位符 2">
            <a:extLst>
              <a:ext uri="{FF2B5EF4-FFF2-40B4-BE49-F238E27FC236}">
                <a16:creationId xmlns:a16="http://schemas.microsoft.com/office/drawing/2014/main" id="{75858314-4B90-7EDD-52F6-7B1F2BFC15C9}"/>
              </a:ext>
            </a:extLst>
          </p:cNvPr>
          <p:cNvSpPr>
            <a:spLocks noGrp="1"/>
          </p:cNvSpPr>
          <p:nvPr>
            <p:ph type="ftr" sz="quarter" idx="11"/>
          </p:nvPr>
        </p:nvSpPr>
        <p:spPr/>
        <p:txBody>
          <a:bodyPr/>
          <a:lstStyle/>
          <a:p>
            <a:r>
              <a:rPr lang="zh-CN" altLang="en-US"/>
              <a:t>编译原理</a:t>
            </a:r>
            <a:r>
              <a:rPr lang="en-US" altLang="zh-CN"/>
              <a:t>-</a:t>
            </a:r>
            <a:r>
              <a:rPr lang="zh-CN" altLang="en-US"/>
              <a:t>王欣捷</a:t>
            </a:r>
            <a:r>
              <a:rPr lang="en-US" altLang="zh-CN"/>
              <a:t>-</a:t>
            </a:r>
            <a:r>
              <a:rPr lang="zh-CN" altLang="en-US"/>
              <a:t>第三章 语法分析</a:t>
            </a:r>
            <a:r>
              <a:rPr lang="en-US" altLang="zh-CN"/>
              <a:t>(4)</a:t>
            </a:r>
            <a:endParaRPr lang="zh-CN" altLang="en-US"/>
          </a:p>
        </p:txBody>
      </p:sp>
      <p:sp>
        <p:nvSpPr>
          <p:cNvPr id="4" name="灯片编号占位符 3">
            <a:extLst>
              <a:ext uri="{FF2B5EF4-FFF2-40B4-BE49-F238E27FC236}">
                <a16:creationId xmlns:a16="http://schemas.microsoft.com/office/drawing/2014/main" id="{81B46486-62E1-DA72-2086-9E2FF8D41433}"/>
              </a:ext>
            </a:extLst>
          </p:cNvPr>
          <p:cNvSpPr>
            <a:spLocks noGrp="1"/>
          </p:cNvSpPr>
          <p:nvPr>
            <p:ph type="sldNum" sz="quarter" idx="12"/>
          </p:nvPr>
        </p:nvSpPr>
        <p:spPr/>
        <p:txBody>
          <a:bodyPr/>
          <a:lstStyle/>
          <a:p>
            <a:fld id="{094DEB03-EFC6-4C20-8FC8-295189A5386F}" type="slidenum">
              <a:rPr lang="zh-CN" altLang="en-US" smtClean="0"/>
              <a:pPr/>
              <a:t>108</a:t>
            </a:fld>
            <a:endParaRPr lang="zh-CN" altLang="en-US"/>
          </a:p>
        </p:txBody>
      </p:sp>
    </p:spTree>
  </p:cSld>
  <p:clrMapOvr>
    <a:masterClrMapping/>
  </p:clrMapOvr>
</p:sld>
</file>

<file path=ppt/slides/slide10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7762" name="Rectangle 2">
            <a:extLst>
              <a:ext uri="{FF2B5EF4-FFF2-40B4-BE49-F238E27FC236}">
                <a16:creationId xmlns:a16="http://schemas.microsoft.com/office/drawing/2014/main" id="{FDA060F6-2D8C-496F-B3F4-A0106366E25A}"/>
              </a:ext>
            </a:extLst>
          </p:cNvPr>
          <p:cNvSpPr>
            <a:spLocks noGrp="1" noChangeArrowheads="1"/>
          </p:cNvSpPr>
          <p:nvPr>
            <p:ph type="title"/>
          </p:nvPr>
        </p:nvSpPr>
        <p:spPr/>
        <p:txBody>
          <a:bodyPr/>
          <a:lstStyle/>
          <a:p>
            <a:pPr eaLnBrk="1" hangingPunct="1"/>
            <a:r>
              <a:rPr lang="en-US" altLang="zh-CN" sz="4000"/>
              <a:t>3.3.6 </a:t>
            </a:r>
            <a:r>
              <a:rPr lang="zh-CN" altLang="en-US" sz="4000"/>
              <a:t>预测分析的错误恢复</a:t>
            </a:r>
          </a:p>
        </p:txBody>
      </p:sp>
      <p:sp>
        <p:nvSpPr>
          <p:cNvPr id="117763" name="Rectangle 3">
            <a:extLst>
              <a:ext uri="{FF2B5EF4-FFF2-40B4-BE49-F238E27FC236}">
                <a16:creationId xmlns:a16="http://schemas.microsoft.com/office/drawing/2014/main" id="{AC372D4D-BEE3-4A0E-BE76-763C453E5759}"/>
              </a:ext>
            </a:extLst>
          </p:cNvPr>
          <p:cNvSpPr>
            <a:spLocks noGrp="1" noChangeArrowheads="1"/>
          </p:cNvSpPr>
          <p:nvPr>
            <p:ph idx="1"/>
          </p:nvPr>
        </p:nvSpPr>
        <p:spPr/>
        <p:txBody>
          <a:bodyPr/>
          <a:lstStyle/>
          <a:p>
            <a:pPr eaLnBrk="1" hangingPunct="1">
              <a:lnSpc>
                <a:spcPct val="90000"/>
              </a:lnSpc>
              <a:buFont typeface="Wingdings" panose="05000000000000000000" pitchFamily="2" charset="2"/>
              <a:buNone/>
            </a:pPr>
            <a:r>
              <a:rPr lang="zh-CN" altLang="en-US" sz="2800"/>
              <a:t>预测分析器对 </a:t>
            </a:r>
            <a:r>
              <a:rPr lang="en-US" altLang="zh-CN" sz="2800" b="1"/>
              <a:t>+id * +id</a:t>
            </a:r>
            <a:r>
              <a:rPr lang="en-US" altLang="zh-CN" sz="2800"/>
              <a:t> </a:t>
            </a:r>
            <a:r>
              <a:rPr lang="zh-CN" altLang="en-US" sz="2800"/>
              <a:t>的分析和错误恢复</a:t>
            </a:r>
          </a:p>
        </p:txBody>
      </p:sp>
      <p:graphicFrame>
        <p:nvGraphicFramePr>
          <p:cNvPr id="7" name="Group 4">
            <a:extLst>
              <a:ext uri="{FF2B5EF4-FFF2-40B4-BE49-F238E27FC236}">
                <a16:creationId xmlns:a16="http://schemas.microsoft.com/office/drawing/2014/main" id="{D8B33F3C-D0EE-4E40-B88E-39795490E341}"/>
              </a:ext>
            </a:extLst>
          </p:cNvPr>
          <p:cNvGraphicFramePr>
            <a:graphicFrameLocks/>
          </p:cNvGraphicFramePr>
          <p:nvPr/>
        </p:nvGraphicFramePr>
        <p:xfrm>
          <a:off x="533400" y="1981200"/>
          <a:ext cx="8305800" cy="4664079"/>
        </p:xfrm>
        <a:graphic>
          <a:graphicData uri="http://schemas.openxmlformats.org/drawingml/2006/table">
            <a:tbl>
              <a:tblPr/>
              <a:tblGrid>
                <a:gridCol w="2690813">
                  <a:extLst>
                    <a:ext uri="{9D8B030D-6E8A-4147-A177-3AD203B41FA5}">
                      <a16:colId xmlns:a16="http://schemas.microsoft.com/office/drawing/2014/main" val="20000"/>
                    </a:ext>
                  </a:extLst>
                </a:gridCol>
                <a:gridCol w="2808287">
                  <a:extLst>
                    <a:ext uri="{9D8B030D-6E8A-4147-A177-3AD203B41FA5}">
                      <a16:colId xmlns:a16="http://schemas.microsoft.com/office/drawing/2014/main" val="20001"/>
                    </a:ext>
                  </a:extLst>
                </a:gridCol>
                <a:gridCol w="2806700">
                  <a:extLst>
                    <a:ext uri="{9D8B030D-6E8A-4147-A177-3AD203B41FA5}">
                      <a16:colId xmlns:a16="http://schemas.microsoft.com/office/drawing/2014/main" val="20002"/>
                    </a:ext>
                  </a:extLst>
                </a:gridCol>
              </a:tblGrid>
              <a:tr h="518231">
                <a:tc>
                  <a:txBody>
                    <a:body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itchFamily="2" charset="2"/>
                        <a:buNone/>
                        <a:tabLst/>
                      </a:pPr>
                      <a:r>
                        <a:rPr kumimoji="0" lang="zh-CN" altLang="en-US" sz="2800" b="0" i="0" u="none" strike="noStrike" cap="none" normalizeH="0" baseline="0">
                          <a:ln>
                            <a:noFill/>
                          </a:ln>
                          <a:solidFill>
                            <a:schemeClr val="tx1"/>
                          </a:solidFill>
                          <a:effectLst/>
                          <a:latin typeface="Times New Roman" pitchFamily="18" charset="0"/>
                          <a:ea typeface="黑体" pitchFamily="2" charset="-122"/>
                        </a:rPr>
                        <a:t>栈 </a:t>
                      </a:r>
                    </a:p>
                  </a:txBody>
                  <a:tcPr marT="45726" marB="45726" horzOverflow="overflow">
                    <a:lnL w="28575"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28575"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a:txBody>
                    <a:body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itchFamily="2" charset="2"/>
                        <a:buNone/>
                        <a:tabLst/>
                      </a:pPr>
                      <a:r>
                        <a:rPr kumimoji="0" lang="zh-CN" altLang="en-US" sz="2800" b="0" i="0" u="none" strike="noStrike" cap="none" normalizeH="0" baseline="0">
                          <a:ln>
                            <a:noFill/>
                          </a:ln>
                          <a:solidFill>
                            <a:schemeClr val="tx1"/>
                          </a:solidFill>
                          <a:effectLst/>
                          <a:latin typeface="Times New Roman" pitchFamily="18" charset="0"/>
                          <a:ea typeface="黑体" pitchFamily="2" charset="-122"/>
                        </a:rPr>
                        <a:t>输    入 </a:t>
                      </a:r>
                    </a:p>
                  </a:txBody>
                  <a:tcPr marT="45726" marB="45726"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28575"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a:txBody>
                    <a:body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itchFamily="2" charset="2"/>
                        <a:buNone/>
                        <a:tabLst/>
                      </a:pPr>
                      <a:r>
                        <a:rPr kumimoji="0" lang="zh-CN" altLang="en-US" sz="2800" b="0" i="0" u="none" strike="noStrike" cap="none" normalizeH="0" baseline="0">
                          <a:ln>
                            <a:noFill/>
                          </a:ln>
                          <a:solidFill>
                            <a:schemeClr val="tx1"/>
                          </a:solidFill>
                          <a:effectLst/>
                          <a:latin typeface="Times New Roman" pitchFamily="18" charset="0"/>
                          <a:ea typeface="黑体" pitchFamily="2" charset="-122"/>
                        </a:rPr>
                        <a:t>输    出 </a:t>
                      </a:r>
                    </a:p>
                  </a:txBody>
                  <a:tcPr marT="45726" marB="45726" horzOverflow="overflow">
                    <a:lnL w="12700" cap="flat" cmpd="sng" algn="ctr">
                      <a:solidFill>
                        <a:schemeClr val="tx1"/>
                      </a:solidFill>
                      <a:prstDash val="solid"/>
                      <a:round/>
                      <a:headEnd type="none" w="sm" len="sm"/>
                      <a:tailEnd type="none" w="sm" len="sm"/>
                    </a:lnL>
                    <a:lnR w="28575" cap="flat" cmpd="sng" algn="ctr">
                      <a:solidFill>
                        <a:schemeClr val="tx1"/>
                      </a:solidFill>
                      <a:prstDash val="solid"/>
                      <a:round/>
                      <a:headEnd type="none" w="sm" len="sm"/>
                      <a:tailEnd type="none" w="sm" len="sm"/>
                    </a:lnR>
                    <a:lnT w="28575"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extLst>
                  <a:ext uri="{0D108BD9-81ED-4DB2-BD59-A6C34878D82A}">
                    <a16:rowId xmlns:a16="http://schemas.microsoft.com/office/drawing/2014/main" val="10000"/>
                  </a:ext>
                </a:extLst>
              </a:tr>
              <a:tr h="518231">
                <a:tc>
                  <a:txBody>
                    <a:bodyPr/>
                    <a:lstStyle/>
                    <a:p>
                      <a:pPr marL="0" marR="0" lvl="0" indent="0" algn="l" defTabSz="914400" rtl="0" eaLnBrk="1" fontAlgn="base" latinLnBrk="0" hangingPunct="1">
                        <a:lnSpc>
                          <a:spcPct val="100000"/>
                        </a:lnSpc>
                        <a:spcBef>
                          <a:spcPct val="20000"/>
                        </a:spcBef>
                        <a:spcAft>
                          <a:spcPct val="0"/>
                        </a:spcAft>
                        <a:buClr>
                          <a:schemeClr val="folHlink"/>
                        </a:buClr>
                        <a:buSzPct val="60000"/>
                        <a:buFont typeface="Wingdings" pitchFamily="2" charset="2"/>
                        <a:buNone/>
                        <a:tabLst/>
                      </a:pPr>
                      <a:r>
                        <a:rPr kumimoji="0" lang="en-US" altLang="zh-CN" sz="2800" b="1" i="0" u="none" strike="noStrike" cap="none" normalizeH="0" baseline="0">
                          <a:ln>
                            <a:noFill/>
                          </a:ln>
                          <a:solidFill>
                            <a:schemeClr val="tx1"/>
                          </a:solidFill>
                          <a:effectLst/>
                          <a:latin typeface="Times New Roman" pitchFamily="18" charset="0"/>
                          <a:ea typeface="黑体" pitchFamily="2" charset="-122"/>
                        </a:rPr>
                        <a:t>$</a:t>
                      </a:r>
                      <a:r>
                        <a:rPr kumimoji="0" lang="en-US" altLang="zh-CN" sz="2800" b="1" i="1" u="none" strike="noStrike" cap="none" normalizeH="0" baseline="0">
                          <a:ln>
                            <a:noFill/>
                          </a:ln>
                          <a:solidFill>
                            <a:schemeClr val="tx1"/>
                          </a:solidFill>
                          <a:effectLst/>
                          <a:latin typeface="Times New Roman" pitchFamily="18" charset="0"/>
                          <a:ea typeface="黑体" pitchFamily="2" charset="-122"/>
                        </a:rPr>
                        <a:t>E </a:t>
                      </a:r>
                      <a:r>
                        <a:rPr kumimoji="0" lang="en-US" altLang="zh-CN" sz="2800" b="1" i="0" u="none" strike="noStrike" cap="none" normalizeH="0" baseline="0">
                          <a:ln>
                            <a:noFill/>
                          </a:ln>
                          <a:solidFill>
                            <a:schemeClr val="tx1"/>
                          </a:solidFill>
                          <a:effectLst/>
                          <a:latin typeface="Times New Roman" pitchFamily="18" charset="0"/>
                          <a:ea typeface="黑体" pitchFamily="2" charset="-122"/>
                          <a:sym typeface="Symbol" pitchFamily="18" charset="2"/>
                        </a:rPr>
                        <a:t></a:t>
                      </a:r>
                      <a:r>
                        <a:rPr kumimoji="0" lang="en-US" altLang="zh-CN" sz="2800" b="1" i="1" u="none" strike="noStrike" cap="none" normalizeH="0" baseline="0">
                          <a:ln>
                            <a:noFill/>
                          </a:ln>
                          <a:solidFill>
                            <a:schemeClr val="tx1"/>
                          </a:solidFill>
                          <a:effectLst/>
                          <a:latin typeface="Times New Roman" pitchFamily="18" charset="0"/>
                          <a:ea typeface="黑体" pitchFamily="2" charset="-122"/>
                          <a:sym typeface="Symbol" pitchFamily="18" charset="2"/>
                        </a:rPr>
                        <a:t>T</a:t>
                      </a:r>
                      <a:r>
                        <a:rPr kumimoji="0" lang="en-US" altLang="zh-CN" sz="2800" b="1" i="1" u="none" strike="noStrike" cap="none" normalizeH="0" baseline="0">
                          <a:ln>
                            <a:noFill/>
                          </a:ln>
                          <a:solidFill>
                            <a:schemeClr val="tx1"/>
                          </a:solidFill>
                          <a:effectLst/>
                          <a:latin typeface="Times New Roman" pitchFamily="18" charset="0"/>
                          <a:ea typeface="黑体" pitchFamily="2" charset="-122"/>
                        </a:rPr>
                        <a:t> </a:t>
                      </a:r>
                      <a:r>
                        <a:rPr kumimoji="0" lang="en-US" altLang="zh-CN" sz="2800" b="1" i="0" u="none" strike="noStrike" cap="none" normalizeH="0" baseline="0">
                          <a:ln>
                            <a:noFill/>
                          </a:ln>
                          <a:solidFill>
                            <a:schemeClr val="tx1"/>
                          </a:solidFill>
                          <a:effectLst/>
                          <a:latin typeface="Times New Roman" pitchFamily="18" charset="0"/>
                          <a:ea typeface="黑体" pitchFamily="2" charset="-122"/>
                          <a:sym typeface="Symbol" pitchFamily="18" charset="2"/>
                        </a:rPr>
                        <a:t>id</a:t>
                      </a:r>
                    </a:p>
                  </a:txBody>
                  <a:tcPr marT="45726" marB="45726" horzOverflow="overflow">
                    <a:lnL w="28575"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
                          <a:schemeClr val="folHlink"/>
                        </a:buClr>
                        <a:buSzPct val="60000"/>
                        <a:buFont typeface="Wingdings" pitchFamily="2" charset="2"/>
                        <a:buNone/>
                        <a:tabLst/>
                      </a:pPr>
                      <a:r>
                        <a:rPr kumimoji="0" lang="en-US" altLang="zh-CN" sz="2800" b="1" i="0" u="none" strike="noStrike" cap="none" normalizeH="0" baseline="0">
                          <a:ln>
                            <a:noFill/>
                          </a:ln>
                          <a:solidFill>
                            <a:schemeClr val="tx1"/>
                          </a:solidFill>
                          <a:effectLst/>
                          <a:latin typeface="Times New Roman" pitchFamily="18" charset="0"/>
                          <a:ea typeface="黑体" pitchFamily="2" charset="-122"/>
                        </a:rPr>
                        <a:t>                id $</a:t>
                      </a:r>
                    </a:p>
                  </a:txBody>
                  <a:tcPr marT="45726" marB="45726"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
                          <a:schemeClr val="folHlink"/>
                        </a:buClr>
                        <a:buSzPct val="60000"/>
                        <a:buFont typeface="Wingdings" pitchFamily="2" charset="2"/>
                        <a:buNone/>
                        <a:tabLst/>
                      </a:pPr>
                      <a:r>
                        <a:rPr kumimoji="0" lang="en-US" altLang="zh-CN" sz="2800" b="1" i="1" u="none" strike="noStrike" cap="none" normalizeH="0" baseline="0">
                          <a:ln>
                            <a:noFill/>
                          </a:ln>
                          <a:solidFill>
                            <a:schemeClr val="tx1"/>
                          </a:solidFill>
                          <a:effectLst/>
                          <a:latin typeface="Times New Roman" pitchFamily="18" charset="0"/>
                          <a:ea typeface="黑体" pitchFamily="2" charset="-122"/>
                        </a:rPr>
                        <a:t>F</a:t>
                      </a:r>
                      <a:r>
                        <a:rPr kumimoji="0" lang="en-US" altLang="zh-CN" sz="2800" b="1" i="0" u="none" strike="noStrike" cap="none" normalizeH="0" baseline="0">
                          <a:ln>
                            <a:noFill/>
                          </a:ln>
                          <a:solidFill>
                            <a:schemeClr val="tx1"/>
                          </a:solidFill>
                          <a:effectLst/>
                          <a:latin typeface="Times New Roman" pitchFamily="18" charset="0"/>
                          <a:ea typeface="黑体" pitchFamily="2" charset="-122"/>
                          <a:sym typeface="Symbol" pitchFamily="18" charset="2"/>
                        </a:rPr>
                        <a:t>id</a:t>
                      </a:r>
                    </a:p>
                  </a:txBody>
                  <a:tcPr marT="45726" marB="45726" horzOverflow="overflow">
                    <a:lnL w="12700" cap="flat" cmpd="sng" algn="ctr">
                      <a:solidFill>
                        <a:schemeClr val="tx1"/>
                      </a:solidFill>
                      <a:prstDash val="solid"/>
                      <a:round/>
                      <a:headEnd type="none" w="sm" len="sm"/>
                      <a:tailEnd type="none" w="sm" len="sm"/>
                    </a:lnL>
                    <a:lnR w="28575"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1"/>
                  </a:ext>
                </a:extLst>
              </a:tr>
              <a:tr h="518231">
                <a:tc>
                  <a:txBody>
                    <a:bodyPr/>
                    <a:lstStyle/>
                    <a:p>
                      <a:pPr marL="0" marR="0" lvl="0" indent="0" algn="l" defTabSz="914400" rtl="0" eaLnBrk="1" fontAlgn="base" latinLnBrk="0" hangingPunct="1">
                        <a:lnSpc>
                          <a:spcPct val="100000"/>
                        </a:lnSpc>
                        <a:spcBef>
                          <a:spcPct val="20000"/>
                        </a:spcBef>
                        <a:spcAft>
                          <a:spcPct val="0"/>
                        </a:spcAft>
                        <a:buClr>
                          <a:schemeClr val="folHlink"/>
                        </a:buClr>
                        <a:buSzPct val="60000"/>
                        <a:buFont typeface="Wingdings" pitchFamily="2" charset="2"/>
                        <a:buNone/>
                        <a:tabLst/>
                      </a:pPr>
                      <a:r>
                        <a:rPr kumimoji="0" lang="en-US" altLang="zh-CN" sz="2800" b="1" i="0" u="none" strike="noStrike" cap="none" normalizeH="0" baseline="0">
                          <a:ln>
                            <a:noFill/>
                          </a:ln>
                          <a:solidFill>
                            <a:schemeClr val="tx1"/>
                          </a:solidFill>
                          <a:effectLst/>
                          <a:latin typeface="Times New Roman" pitchFamily="18" charset="0"/>
                          <a:ea typeface="黑体" pitchFamily="2" charset="-122"/>
                        </a:rPr>
                        <a:t>$</a:t>
                      </a:r>
                      <a:r>
                        <a:rPr kumimoji="0" lang="en-US" altLang="zh-CN" sz="2800" b="1" i="1" u="none" strike="noStrike" cap="none" normalizeH="0" baseline="0">
                          <a:ln>
                            <a:noFill/>
                          </a:ln>
                          <a:solidFill>
                            <a:schemeClr val="tx1"/>
                          </a:solidFill>
                          <a:effectLst/>
                          <a:latin typeface="Times New Roman" pitchFamily="18" charset="0"/>
                          <a:ea typeface="黑体" pitchFamily="2" charset="-122"/>
                        </a:rPr>
                        <a:t>E </a:t>
                      </a:r>
                      <a:r>
                        <a:rPr kumimoji="0" lang="en-US" altLang="zh-CN" sz="2800" b="1" i="0" u="none" strike="noStrike" cap="none" normalizeH="0" baseline="0">
                          <a:ln>
                            <a:noFill/>
                          </a:ln>
                          <a:solidFill>
                            <a:schemeClr val="tx1"/>
                          </a:solidFill>
                          <a:effectLst/>
                          <a:latin typeface="Times New Roman" pitchFamily="18" charset="0"/>
                          <a:ea typeface="黑体" pitchFamily="2" charset="-122"/>
                          <a:sym typeface="Symbol" pitchFamily="18" charset="2"/>
                        </a:rPr>
                        <a:t></a:t>
                      </a:r>
                      <a:r>
                        <a:rPr kumimoji="0" lang="en-US" altLang="zh-CN" sz="2800" b="1" i="1" u="none" strike="noStrike" cap="none" normalizeH="0" baseline="0">
                          <a:ln>
                            <a:noFill/>
                          </a:ln>
                          <a:solidFill>
                            <a:schemeClr val="tx1"/>
                          </a:solidFill>
                          <a:effectLst/>
                          <a:latin typeface="Times New Roman" pitchFamily="18" charset="0"/>
                          <a:ea typeface="黑体" pitchFamily="2" charset="-122"/>
                          <a:sym typeface="Symbol" pitchFamily="18" charset="2"/>
                        </a:rPr>
                        <a:t>T</a:t>
                      </a:r>
                      <a:r>
                        <a:rPr kumimoji="0" lang="en-US" altLang="zh-CN" sz="2800" b="1" i="1" u="none" strike="noStrike" cap="none" normalizeH="0" baseline="0">
                          <a:ln>
                            <a:noFill/>
                          </a:ln>
                          <a:solidFill>
                            <a:schemeClr val="tx1"/>
                          </a:solidFill>
                          <a:effectLst/>
                          <a:latin typeface="Times New Roman" pitchFamily="18" charset="0"/>
                          <a:ea typeface="黑体" pitchFamily="2" charset="-122"/>
                        </a:rPr>
                        <a:t> </a:t>
                      </a:r>
                      <a:r>
                        <a:rPr kumimoji="0" lang="en-US" altLang="zh-CN" sz="2800" b="1" i="0" u="none" strike="noStrike" cap="none" normalizeH="0" baseline="0">
                          <a:ln>
                            <a:noFill/>
                          </a:ln>
                          <a:solidFill>
                            <a:schemeClr val="tx1"/>
                          </a:solidFill>
                          <a:effectLst/>
                          <a:latin typeface="Times New Roman" pitchFamily="18" charset="0"/>
                          <a:ea typeface="黑体" pitchFamily="2" charset="-122"/>
                          <a:sym typeface="Symbol" pitchFamily="18" charset="2"/>
                        </a:rPr>
                        <a:t></a:t>
                      </a:r>
                    </a:p>
                  </a:txBody>
                  <a:tcPr marT="45726" marB="45726" horzOverflow="overflow">
                    <a:lnL w="28575"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
                          <a:schemeClr val="folHlink"/>
                        </a:buClr>
                        <a:buSzPct val="60000"/>
                        <a:buFont typeface="Wingdings" pitchFamily="2" charset="2"/>
                        <a:buNone/>
                        <a:tabLst/>
                      </a:pPr>
                      <a:r>
                        <a:rPr kumimoji="0" lang="en-US" altLang="zh-CN" sz="2800" b="1" i="0" u="none" strike="noStrike" cap="none" normalizeH="0" baseline="0">
                          <a:ln>
                            <a:noFill/>
                          </a:ln>
                          <a:solidFill>
                            <a:schemeClr val="tx1"/>
                          </a:solidFill>
                          <a:effectLst/>
                          <a:latin typeface="Times New Roman" pitchFamily="18" charset="0"/>
                          <a:ea typeface="黑体" pitchFamily="2" charset="-122"/>
                        </a:rPr>
                        <a:t>                    $</a:t>
                      </a:r>
                    </a:p>
                  </a:txBody>
                  <a:tcPr marT="45726" marB="45726"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
                          <a:schemeClr val="folHlink"/>
                        </a:buClr>
                        <a:buSzPct val="60000"/>
                        <a:buFont typeface="Wingdings" pitchFamily="2" charset="2"/>
                        <a:buNone/>
                        <a:tabLst/>
                      </a:pPr>
                      <a:endParaRPr kumimoji="0" lang="zh-CN" altLang="zh-CN" sz="2800" b="1" i="0" u="none" strike="noStrike" cap="none" normalizeH="0" baseline="0">
                        <a:ln>
                          <a:noFill/>
                        </a:ln>
                        <a:solidFill>
                          <a:schemeClr val="tx1"/>
                        </a:solidFill>
                        <a:effectLst/>
                        <a:latin typeface="Times New Roman" pitchFamily="18" charset="0"/>
                        <a:ea typeface="黑体" pitchFamily="2" charset="-122"/>
                        <a:sym typeface="Symbol" pitchFamily="18" charset="2"/>
                      </a:endParaRPr>
                    </a:p>
                  </a:txBody>
                  <a:tcPr marT="45726" marB="45726" horzOverflow="overflow">
                    <a:lnL w="12700" cap="flat" cmpd="sng" algn="ctr">
                      <a:solidFill>
                        <a:schemeClr val="tx1"/>
                      </a:solidFill>
                      <a:prstDash val="solid"/>
                      <a:round/>
                      <a:headEnd type="none" w="sm" len="sm"/>
                      <a:tailEnd type="none" w="sm" len="sm"/>
                    </a:lnL>
                    <a:lnR w="28575" cap="flat" cmpd="sng" algn="ctr">
                      <a:solidFill>
                        <a:schemeClr val="tx1"/>
                      </a:solidFill>
                      <a:prstDash val="solid"/>
                      <a:round/>
                      <a:headEnd type="none" w="sm" len="sm"/>
                      <a:tailEnd type="none" w="sm" len="sm"/>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2"/>
                  </a:ext>
                </a:extLst>
              </a:tr>
              <a:tr h="518231">
                <a:tc>
                  <a:txBody>
                    <a:bodyPr/>
                    <a:lstStyle/>
                    <a:p>
                      <a:pPr marL="0" marR="0" lvl="0" indent="0" algn="l" defTabSz="914400" rtl="0" eaLnBrk="1" fontAlgn="base" latinLnBrk="0" hangingPunct="1">
                        <a:lnSpc>
                          <a:spcPct val="100000"/>
                        </a:lnSpc>
                        <a:spcBef>
                          <a:spcPct val="20000"/>
                        </a:spcBef>
                        <a:spcAft>
                          <a:spcPct val="0"/>
                        </a:spcAft>
                        <a:buClr>
                          <a:schemeClr val="folHlink"/>
                        </a:buClr>
                        <a:buSzPct val="60000"/>
                        <a:buFont typeface="Wingdings" pitchFamily="2" charset="2"/>
                        <a:buNone/>
                        <a:tabLst/>
                      </a:pPr>
                      <a:r>
                        <a:rPr kumimoji="0" lang="en-US" altLang="zh-CN" sz="2800" b="1" i="0" u="none" strike="noStrike" cap="none" normalizeH="0" baseline="0">
                          <a:ln>
                            <a:noFill/>
                          </a:ln>
                          <a:solidFill>
                            <a:schemeClr val="tx1"/>
                          </a:solidFill>
                          <a:effectLst/>
                          <a:latin typeface="Times New Roman" pitchFamily="18" charset="0"/>
                          <a:ea typeface="黑体" pitchFamily="2" charset="-122"/>
                        </a:rPr>
                        <a:t>$</a:t>
                      </a:r>
                      <a:r>
                        <a:rPr kumimoji="0" lang="en-US" altLang="zh-CN" sz="2800" b="1" i="1" u="none" strike="noStrike" cap="none" normalizeH="0" baseline="0">
                          <a:ln>
                            <a:noFill/>
                          </a:ln>
                          <a:solidFill>
                            <a:schemeClr val="tx1"/>
                          </a:solidFill>
                          <a:effectLst/>
                          <a:latin typeface="Times New Roman" pitchFamily="18" charset="0"/>
                          <a:ea typeface="黑体" pitchFamily="2" charset="-122"/>
                        </a:rPr>
                        <a:t>E </a:t>
                      </a:r>
                      <a:r>
                        <a:rPr kumimoji="0" lang="en-US" altLang="zh-CN" sz="2800" b="1" i="0" u="none" strike="noStrike" cap="none" normalizeH="0" baseline="0">
                          <a:ln>
                            <a:noFill/>
                          </a:ln>
                          <a:solidFill>
                            <a:schemeClr val="tx1"/>
                          </a:solidFill>
                          <a:effectLst/>
                          <a:latin typeface="Times New Roman" pitchFamily="18" charset="0"/>
                          <a:ea typeface="黑体" pitchFamily="2" charset="-122"/>
                          <a:sym typeface="Symbol" pitchFamily="18" charset="2"/>
                        </a:rPr>
                        <a:t></a:t>
                      </a:r>
                    </a:p>
                  </a:txBody>
                  <a:tcPr marT="45726" marB="45726" horzOverflow="overflow">
                    <a:lnL w="28575"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
                          <a:schemeClr val="folHlink"/>
                        </a:buClr>
                        <a:buSzPct val="60000"/>
                        <a:buFont typeface="Wingdings" pitchFamily="2" charset="2"/>
                        <a:buNone/>
                        <a:tabLst/>
                      </a:pPr>
                      <a:r>
                        <a:rPr kumimoji="0" lang="en-US" altLang="zh-CN" sz="2800" b="1" i="0" u="none" strike="noStrike" cap="none" normalizeH="0" baseline="0">
                          <a:ln>
                            <a:noFill/>
                          </a:ln>
                          <a:solidFill>
                            <a:schemeClr val="tx1"/>
                          </a:solidFill>
                          <a:effectLst/>
                          <a:latin typeface="Times New Roman" pitchFamily="18" charset="0"/>
                          <a:ea typeface="黑体" pitchFamily="2" charset="-122"/>
                        </a:rPr>
                        <a:t>                    $</a:t>
                      </a:r>
                    </a:p>
                  </a:txBody>
                  <a:tcPr marT="45726" marB="45726"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
                          <a:schemeClr val="folHlink"/>
                        </a:buClr>
                        <a:buSzPct val="60000"/>
                        <a:buFont typeface="Wingdings" pitchFamily="2" charset="2"/>
                        <a:buNone/>
                        <a:tabLst/>
                      </a:pPr>
                      <a:r>
                        <a:rPr kumimoji="0" lang="en-US" altLang="zh-CN" sz="2800" b="1" i="1" u="none" strike="noStrike" cap="none" normalizeH="0" baseline="0">
                          <a:ln>
                            <a:noFill/>
                          </a:ln>
                          <a:solidFill>
                            <a:schemeClr val="tx1"/>
                          </a:solidFill>
                          <a:effectLst/>
                          <a:latin typeface="Times New Roman" pitchFamily="18" charset="0"/>
                          <a:ea typeface="黑体" pitchFamily="2" charset="-122"/>
                        </a:rPr>
                        <a:t>T</a:t>
                      </a:r>
                      <a:r>
                        <a:rPr kumimoji="0" lang="en-US" altLang="zh-CN" sz="2800" b="1" i="0" u="none" strike="noStrike" cap="none" normalizeH="0" baseline="0">
                          <a:ln>
                            <a:noFill/>
                          </a:ln>
                          <a:solidFill>
                            <a:schemeClr val="tx1"/>
                          </a:solidFill>
                          <a:effectLst/>
                          <a:latin typeface="Times New Roman" pitchFamily="18" charset="0"/>
                          <a:ea typeface="黑体" pitchFamily="2" charset="-122"/>
                          <a:sym typeface="Symbol" pitchFamily="18" charset="2"/>
                        </a:rPr>
                        <a:t></a:t>
                      </a:r>
                    </a:p>
                  </a:txBody>
                  <a:tcPr marT="45726" marB="45726" horzOverflow="overflow">
                    <a:lnL w="12700" cap="flat" cmpd="sng" algn="ctr">
                      <a:solidFill>
                        <a:schemeClr val="tx1"/>
                      </a:solidFill>
                      <a:prstDash val="solid"/>
                      <a:round/>
                      <a:headEnd type="none" w="sm" len="sm"/>
                      <a:tailEnd type="none" w="sm" len="sm"/>
                    </a:lnL>
                    <a:lnR w="28575" cap="flat" cmpd="sng" algn="ctr">
                      <a:solidFill>
                        <a:schemeClr val="tx1"/>
                      </a:solidFill>
                      <a:prstDash val="solid"/>
                      <a:round/>
                      <a:headEnd type="none" w="sm" len="sm"/>
                      <a:tailEnd type="none" w="sm" len="sm"/>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3"/>
                  </a:ext>
                </a:extLst>
              </a:tr>
              <a:tr h="518231">
                <a:tc>
                  <a:txBody>
                    <a:bodyPr/>
                    <a:lstStyle/>
                    <a:p>
                      <a:pPr marL="0" marR="0" lvl="0" indent="0" algn="l" defTabSz="914400" rtl="0" eaLnBrk="1" fontAlgn="base" latinLnBrk="0" hangingPunct="1">
                        <a:lnSpc>
                          <a:spcPct val="100000"/>
                        </a:lnSpc>
                        <a:spcBef>
                          <a:spcPct val="20000"/>
                        </a:spcBef>
                        <a:spcAft>
                          <a:spcPct val="0"/>
                        </a:spcAft>
                        <a:buClr>
                          <a:schemeClr val="folHlink"/>
                        </a:buClr>
                        <a:buSzPct val="60000"/>
                        <a:buFont typeface="Wingdings" pitchFamily="2" charset="2"/>
                        <a:buNone/>
                        <a:tabLst/>
                      </a:pPr>
                      <a:endParaRPr kumimoji="0" lang="zh-CN" altLang="zh-CN" sz="2800" b="1" i="0" u="none" strike="noStrike" cap="none" normalizeH="0" baseline="0">
                        <a:ln>
                          <a:noFill/>
                        </a:ln>
                        <a:solidFill>
                          <a:schemeClr val="tx1"/>
                        </a:solidFill>
                        <a:effectLst/>
                        <a:latin typeface="Times New Roman" pitchFamily="18" charset="0"/>
                        <a:ea typeface="黑体" pitchFamily="2" charset="-122"/>
                      </a:endParaRPr>
                    </a:p>
                  </a:txBody>
                  <a:tcPr marT="45726" marB="45726" horzOverflow="overflow">
                    <a:lnL w="28575"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
                          <a:schemeClr val="folHlink"/>
                        </a:buClr>
                        <a:buSzPct val="60000"/>
                        <a:buFont typeface="Wingdings" pitchFamily="2" charset="2"/>
                        <a:buNone/>
                        <a:tabLst/>
                      </a:pPr>
                      <a:endParaRPr kumimoji="0" lang="zh-CN" altLang="zh-CN" sz="2800" b="1" i="0" u="none" strike="noStrike" cap="none" normalizeH="0" baseline="0">
                        <a:ln>
                          <a:noFill/>
                        </a:ln>
                        <a:solidFill>
                          <a:schemeClr val="tx1"/>
                        </a:solidFill>
                        <a:effectLst/>
                        <a:latin typeface="Times New Roman" pitchFamily="18" charset="0"/>
                        <a:ea typeface="黑体" pitchFamily="2" charset="-122"/>
                      </a:endParaRPr>
                    </a:p>
                  </a:txBody>
                  <a:tcPr marT="45726" marB="45726"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
                          <a:schemeClr val="folHlink"/>
                        </a:buClr>
                        <a:buSzPct val="60000"/>
                        <a:buFont typeface="Wingdings" pitchFamily="2" charset="2"/>
                        <a:buNone/>
                        <a:tabLst/>
                      </a:pPr>
                      <a:endParaRPr kumimoji="0" lang="zh-CN" altLang="zh-CN" sz="2800" b="1" i="0" u="none" strike="noStrike" cap="none" normalizeH="0" baseline="0">
                        <a:ln>
                          <a:noFill/>
                        </a:ln>
                        <a:solidFill>
                          <a:schemeClr val="tx1"/>
                        </a:solidFill>
                        <a:effectLst/>
                        <a:latin typeface="Times New Roman" pitchFamily="18" charset="0"/>
                        <a:ea typeface="黑体" pitchFamily="2" charset="-122"/>
                        <a:sym typeface="Symbol" pitchFamily="18" charset="2"/>
                      </a:endParaRPr>
                    </a:p>
                  </a:txBody>
                  <a:tcPr marT="45726" marB="45726" horzOverflow="overflow">
                    <a:lnL w="12700" cap="flat" cmpd="sng" algn="ctr">
                      <a:solidFill>
                        <a:schemeClr val="tx1"/>
                      </a:solidFill>
                      <a:prstDash val="solid"/>
                      <a:round/>
                      <a:headEnd type="none" w="sm" len="sm"/>
                      <a:tailEnd type="none" w="sm" len="sm"/>
                    </a:lnL>
                    <a:lnR w="28575" cap="flat" cmpd="sng" algn="ctr">
                      <a:solidFill>
                        <a:schemeClr val="tx1"/>
                      </a:solidFill>
                      <a:prstDash val="solid"/>
                      <a:round/>
                      <a:headEnd type="none" w="sm" len="sm"/>
                      <a:tailEnd type="none" w="sm" len="sm"/>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4"/>
                  </a:ext>
                </a:extLst>
              </a:tr>
              <a:tr h="518231">
                <a:tc>
                  <a:txBody>
                    <a:bodyPr/>
                    <a:lstStyle/>
                    <a:p>
                      <a:pPr marL="0" marR="0" lvl="0" indent="0" algn="l" defTabSz="914400" rtl="0" eaLnBrk="1" fontAlgn="base" latinLnBrk="0" hangingPunct="1">
                        <a:lnSpc>
                          <a:spcPct val="100000"/>
                        </a:lnSpc>
                        <a:spcBef>
                          <a:spcPct val="20000"/>
                        </a:spcBef>
                        <a:spcAft>
                          <a:spcPct val="0"/>
                        </a:spcAft>
                        <a:buClr>
                          <a:schemeClr val="folHlink"/>
                        </a:buClr>
                        <a:buSzPct val="60000"/>
                        <a:buFont typeface="Wingdings" pitchFamily="2" charset="2"/>
                        <a:buNone/>
                        <a:tabLst/>
                      </a:pPr>
                      <a:endParaRPr kumimoji="0" lang="zh-CN" altLang="zh-CN" sz="2800" b="1" i="0" u="none" strike="noStrike" cap="none" normalizeH="0" baseline="0">
                        <a:ln>
                          <a:noFill/>
                        </a:ln>
                        <a:solidFill>
                          <a:schemeClr val="tx1"/>
                        </a:solidFill>
                        <a:effectLst/>
                        <a:latin typeface="Times New Roman" pitchFamily="18" charset="0"/>
                        <a:ea typeface="黑体" pitchFamily="2" charset="-122"/>
                        <a:sym typeface="Symbol" pitchFamily="18" charset="2"/>
                      </a:endParaRPr>
                    </a:p>
                  </a:txBody>
                  <a:tcPr marT="45726" marB="45726" horzOverflow="overflow">
                    <a:lnL w="28575"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
                          <a:schemeClr val="folHlink"/>
                        </a:buClr>
                        <a:buSzPct val="60000"/>
                        <a:buFont typeface="Wingdings" pitchFamily="2" charset="2"/>
                        <a:buNone/>
                        <a:tabLst/>
                      </a:pPr>
                      <a:endParaRPr kumimoji="0" lang="zh-CN" altLang="zh-CN" sz="2800" b="1" i="0" u="none" strike="noStrike" cap="none" normalizeH="0" baseline="0">
                        <a:ln>
                          <a:noFill/>
                        </a:ln>
                        <a:solidFill>
                          <a:schemeClr val="tx1"/>
                        </a:solidFill>
                        <a:effectLst/>
                        <a:latin typeface="Times New Roman" pitchFamily="18" charset="0"/>
                        <a:ea typeface="黑体" pitchFamily="2" charset="-122"/>
                      </a:endParaRPr>
                    </a:p>
                  </a:txBody>
                  <a:tcPr marT="45726" marB="45726"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
                          <a:schemeClr val="folHlink"/>
                        </a:buClr>
                        <a:buSzPct val="60000"/>
                        <a:buFont typeface="Wingdings" pitchFamily="2" charset="2"/>
                        <a:buNone/>
                        <a:tabLst/>
                      </a:pPr>
                      <a:endParaRPr kumimoji="0" lang="zh-CN" altLang="zh-CN" sz="2800" b="1" i="0" u="none" strike="noStrike" cap="none" normalizeH="0" baseline="0">
                        <a:ln>
                          <a:noFill/>
                        </a:ln>
                        <a:solidFill>
                          <a:schemeClr val="tx1"/>
                        </a:solidFill>
                        <a:effectLst/>
                        <a:latin typeface="Times New Roman" pitchFamily="18" charset="0"/>
                        <a:ea typeface="黑体" pitchFamily="2" charset="-122"/>
                        <a:sym typeface="Symbol" pitchFamily="18" charset="2"/>
                      </a:endParaRPr>
                    </a:p>
                  </a:txBody>
                  <a:tcPr marT="45726" marB="45726" horzOverflow="overflow">
                    <a:lnL w="12700" cap="flat" cmpd="sng" algn="ctr">
                      <a:solidFill>
                        <a:schemeClr val="tx1"/>
                      </a:solidFill>
                      <a:prstDash val="solid"/>
                      <a:round/>
                      <a:headEnd type="none" w="sm" len="sm"/>
                      <a:tailEnd type="none" w="sm" len="sm"/>
                    </a:lnL>
                    <a:lnR w="28575" cap="flat" cmpd="sng" algn="ctr">
                      <a:solidFill>
                        <a:schemeClr val="tx1"/>
                      </a:solidFill>
                      <a:prstDash val="solid"/>
                      <a:round/>
                      <a:headEnd type="none" w="sm" len="sm"/>
                      <a:tailEnd type="none" w="sm" len="sm"/>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5"/>
                  </a:ext>
                </a:extLst>
              </a:tr>
              <a:tr h="518231">
                <a:tc>
                  <a:txBody>
                    <a:bodyPr/>
                    <a:lstStyle/>
                    <a:p>
                      <a:pPr marL="0" marR="0" lvl="0" indent="0" algn="l" defTabSz="914400" rtl="0" eaLnBrk="1" fontAlgn="base" latinLnBrk="0" hangingPunct="1">
                        <a:lnSpc>
                          <a:spcPct val="100000"/>
                        </a:lnSpc>
                        <a:spcBef>
                          <a:spcPct val="20000"/>
                        </a:spcBef>
                        <a:spcAft>
                          <a:spcPct val="0"/>
                        </a:spcAft>
                        <a:buClr>
                          <a:schemeClr val="folHlink"/>
                        </a:buClr>
                        <a:buSzPct val="60000"/>
                        <a:buFont typeface="Wingdings" pitchFamily="2" charset="2"/>
                        <a:buNone/>
                        <a:tabLst/>
                      </a:pPr>
                      <a:endParaRPr kumimoji="0" lang="zh-CN" altLang="zh-CN" sz="2800" b="1" i="0" u="none" strike="noStrike" cap="none" normalizeH="0" baseline="0">
                        <a:ln>
                          <a:noFill/>
                        </a:ln>
                        <a:solidFill>
                          <a:schemeClr val="tx1"/>
                        </a:solidFill>
                        <a:effectLst/>
                        <a:latin typeface="Times New Roman" pitchFamily="18" charset="0"/>
                        <a:ea typeface="黑体" pitchFamily="2" charset="-122"/>
                        <a:sym typeface="Symbol" pitchFamily="18" charset="2"/>
                      </a:endParaRPr>
                    </a:p>
                  </a:txBody>
                  <a:tcPr marT="45726" marB="45726" horzOverflow="overflow">
                    <a:lnL w="28575"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
                          <a:schemeClr val="folHlink"/>
                        </a:buClr>
                        <a:buSzPct val="60000"/>
                        <a:buFont typeface="Wingdings" pitchFamily="2" charset="2"/>
                        <a:buNone/>
                        <a:tabLst/>
                      </a:pPr>
                      <a:endParaRPr kumimoji="0" lang="zh-CN" altLang="zh-CN" sz="2800" b="1" i="0" u="none" strike="noStrike" cap="none" normalizeH="0" baseline="0">
                        <a:ln>
                          <a:noFill/>
                        </a:ln>
                        <a:solidFill>
                          <a:schemeClr val="tx1"/>
                        </a:solidFill>
                        <a:effectLst/>
                        <a:latin typeface="Times New Roman" pitchFamily="18" charset="0"/>
                        <a:ea typeface="黑体" pitchFamily="2" charset="-122"/>
                      </a:endParaRPr>
                    </a:p>
                  </a:txBody>
                  <a:tcPr marT="45726" marB="45726"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
                          <a:schemeClr val="folHlink"/>
                        </a:buClr>
                        <a:buSzPct val="60000"/>
                        <a:buFont typeface="Wingdings" pitchFamily="2" charset="2"/>
                        <a:buNone/>
                        <a:tabLst/>
                      </a:pPr>
                      <a:endParaRPr kumimoji="0" lang="zh-CN" altLang="zh-CN" sz="2800" b="1" i="0" u="none" strike="noStrike" cap="none" normalizeH="0" baseline="0">
                        <a:ln>
                          <a:noFill/>
                        </a:ln>
                        <a:solidFill>
                          <a:schemeClr val="tx1"/>
                        </a:solidFill>
                        <a:effectLst/>
                        <a:latin typeface="Times New Roman" pitchFamily="18" charset="0"/>
                        <a:ea typeface="黑体" pitchFamily="2" charset="-122"/>
                        <a:sym typeface="Symbol" pitchFamily="18" charset="2"/>
                      </a:endParaRPr>
                    </a:p>
                  </a:txBody>
                  <a:tcPr marT="45726" marB="45726" horzOverflow="overflow">
                    <a:lnL w="12700" cap="flat" cmpd="sng" algn="ctr">
                      <a:solidFill>
                        <a:schemeClr val="tx1"/>
                      </a:solidFill>
                      <a:prstDash val="solid"/>
                      <a:round/>
                      <a:headEnd type="none" w="sm" len="sm"/>
                      <a:tailEnd type="none" w="sm" len="sm"/>
                    </a:lnL>
                    <a:lnR w="28575" cap="flat" cmpd="sng" algn="ctr">
                      <a:solidFill>
                        <a:schemeClr val="tx1"/>
                      </a:solidFill>
                      <a:prstDash val="solid"/>
                      <a:round/>
                      <a:headEnd type="none" w="sm" len="sm"/>
                      <a:tailEnd type="none" w="sm" len="sm"/>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6"/>
                  </a:ext>
                </a:extLst>
              </a:tr>
              <a:tr h="518231">
                <a:tc>
                  <a:txBody>
                    <a:bodyPr/>
                    <a:lstStyle/>
                    <a:p>
                      <a:pPr marL="0" marR="0" lvl="0" indent="0" algn="l" defTabSz="914400" rtl="0" eaLnBrk="1" fontAlgn="base" latinLnBrk="0" hangingPunct="1">
                        <a:lnSpc>
                          <a:spcPct val="100000"/>
                        </a:lnSpc>
                        <a:spcBef>
                          <a:spcPct val="20000"/>
                        </a:spcBef>
                        <a:spcAft>
                          <a:spcPct val="0"/>
                        </a:spcAft>
                        <a:buClr>
                          <a:schemeClr val="folHlink"/>
                        </a:buClr>
                        <a:buSzPct val="60000"/>
                        <a:buFont typeface="Wingdings" pitchFamily="2" charset="2"/>
                        <a:buNone/>
                        <a:tabLst/>
                      </a:pPr>
                      <a:endParaRPr kumimoji="0" lang="zh-CN" altLang="zh-CN" sz="2800" b="1" i="0" u="none" strike="noStrike" cap="none" normalizeH="0" baseline="0">
                        <a:ln>
                          <a:noFill/>
                        </a:ln>
                        <a:solidFill>
                          <a:schemeClr val="tx1"/>
                        </a:solidFill>
                        <a:effectLst/>
                        <a:latin typeface="Times New Roman" pitchFamily="18" charset="0"/>
                        <a:ea typeface="黑体" pitchFamily="2" charset="-122"/>
                        <a:sym typeface="Symbol" pitchFamily="18" charset="2"/>
                      </a:endParaRPr>
                    </a:p>
                  </a:txBody>
                  <a:tcPr marT="45726" marB="45726" horzOverflow="overflow">
                    <a:lnL w="28575"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
                          <a:schemeClr val="folHlink"/>
                        </a:buClr>
                        <a:buSzPct val="60000"/>
                        <a:buFont typeface="Wingdings" pitchFamily="2" charset="2"/>
                        <a:buNone/>
                        <a:tabLst/>
                      </a:pPr>
                      <a:endParaRPr kumimoji="0" lang="zh-CN" altLang="zh-CN" sz="2800" b="1" i="0" u="none" strike="noStrike" cap="none" normalizeH="0" baseline="0">
                        <a:ln>
                          <a:noFill/>
                        </a:ln>
                        <a:solidFill>
                          <a:schemeClr val="tx1"/>
                        </a:solidFill>
                        <a:effectLst/>
                        <a:latin typeface="Times New Roman" pitchFamily="18" charset="0"/>
                        <a:ea typeface="黑体" pitchFamily="2" charset="-122"/>
                      </a:endParaRPr>
                    </a:p>
                  </a:txBody>
                  <a:tcPr marT="45726" marB="45726"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
                          <a:schemeClr val="folHlink"/>
                        </a:buClr>
                        <a:buSzPct val="60000"/>
                        <a:buFont typeface="Wingdings" pitchFamily="2" charset="2"/>
                        <a:buNone/>
                        <a:tabLst/>
                      </a:pPr>
                      <a:endParaRPr kumimoji="0" lang="zh-CN" altLang="zh-CN" sz="2800" b="1" i="0" u="none" strike="noStrike" cap="none" normalizeH="0" baseline="0">
                        <a:ln>
                          <a:noFill/>
                        </a:ln>
                        <a:solidFill>
                          <a:schemeClr val="tx1"/>
                        </a:solidFill>
                        <a:effectLst/>
                        <a:latin typeface="Times New Roman" pitchFamily="18" charset="0"/>
                        <a:ea typeface="黑体" pitchFamily="2" charset="-122"/>
                        <a:sym typeface="Symbol" pitchFamily="18" charset="2"/>
                      </a:endParaRPr>
                    </a:p>
                  </a:txBody>
                  <a:tcPr marT="45726" marB="45726" horzOverflow="overflow">
                    <a:lnL w="12700" cap="flat" cmpd="sng" algn="ctr">
                      <a:solidFill>
                        <a:schemeClr val="tx1"/>
                      </a:solidFill>
                      <a:prstDash val="solid"/>
                      <a:round/>
                      <a:headEnd type="none" w="sm" len="sm"/>
                      <a:tailEnd type="none" w="sm" len="sm"/>
                    </a:lnL>
                    <a:lnR w="28575" cap="flat" cmpd="sng" algn="ctr">
                      <a:solidFill>
                        <a:schemeClr val="tx1"/>
                      </a:solidFill>
                      <a:prstDash val="solid"/>
                      <a:round/>
                      <a:headEnd type="none" w="sm" len="sm"/>
                      <a:tailEnd type="none" w="sm" len="sm"/>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7"/>
                  </a:ext>
                </a:extLst>
              </a:tr>
              <a:tr h="518231">
                <a:tc>
                  <a:txBody>
                    <a:bodyPr/>
                    <a:lstStyle/>
                    <a:p>
                      <a:pPr marL="0" marR="0" lvl="0" indent="0" algn="l" defTabSz="914400" rtl="0" eaLnBrk="1" fontAlgn="base" latinLnBrk="0" hangingPunct="1">
                        <a:lnSpc>
                          <a:spcPct val="100000"/>
                        </a:lnSpc>
                        <a:spcBef>
                          <a:spcPct val="20000"/>
                        </a:spcBef>
                        <a:spcAft>
                          <a:spcPct val="0"/>
                        </a:spcAft>
                        <a:buClr>
                          <a:schemeClr val="folHlink"/>
                        </a:buClr>
                        <a:buSzPct val="60000"/>
                        <a:buFont typeface="Wingdings" pitchFamily="2" charset="2"/>
                        <a:buNone/>
                        <a:tabLst/>
                      </a:pPr>
                      <a:endParaRPr kumimoji="0" lang="zh-CN" altLang="zh-CN" sz="2800" b="1" i="0" u="none" strike="noStrike" cap="none" normalizeH="0" baseline="0">
                        <a:ln>
                          <a:noFill/>
                        </a:ln>
                        <a:solidFill>
                          <a:schemeClr val="tx1"/>
                        </a:solidFill>
                        <a:effectLst/>
                        <a:latin typeface="Times New Roman" pitchFamily="18" charset="0"/>
                        <a:ea typeface="黑体" pitchFamily="2" charset="-122"/>
                        <a:sym typeface="Symbol" pitchFamily="18" charset="2"/>
                      </a:endParaRPr>
                    </a:p>
                  </a:txBody>
                  <a:tcPr marT="45726" marB="45726" horzOverflow="overflow">
                    <a:lnL w="28575"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sm" len="sm"/>
                      <a:tailEnd type="none" w="sm" len="sm"/>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
                          <a:schemeClr val="folHlink"/>
                        </a:buClr>
                        <a:buSzPct val="60000"/>
                        <a:buFont typeface="Wingdings" pitchFamily="2" charset="2"/>
                        <a:buNone/>
                        <a:tabLst/>
                      </a:pPr>
                      <a:endParaRPr kumimoji="0" lang="zh-CN" altLang="zh-CN" sz="2800" b="1" i="0" u="none" strike="noStrike" cap="none" normalizeH="0" baseline="0">
                        <a:ln>
                          <a:noFill/>
                        </a:ln>
                        <a:solidFill>
                          <a:schemeClr val="tx1"/>
                        </a:solidFill>
                        <a:effectLst/>
                        <a:latin typeface="Times New Roman" pitchFamily="18" charset="0"/>
                        <a:ea typeface="黑体" pitchFamily="2" charset="-122"/>
                      </a:endParaRPr>
                    </a:p>
                  </a:txBody>
                  <a:tcPr marT="45726" marB="45726"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sm" len="sm"/>
                      <a:tailEnd type="none" w="sm" len="sm"/>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
                          <a:schemeClr val="folHlink"/>
                        </a:buClr>
                        <a:buSzPct val="60000"/>
                        <a:buFont typeface="Wingdings" pitchFamily="2" charset="2"/>
                        <a:buNone/>
                        <a:tabLst/>
                      </a:pPr>
                      <a:endParaRPr kumimoji="0" lang="zh-CN" altLang="zh-CN" sz="2800" b="1" i="0" u="none" strike="noStrike" cap="none" normalizeH="0" baseline="0" dirty="0">
                        <a:ln>
                          <a:noFill/>
                        </a:ln>
                        <a:solidFill>
                          <a:schemeClr val="tx1"/>
                        </a:solidFill>
                        <a:effectLst/>
                        <a:latin typeface="Times New Roman" pitchFamily="18" charset="0"/>
                        <a:ea typeface="黑体" pitchFamily="2" charset="-122"/>
                        <a:sym typeface="Symbol" pitchFamily="18" charset="2"/>
                      </a:endParaRPr>
                    </a:p>
                  </a:txBody>
                  <a:tcPr marT="45726" marB="45726" horzOverflow="overflow">
                    <a:lnL w="12700" cap="flat" cmpd="sng" algn="ctr">
                      <a:solidFill>
                        <a:schemeClr val="tx1"/>
                      </a:solidFill>
                      <a:prstDash val="solid"/>
                      <a:round/>
                      <a:headEnd type="none" w="sm" len="sm"/>
                      <a:tailEnd type="none" w="sm" len="sm"/>
                    </a:lnL>
                    <a:lnR w="28575" cap="flat" cmpd="sng" algn="ctr">
                      <a:solidFill>
                        <a:schemeClr val="tx1"/>
                      </a:solidFill>
                      <a:prstDash val="solid"/>
                      <a:round/>
                      <a:headEnd type="none" w="sm" len="sm"/>
                      <a:tailEnd type="none" w="sm" len="sm"/>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sm" len="sm"/>
                      <a:tailEnd type="none" w="sm" len="sm"/>
                    </a:lnB>
                    <a:lnTlToBr>
                      <a:noFill/>
                    </a:lnTlToBr>
                    <a:lnBlToTr>
                      <a:noFill/>
                    </a:lnBlToTr>
                    <a:noFill/>
                  </a:tcPr>
                </a:tc>
                <a:extLst>
                  <a:ext uri="{0D108BD9-81ED-4DB2-BD59-A6C34878D82A}">
                    <a16:rowId xmlns:a16="http://schemas.microsoft.com/office/drawing/2014/main" val="10008"/>
                  </a:ext>
                </a:extLst>
              </a:tr>
            </a:tbl>
          </a:graphicData>
        </a:graphic>
      </p:graphicFrame>
      <p:sp>
        <p:nvSpPr>
          <p:cNvPr id="2" name="日期占位符 1">
            <a:extLst>
              <a:ext uri="{FF2B5EF4-FFF2-40B4-BE49-F238E27FC236}">
                <a16:creationId xmlns:a16="http://schemas.microsoft.com/office/drawing/2014/main" id="{98EB228F-8EEB-3936-AEA7-D1632B693252}"/>
              </a:ext>
            </a:extLst>
          </p:cNvPr>
          <p:cNvSpPr>
            <a:spLocks noGrp="1"/>
          </p:cNvSpPr>
          <p:nvPr>
            <p:ph type="dt" sz="half" idx="10"/>
          </p:nvPr>
        </p:nvSpPr>
        <p:spPr/>
        <p:txBody>
          <a:bodyPr/>
          <a:lstStyle/>
          <a:p>
            <a:fld id="{4E331BAB-80F6-4FF2-BED3-B963F736FC98}" type="datetime2">
              <a:rPr lang="zh-CN" altLang="en-US" smtClean="0"/>
              <a:pPr/>
              <a:t>2025年11月26日</a:t>
            </a:fld>
            <a:endParaRPr lang="zh-CN" altLang="en-US"/>
          </a:p>
        </p:txBody>
      </p:sp>
      <p:sp>
        <p:nvSpPr>
          <p:cNvPr id="3" name="页脚占位符 2">
            <a:extLst>
              <a:ext uri="{FF2B5EF4-FFF2-40B4-BE49-F238E27FC236}">
                <a16:creationId xmlns:a16="http://schemas.microsoft.com/office/drawing/2014/main" id="{D1C527C4-7438-F587-C877-514F0520189F}"/>
              </a:ext>
            </a:extLst>
          </p:cNvPr>
          <p:cNvSpPr>
            <a:spLocks noGrp="1"/>
          </p:cNvSpPr>
          <p:nvPr>
            <p:ph type="ftr" sz="quarter" idx="11"/>
          </p:nvPr>
        </p:nvSpPr>
        <p:spPr/>
        <p:txBody>
          <a:bodyPr/>
          <a:lstStyle/>
          <a:p>
            <a:r>
              <a:rPr lang="zh-CN" altLang="en-US"/>
              <a:t>编译原理</a:t>
            </a:r>
            <a:r>
              <a:rPr lang="en-US" altLang="zh-CN"/>
              <a:t>-</a:t>
            </a:r>
            <a:r>
              <a:rPr lang="zh-CN" altLang="en-US"/>
              <a:t>王欣捷</a:t>
            </a:r>
            <a:r>
              <a:rPr lang="en-US" altLang="zh-CN"/>
              <a:t>-</a:t>
            </a:r>
            <a:r>
              <a:rPr lang="zh-CN" altLang="en-US"/>
              <a:t>第三章 语法分析</a:t>
            </a:r>
            <a:r>
              <a:rPr lang="en-US" altLang="zh-CN"/>
              <a:t>(4)</a:t>
            </a:r>
            <a:endParaRPr lang="zh-CN" altLang="en-US"/>
          </a:p>
        </p:txBody>
      </p:sp>
      <p:sp>
        <p:nvSpPr>
          <p:cNvPr id="4" name="灯片编号占位符 3">
            <a:extLst>
              <a:ext uri="{FF2B5EF4-FFF2-40B4-BE49-F238E27FC236}">
                <a16:creationId xmlns:a16="http://schemas.microsoft.com/office/drawing/2014/main" id="{6DE2CA5B-073D-0C38-6046-4347EE49680F}"/>
              </a:ext>
            </a:extLst>
          </p:cNvPr>
          <p:cNvSpPr>
            <a:spLocks noGrp="1"/>
          </p:cNvSpPr>
          <p:nvPr>
            <p:ph type="sldNum" sz="quarter" idx="12"/>
          </p:nvPr>
        </p:nvSpPr>
        <p:spPr/>
        <p:txBody>
          <a:bodyPr/>
          <a:lstStyle/>
          <a:p>
            <a:fld id="{094DEB03-EFC6-4C20-8FC8-295189A5386F}" type="slidenum">
              <a:rPr lang="zh-CN" altLang="en-US" smtClean="0"/>
              <a:pPr/>
              <a:t>109</a:t>
            </a:fld>
            <a:endParaRPr lang="zh-CN" altLang="en-US"/>
          </a:p>
        </p:txBody>
      </p:sp>
    </p:spTree>
  </p:cSld>
  <p:clrMapOvr>
    <a:masterClrMapping/>
  </p:clrMapOvr>
</p:sld>
</file>

<file path=ppt/slides/slide1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8786" name="Rectangle 2">
            <a:extLst>
              <a:ext uri="{FF2B5EF4-FFF2-40B4-BE49-F238E27FC236}">
                <a16:creationId xmlns:a16="http://schemas.microsoft.com/office/drawing/2014/main" id="{BF1004D0-1F86-42C0-A002-B90BAA593D54}"/>
              </a:ext>
            </a:extLst>
          </p:cNvPr>
          <p:cNvSpPr>
            <a:spLocks noGrp="1" noChangeArrowheads="1"/>
          </p:cNvSpPr>
          <p:nvPr>
            <p:ph type="title"/>
          </p:nvPr>
        </p:nvSpPr>
        <p:spPr/>
        <p:txBody>
          <a:bodyPr/>
          <a:lstStyle/>
          <a:p>
            <a:pPr eaLnBrk="1" hangingPunct="1"/>
            <a:r>
              <a:rPr lang="en-US" altLang="zh-CN" sz="4000"/>
              <a:t>3.3.6 </a:t>
            </a:r>
            <a:r>
              <a:rPr lang="zh-CN" altLang="en-US" sz="4000"/>
              <a:t>预测分析的错误恢复</a:t>
            </a:r>
          </a:p>
        </p:txBody>
      </p:sp>
      <p:sp>
        <p:nvSpPr>
          <p:cNvPr id="118787" name="Rectangle 3">
            <a:extLst>
              <a:ext uri="{FF2B5EF4-FFF2-40B4-BE49-F238E27FC236}">
                <a16:creationId xmlns:a16="http://schemas.microsoft.com/office/drawing/2014/main" id="{B576B2AF-B873-4C7A-878F-CFEEE334FE76}"/>
              </a:ext>
            </a:extLst>
          </p:cNvPr>
          <p:cNvSpPr>
            <a:spLocks noGrp="1" noChangeArrowheads="1"/>
          </p:cNvSpPr>
          <p:nvPr>
            <p:ph idx="1"/>
          </p:nvPr>
        </p:nvSpPr>
        <p:spPr/>
        <p:txBody>
          <a:bodyPr/>
          <a:lstStyle/>
          <a:p>
            <a:pPr eaLnBrk="1" hangingPunct="1">
              <a:lnSpc>
                <a:spcPct val="90000"/>
              </a:lnSpc>
              <a:buFont typeface="Wingdings" panose="05000000000000000000" pitchFamily="2" charset="2"/>
              <a:buNone/>
            </a:pPr>
            <a:r>
              <a:rPr lang="zh-CN" altLang="en-US" sz="2800"/>
              <a:t>预测分析器对 </a:t>
            </a:r>
            <a:r>
              <a:rPr lang="en-US" altLang="zh-CN" sz="2800" b="1"/>
              <a:t>+id * +id</a:t>
            </a:r>
            <a:r>
              <a:rPr lang="en-US" altLang="zh-CN" sz="2800"/>
              <a:t> </a:t>
            </a:r>
            <a:r>
              <a:rPr lang="zh-CN" altLang="en-US" sz="2800"/>
              <a:t>的分析和错误恢复</a:t>
            </a:r>
          </a:p>
        </p:txBody>
      </p:sp>
      <p:graphicFrame>
        <p:nvGraphicFramePr>
          <p:cNvPr id="7" name="Group 4">
            <a:extLst>
              <a:ext uri="{FF2B5EF4-FFF2-40B4-BE49-F238E27FC236}">
                <a16:creationId xmlns:a16="http://schemas.microsoft.com/office/drawing/2014/main" id="{A1B3C455-FA9E-4C98-BD80-A7A1CFCF8600}"/>
              </a:ext>
            </a:extLst>
          </p:cNvPr>
          <p:cNvGraphicFramePr>
            <a:graphicFrameLocks/>
          </p:cNvGraphicFramePr>
          <p:nvPr/>
        </p:nvGraphicFramePr>
        <p:xfrm>
          <a:off x="533400" y="1981200"/>
          <a:ext cx="8305800" cy="4664079"/>
        </p:xfrm>
        <a:graphic>
          <a:graphicData uri="http://schemas.openxmlformats.org/drawingml/2006/table">
            <a:tbl>
              <a:tblPr/>
              <a:tblGrid>
                <a:gridCol w="2690813">
                  <a:extLst>
                    <a:ext uri="{9D8B030D-6E8A-4147-A177-3AD203B41FA5}">
                      <a16:colId xmlns:a16="http://schemas.microsoft.com/office/drawing/2014/main" val="20000"/>
                    </a:ext>
                  </a:extLst>
                </a:gridCol>
                <a:gridCol w="2808287">
                  <a:extLst>
                    <a:ext uri="{9D8B030D-6E8A-4147-A177-3AD203B41FA5}">
                      <a16:colId xmlns:a16="http://schemas.microsoft.com/office/drawing/2014/main" val="20001"/>
                    </a:ext>
                  </a:extLst>
                </a:gridCol>
                <a:gridCol w="2806700">
                  <a:extLst>
                    <a:ext uri="{9D8B030D-6E8A-4147-A177-3AD203B41FA5}">
                      <a16:colId xmlns:a16="http://schemas.microsoft.com/office/drawing/2014/main" val="20002"/>
                    </a:ext>
                  </a:extLst>
                </a:gridCol>
              </a:tblGrid>
              <a:tr h="518231">
                <a:tc>
                  <a:txBody>
                    <a:bodyPr/>
                    <a:lstStyle>
                      <a:lvl1pPr algn="l">
                        <a:spcBef>
                          <a:spcPct val="20000"/>
                        </a:spcBef>
                        <a:buClr>
                          <a:schemeClr val="folHlink"/>
                        </a:buClr>
                        <a:buSzPct val="60000"/>
                        <a:buFont typeface="Wingdings" panose="05000000000000000000" pitchFamily="2" charset="2"/>
                        <a:defRPr sz="2800">
                          <a:solidFill>
                            <a:schemeClr val="tx1"/>
                          </a:solidFill>
                          <a:latin typeface="Times New Roman" panose="02020603050405020304" pitchFamily="18" charset="0"/>
                          <a:ea typeface="黑体" panose="02010609060101010101" pitchFamily="49" charset="-122"/>
                        </a:defRPr>
                      </a:lvl1pPr>
                      <a:lvl2pPr marL="742950" indent="-285750" algn="l">
                        <a:spcBef>
                          <a:spcPct val="20000"/>
                        </a:spcBef>
                        <a:buClr>
                          <a:schemeClr val="hlink"/>
                        </a:buClr>
                        <a:buSzPct val="55000"/>
                        <a:buFont typeface="Wingdings" panose="05000000000000000000" pitchFamily="2" charset="2"/>
                        <a:defRPr sz="2400">
                          <a:solidFill>
                            <a:schemeClr val="tx1"/>
                          </a:solidFill>
                          <a:latin typeface="Times New Roman" panose="02020603050405020304" pitchFamily="18" charset="0"/>
                          <a:ea typeface="黑体" panose="02010609060101010101" pitchFamily="49" charset="-122"/>
                        </a:defRPr>
                      </a:lvl2pPr>
                      <a:lvl3pPr marL="1143000" indent="-228600" algn="l">
                        <a:spcBef>
                          <a:spcPct val="20000"/>
                        </a:spcBef>
                        <a:buClr>
                          <a:schemeClr val="folHlink"/>
                        </a:buClr>
                        <a:buSzPct val="50000"/>
                        <a:buFont typeface="Wingdings" panose="05000000000000000000" pitchFamily="2" charset="2"/>
                        <a:defRPr sz="2000">
                          <a:solidFill>
                            <a:schemeClr val="tx1"/>
                          </a:solidFill>
                          <a:latin typeface="Times New Roman" panose="02020603050405020304" pitchFamily="18" charset="0"/>
                          <a:ea typeface="黑体" panose="02010609060101010101" pitchFamily="49" charset="-122"/>
                        </a:defRPr>
                      </a:lvl3pPr>
                      <a:lvl4pPr marL="1600200" indent="-228600" algn="l">
                        <a:spcBef>
                          <a:spcPct val="20000"/>
                        </a:spcBef>
                        <a:buClr>
                          <a:schemeClr val="accent2"/>
                        </a:buClr>
                        <a:buSzPct val="55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4pPr>
                      <a:lvl5pPr marL="2057400" indent="-228600" algn="l">
                        <a:spcBef>
                          <a:spcPct val="20000"/>
                        </a:spcBef>
                        <a:buClr>
                          <a:schemeClr val="accent1"/>
                        </a:buClr>
                        <a:buSzPct val="50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9p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r>
                        <a:rPr kumimoji="0" lang="zh-CN" altLang="en-US" sz="2800" b="0" i="0" u="none" strike="noStrike" cap="none" normalizeH="0" baseline="0">
                          <a:ln>
                            <a:noFill/>
                          </a:ln>
                          <a:solidFill>
                            <a:schemeClr val="tx1"/>
                          </a:solidFill>
                          <a:effectLst/>
                          <a:latin typeface="Times New Roman" panose="02020603050405020304" pitchFamily="18" charset="0"/>
                          <a:ea typeface="黑体" panose="02010609060101010101" pitchFamily="49" charset="-122"/>
                        </a:rPr>
                        <a:t>栈 </a:t>
                      </a:r>
                    </a:p>
                  </a:txBody>
                  <a:tcPr marT="45726" marB="45726" horzOverflow="overflow">
                    <a:lnL w="28575"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28575"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a:txBody>
                    <a:bodyPr/>
                    <a:lstStyle>
                      <a:lvl1pPr algn="l">
                        <a:spcBef>
                          <a:spcPct val="20000"/>
                        </a:spcBef>
                        <a:buClr>
                          <a:schemeClr val="folHlink"/>
                        </a:buClr>
                        <a:buSzPct val="60000"/>
                        <a:buFont typeface="Wingdings" panose="05000000000000000000" pitchFamily="2" charset="2"/>
                        <a:defRPr sz="2800">
                          <a:solidFill>
                            <a:schemeClr val="tx1"/>
                          </a:solidFill>
                          <a:latin typeface="Times New Roman" panose="02020603050405020304" pitchFamily="18" charset="0"/>
                          <a:ea typeface="黑体" panose="02010609060101010101" pitchFamily="49" charset="-122"/>
                        </a:defRPr>
                      </a:lvl1pPr>
                      <a:lvl2pPr marL="742950" indent="-285750" algn="l">
                        <a:spcBef>
                          <a:spcPct val="20000"/>
                        </a:spcBef>
                        <a:buClr>
                          <a:schemeClr val="hlink"/>
                        </a:buClr>
                        <a:buSzPct val="55000"/>
                        <a:buFont typeface="Wingdings" panose="05000000000000000000" pitchFamily="2" charset="2"/>
                        <a:defRPr sz="2400">
                          <a:solidFill>
                            <a:schemeClr val="tx1"/>
                          </a:solidFill>
                          <a:latin typeface="Times New Roman" panose="02020603050405020304" pitchFamily="18" charset="0"/>
                          <a:ea typeface="黑体" panose="02010609060101010101" pitchFamily="49" charset="-122"/>
                        </a:defRPr>
                      </a:lvl2pPr>
                      <a:lvl3pPr marL="1143000" indent="-228600" algn="l">
                        <a:spcBef>
                          <a:spcPct val="20000"/>
                        </a:spcBef>
                        <a:buClr>
                          <a:schemeClr val="folHlink"/>
                        </a:buClr>
                        <a:buSzPct val="50000"/>
                        <a:buFont typeface="Wingdings" panose="05000000000000000000" pitchFamily="2" charset="2"/>
                        <a:defRPr sz="2000">
                          <a:solidFill>
                            <a:schemeClr val="tx1"/>
                          </a:solidFill>
                          <a:latin typeface="Times New Roman" panose="02020603050405020304" pitchFamily="18" charset="0"/>
                          <a:ea typeface="黑体" panose="02010609060101010101" pitchFamily="49" charset="-122"/>
                        </a:defRPr>
                      </a:lvl3pPr>
                      <a:lvl4pPr marL="1600200" indent="-228600" algn="l">
                        <a:spcBef>
                          <a:spcPct val="20000"/>
                        </a:spcBef>
                        <a:buClr>
                          <a:schemeClr val="accent2"/>
                        </a:buClr>
                        <a:buSzPct val="55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4pPr>
                      <a:lvl5pPr marL="2057400" indent="-228600" algn="l">
                        <a:spcBef>
                          <a:spcPct val="20000"/>
                        </a:spcBef>
                        <a:buClr>
                          <a:schemeClr val="accent1"/>
                        </a:buClr>
                        <a:buSzPct val="50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9p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r>
                        <a:rPr kumimoji="0" lang="zh-CN" altLang="en-US" sz="2800" b="0" i="0" u="none" strike="noStrike" cap="none" normalizeH="0" baseline="0">
                          <a:ln>
                            <a:noFill/>
                          </a:ln>
                          <a:solidFill>
                            <a:schemeClr val="tx1"/>
                          </a:solidFill>
                          <a:effectLst/>
                          <a:latin typeface="Times New Roman" panose="02020603050405020304" pitchFamily="18" charset="0"/>
                          <a:ea typeface="黑体" panose="02010609060101010101" pitchFamily="49" charset="-122"/>
                        </a:rPr>
                        <a:t>输    入 </a:t>
                      </a:r>
                    </a:p>
                  </a:txBody>
                  <a:tcPr marT="45726" marB="45726"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28575"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a:txBody>
                    <a:bodyPr/>
                    <a:lstStyle>
                      <a:lvl1pPr algn="l">
                        <a:spcBef>
                          <a:spcPct val="20000"/>
                        </a:spcBef>
                        <a:buClr>
                          <a:schemeClr val="folHlink"/>
                        </a:buClr>
                        <a:buSzPct val="60000"/>
                        <a:buFont typeface="Wingdings" panose="05000000000000000000" pitchFamily="2" charset="2"/>
                        <a:defRPr sz="2800">
                          <a:solidFill>
                            <a:schemeClr val="tx1"/>
                          </a:solidFill>
                          <a:latin typeface="Times New Roman" panose="02020603050405020304" pitchFamily="18" charset="0"/>
                          <a:ea typeface="黑体" panose="02010609060101010101" pitchFamily="49" charset="-122"/>
                        </a:defRPr>
                      </a:lvl1pPr>
                      <a:lvl2pPr marL="742950" indent="-285750" algn="l">
                        <a:spcBef>
                          <a:spcPct val="20000"/>
                        </a:spcBef>
                        <a:buClr>
                          <a:schemeClr val="hlink"/>
                        </a:buClr>
                        <a:buSzPct val="55000"/>
                        <a:buFont typeface="Wingdings" panose="05000000000000000000" pitchFamily="2" charset="2"/>
                        <a:defRPr sz="2400">
                          <a:solidFill>
                            <a:schemeClr val="tx1"/>
                          </a:solidFill>
                          <a:latin typeface="Times New Roman" panose="02020603050405020304" pitchFamily="18" charset="0"/>
                          <a:ea typeface="黑体" panose="02010609060101010101" pitchFamily="49" charset="-122"/>
                        </a:defRPr>
                      </a:lvl2pPr>
                      <a:lvl3pPr marL="1143000" indent="-228600" algn="l">
                        <a:spcBef>
                          <a:spcPct val="20000"/>
                        </a:spcBef>
                        <a:buClr>
                          <a:schemeClr val="folHlink"/>
                        </a:buClr>
                        <a:buSzPct val="50000"/>
                        <a:buFont typeface="Wingdings" panose="05000000000000000000" pitchFamily="2" charset="2"/>
                        <a:defRPr sz="2000">
                          <a:solidFill>
                            <a:schemeClr val="tx1"/>
                          </a:solidFill>
                          <a:latin typeface="Times New Roman" panose="02020603050405020304" pitchFamily="18" charset="0"/>
                          <a:ea typeface="黑体" panose="02010609060101010101" pitchFamily="49" charset="-122"/>
                        </a:defRPr>
                      </a:lvl3pPr>
                      <a:lvl4pPr marL="1600200" indent="-228600" algn="l">
                        <a:spcBef>
                          <a:spcPct val="20000"/>
                        </a:spcBef>
                        <a:buClr>
                          <a:schemeClr val="accent2"/>
                        </a:buClr>
                        <a:buSzPct val="55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4pPr>
                      <a:lvl5pPr marL="2057400" indent="-228600" algn="l">
                        <a:spcBef>
                          <a:spcPct val="20000"/>
                        </a:spcBef>
                        <a:buClr>
                          <a:schemeClr val="accent1"/>
                        </a:buClr>
                        <a:buSzPct val="50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9p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r>
                        <a:rPr kumimoji="0" lang="zh-CN" altLang="en-US" sz="2800" b="0" i="0" u="none" strike="noStrike" cap="none" normalizeH="0" baseline="0">
                          <a:ln>
                            <a:noFill/>
                          </a:ln>
                          <a:solidFill>
                            <a:schemeClr val="tx1"/>
                          </a:solidFill>
                          <a:effectLst/>
                          <a:latin typeface="Times New Roman" panose="02020603050405020304" pitchFamily="18" charset="0"/>
                          <a:ea typeface="黑体" panose="02010609060101010101" pitchFamily="49" charset="-122"/>
                        </a:rPr>
                        <a:t>输    出 </a:t>
                      </a:r>
                    </a:p>
                  </a:txBody>
                  <a:tcPr marT="45726" marB="45726" horzOverflow="overflow">
                    <a:lnL w="12700" cap="flat" cmpd="sng" algn="ctr">
                      <a:solidFill>
                        <a:schemeClr val="tx1"/>
                      </a:solidFill>
                      <a:prstDash val="solid"/>
                      <a:round/>
                      <a:headEnd type="none" w="sm" len="sm"/>
                      <a:tailEnd type="none" w="sm" len="sm"/>
                    </a:lnL>
                    <a:lnR w="28575" cap="flat" cmpd="sng" algn="ctr">
                      <a:solidFill>
                        <a:schemeClr val="tx1"/>
                      </a:solidFill>
                      <a:prstDash val="solid"/>
                      <a:round/>
                      <a:headEnd type="none" w="sm" len="sm"/>
                      <a:tailEnd type="none" w="sm" len="sm"/>
                    </a:lnR>
                    <a:lnT w="28575"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extLst>
                  <a:ext uri="{0D108BD9-81ED-4DB2-BD59-A6C34878D82A}">
                    <a16:rowId xmlns:a16="http://schemas.microsoft.com/office/drawing/2014/main" val="10000"/>
                  </a:ext>
                </a:extLst>
              </a:tr>
              <a:tr h="518231">
                <a:tc>
                  <a:txBody>
                    <a:bodyPr/>
                    <a:lstStyle>
                      <a:lvl1pPr algn="l">
                        <a:spcBef>
                          <a:spcPct val="20000"/>
                        </a:spcBef>
                        <a:buClr>
                          <a:schemeClr val="folHlink"/>
                        </a:buClr>
                        <a:buSzPct val="60000"/>
                        <a:buFont typeface="Wingdings" panose="05000000000000000000" pitchFamily="2" charset="2"/>
                        <a:defRPr sz="2800">
                          <a:solidFill>
                            <a:schemeClr val="tx1"/>
                          </a:solidFill>
                          <a:latin typeface="Times New Roman" panose="02020603050405020304" pitchFamily="18" charset="0"/>
                          <a:ea typeface="黑体" panose="02010609060101010101" pitchFamily="49" charset="-122"/>
                        </a:defRPr>
                      </a:lvl1pPr>
                      <a:lvl2pPr marL="742950" indent="-285750" algn="l">
                        <a:spcBef>
                          <a:spcPct val="20000"/>
                        </a:spcBef>
                        <a:buClr>
                          <a:schemeClr val="hlink"/>
                        </a:buClr>
                        <a:buSzPct val="55000"/>
                        <a:buFont typeface="Wingdings" panose="05000000000000000000" pitchFamily="2" charset="2"/>
                        <a:defRPr sz="2400">
                          <a:solidFill>
                            <a:schemeClr val="tx1"/>
                          </a:solidFill>
                          <a:latin typeface="Times New Roman" panose="02020603050405020304" pitchFamily="18" charset="0"/>
                          <a:ea typeface="黑体" panose="02010609060101010101" pitchFamily="49" charset="-122"/>
                        </a:defRPr>
                      </a:lvl2pPr>
                      <a:lvl3pPr marL="1143000" indent="-228600" algn="l">
                        <a:spcBef>
                          <a:spcPct val="20000"/>
                        </a:spcBef>
                        <a:buClr>
                          <a:schemeClr val="folHlink"/>
                        </a:buClr>
                        <a:buSzPct val="50000"/>
                        <a:buFont typeface="Wingdings" panose="05000000000000000000" pitchFamily="2" charset="2"/>
                        <a:defRPr sz="2000">
                          <a:solidFill>
                            <a:schemeClr val="tx1"/>
                          </a:solidFill>
                          <a:latin typeface="Times New Roman" panose="02020603050405020304" pitchFamily="18" charset="0"/>
                          <a:ea typeface="黑体" panose="02010609060101010101" pitchFamily="49" charset="-122"/>
                        </a:defRPr>
                      </a:lvl3pPr>
                      <a:lvl4pPr marL="1600200" indent="-228600" algn="l">
                        <a:spcBef>
                          <a:spcPct val="20000"/>
                        </a:spcBef>
                        <a:buClr>
                          <a:schemeClr val="accent2"/>
                        </a:buClr>
                        <a:buSzPct val="55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4pPr>
                      <a:lvl5pPr marL="2057400" indent="-228600" algn="l">
                        <a:spcBef>
                          <a:spcPct val="20000"/>
                        </a:spcBef>
                        <a:buClr>
                          <a:schemeClr val="accent1"/>
                        </a:buClr>
                        <a:buSzPct val="50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9pPr>
                    </a:lstStyle>
                    <a:p>
                      <a:pPr marL="0" marR="0" lvl="0" indent="0" algn="l"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r>
                        <a:rPr kumimoji="0" lang="en-US" altLang="zh-CN" sz="2800" b="1" i="0" u="none" strike="noStrike" cap="none" normalizeH="0" baseline="0">
                          <a:ln>
                            <a:noFill/>
                          </a:ln>
                          <a:solidFill>
                            <a:schemeClr val="tx1"/>
                          </a:solidFill>
                          <a:effectLst/>
                          <a:latin typeface="Times New Roman" panose="02020603050405020304" pitchFamily="18" charset="0"/>
                          <a:ea typeface="黑体" panose="02010609060101010101" pitchFamily="49" charset="-122"/>
                        </a:rPr>
                        <a:t>$</a:t>
                      </a:r>
                      <a:r>
                        <a:rPr kumimoji="0" lang="en-US" altLang="zh-CN" sz="2800" b="1" i="1" u="none" strike="noStrike" cap="none" normalizeH="0" baseline="0">
                          <a:ln>
                            <a:noFill/>
                          </a:ln>
                          <a:solidFill>
                            <a:schemeClr val="tx1"/>
                          </a:solidFill>
                          <a:effectLst/>
                          <a:latin typeface="Times New Roman" panose="02020603050405020304" pitchFamily="18" charset="0"/>
                          <a:ea typeface="黑体" panose="02010609060101010101" pitchFamily="49" charset="-122"/>
                        </a:rPr>
                        <a:t>E </a:t>
                      </a:r>
                      <a:r>
                        <a:rPr kumimoji="0" lang="en-US" altLang="zh-CN" sz="2800" b="1" i="0" u="none" strike="noStrike" cap="none" normalizeH="0" baseline="0">
                          <a:ln>
                            <a:noFill/>
                          </a:ln>
                          <a:solidFill>
                            <a:schemeClr val="tx1"/>
                          </a:solidFill>
                          <a:effectLst/>
                          <a:latin typeface="Times New Roman" panose="02020603050405020304" pitchFamily="18" charset="0"/>
                          <a:ea typeface="黑体" panose="02010609060101010101" pitchFamily="49" charset="-122"/>
                          <a:sym typeface="Symbol" panose="05050102010706020507" pitchFamily="18" charset="2"/>
                        </a:rPr>
                        <a:t></a:t>
                      </a:r>
                      <a:r>
                        <a:rPr kumimoji="0" lang="en-US" altLang="zh-CN" sz="2800" b="1" i="1" u="none" strike="noStrike" cap="none" normalizeH="0" baseline="0">
                          <a:ln>
                            <a:noFill/>
                          </a:ln>
                          <a:solidFill>
                            <a:schemeClr val="tx1"/>
                          </a:solidFill>
                          <a:effectLst/>
                          <a:latin typeface="Times New Roman" panose="02020603050405020304" pitchFamily="18" charset="0"/>
                          <a:ea typeface="黑体" panose="02010609060101010101" pitchFamily="49" charset="-122"/>
                          <a:sym typeface="Symbol" panose="05050102010706020507" pitchFamily="18" charset="2"/>
                        </a:rPr>
                        <a:t>T</a:t>
                      </a:r>
                      <a:r>
                        <a:rPr kumimoji="0" lang="en-US" altLang="zh-CN" sz="2800" b="1" i="1" u="none" strike="noStrike" cap="none" normalizeH="0" baseline="0">
                          <a:ln>
                            <a:noFill/>
                          </a:ln>
                          <a:solidFill>
                            <a:schemeClr val="tx1"/>
                          </a:solidFill>
                          <a:effectLst/>
                          <a:latin typeface="Times New Roman" panose="02020603050405020304" pitchFamily="18" charset="0"/>
                          <a:ea typeface="黑体" panose="02010609060101010101" pitchFamily="49" charset="-122"/>
                        </a:rPr>
                        <a:t> </a:t>
                      </a:r>
                      <a:r>
                        <a:rPr kumimoji="0" lang="en-US" altLang="zh-CN" sz="2800" b="1" i="0" u="none" strike="noStrike" cap="none" normalizeH="0" baseline="0">
                          <a:ln>
                            <a:noFill/>
                          </a:ln>
                          <a:solidFill>
                            <a:schemeClr val="tx1"/>
                          </a:solidFill>
                          <a:effectLst/>
                          <a:latin typeface="Times New Roman" panose="02020603050405020304" pitchFamily="18" charset="0"/>
                          <a:ea typeface="黑体" panose="02010609060101010101" pitchFamily="49" charset="-122"/>
                          <a:sym typeface="Symbol" panose="05050102010706020507" pitchFamily="18" charset="2"/>
                        </a:rPr>
                        <a:t>id</a:t>
                      </a:r>
                    </a:p>
                  </a:txBody>
                  <a:tcPr marT="45726" marB="45726" horzOverflow="overflow">
                    <a:lnL w="28575"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lgn="l">
                        <a:spcBef>
                          <a:spcPct val="20000"/>
                        </a:spcBef>
                        <a:buClr>
                          <a:schemeClr val="folHlink"/>
                        </a:buClr>
                        <a:buSzPct val="60000"/>
                        <a:buFont typeface="Wingdings" panose="05000000000000000000" pitchFamily="2" charset="2"/>
                        <a:defRPr sz="2800">
                          <a:solidFill>
                            <a:schemeClr val="tx1"/>
                          </a:solidFill>
                          <a:latin typeface="Times New Roman" panose="02020603050405020304" pitchFamily="18" charset="0"/>
                          <a:ea typeface="黑体" panose="02010609060101010101" pitchFamily="49" charset="-122"/>
                        </a:defRPr>
                      </a:lvl1pPr>
                      <a:lvl2pPr marL="742950" indent="-285750" algn="l">
                        <a:spcBef>
                          <a:spcPct val="20000"/>
                        </a:spcBef>
                        <a:buClr>
                          <a:schemeClr val="hlink"/>
                        </a:buClr>
                        <a:buSzPct val="55000"/>
                        <a:buFont typeface="Wingdings" panose="05000000000000000000" pitchFamily="2" charset="2"/>
                        <a:defRPr sz="2400">
                          <a:solidFill>
                            <a:schemeClr val="tx1"/>
                          </a:solidFill>
                          <a:latin typeface="Times New Roman" panose="02020603050405020304" pitchFamily="18" charset="0"/>
                          <a:ea typeface="黑体" panose="02010609060101010101" pitchFamily="49" charset="-122"/>
                        </a:defRPr>
                      </a:lvl2pPr>
                      <a:lvl3pPr marL="1143000" indent="-228600" algn="l">
                        <a:spcBef>
                          <a:spcPct val="20000"/>
                        </a:spcBef>
                        <a:buClr>
                          <a:schemeClr val="folHlink"/>
                        </a:buClr>
                        <a:buSzPct val="50000"/>
                        <a:buFont typeface="Wingdings" panose="05000000000000000000" pitchFamily="2" charset="2"/>
                        <a:defRPr sz="2000">
                          <a:solidFill>
                            <a:schemeClr val="tx1"/>
                          </a:solidFill>
                          <a:latin typeface="Times New Roman" panose="02020603050405020304" pitchFamily="18" charset="0"/>
                          <a:ea typeface="黑体" panose="02010609060101010101" pitchFamily="49" charset="-122"/>
                        </a:defRPr>
                      </a:lvl3pPr>
                      <a:lvl4pPr marL="1600200" indent="-228600" algn="l">
                        <a:spcBef>
                          <a:spcPct val="20000"/>
                        </a:spcBef>
                        <a:buClr>
                          <a:schemeClr val="accent2"/>
                        </a:buClr>
                        <a:buSzPct val="55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4pPr>
                      <a:lvl5pPr marL="2057400" indent="-228600" algn="l">
                        <a:spcBef>
                          <a:spcPct val="20000"/>
                        </a:spcBef>
                        <a:buClr>
                          <a:schemeClr val="accent1"/>
                        </a:buClr>
                        <a:buSzPct val="50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9pPr>
                    </a:lstStyle>
                    <a:p>
                      <a:pPr marL="0" marR="0" lvl="0" indent="0" algn="l"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r>
                        <a:rPr kumimoji="0" lang="en-US" altLang="zh-CN" sz="2800" b="1" i="0" u="none" strike="noStrike" cap="none" normalizeH="0" baseline="0">
                          <a:ln>
                            <a:noFill/>
                          </a:ln>
                          <a:solidFill>
                            <a:schemeClr val="tx1"/>
                          </a:solidFill>
                          <a:effectLst/>
                          <a:latin typeface="Times New Roman" panose="02020603050405020304" pitchFamily="18" charset="0"/>
                          <a:ea typeface="黑体" panose="02010609060101010101" pitchFamily="49" charset="-122"/>
                        </a:rPr>
                        <a:t>                id $</a:t>
                      </a:r>
                    </a:p>
                  </a:txBody>
                  <a:tcPr marT="45726" marB="45726"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lgn="l">
                        <a:spcBef>
                          <a:spcPct val="20000"/>
                        </a:spcBef>
                        <a:buClr>
                          <a:schemeClr val="folHlink"/>
                        </a:buClr>
                        <a:buSzPct val="60000"/>
                        <a:buFont typeface="Wingdings" panose="05000000000000000000" pitchFamily="2" charset="2"/>
                        <a:defRPr sz="2800">
                          <a:solidFill>
                            <a:schemeClr val="tx1"/>
                          </a:solidFill>
                          <a:latin typeface="Times New Roman" panose="02020603050405020304" pitchFamily="18" charset="0"/>
                          <a:ea typeface="黑体" panose="02010609060101010101" pitchFamily="49" charset="-122"/>
                        </a:defRPr>
                      </a:lvl1pPr>
                      <a:lvl2pPr marL="742950" indent="-285750" algn="l">
                        <a:spcBef>
                          <a:spcPct val="20000"/>
                        </a:spcBef>
                        <a:buClr>
                          <a:schemeClr val="hlink"/>
                        </a:buClr>
                        <a:buSzPct val="55000"/>
                        <a:buFont typeface="Wingdings" panose="05000000000000000000" pitchFamily="2" charset="2"/>
                        <a:defRPr sz="2400">
                          <a:solidFill>
                            <a:schemeClr val="tx1"/>
                          </a:solidFill>
                          <a:latin typeface="Times New Roman" panose="02020603050405020304" pitchFamily="18" charset="0"/>
                          <a:ea typeface="黑体" panose="02010609060101010101" pitchFamily="49" charset="-122"/>
                        </a:defRPr>
                      </a:lvl2pPr>
                      <a:lvl3pPr marL="1143000" indent="-228600" algn="l">
                        <a:spcBef>
                          <a:spcPct val="20000"/>
                        </a:spcBef>
                        <a:buClr>
                          <a:schemeClr val="folHlink"/>
                        </a:buClr>
                        <a:buSzPct val="50000"/>
                        <a:buFont typeface="Wingdings" panose="05000000000000000000" pitchFamily="2" charset="2"/>
                        <a:defRPr sz="2000">
                          <a:solidFill>
                            <a:schemeClr val="tx1"/>
                          </a:solidFill>
                          <a:latin typeface="Times New Roman" panose="02020603050405020304" pitchFamily="18" charset="0"/>
                          <a:ea typeface="黑体" panose="02010609060101010101" pitchFamily="49" charset="-122"/>
                        </a:defRPr>
                      </a:lvl3pPr>
                      <a:lvl4pPr marL="1600200" indent="-228600" algn="l">
                        <a:spcBef>
                          <a:spcPct val="20000"/>
                        </a:spcBef>
                        <a:buClr>
                          <a:schemeClr val="accent2"/>
                        </a:buClr>
                        <a:buSzPct val="55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4pPr>
                      <a:lvl5pPr marL="2057400" indent="-228600" algn="l">
                        <a:spcBef>
                          <a:spcPct val="20000"/>
                        </a:spcBef>
                        <a:buClr>
                          <a:schemeClr val="accent1"/>
                        </a:buClr>
                        <a:buSzPct val="50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9pPr>
                    </a:lstStyle>
                    <a:p>
                      <a:pPr marL="0" marR="0" lvl="0" indent="0" algn="l"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r>
                        <a:rPr kumimoji="0" lang="en-US" altLang="zh-CN" sz="2800" b="1" i="1" u="none" strike="noStrike" cap="none" normalizeH="0" baseline="0">
                          <a:ln>
                            <a:noFill/>
                          </a:ln>
                          <a:solidFill>
                            <a:schemeClr val="tx1"/>
                          </a:solidFill>
                          <a:effectLst/>
                          <a:latin typeface="Times New Roman" panose="02020603050405020304" pitchFamily="18" charset="0"/>
                          <a:ea typeface="黑体" panose="02010609060101010101" pitchFamily="49" charset="-122"/>
                        </a:rPr>
                        <a:t>F</a:t>
                      </a:r>
                      <a:r>
                        <a:rPr kumimoji="0" lang="en-US" altLang="zh-CN" sz="2800" b="1" i="0" u="none" strike="noStrike" cap="none" normalizeH="0" baseline="0">
                          <a:ln>
                            <a:noFill/>
                          </a:ln>
                          <a:solidFill>
                            <a:schemeClr val="tx1"/>
                          </a:solidFill>
                          <a:effectLst/>
                          <a:latin typeface="Times New Roman" panose="02020603050405020304" pitchFamily="18" charset="0"/>
                          <a:ea typeface="黑体" panose="02010609060101010101" pitchFamily="49" charset="-122"/>
                          <a:sym typeface="Symbol" panose="05050102010706020507" pitchFamily="18" charset="2"/>
                        </a:rPr>
                        <a:t>id</a:t>
                      </a:r>
                    </a:p>
                  </a:txBody>
                  <a:tcPr marT="45726" marB="45726" horzOverflow="overflow">
                    <a:lnL w="12700" cap="flat" cmpd="sng" algn="ctr">
                      <a:solidFill>
                        <a:schemeClr val="tx1"/>
                      </a:solidFill>
                      <a:prstDash val="solid"/>
                      <a:round/>
                      <a:headEnd type="none" w="sm" len="sm"/>
                      <a:tailEnd type="none" w="sm" len="sm"/>
                    </a:lnL>
                    <a:lnR w="28575"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1"/>
                  </a:ext>
                </a:extLst>
              </a:tr>
              <a:tr h="518231">
                <a:tc>
                  <a:txBody>
                    <a:bodyPr/>
                    <a:lstStyle>
                      <a:lvl1pPr algn="l">
                        <a:spcBef>
                          <a:spcPct val="20000"/>
                        </a:spcBef>
                        <a:buClr>
                          <a:schemeClr val="folHlink"/>
                        </a:buClr>
                        <a:buSzPct val="60000"/>
                        <a:buFont typeface="Wingdings" panose="05000000000000000000" pitchFamily="2" charset="2"/>
                        <a:defRPr sz="2800">
                          <a:solidFill>
                            <a:schemeClr val="tx1"/>
                          </a:solidFill>
                          <a:latin typeface="Times New Roman" panose="02020603050405020304" pitchFamily="18" charset="0"/>
                          <a:ea typeface="黑体" panose="02010609060101010101" pitchFamily="49" charset="-122"/>
                        </a:defRPr>
                      </a:lvl1pPr>
                      <a:lvl2pPr marL="742950" indent="-285750" algn="l">
                        <a:spcBef>
                          <a:spcPct val="20000"/>
                        </a:spcBef>
                        <a:buClr>
                          <a:schemeClr val="hlink"/>
                        </a:buClr>
                        <a:buSzPct val="55000"/>
                        <a:buFont typeface="Wingdings" panose="05000000000000000000" pitchFamily="2" charset="2"/>
                        <a:defRPr sz="2400">
                          <a:solidFill>
                            <a:schemeClr val="tx1"/>
                          </a:solidFill>
                          <a:latin typeface="Times New Roman" panose="02020603050405020304" pitchFamily="18" charset="0"/>
                          <a:ea typeface="黑体" panose="02010609060101010101" pitchFamily="49" charset="-122"/>
                        </a:defRPr>
                      </a:lvl2pPr>
                      <a:lvl3pPr marL="1143000" indent="-228600" algn="l">
                        <a:spcBef>
                          <a:spcPct val="20000"/>
                        </a:spcBef>
                        <a:buClr>
                          <a:schemeClr val="folHlink"/>
                        </a:buClr>
                        <a:buSzPct val="50000"/>
                        <a:buFont typeface="Wingdings" panose="05000000000000000000" pitchFamily="2" charset="2"/>
                        <a:defRPr sz="2000">
                          <a:solidFill>
                            <a:schemeClr val="tx1"/>
                          </a:solidFill>
                          <a:latin typeface="Times New Roman" panose="02020603050405020304" pitchFamily="18" charset="0"/>
                          <a:ea typeface="黑体" panose="02010609060101010101" pitchFamily="49" charset="-122"/>
                        </a:defRPr>
                      </a:lvl3pPr>
                      <a:lvl4pPr marL="1600200" indent="-228600" algn="l">
                        <a:spcBef>
                          <a:spcPct val="20000"/>
                        </a:spcBef>
                        <a:buClr>
                          <a:schemeClr val="accent2"/>
                        </a:buClr>
                        <a:buSzPct val="55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4pPr>
                      <a:lvl5pPr marL="2057400" indent="-228600" algn="l">
                        <a:spcBef>
                          <a:spcPct val="20000"/>
                        </a:spcBef>
                        <a:buClr>
                          <a:schemeClr val="accent1"/>
                        </a:buClr>
                        <a:buSzPct val="50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9pPr>
                    </a:lstStyle>
                    <a:p>
                      <a:pPr marL="0" marR="0" lvl="0" indent="0" algn="l"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r>
                        <a:rPr kumimoji="0" lang="en-US" altLang="zh-CN" sz="2800" b="1" i="0" u="none" strike="noStrike" cap="none" normalizeH="0" baseline="0">
                          <a:ln>
                            <a:noFill/>
                          </a:ln>
                          <a:solidFill>
                            <a:schemeClr val="tx1"/>
                          </a:solidFill>
                          <a:effectLst/>
                          <a:latin typeface="Times New Roman" panose="02020603050405020304" pitchFamily="18" charset="0"/>
                          <a:ea typeface="黑体" panose="02010609060101010101" pitchFamily="49" charset="-122"/>
                        </a:rPr>
                        <a:t>$</a:t>
                      </a:r>
                      <a:r>
                        <a:rPr kumimoji="0" lang="en-US" altLang="zh-CN" sz="2800" b="1" i="1" u="none" strike="noStrike" cap="none" normalizeH="0" baseline="0">
                          <a:ln>
                            <a:noFill/>
                          </a:ln>
                          <a:solidFill>
                            <a:schemeClr val="tx1"/>
                          </a:solidFill>
                          <a:effectLst/>
                          <a:latin typeface="Times New Roman" panose="02020603050405020304" pitchFamily="18" charset="0"/>
                          <a:ea typeface="黑体" panose="02010609060101010101" pitchFamily="49" charset="-122"/>
                        </a:rPr>
                        <a:t>E </a:t>
                      </a:r>
                      <a:r>
                        <a:rPr kumimoji="0" lang="en-US" altLang="zh-CN" sz="2800" b="1" i="0" u="none" strike="noStrike" cap="none" normalizeH="0" baseline="0">
                          <a:ln>
                            <a:noFill/>
                          </a:ln>
                          <a:solidFill>
                            <a:schemeClr val="tx1"/>
                          </a:solidFill>
                          <a:effectLst/>
                          <a:latin typeface="Times New Roman" panose="02020603050405020304" pitchFamily="18" charset="0"/>
                          <a:ea typeface="黑体" panose="02010609060101010101" pitchFamily="49" charset="-122"/>
                          <a:sym typeface="Symbol" panose="05050102010706020507" pitchFamily="18" charset="2"/>
                        </a:rPr>
                        <a:t></a:t>
                      </a:r>
                      <a:r>
                        <a:rPr kumimoji="0" lang="en-US" altLang="zh-CN" sz="2800" b="1" i="1" u="none" strike="noStrike" cap="none" normalizeH="0" baseline="0">
                          <a:ln>
                            <a:noFill/>
                          </a:ln>
                          <a:solidFill>
                            <a:schemeClr val="tx1"/>
                          </a:solidFill>
                          <a:effectLst/>
                          <a:latin typeface="Times New Roman" panose="02020603050405020304" pitchFamily="18" charset="0"/>
                          <a:ea typeface="黑体" panose="02010609060101010101" pitchFamily="49" charset="-122"/>
                          <a:sym typeface="Symbol" panose="05050102010706020507" pitchFamily="18" charset="2"/>
                        </a:rPr>
                        <a:t>T</a:t>
                      </a:r>
                      <a:r>
                        <a:rPr kumimoji="0" lang="en-US" altLang="zh-CN" sz="2800" b="1" i="1" u="none" strike="noStrike" cap="none" normalizeH="0" baseline="0">
                          <a:ln>
                            <a:noFill/>
                          </a:ln>
                          <a:solidFill>
                            <a:schemeClr val="tx1"/>
                          </a:solidFill>
                          <a:effectLst/>
                          <a:latin typeface="Times New Roman" panose="02020603050405020304" pitchFamily="18" charset="0"/>
                          <a:ea typeface="黑体" panose="02010609060101010101" pitchFamily="49" charset="-122"/>
                        </a:rPr>
                        <a:t> </a:t>
                      </a:r>
                      <a:r>
                        <a:rPr kumimoji="0" lang="en-US" altLang="zh-CN" sz="2800" b="1" i="0" u="none" strike="noStrike" cap="none" normalizeH="0" baseline="0">
                          <a:ln>
                            <a:noFill/>
                          </a:ln>
                          <a:solidFill>
                            <a:schemeClr val="tx1"/>
                          </a:solidFill>
                          <a:effectLst/>
                          <a:latin typeface="Times New Roman" panose="02020603050405020304" pitchFamily="18" charset="0"/>
                          <a:ea typeface="黑体" panose="02010609060101010101" pitchFamily="49" charset="-122"/>
                          <a:sym typeface="Symbol" panose="05050102010706020507" pitchFamily="18" charset="2"/>
                        </a:rPr>
                        <a:t></a:t>
                      </a:r>
                    </a:p>
                  </a:txBody>
                  <a:tcPr marT="45726" marB="45726" horzOverflow="overflow">
                    <a:lnL w="28575"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lgn="l">
                        <a:spcBef>
                          <a:spcPct val="20000"/>
                        </a:spcBef>
                        <a:buClr>
                          <a:schemeClr val="folHlink"/>
                        </a:buClr>
                        <a:buSzPct val="60000"/>
                        <a:buFont typeface="Wingdings" panose="05000000000000000000" pitchFamily="2" charset="2"/>
                        <a:defRPr sz="2800">
                          <a:solidFill>
                            <a:schemeClr val="tx1"/>
                          </a:solidFill>
                          <a:latin typeface="Times New Roman" panose="02020603050405020304" pitchFamily="18" charset="0"/>
                          <a:ea typeface="黑体" panose="02010609060101010101" pitchFamily="49" charset="-122"/>
                        </a:defRPr>
                      </a:lvl1pPr>
                      <a:lvl2pPr marL="742950" indent="-285750" algn="l">
                        <a:spcBef>
                          <a:spcPct val="20000"/>
                        </a:spcBef>
                        <a:buClr>
                          <a:schemeClr val="hlink"/>
                        </a:buClr>
                        <a:buSzPct val="55000"/>
                        <a:buFont typeface="Wingdings" panose="05000000000000000000" pitchFamily="2" charset="2"/>
                        <a:defRPr sz="2400">
                          <a:solidFill>
                            <a:schemeClr val="tx1"/>
                          </a:solidFill>
                          <a:latin typeface="Times New Roman" panose="02020603050405020304" pitchFamily="18" charset="0"/>
                          <a:ea typeface="黑体" panose="02010609060101010101" pitchFamily="49" charset="-122"/>
                        </a:defRPr>
                      </a:lvl2pPr>
                      <a:lvl3pPr marL="1143000" indent="-228600" algn="l">
                        <a:spcBef>
                          <a:spcPct val="20000"/>
                        </a:spcBef>
                        <a:buClr>
                          <a:schemeClr val="folHlink"/>
                        </a:buClr>
                        <a:buSzPct val="50000"/>
                        <a:buFont typeface="Wingdings" panose="05000000000000000000" pitchFamily="2" charset="2"/>
                        <a:defRPr sz="2000">
                          <a:solidFill>
                            <a:schemeClr val="tx1"/>
                          </a:solidFill>
                          <a:latin typeface="Times New Roman" panose="02020603050405020304" pitchFamily="18" charset="0"/>
                          <a:ea typeface="黑体" panose="02010609060101010101" pitchFamily="49" charset="-122"/>
                        </a:defRPr>
                      </a:lvl3pPr>
                      <a:lvl4pPr marL="1600200" indent="-228600" algn="l">
                        <a:spcBef>
                          <a:spcPct val="20000"/>
                        </a:spcBef>
                        <a:buClr>
                          <a:schemeClr val="accent2"/>
                        </a:buClr>
                        <a:buSzPct val="55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4pPr>
                      <a:lvl5pPr marL="2057400" indent="-228600" algn="l">
                        <a:spcBef>
                          <a:spcPct val="20000"/>
                        </a:spcBef>
                        <a:buClr>
                          <a:schemeClr val="accent1"/>
                        </a:buClr>
                        <a:buSzPct val="50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9pPr>
                    </a:lstStyle>
                    <a:p>
                      <a:pPr marL="0" marR="0" lvl="0" indent="0" algn="l"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r>
                        <a:rPr kumimoji="0" lang="en-US" altLang="zh-CN" sz="2800" b="1" i="0" u="none" strike="noStrike" cap="none" normalizeH="0" baseline="0">
                          <a:ln>
                            <a:noFill/>
                          </a:ln>
                          <a:solidFill>
                            <a:schemeClr val="tx1"/>
                          </a:solidFill>
                          <a:effectLst/>
                          <a:latin typeface="Times New Roman" panose="02020603050405020304" pitchFamily="18" charset="0"/>
                          <a:ea typeface="黑体" panose="02010609060101010101" pitchFamily="49" charset="-122"/>
                        </a:rPr>
                        <a:t>                    $</a:t>
                      </a:r>
                    </a:p>
                  </a:txBody>
                  <a:tcPr marT="45726" marB="45726"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lgn="l">
                        <a:spcBef>
                          <a:spcPct val="20000"/>
                        </a:spcBef>
                        <a:buClr>
                          <a:schemeClr val="folHlink"/>
                        </a:buClr>
                        <a:buSzPct val="60000"/>
                        <a:buFont typeface="Wingdings" panose="05000000000000000000" pitchFamily="2" charset="2"/>
                        <a:defRPr sz="2800">
                          <a:solidFill>
                            <a:schemeClr val="tx1"/>
                          </a:solidFill>
                          <a:latin typeface="Times New Roman" panose="02020603050405020304" pitchFamily="18" charset="0"/>
                          <a:ea typeface="黑体" panose="02010609060101010101" pitchFamily="49" charset="-122"/>
                        </a:defRPr>
                      </a:lvl1pPr>
                      <a:lvl2pPr marL="742950" indent="-285750" algn="l">
                        <a:spcBef>
                          <a:spcPct val="20000"/>
                        </a:spcBef>
                        <a:buClr>
                          <a:schemeClr val="hlink"/>
                        </a:buClr>
                        <a:buSzPct val="55000"/>
                        <a:buFont typeface="Wingdings" panose="05000000000000000000" pitchFamily="2" charset="2"/>
                        <a:defRPr sz="2400">
                          <a:solidFill>
                            <a:schemeClr val="tx1"/>
                          </a:solidFill>
                          <a:latin typeface="Times New Roman" panose="02020603050405020304" pitchFamily="18" charset="0"/>
                          <a:ea typeface="黑体" panose="02010609060101010101" pitchFamily="49" charset="-122"/>
                        </a:defRPr>
                      </a:lvl2pPr>
                      <a:lvl3pPr marL="1143000" indent="-228600" algn="l">
                        <a:spcBef>
                          <a:spcPct val="20000"/>
                        </a:spcBef>
                        <a:buClr>
                          <a:schemeClr val="folHlink"/>
                        </a:buClr>
                        <a:buSzPct val="50000"/>
                        <a:buFont typeface="Wingdings" panose="05000000000000000000" pitchFamily="2" charset="2"/>
                        <a:defRPr sz="2000">
                          <a:solidFill>
                            <a:schemeClr val="tx1"/>
                          </a:solidFill>
                          <a:latin typeface="Times New Roman" panose="02020603050405020304" pitchFamily="18" charset="0"/>
                          <a:ea typeface="黑体" panose="02010609060101010101" pitchFamily="49" charset="-122"/>
                        </a:defRPr>
                      </a:lvl3pPr>
                      <a:lvl4pPr marL="1600200" indent="-228600" algn="l">
                        <a:spcBef>
                          <a:spcPct val="20000"/>
                        </a:spcBef>
                        <a:buClr>
                          <a:schemeClr val="accent2"/>
                        </a:buClr>
                        <a:buSzPct val="55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4pPr>
                      <a:lvl5pPr marL="2057400" indent="-228600" algn="l">
                        <a:spcBef>
                          <a:spcPct val="20000"/>
                        </a:spcBef>
                        <a:buClr>
                          <a:schemeClr val="accent1"/>
                        </a:buClr>
                        <a:buSzPct val="50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9pPr>
                    </a:lstStyle>
                    <a:p>
                      <a:pPr marL="0" marR="0" lvl="0" indent="0" algn="l"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endParaRPr kumimoji="0" lang="zh-CN" altLang="zh-CN" sz="2800" b="1" i="0" u="none" strike="noStrike" cap="none" normalizeH="0" baseline="0">
                        <a:ln>
                          <a:noFill/>
                        </a:ln>
                        <a:solidFill>
                          <a:schemeClr val="tx1"/>
                        </a:solidFill>
                        <a:effectLst/>
                        <a:latin typeface="Times New Roman" panose="02020603050405020304" pitchFamily="18" charset="0"/>
                        <a:ea typeface="黑体" panose="02010609060101010101" pitchFamily="49" charset="-122"/>
                        <a:sym typeface="Symbol" panose="05050102010706020507" pitchFamily="18" charset="2"/>
                      </a:endParaRPr>
                    </a:p>
                  </a:txBody>
                  <a:tcPr marT="45726" marB="45726" horzOverflow="overflow">
                    <a:lnL w="12700" cap="flat" cmpd="sng" algn="ctr">
                      <a:solidFill>
                        <a:schemeClr val="tx1"/>
                      </a:solidFill>
                      <a:prstDash val="solid"/>
                      <a:round/>
                      <a:headEnd type="none" w="sm" len="sm"/>
                      <a:tailEnd type="none" w="sm" len="sm"/>
                    </a:lnL>
                    <a:lnR w="28575" cap="flat" cmpd="sng" algn="ctr">
                      <a:solidFill>
                        <a:schemeClr val="tx1"/>
                      </a:solidFill>
                      <a:prstDash val="solid"/>
                      <a:round/>
                      <a:headEnd type="none" w="sm" len="sm"/>
                      <a:tailEnd type="none" w="sm" len="sm"/>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2"/>
                  </a:ext>
                </a:extLst>
              </a:tr>
              <a:tr h="518231">
                <a:tc>
                  <a:txBody>
                    <a:bodyPr/>
                    <a:lstStyle>
                      <a:lvl1pPr algn="l">
                        <a:spcBef>
                          <a:spcPct val="20000"/>
                        </a:spcBef>
                        <a:buClr>
                          <a:schemeClr val="folHlink"/>
                        </a:buClr>
                        <a:buSzPct val="60000"/>
                        <a:buFont typeface="Wingdings" panose="05000000000000000000" pitchFamily="2" charset="2"/>
                        <a:defRPr sz="2800">
                          <a:solidFill>
                            <a:schemeClr val="tx1"/>
                          </a:solidFill>
                          <a:latin typeface="Times New Roman" panose="02020603050405020304" pitchFamily="18" charset="0"/>
                          <a:ea typeface="黑体" panose="02010609060101010101" pitchFamily="49" charset="-122"/>
                        </a:defRPr>
                      </a:lvl1pPr>
                      <a:lvl2pPr marL="742950" indent="-285750" algn="l">
                        <a:spcBef>
                          <a:spcPct val="20000"/>
                        </a:spcBef>
                        <a:buClr>
                          <a:schemeClr val="hlink"/>
                        </a:buClr>
                        <a:buSzPct val="55000"/>
                        <a:buFont typeface="Wingdings" panose="05000000000000000000" pitchFamily="2" charset="2"/>
                        <a:defRPr sz="2400">
                          <a:solidFill>
                            <a:schemeClr val="tx1"/>
                          </a:solidFill>
                          <a:latin typeface="Times New Roman" panose="02020603050405020304" pitchFamily="18" charset="0"/>
                          <a:ea typeface="黑体" panose="02010609060101010101" pitchFamily="49" charset="-122"/>
                        </a:defRPr>
                      </a:lvl2pPr>
                      <a:lvl3pPr marL="1143000" indent="-228600" algn="l">
                        <a:spcBef>
                          <a:spcPct val="20000"/>
                        </a:spcBef>
                        <a:buClr>
                          <a:schemeClr val="folHlink"/>
                        </a:buClr>
                        <a:buSzPct val="50000"/>
                        <a:buFont typeface="Wingdings" panose="05000000000000000000" pitchFamily="2" charset="2"/>
                        <a:defRPr sz="2000">
                          <a:solidFill>
                            <a:schemeClr val="tx1"/>
                          </a:solidFill>
                          <a:latin typeface="Times New Roman" panose="02020603050405020304" pitchFamily="18" charset="0"/>
                          <a:ea typeface="黑体" panose="02010609060101010101" pitchFamily="49" charset="-122"/>
                        </a:defRPr>
                      </a:lvl3pPr>
                      <a:lvl4pPr marL="1600200" indent="-228600" algn="l">
                        <a:spcBef>
                          <a:spcPct val="20000"/>
                        </a:spcBef>
                        <a:buClr>
                          <a:schemeClr val="accent2"/>
                        </a:buClr>
                        <a:buSzPct val="55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4pPr>
                      <a:lvl5pPr marL="2057400" indent="-228600" algn="l">
                        <a:spcBef>
                          <a:spcPct val="20000"/>
                        </a:spcBef>
                        <a:buClr>
                          <a:schemeClr val="accent1"/>
                        </a:buClr>
                        <a:buSzPct val="50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9pPr>
                    </a:lstStyle>
                    <a:p>
                      <a:pPr marL="0" marR="0" lvl="0" indent="0" algn="l"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r>
                        <a:rPr kumimoji="0" lang="en-US" altLang="zh-CN" sz="2800" b="1" i="0" u="none" strike="noStrike" cap="none" normalizeH="0" baseline="0">
                          <a:ln>
                            <a:noFill/>
                          </a:ln>
                          <a:solidFill>
                            <a:schemeClr val="tx1"/>
                          </a:solidFill>
                          <a:effectLst/>
                          <a:latin typeface="Times New Roman" panose="02020603050405020304" pitchFamily="18" charset="0"/>
                          <a:ea typeface="黑体" panose="02010609060101010101" pitchFamily="49" charset="-122"/>
                        </a:rPr>
                        <a:t>$</a:t>
                      </a:r>
                      <a:r>
                        <a:rPr kumimoji="0" lang="en-US" altLang="zh-CN" sz="2800" b="1" i="1" u="none" strike="noStrike" cap="none" normalizeH="0" baseline="0">
                          <a:ln>
                            <a:noFill/>
                          </a:ln>
                          <a:solidFill>
                            <a:schemeClr val="tx1"/>
                          </a:solidFill>
                          <a:effectLst/>
                          <a:latin typeface="Times New Roman" panose="02020603050405020304" pitchFamily="18" charset="0"/>
                          <a:ea typeface="黑体" panose="02010609060101010101" pitchFamily="49" charset="-122"/>
                        </a:rPr>
                        <a:t>E </a:t>
                      </a:r>
                      <a:r>
                        <a:rPr kumimoji="0" lang="en-US" altLang="zh-CN" sz="2800" b="1" i="0" u="none" strike="noStrike" cap="none" normalizeH="0" baseline="0">
                          <a:ln>
                            <a:noFill/>
                          </a:ln>
                          <a:solidFill>
                            <a:schemeClr val="tx1"/>
                          </a:solidFill>
                          <a:effectLst/>
                          <a:latin typeface="Times New Roman" panose="02020603050405020304" pitchFamily="18" charset="0"/>
                          <a:ea typeface="黑体" panose="02010609060101010101" pitchFamily="49" charset="-122"/>
                          <a:sym typeface="Symbol" panose="05050102010706020507" pitchFamily="18" charset="2"/>
                        </a:rPr>
                        <a:t></a:t>
                      </a:r>
                    </a:p>
                  </a:txBody>
                  <a:tcPr marT="45726" marB="45726" horzOverflow="overflow">
                    <a:lnL w="28575"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lgn="l">
                        <a:spcBef>
                          <a:spcPct val="20000"/>
                        </a:spcBef>
                        <a:buClr>
                          <a:schemeClr val="folHlink"/>
                        </a:buClr>
                        <a:buSzPct val="60000"/>
                        <a:buFont typeface="Wingdings" panose="05000000000000000000" pitchFamily="2" charset="2"/>
                        <a:defRPr sz="2800">
                          <a:solidFill>
                            <a:schemeClr val="tx1"/>
                          </a:solidFill>
                          <a:latin typeface="Times New Roman" panose="02020603050405020304" pitchFamily="18" charset="0"/>
                          <a:ea typeface="黑体" panose="02010609060101010101" pitchFamily="49" charset="-122"/>
                        </a:defRPr>
                      </a:lvl1pPr>
                      <a:lvl2pPr marL="742950" indent="-285750" algn="l">
                        <a:spcBef>
                          <a:spcPct val="20000"/>
                        </a:spcBef>
                        <a:buClr>
                          <a:schemeClr val="hlink"/>
                        </a:buClr>
                        <a:buSzPct val="55000"/>
                        <a:buFont typeface="Wingdings" panose="05000000000000000000" pitchFamily="2" charset="2"/>
                        <a:defRPr sz="2400">
                          <a:solidFill>
                            <a:schemeClr val="tx1"/>
                          </a:solidFill>
                          <a:latin typeface="Times New Roman" panose="02020603050405020304" pitchFamily="18" charset="0"/>
                          <a:ea typeface="黑体" panose="02010609060101010101" pitchFamily="49" charset="-122"/>
                        </a:defRPr>
                      </a:lvl2pPr>
                      <a:lvl3pPr marL="1143000" indent="-228600" algn="l">
                        <a:spcBef>
                          <a:spcPct val="20000"/>
                        </a:spcBef>
                        <a:buClr>
                          <a:schemeClr val="folHlink"/>
                        </a:buClr>
                        <a:buSzPct val="50000"/>
                        <a:buFont typeface="Wingdings" panose="05000000000000000000" pitchFamily="2" charset="2"/>
                        <a:defRPr sz="2000">
                          <a:solidFill>
                            <a:schemeClr val="tx1"/>
                          </a:solidFill>
                          <a:latin typeface="Times New Roman" panose="02020603050405020304" pitchFamily="18" charset="0"/>
                          <a:ea typeface="黑体" panose="02010609060101010101" pitchFamily="49" charset="-122"/>
                        </a:defRPr>
                      </a:lvl3pPr>
                      <a:lvl4pPr marL="1600200" indent="-228600" algn="l">
                        <a:spcBef>
                          <a:spcPct val="20000"/>
                        </a:spcBef>
                        <a:buClr>
                          <a:schemeClr val="accent2"/>
                        </a:buClr>
                        <a:buSzPct val="55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4pPr>
                      <a:lvl5pPr marL="2057400" indent="-228600" algn="l">
                        <a:spcBef>
                          <a:spcPct val="20000"/>
                        </a:spcBef>
                        <a:buClr>
                          <a:schemeClr val="accent1"/>
                        </a:buClr>
                        <a:buSzPct val="50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9pPr>
                    </a:lstStyle>
                    <a:p>
                      <a:pPr marL="0" marR="0" lvl="0" indent="0" algn="l"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r>
                        <a:rPr kumimoji="0" lang="en-US" altLang="zh-CN" sz="2800" b="1" i="0" u="none" strike="noStrike" cap="none" normalizeH="0" baseline="0">
                          <a:ln>
                            <a:noFill/>
                          </a:ln>
                          <a:solidFill>
                            <a:schemeClr val="tx1"/>
                          </a:solidFill>
                          <a:effectLst/>
                          <a:latin typeface="Times New Roman" panose="02020603050405020304" pitchFamily="18" charset="0"/>
                          <a:ea typeface="黑体" panose="02010609060101010101" pitchFamily="49" charset="-122"/>
                        </a:rPr>
                        <a:t>                    $</a:t>
                      </a:r>
                    </a:p>
                  </a:txBody>
                  <a:tcPr marT="45726" marB="45726"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lgn="l">
                        <a:spcBef>
                          <a:spcPct val="20000"/>
                        </a:spcBef>
                        <a:buClr>
                          <a:schemeClr val="folHlink"/>
                        </a:buClr>
                        <a:buSzPct val="60000"/>
                        <a:buFont typeface="Wingdings" panose="05000000000000000000" pitchFamily="2" charset="2"/>
                        <a:defRPr sz="2800">
                          <a:solidFill>
                            <a:schemeClr val="tx1"/>
                          </a:solidFill>
                          <a:latin typeface="Times New Roman" panose="02020603050405020304" pitchFamily="18" charset="0"/>
                          <a:ea typeface="黑体" panose="02010609060101010101" pitchFamily="49" charset="-122"/>
                        </a:defRPr>
                      </a:lvl1pPr>
                      <a:lvl2pPr marL="742950" indent="-285750" algn="l">
                        <a:spcBef>
                          <a:spcPct val="20000"/>
                        </a:spcBef>
                        <a:buClr>
                          <a:schemeClr val="hlink"/>
                        </a:buClr>
                        <a:buSzPct val="55000"/>
                        <a:buFont typeface="Wingdings" panose="05000000000000000000" pitchFamily="2" charset="2"/>
                        <a:defRPr sz="2400">
                          <a:solidFill>
                            <a:schemeClr val="tx1"/>
                          </a:solidFill>
                          <a:latin typeface="Times New Roman" panose="02020603050405020304" pitchFamily="18" charset="0"/>
                          <a:ea typeface="黑体" panose="02010609060101010101" pitchFamily="49" charset="-122"/>
                        </a:defRPr>
                      </a:lvl2pPr>
                      <a:lvl3pPr marL="1143000" indent="-228600" algn="l">
                        <a:spcBef>
                          <a:spcPct val="20000"/>
                        </a:spcBef>
                        <a:buClr>
                          <a:schemeClr val="folHlink"/>
                        </a:buClr>
                        <a:buSzPct val="50000"/>
                        <a:buFont typeface="Wingdings" panose="05000000000000000000" pitchFamily="2" charset="2"/>
                        <a:defRPr sz="2000">
                          <a:solidFill>
                            <a:schemeClr val="tx1"/>
                          </a:solidFill>
                          <a:latin typeface="Times New Roman" panose="02020603050405020304" pitchFamily="18" charset="0"/>
                          <a:ea typeface="黑体" panose="02010609060101010101" pitchFamily="49" charset="-122"/>
                        </a:defRPr>
                      </a:lvl3pPr>
                      <a:lvl4pPr marL="1600200" indent="-228600" algn="l">
                        <a:spcBef>
                          <a:spcPct val="20000"/>
                        </a:spcBef>
                        <a:buClr>
                          <a:schemeClr val="accent2"/>
                        </a:buClr>
                        <a:buSzPct val="55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4pPr>
                      <a:lvl5pPr marL="2057400" indent="-228600" algn="l">
                        <a:spcBef>
                          <a:spcPct val="20000"/>
                        </a:spcBef>
                        <a:buClr>
                          <a:schemeClr val="accent1"/>
                        </a:buClr>
                        <a:buSzPct val="50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9pPr>
                    </a:lstStyle>
                    <a:p>
                      <a:pPr marL="0" marR="0" lvl="0" indent="0" algn="l"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r>
                        <a:rPr kumimoji="0" lang="en-US" altLang="zh-CN" sz="2800" b="1" i="1" u="none" strike="noStrike" cap="none" normalizeH="0" baseline="0">
                          <a:ln>
                            <a:noFill/>
                          </a:ln>
                          <a:solidFill>
                            <a:schemeClr val="tx1"/>
                          </a:solidFill>
                          <a:effectLst/>
                          <a:latin typeface="Times New Roman" panose="02020603050405020304" pitchFamily="18" charset="0"/>
                          <a:ea typeface="黑体" panose="02010609060101010101" pitchFamily="49" charset="-122"/>
                        </a:rPr>
                        <a:t>T</a:t>
                      </a:r>
                      <a:r>
                        <a:rPr kumimoji="0" lang="en-US" altLang="zh-CN" sz="2800" b="1" i="0" u="none" strike="noStrike" cap="none" normalizeH="0" baseline="0">
                          <a:ln>
                            <a:noFill/>
                          </a:ln>
                          <a:solidFill>
                            <a:schemeClr val="tx1"/>
                          </a:solidFill>
                          <a:effectLst/>
                          <a:latin typeface="Times New Roman" panose="02020603050405020304" pitchFamily="18" charset="0"/>
                          <a:ea typeface="黑体" panose="02010609060101010101" pitchFamily="49" charset="-122"/>
                          <a:sym typeface="Symbol" panose="05050102010706020507" pitchFamily="18" charset="2"/>
                        </a:rPr>
                        <a:t></a:t>
                      </a:r>
                    </a:p>
                  </a:txBody>
                  <a:tcPr marT="45726" marB="45726" horzOverflow="overflow">
                    <a:lnL w="12700" cap="flat" cmpd="sng" algn="ctr">
                      <a:solidFill>
                        <a:schemeClr val="tx1"/>
                      </a:solidFill>
                      <a:prstDash val="solid"/>
                      <a:round/>
                      <a:headEnd type="none" w="sm" len="sm"/>
                      <a:tailEnd type="none" w="sm" len="sm"/>
                    </a:lnL>
                    <a:lnR w="28575" cap="flat" cmpd="sng" algn="ctr">
                      <a:solidFill>
                        <a:schemeClr val="tx1"/>
                      </a:solidFill>
                      <a:prstDash val="solid"/>
                      <a:round/>
                      <a:headEnd type="none" w="sm" len="sm"/>
                      <a:tailEnd type="none" w="sm" len="sm"/>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3"/>
                  </a:ext>
                </a:extLst>
              </a:tr>
              <a:tr h="518231">
                <a:tc>
                  <a:txBody>
                    <a:bodyPr/>
                    <a:lstStyle>
                      <a:lvl1pPr algn="l">
                        <a:spcBef>
                          <a:spcPct val="20000"/>
                        </a:spcBef>
                        <a:buClr>
                          <a:schemeClr val="folHlink"/>
                        </a:buClr>
                        <a:buSzPct val="60000"/>
                        <a:buFont typeface="Wingdings" panose="05000000000000000000" pitchFamily="2" charset="2"/>
                        <a:defRPr sz="2800">
                          <a:solidFill>
                            <a:schemeClr val="tx1"/>
                          </a:solidFill>
                          <a:latin typeface="Times New Roman" panose="02020603050405020304" pitchFamily="18" charset="0"/>
                          <a:ea typeface="黑体" panose="02010609060101010101" pitchFamily="49" charset="-122"/>
                        </a:defRPr>
                      </a:lvl1pPr>
                      <a:lvl2pPr marL="742950" indent="-285750" algn="l">
                        <a:spcBef>
                          <a:spcPct val="20000"/>
                        </a:spcBef>
                        <a:buClr>
                          <a:schemeClr val="hlink"/>
                        </a:buClr>
                        <a:buSzPct val="55000"/>
                        <a:buFont typeface="Wingdings" panose="05000000000000000000" pitchFamily="2" charset="2"/>
                        <a:defRPr sz="2400">
                          <a:solidFill>
                            <a:schemeClr val="tx1"/>
                          </a:solidFill>
                          <a:latin typeface="Times New Roman" panose="02020603050405020304" pitchFamily="18" charset="0"/>
                          <a:ea typeface="黑体" panose="02010609060101010101" pitchFamily="49" charset="-122"/>
                        </a:defRPr>
                      </a:lvl2pPr>
                      <a:lvl3pPr marL="1143000" indent="-228600" algn="l">
                        <a:spcBef>
                          <a:spcPct val="20000"/>
                        </a:spcBef>
                        <a:buClr>
                          <a:schemeClr val="folHlink"/>
                        </a:buClr>
                        <a:buSzPct val="50000"/>
                        <a:buFont typeface="Wingdings" panose="05000000000000000000" pitchFamily="2" charset="2"/>
                        <a:defRPr sz="2000">
                          <a:solidFill>
                            <a:schemeClr val="tx1"/>
                          </a:solidFill>
                          <a:latin typeface="Times New Roman" panose="02020603050405020304" pitchFamily="18" charset="0"/>
                          <a:ea typeface="黑体" panose="02010609060101010101" pitchFamily="49" charset="-122"/>
                        </a:defRPr>
                      </a:lvl3pPr>
                      <a:lvl4pPr marL="1600200" indent="-228600" algn="l">
                        <a:spcBef>
                          <a:spcPct val="20000"/>
                        </a:spcBef>
                        <a:buClr>
                          <a:schemeClr val="accent2"/>
                        </a:buClr>
                        <a:buSzPct val="55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4pPr>
                      <a:lvl5pPr marL="2057400" indent="-228600" algn="l">
                        <a:spcBef>
                          <a:spcPct val="20000"/>
                        </a:spcBef>
                        <a:buClr>
                          <a:schemeClr val="accent1"/>
                        </a:buClr>
                        <a:buSzPct val="50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9pPr>
                    </a:lstStyle>
                    <a:p>
                      <a:pPr marL="0" marR="0" lvl="0" indent="0" algn="l"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r>
                        <a:rPr kumimoji="0" lang="en-US" altLang="zh-CN" sz="2800" b="1" i="0" u="none" strike="noStrike" cap="none" normalizeH="0" baseline="0">
                          <a:ln>
                            <a:noFill/>
                          </a:ln>
                          <a:solidFill>
                            <a:schemeClr val="tx1"/>
                          </a:solidFill>
                          <a:effectLst/>
                          <a:latin typeface="Times New Roman" panose="02020603050405020304" pitchFamily="18" charset="0"/>
                          <a:ea typeface="黑体" panose="02010609060101010101" pitchFamily="49" charset="-122"/>
                        </a:rPr>
                        <a:t>$</a:t>
                      </a:r>
                    </a:p>
                  </a:txBody>
                  <a:tcPr marT="45726" marB="45726" horzOverflow="overflow">
                    <a:lnL w="28575"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lgn="l">
                        <a:spcBef>
                          <a:spcPct val="20000"/>
                        </a:spcBef>
                        <a:buClr>
                          <a:schemeClr val="folHlink"/>
                        </a:buClr>
                        <a:buSzPct val="60000"/>
                        <a:buFont typeface="Wingdings" panose="05000000000000000000" pitchFamily="2" charset="2"/>
                        <a:defRPr sz="2800">
                          <a:solidFill>
                            <a:schemeClr val="tx1"/>
                          </a:solidFill>
                          <a:latin typeface="Times New Roman" panose="02020603050405020304" pitchFamily="18" charset="0"/>
                          <a:ea typeface="黑体" panose="02010609060101010101" pitchFamily="49" charset="-122"/>
                        </a:defRPr>
                      </a:lvl1pPr>
                      <a:lvl2pPr marL="742950" indent="-285750" algn="l">
                        <a:spcBef>
                          <a:spcPct val="20000"/>
                        </a:spcBef>
                        <a:buClr>
                          <a:schemeClr val="hlink"/>
                        </a:buClr>
                        <a:buSzPct val="55000"/>
                        <a:buFont typeface="Wingdings" panose="05000000000000000000" pitchFamily="2" charset="2"/>
                        <a:defRPr sz="2400">
                          <a:solidFill>
                            <a:schemeClr val="tx1"/>
                          </a:solidFill>
                          <a:latin typeface="Times New Roman" panose="02020603050405020304" pitchFamily="18" charset="0"/>
                          <a:ea typeface="黑体" panose="02010609060101010101" pitchFamily="49" charset="-122"/>
                        </a:defRPr>
                      </a:lvl2pPr>
                      <a:lvl3pPr marL="1143000" indent="-228600" algn="l">
                        <a:spcBef>
                          <a:spcPct val="20000"/>
                        </a:spcBef>
                        <a:buClr>
                          <a:schemeClr val="folHlink"/>
                        </a:buClr>
                        <a:buSzPct val="50000"/>
                        <a:buFont typeface="Wingdings" panose="05000000000000000000" pitchFamily="2" charset="2"/>
                        <a:defRPr sz="2000">
                          <a:solidFill>
                            <a:schemeClr val="tx1"/>
                          </a:solidFill>
                          <a:latin typeface="Times New Roman" panose="02020603050405020304" pitchFamily="18" charset="0"/>
                          <a:ea typeface="黑体" panose="02010609060101010101" pitchFamily="49" charset="-122"/>
                        </a:defRPr>
                      </a:lvl3pPr>
                      <a:lvl4pPr marL="1600200" indent="-228600" algn="l">
                        <a:spcBef>
                          <a:spcPct val="20000"/>
                        </a:spcBef>
                        <a:buClr>
                          <a:schemeClr val="accent2"/>
                        </a:buClr>
                        <a:buSzPct val="55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4pPr>
                      <a:lvl5pPr marL="2057400" indent="-228600" algn="l">
                        <a:spcBef>
                          <a:spcPct val="20000"/>
                        </a:spcBef>
                        <a:buClr>
                          <a:schemeClr val="accent1"/>
                        </a:buClr>
                        <a:buSzPct val="50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9pPr>
                    </a:lstStyle>
                    <a:p>
                      <a:pPr marL="0" marR="0" lvl="0" indent="0" algn="l"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r>
                        <a:rPr kumimoji="0" lang="en-US" altLang="zh-CN" sz="2800" b="1" i="0" u="none" strike="noStrike" cap="none" normalizeH="0" baseline="0">
                          <a:ln>
                            <a:noFill/>
                          </a:ln>
                          <a:solidFill>
                            <a:schemeClr val="tx1"/>
                          </a:solidFill>
                          <a:effectLst/>
                          <a:latin typeface="Times New Roman" panose="02020603050405020304" pitchFamily="18" charset="0"/>
                          <a:ea typeface="黑体" panose="02010609060101010101" pitchFamily="49" charset="-122"/>
                        </a:rPr>
                        <a:t>                    $</a:t>
                      </a:r>
                    </a:p>
                  </a:txBody>
                  <a:tcPr marT="45726" marB="45726"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lgn="l">
                        <a:spcBef>
                          <a:spcPct val="20000"/>
                        </a:spcBef>
                        <a:buClr>
                          <a:schemeClr val="folHlink"/>
                        </a:buClr>
                        <a:buSzPct val="60000"/>
                        <a:buFont typeface="Wingdings" panose="05000000000000000000" pitchFamily="2" charset="2"/>
                        <a:defRPr sz="2800">
                          <a:solidFill>
                            <a:schemeClr val="tx1"/>
                          </a:solidFill>
                          <a:latin typeface="Times New Roman" panose="02020603050405020304" pitchFamily="18" charset="0"/>
                          <a:ea typeface="黑体" panose="02010609060101010101" pitchFamily="49" charset="-122"/>
                        </a:defRPr>
                      </a:lvl1pPr>
                      <a:lvl2pPr marL="742950" indent="-285750" algn="l">
                        <a:spcBef>
                          <a:spcPct val="20000"/>
                        </a:spcBef>
                        <a:buClr>
                          <a:schemeClr val="hlink"/>
                        </a:buClr>
                        <a:buSzPct val="55000"/>
                        <a:buFont typeface="Wingdings" panose="05000000000000000000" pitchFamily="2" charset="2"/>
                        <a:defRPr sz="2400">
                          <a:solidFill>
                            <a:schemeClr val="tx1"/>
                          </a:solidFill>
                          <a:latin typeface="Times New Roman" panose="02020603050405020304" pitchFamily="18" charset="0"/>
                          <a:ea typeface="黑体" panose="02010609060101010101" pitchFamily="49" charset="-122"/>
                        </a:defRPr>
                      </a:lvl2pPr>
                      <a:lvl3pPr marL="1143000" indent="-228600" algn="l">
                        <a:spcBef>
                          <a:spcPct val="20000"/>
                        </a:spcBef>
                        <a:buClr>
                          <a:schemeClr val="folHlink"/>
                        </a:buClr>
                        <a:buSzPct val="50000"/>
                        <a:buFont typeface="Wingdings" panose="05000000000000000000" pitchFamily="2" charset="2"/>
                        <a:defRPr sz="2000">
                          <a:solidFill>
                            <a:schemeClr val="tx1"/>
                          </a:solidFill>
                          <a:latin typeface="Times New Roman" panose="02020603050405020304" pitchFamily="18" charset="0"/>
                          <a:ea typeface="黑体" panose="02010609060101010101" pitchFamily="49" charset="-122"/>
                        </a:defRPr>
                      </a:lvl3pPr>
                      <a:lvl4pPr marL="1600200" indent="-228600" algn="l">
                        <a:spcBef>
                          <a:spcPct val="20000"/>
                        </a:spcBef>
                        <a:buClr>
                          <a:schemeClr val="accent2"/>
                        </a:buClr>
                        <a:buSzPct val="55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4pPr>
                      <a:lvl5pPr marL="2057400" indent="-228600" algn="l">
                        <a:spcBef>
                          <a:spcPct val="20000"/>
                        </a:spcBef>
                        <a:buClr>
                          <a:schemeClr val="accent1"/>
                        </a:buClr>
                        <a:buSzPct val="50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9pPr>
                    </a:lstStyle>
                    <a:p>
                      <a:pPr marL="0" marR="0" lvl="0" indent="0" algn="l"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r>
                        <a:rPr kumimoji="0" lang="en-US" altLang="zh-CN" sz="2800" b="1" i="1" u="none" strike="noStrike" cap="none" normalizeH="0" baseline="0">
                          <a:ln>
                            <a:noFill/>
                          </a:ln>
                          <a:solidFill>
                            <a:schemeClr val="tx1"/>
                          </a:solidFill>
                          <a:effectLst/>
                          <a:latin typeface="Times New Roman" panose="02020603050405020304" pitchFamily="18" charset="0"/>
                          <a:ea typeface="黑体" panose="02010609060101010101" pitchFamily="49" charset="-122"/>
                        </a:rPr>
                        <a:t>E</a:t>
                      </a:r>
                      <a:r>
                        <a:rPr kumimoji="0" lang="en-US" altLang="zh-CN" sz="2800" b="1" i="0" u="none" strike="noStrike" cap="none" normalizeH="0" baseline="0">
                          <a:ln>
                            <a:noFill/>
                          </a:ln>
                          <a:solidFill>
                            <a:schemeClr val="tx1"/>
                          </a:solidFill>
                          <a:effectLst/>
                          <a:latin typeface="Times New Roman" panose="02020603050405020304" pitchFamily="18" charset="0"/>
                          <a:ea typeface="黑体" panose="02010609060101010101" pitchFamily="49" charset="-122"/>
                          <a:sym typeface="Symbol" panose="05050102010706020507" pitchFamily="18" charset="2"/>
                        </a:rPr>
                        <a:t></a:t>
                      </a:r>
                    </a:p>
                  </a:txBody>
                  <a:tcPr marT="45726" marB="45726" horzOverflow="overflow">
                    <a:lnL w="12700" cap="flat" cmpd="sng" algn="ctr">
                      <a:solidFill>
                        <a:schemeClr val="tx1"/>
                      </a:solidFill>
                      <a:prstDash val="solid"/>
                      <a:round/>
                      <a:headEnd type="none" w="sm" len="sm"/>
                      <a:tailEnd type="none" w="sm" len="sm"/>
                    </a:lnL>
                    <a:lnR w="28575" cap="flat" cmpd="sng" algn="ctr">
                      <a:solidFill>
                        <a:schemeClr val="tx1"/>
                      </a:solidFill>
                      <a:prstDash val="solid"/>
                      <a:round/>
                      <a:headEnd type="none" w="sm" len="sm"/>
                      <a:tailEnd type="none" w="sm" len="sm"/>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4"/>
                  </a:ext>
                </a:extLst>
              </a:tr>
              <a:tr h="518231">
                <a:tc>
                  <a:txBody>
                    <a:bodyPr/>
                    <a:lstStyle>
                      <a:lvl1pPr algn="l">
                        <a:spcBef>
                          <a:spcPct val="20000"/>
                        </a:spcBef>
                        <a:buClr>
                          <a:schemeClr val="folHlink"/>
                        </a:buClr>
                        <a:buSzPct val="60000"/>
                        <a:buFont typeface="Wingdings" panose="05000000000000000000" pitchFamily="2" charset="2"/>
                        <a:defRPr sz="2800">
                          <a:solidFill>
                            <a:schemeClr val="tx1"/>
                          </a:solidFill>
                          <a:latin typeface="Times New Roman" panose="02020603050405020304" pitchFamily="18" charset="0"/>
                          <a:ea typeface="黑体" panose="02010609060101010101" pitchFamily="49" charset="-122"/>
                        </a:defRPr>
                      </a:lvl1pPr>
                      <a:lvl2pPr marL="742950" indent="-285750" algn="l">
                        <a:spcBef>
                          <a:spcPct val="20000"/>
                        </a:spcBef>
                        <a:buClr>
                          <a:schemeClr val="hlink"/>
                        </a:buClr>
                        <a:buSzPct val="55000"/>
                        <a:buFont typeface="Wingdings" panose="05000000000000000000" pitchFamily="2" charset="2"/>
                        <a:defRPr sz="2400">
                          <a:solidFill>
                            <a:schemeClr val="tx1"/>
                          </a:solidFill>
                          <a:latin typeface="Times New Roman" panose="02020603050405020304" pitchFamily="18" charset="0"/>
                          <a:ea typeface="黑体" panose="02010609060101010101" pitchFamily="49" charset="-122"/>
                        </a:defRPr>
                      </a:lvl2pPr>
                      <a:lvl3pPr marL="1143000" indent="-228600" algn="l">
                        <a:spcBef>
                          <a:spcPct val="20000"/>
                        </a:spcBef>
                        <a:buClr>
                          <a:schemeClr val="folHlink"/>
                        </a:buClr>
                        <a:buSzPct val="50000"/>
                        <a:buFont typeface="Wingdings" panose="05000000000000000000" pitchFamily="2" charset="2"/>
                        <a:defRPr sz="2000">
                          <a:solidFill>
                            <a:schemeClr val="tx1"/>
                          </a:solidFill>
                          <a:latin typeface="Times New Roman" panose="02020603050405020304" pitchFamily="18" charset="0"/>
                          <a:ea typeface="黑体" panose="02010609060101010101" pitchFamily="49" charset="-122"/>
                        </a:defRPr>
                      </a:lvl3pPr>
                      <a:lvl4pPr marL="1600200" indent="-228600" algn="l">
                        <a:spcBef>
                          <a:spcPct val="20000"/>
                        </a:spcBef>
                        <a:buClr>
                          <a:schemeClr val="accent2"/>
                        </a:buClr>
                        <a:buSzPct val="55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4pPr>
                      <a:lvl5pPr marL="2057400" indent="-228600" algn="l">
                        <a:spcBef>
                          <a:spcPct val="20000"/>
                        </a:spcBef>
                        <a:buClr>
                          <a:schemeClr val="accent1"/>
                        </a:buClr>
                        <a:buSzPct val="50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9pPr>
                    </a:lstStyle>
                    <a:p>
                      <a:pPr marL="0" marR="0" lvl="0" indent="0" algn="l"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endParaRPr kumimoji="0" lang="zh-CN" altLang="zh-CN" sz="2800" b="1" i="0" u="none" strike="noStrike" cap="none" normalizeH="0" baseline="0">
                        <a:ln>
                          <a:noFill/>
                        </a:ln>
                        <a:solidFill>
                          <a:schemeClr val="tx1"/>
                        </a:solidFill>
                        <a:effectLst/>
                        <a:latin typeface="Times New Roman" panose="02020603050405020304" pitchFamily="18" charset="0"/>
                        <a:ea typeface="黑体" panose="02010609060101010101" pitchFamily="49" charset="-122"/>
                        <a:sym typeface="Symbol" panose="05050102010706020507" pitchFamily="18" charset="2"/>
                      </a:endParaRPr>
                    </a:p>
                  </a:txBody>
                  <a:tcPr marT="45726" marB="45726" horzOverflow="overflow">
                    <a:lnL w="28575"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lgn="l">
                        <a:spcBef>
                          <a:spcPct val="20000"/>
                        </a:spcBef>
                        <a:buClr>
                          <a:schemeClr val="folHlink"/>
                        </a:buClr>
                        <a:buSzPct val="60000"/>
                        <a:buFont typeface="Wingdings" panose="05000000000000000000" pitchFamily="2" charset="2"/>
                        <a:defRPr sz="2800">
                          <a:solidFill>
                            <a:schemeClr val="tx1"/>
                          </a:solidFill>
                          <a:latin typeface="Times New Roman" panose="02020603050405020304" pitchFamily="18" charset="0"/>
                          <a:ea typeface="黑体" panose="02010609060101010101" pitchFamily="49" charset="-122"/>
                        </a:defRPr>
                      </a:lvl1pPr>
                      <a:lvl2pPr marL="742950" indent="-285750" algn="l">
                        <a:spcBef>
                          <a:spcPct val="20000"/>
                        </a:spcBef>
                        <a:buClr>
                          <a:schemeClr val="hlink"/>
                        </a:buClr>
                        <a:buSzPct val="55000"/>
                        <a:buFont typeface="Wingdings" panose="05000000000000000000" pitchFamily="2" charset="2"/>
                        <a:defRPr sz="2400">
                          <a:solidFill>
                            <a:schemeClr val="tx1"/>
                          </a:solidFill>
                          <a:latin typeface="Times New Roman" panose="02020603050405020304" pitchFamily="18" charset="0"/>
                          <a:ea typeface="黑体" panose="02010609060101010101" pitchFamily="49" charset="-122"/>
                        </a:defRPr>
                      </a:lvl2pPr>
                      <a:lvl3pPr marL="1143000" indent="-228600" algn="l">
                        <a:spcBef>
                          <a:spcPct val="20000"/>
                        </a:spcBef>
                        <a:buClr>
                          <a:schemeClr val="folHlink"/>
                        </a:buClr>
                        <a:buSzPct val="50000"/>
                        <a:buFont typeface="Wingdings" panose="05000000000000000000" pitchFamily="2" charset="2"/>
                        <a:defRPr sz="2000">
                          <a:solidFill>
                            <a:schemeClr val="tx1"/>
                          </a:solidFill>
                          <a:latin typeface="Times New Roman" panose="02020603050405020304" pitchFamily="18" charset="0"/>
                          <a:ea typeface="黑体" panose="02010609060101010101" pitchFamily="49" charset="-122"/>
                        </a:defRPr>
                      </a:lvl3pPr>
                      <a:lvl4pPr marL="1600200" indent="-228600" algn="l">
                        <a:spcBef>
                          <a:spcPct val="20000"/>
                        </a:spcBef>
                        <a:buClr>
                          <a:schemeClr val="accent2"/>
                        </a:buClr>
                        <a:buSzPct val="55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4pPr>
                      <a:lvl5pPr marL="2057400" indent="-228600" algn="l">
                        <a:spcBef>
                          <a:spcPct val="20000"/>
                        </a:spcBef>
                        <a:buClr>
                          <a:schemeClr val="accent1"/>
                        </a:buClr>
                        <a:buSzPct val="50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9pPr>
                    </a:lstStyle>
                    <a:p>
                      <a:pPr marL="0" marR="0" lvl="0" indent="0" algn="l"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endParaRPr kumimoji="0" lang="zh-CN" altLang="zh-CN" sz="2800" b="1" i="0" u="none" strike="noStrike" cap="none" normalizeH="0" baseline="0">
                        <a:ln>
                          <a:noFill/>
                        </a:ln>
                        <a:solidFill>
                          <a:schemeClr val="tx1"/>
                        </a:solidFill>
                        <a:effectLst/>
                        <a:latin typeface="Times New Roman" panose="02020603050405020304" pitchFamily="18" charset="0"/>
                        <a:ea typeface="黑体" panose="02010609060101010101" pitchFamily="49" charset="-122"/>
                      </a:endParaRPr>
                    </a:p>
                  </a:txBody>
                  <a:tcPr marT="45726" marB="45726"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lgn="l">
                        <a:spcBef>
                          <a:spcPct val="20000"/>
                        </a:spcBef>
                        <a:buClr>
                          <a:schemeClr val="folHlink"/>
                        </a:buClr>
                        <a:buSzPct val="60000"/>
                        <a:buFont typeface="Wingdings" panose="05000000000000000000" pitchFamily="2" charset="2"/>
                        <a:defRPr sz="2800">
                          <a:solidFill>
                            <a:schemeClr val="tx1"/>
                          </a:solidFill>
                          <a:latin typeface="Times New Roman" panose="02020603050405020304" pitchFamily="18" charset="0"/>
                          <a:ea typeface="黑体" panose="02010609060101010101" pitchFamily="49" charset="-122"/>
                        </a:defRPr>
                      </a:lvl1pPr>
                      <a:lvl2pPr marL="742950" indent="-285750" algn="l">
                        <a:spcBef>
                          <a:spcPct val="20000"/>
                        </a:spcBef>
                        <a:buClr>
                          <a:schemeClr val="hlink"/>
                        </a:buClr>
                        <a:buSzPct val="55000"/>
                        <a:buFont typeface="Wingdings" panose="05000000000000000000" pitchFamily="2" charset="2"/>
                        <a:defRPr sz="2400">
                          <a:solidFill>
                            <a:schemeClr val="tx1"/>
                          </a:solidFill>
                          <a:latin typeface="Times New Roman" panose="02020603050405020304" pitchFamily="18" charset="0"/>
                          <a:ea typeface="黑体" panose="02010609060101010101" pitchFamily="49" charset="-122"/>
                        </a:defRPr>
                      </a:lvl2pPr>
                      <a:lvl3pPr marL="1143000" indent="-228600" algn="l">
                        <a:spcBef>
                          <a:spcPct val="20000"/>
                        </a:spcBef>
                        <a:buClr>
                          <a:schemeClr val="folHlink"/>
                        </a:buClr>
                        <a:buSzPct val="50000"/>
                        <a:buFont typeface="Wingdings" panose="05000000000000000000" pitchFamily="2" charset="2"/>
                        <a:defRPr sz="2000">
                          <a:solidFill>
                            <a:schemeClr val="tx1"/>
                          </a:solidFill>
                          <a:latin typeface="Times New Roman" panose="02020603050405020304" pitchFamily="18" charset="0"/>
                          <a:ea typeface="黑体" panose="02010609060101010101" pitchFamily="49" charset="-122"/>
                        </a:defRPr>
                      </a:lvl3pPr>
                      <a:lvl4pPr marL="1600200" indent="-228600" algn="l">
                        <a:spcBef>
                          <a:spcPct val="20000"/>
                        </a:spcBef>
                        <a:buClr>
                          <a:schemeClr val="accent2"/>
                        </a:buClr>
                        <a:buSzPct val="55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4pPr>
                      <a:lvl5pPr marL="2057400" indent="-228600" algn="l">
                        <a:spcBef>
                          <a:spcPct val="20000"/>
                        </a:spcBef>
                        <a:buClr>
                          <a:schemeClr val="accent1"/>
                        </a:buClr>
                        <a:buSzPct val="50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9pPr>
                    </a:lstStyle>
                    <a:p>
                      <a:pPr marL="0" marR="0" lvl="0" indent="0" algn="l"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endParaRPr kumimoji="0" lang="zh-CN" altLang="zh-CN" sz="2800" b="1" i="0" u="none" strike="noStrike" cap="none" normalizeH="0" baseline="0">
                        <a:ln>
                          <a:noFill/>
                        </a:ln>
                        <a:solidFill>
                          <a:schemeClr val="tx1"/>
                        </a:solidFill>
                        <a:effectLst/>
                        <a:latin typeface="Times New Roman" panose="02020603050405020304" pitchFamily="18" charset="0"/>
                        <a:ea typeface="黑体" panose="02010609060101010101" pitchFamily="49" charset="-122"/>
                        <a:sym typeface="Symbol" panose="05050102010706020507" pitchFamily="18" charset="2"/>
                      </a:endParaRPr>
                    </a:p>
                  </a:txBody>
                  <a:tcPr marT="45726" marB="45726" horzOverflow="overflow">
                    <a:lnL w="12700" cap="flat" cmpd="sng" algn="ctr">
                      <a:solidFill>
                        <a:schemeClr val="tx1"/>
                      </a:solidFill>
                      <a:prstDash val="solid"/>
                      <a:round/>
                      <a:headEnd type="none" w="sm" len="sm"/>
                      <a:tailEnd type="none" w="sm" len="sm"/>
                    </a:lnL>
                    <a:lnR w="28575" cap="flat" cmpd="sng" algn="ctr">
                      <a:solidFill>
                        <a:schemeClr val="tx1"/>
                      </a:solidFill>
                      <a:prstDash val="solid"/>
                      <a:round/>
                      <a:headEnd type="none" w="sm" len="sm"/>
                      <a:tailEnd type="none" w="sm" len="sm"/>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5"/>
                  </a:ext>
                </a:extLst>
              </a:tr>
              <a:tr h="518231">
                <a:tc>
                  <a:txBody>
                    <a:bodyPr/>
                    <a:lstStyle>
                      <a:lvl1pPr algn="l">
                        <a:spcBef>
                          <a:spcPct val="20000"/>
                        </a:spcBef>
                        <a:buClr>
                          <a:schemeClr val="folHlink"/>
                        </a:buClr>
                        <a:buSzPct val="60000"/>
                        <a:buFont typeface="Wingdings" panose="05000000000000000000" pitchFamily="2" charset="2"/>
                        <a:defRPr sz="2800">
                          <a:solidFill>
                            <a:schemeClr val="tx1"/>
                          </a:solidFill>
                          <a:latin typeface="Times New Roman" panose="02020603050405020304" pitchFamily="18" charset="0"/>
                          <a:ea typeface="黑体" panose="02010609060101010101" pitchFamily="49" charset="-122"/>
                        </a:defRPr>
                      </a:lvl1pPr>
                      <a:lvl2pPr marL="742950" indent="-285750" algn="l">
                        <a:spcBef>
                          <a:spcPct val="20000"/>
                        </a:spcBef>
                        <a:buClr>
                          <a:schemeClr val="hlink"/>
                        </a:buClr>
                        <a:buSzPct val="55000"/>
                        <a:buFont typeface="Wingdings" panose="05000000000000000000" pitchFamily="2" charset="2"/>
                        <a:defRPr sz="2400">
                          <a:solidFill>
                            <a:schemeClr val="tx1"/>
                          </a:solidFill>
                          <a:latin typeface="Times New Roman" panose="02020603050405020304" pitchFamily="18" charset="0"/>
                          <a:ea typeface="黑体" panose="02010609060101010101" pitchFamily="49" charset="-122"/>
                        </a:defRPr>
                      </a:lvl2pPr>
                      <a:lvl3pPr marL="1143000" indent="-228600" algn="l">
                        <a:spcBef>
                          <a:spcPct val="20000"/>
                        </a:spcBef>
                        <a:buClr>
                          <a:schemeClr val="folHlink"/>
                        </a:buClr>
                        <a:buSzPct val="50000"/>
                        <a:buFont typeface="Wingdings" panose="05000000000000000000" pitchFamily="2" charset="2"/>
                        <a:defRPr sz="2000">
                          <a:solidFill>
                            <a:schemeClr val="tx1"/>
                          </a:solidFill>
                          <a:latin typeface="Times New Roman" panose="02020603050405020304" pitchFamily="18" charset="0"/>
                          <a:ea typeface="黑体" panose="02010609060101010101" pitchFamily="49" charset="-122"/>
                        </a:defRPr>
                      </a:lvl3pPr>
                      <a:lvl4pPr marL="1600200" indent="-228600" algn="l">
                        <a:spcBef>
                          <a:spcPct val="20000"/>
                        </a:spcBef>
                        <a:buClr>
                          <a:schemeClr val="accent2"/>
                        </a:buClr>
                        <a:buSzPct val="55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4pPr>
                      <a:lvl5pPr marL="2057400" indent="-228600" algn="l">
                        <a:spcBef>
                          <a:spcPct val="20000"/>
                        </a:spcBef>
                        <a:buClr>
                          <a:schemeClr val="accent1"/>
                        </a:buClr>
                        <a:buSzPct val="50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9pPr>
                    </a:lstStyle>
                    <a:p>
                      <a:pPr marL="0" marR="0" lvl="0" indent="0" algn="l"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endParaRPr kumimoji="0" lang="zh-CN" altLang="zh-CN" sz="2800" b="1" i="0" u="none" strike="noStrike" cap="none" normalizeH="0" baseline="0">
                        <a:ln>
                          <a:noFill/>
                        </a:ln>
                        <a:solidFill>
                          <a:schemeClr val="tx1"/>
                        </a:solidFill>
                        <a:effectLst/>
                        <a:latin typeface="Times New Roman" panose="02020603050405020304" pitchFamily="18" charset="0"/>
                        <a:ea typeface="黑体" panose="02010609060101010101" pitchFamily="49" charset="-122"/>
                        <a:sym typeface="Symbol" panose="05050102010706020507" pitchFamily="18" charset="2"/>
                      </a:endParaRPr>
                    </a:p>
                  </a:txBody>
                  <a:tcPr marT="45726" marB="45726" horzOverflow="overflow">
                    <a:lnL w="28575"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lgn="l">
                        <a:spcBef>
                          <a:spcPct val="20000"/>
                        </a:spcBef>
                        <a:buClr>
                          <a:schemeClr val="folHlink"/>
                        </a:buClr>
                        <a:buSzPct val="60000"/>
                        <a:buFont typeface="Wingdings" panose="05000000000000000000" pitchFamily="2" charset="2"/>
                        <a:defRPr sz="2800">
                          <a:solidFill>
                            <a:schemeClr val="tx1"/>
                          </a:solidFill>
                          <a:latin typeface="Times New Roman" panose="02020603050405020304" pitchFamily="18" charset="0"/>
                          <a:ea typeface="黑体" panose="02010609060101010101" pitchFamily="49" charset="-122"/>
                        </a:defRPr>
                      </a:lvl1pPr>
                      <a:lvl2pPr marL="742950" indent="-285750" algn="l">
                        <a:spcBef>
                          <a:spcPct val="20000"/>
                        </a:spcBef>
                        <a:buClr>
                          <a:schemeClr val="hlink"/>
                        </a:buClr>
                        <a:buSzPct val="55000"/>
                        <a:buFont typeface="Wingdings" panose="05000000000000000000" pitchFamily="2" charset="2"/>
                        <a:defRPr sz="2400">
                          <a:solidFill>
                            <a:schemeClr val="tx1"/>
                          </a:solidFill>
                          <a:latin typeface="Times New Roman" panose="02020603050405020304" pitchFamily="18" charset="0"/>
                          <a:ea typeface="黑体" panose="02010609060101010101" pitchFamily="49" charset="-122"/>
                        </a:defRPr>
                      </a:lvl2pPr>
                      <a:lvl3pPr marL="1143000" indent="-228600" algn="l">
                        <a:spcBef>
                          <a:spcPct val="20000"/>
                        </a:spcBef>
                        <a:buClr>
                          <a:schemeClr val="folHlink"/>
                        </a:buClr>
                        <a:buSzPct val="50000"/>
                        <a:buFont typeface="Wingdings" panose="05000000000000000000" pitchFamily="2" charset="2"/>
                        <a:defRPr sz="2000">
                          <a:solidFill>
                            <a:schemeClr val="tx1"/>
                          </a:solidFill>
                          <a:latin typeface="Times New Roman" panose="02020603050405020304" pitchFamily="18" charset="0"/>
                          <a:ea typeface="黑体" panose="02010609060101010101" pitchFamily="49" charset="-122"/>
                        </a:defRPr>
                      </a:lvl3pPr>
                      <a:lvl4pPr marL="1600200" indent="-228600" algn="l">
                        <a:spcBef>
                          <a:spcPct val="20000"/>
                        </a:spcBef>
                        <a:buClr>
                          <a:schemeClr val="accent2"/>
                        </a:buClr>
                        <a:buSzPct val="55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4pPr>
                      <a:lvl5pPr marL="2057400" indent="-228600" algn="l">
                        <a:spcBef>
                          <a:spcPct val="20000"/>
                        </a:spcBef>
                        <a:buClr>
                          <a:schemeClr val="accent1"/>
                        </a:buClr>
                        <a:buSzPct val="50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9pPr>
                    </a:lstStyle>
                    <a:p>
                      <a:pPr marL="0" marR="0" lvl="0" indent="0" algn="l"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endParaRPr kumimoji="0" lang="zh-CN" altLang="zh-CN" sz="2800" b="1" i="0" u="none" strike="noStrike" cap="none" normalizeH="0" baseline="0">
                        <a:ln>
                          <a:noFill/>
                        </a:ln>
                        <a:solidFill>
                          <a:schemeClr val="tx1"/>
                        </a:solidFill>
                        <a:effectLst/>
                        <a:latin typeface="Times New Roman" panose="02020603050405020304" pitchFamily="18" charset="0"/>
                        <a:ea typeface="黑体" panose="02010609060101010101" pitchFamily="49" charset="-122"/>
                      </a:endParaRPr>
                    </a:p>
                  </a:txBody>
                  <a:tcPr marT="45726" marB="45726"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lgn="l">
                        <a:spcBef>
                          <a:spcPct val="20000"/>
                        </a:spcBef>
                        <a:buClr>
                          <a:schemeClr val="folHlink"/>
                        </a:buClr>
                        <a:buSzPct val="60000"/>
                        <a:buFont typeface="Wingdings" panose="05000000000000000000" pitchFamily="2" charset="2"/>
                        <a:defRPr sz="2800">
                          <a:solidFill>
                            <a:schemeClr val="tx1"/>
                          </a:solidFill>
                          <a:latin typeface="Times New Roman" panose="02020603050405020304" pitchFamily="18" charset="0"/>
                          <a:ea typeface="黑体" panose="02010609060101010101" pitchFamily="49" charset="-122"/>
                        </a:defRPr>
                      </a:lvl1pPr>
                      <a:lvl2pPr marL="742950" indent="-285750" algn="l">
                        <a:spcBef>
                          <a:spcPct val="20000"/>
                        </a:spcBef>
                        <a:buClr>
                          <a:schemeClr val="hlink"/>
                        </a:buClr>
                        <a:buSzPct val="55000"/>
                        <a:buFont typeface="Wingdings" panose="05000000000000000000" pitchFamily="2" charset="2"/>
                        <a:defRPr sz="2400">
                          <a:solidFill>
                            <a:schemeClr val="tx1"/>
                          </a:solidFill>
                          <a:latin typeface="Times New Roman" panose="02020603050405020304" pitchFamily="18" charset="0"/>
                          <a:ea typeface="黑体" panose="02010609060101010101" pitchFamily="49" charset="-122"/>
                        </a:defRPr>
                      </a:lvl2pPr>
                      <a:lvl3pPr marL="1143000" indent="-228600" algn="l">
                        <a:spcBef>
                          <a:spcPct val="20000"/>
                        </a:spcBef>
                        <a:buClr>
                          <a:schemeClr val="folHlink"/>
                        </a:buClr>
                        <a:buSzPct val="50000"/>
                        <a:buFont typeface="Wingdings" panose="05000000000000000000" pitchFamily="2" charset="2"/>
                        <a:defRPr sz="2000">
                          <a:solidFill>
                            <a:schemeClr val="tx1"/>
                          </a:solidFill>
                          <a:latin typeface="Times New Roman" panose="02020603050405020304" pitchFamily="18" charset="0"/>
                          <a:ea typeface="黑体" panose="02010609060101010101" pitchFamily="49" charset="-122"/>
                        </a:defRPr>
                      </a:lvl3pPr>
                      <a:lvl4pPr marL="1600200" indent="-228600" algn="l">
                        <a:spcBef>
                          <a:spcPct val="20000"/>
                        </a:spcBef>
                        <a:buClr>
                          <a:schemeClr val="accent2"/>
                        </a:buClr>
                        <a:buSzPct val="55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4pPr>
                      <a:lvl5pPr marL="2057400" indent="-228600" algn="l">
                        <a:spcBef>
                          <a:spcPct val="20000"/>
                        </a:spcBef>
                        <a:buClr>
                          <a:schemeClr val="accent1"/>
                        </a:buClr>
                        <a:buSzPct val="50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9pPr>
                    </a:lstStyle>
                    <a:p>
                      <a:pPr marL="0" marR="0" lvl="0" indent="0" algn="l"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endParaRPr kumimoji="0" lang="zh-CN" altLang="zh-CN" sz="2800" b="1" i="0" u="none" strike="noStrike" cap="none" normalizeH="0" baseline="0">
                        <a:ln>
                          <a:noFill/>
                        </a:ln>
                        <a:solidFill>
                          <a:schemeClr val="tx1"/>
                        </a:solidFill>
                        <a:effectLst/>
                        <a:latin typeface="Times New Roman" panose="02020603050405020304" pitchFamily="18" charset="0"/>
                        <a:ea typeface="黑体" panose="02010609060101010101" pitchFamily="49" charset="-122"/>
                        <a:sym typeface="Symbol" panose="05050102010706020507" pitchFamily="18" charset="2"/>
                      </a:endParaRPr>
                    </a:p>
                  </a:txBody>
                  <a:tcPr marT="45726" marB="45726" horzOverflow="overflow">
                    <a:lnL w="12700" cap="flat" cmpd="sng" algn="ctr">
                      <a:solidFill>
                        <a:schemeClr val="tx1"/>
                      </a:solidFill>
                      <a:prstDash val="solid"/>
                      <a:round/>
                      <a:headEnd type="none" w="sm" len="sm"/>
                      <a:tailEnd type="none" w="sm" len="sm"/>
                    </a:lnL>
                    <a:lnR w="28575" cap="flat" cmpd="sng" algn="ctr">
                      <a:solidFill>
                        <a:schemeClr val="tx1"/>
                      </a:solidFill>
                      <a:prstDash val="solid"/>
                      <a:round/>
                      <a:headEnd type="none" w="sm" len="sm"/>
                      <a:tailEnd type="none" w="sm" len="sm"/>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6"/>
                  </a:ext>
                </a:extLst>
              </a:tr>
              <a:tr h="518231">
                <a:tc>
                  <a:txBody>
                    <a:bodyPr/>
                    <a:lstStyle>
                      <a:lvl1pPr algn="l">
                        <a:spcBef>
                          <a:spcPct val="20000"/>
                        </a:spcBef>
                        <a:buClr>
                          <a:schemeClr val="folHlink"/>
                        </a:buClr>
                        <a:buSzPct val="60000"/>
                        <a:buFont typeface="Wingdings" panose="05000000000000000000" pitchFamily="2" charset="2"/>
                        <a:defRPr sz="2800">
                          <a:solidFill>
                            <a:schemeClr val="tx1"/>
                          </a:solidFill>
                          <a:latin typeface="Times New Roman" panose="02020603050405020304" pitchFamily="18" charset="0"/>
                          <a:ea typeface="黑体" panose="02010609060101010101" pitchFamily="49" charset="-122"/>
                        </a:defRPr>
                      </a:lvl1pPr>
                      <a:lvl2pPr marL="742950" indent="-285750" algn="l">
                        <a:spcBef>
                          <a:spcPct val="20000"/>
                        </a:spcBef>
                        <a:buClr>
                          <a:schemeClr val="hlink"/>
                        </a:buClr>
                        <a:buSzPct val="55000"/>
                        <a:buFont typeface="Wingdings" panose="05000000000000000000" pitchFamily="2" charset="2"/>
                        <a:defRPr sz="2400">
                          <a:solidFill>
                            <a:schemeClr val="tx1"/>
                          </a:solidFill>
                          <a:latin typeface="Times New Roman" panose="02020603050405020304" pitchFamily="18" charset="0"/>
                          <a:ea typeface="黑体" panose="02010609060101010101" pitchFamily="49" charset="-122"/>
                        </a:defRPr>
                      </a:lvl2pPr>
                      <a:lvl3pPr marL="1143000" indent="-228600" algn="l">
                        <a:spcBef>
                          <a:spcPct val="20000"/>
                        </a:spcBef>
                        <a:buClr>
                          <a:schemeClr val="folHlink"/>
                        </a:buClr>
                        <a:buSzPct val="50000"/>
                        <a:buFont typeface="Wingdings" panose="05000000000000000000" pitchFamily="2" charset="2"/>
                        <a:defRPr sz="2000">
                          <a:solidFill>
                            <a:schemeClr val="tx1"/>
                          </a:solidFill>
                          <a:latin typeface="Times New Roman" panose="02020603050405020304" pitchFamily="18" charset="0"/>
                          <a:ea typeface="黑体" panose="02010609060101010101" pitchFamily="49" charset="-122"/>
                        </a:defRPr>
                      </a:lvl3pPr>
                      <a:lvl4pPr marL="1600200" indent="-228600" algn="l">
                        <a:spcBef>
                          <a:spcPct val="20000"/>
                        </a:spcBef>
                        <a:buClr>
                          <a:schemeClr val="accent2"/>
                        </a:buClr>
                        <a:buSzPct val="55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4pPr>
                      <a:lvl5pPr marL="2057400" indent="-228600" algn="l">
                        <a:spcBef>
                          <a:spcPct val="20000"/>
                        </a:spcBef>
                        <a:buClr>
                          <a:schemeClr val="accent1"/>
                        </a:buClr>
                        <a:buSzPct val="50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9pPr>
                    </a:lstStyle>
                    <a:p>
                      <a:pPr marL="0" marR="0" lvl="0" indent="0" algn="l"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endParaRPr kumimoji="0" lang="zh-CN" altLang="zh-CN" sz="2800" b="1" i="0" u="none" strike="noStrike" cap="none" normalizeH="0" baseline="0">
                        <a:ln>
                          <a:noFill/>
                        </a:ln>
                        <a:solidFill>
                          <a:schemeClr val="tx1"/>
                        </a:solidFill>
                        <a:effectLst/>
                        <a:latin typeface="Times New Roman" panose="02020603050405020304" pitchFamily="18" charset="0"/>
                        <a:ea typeface="黑体" panose="02010609060101010101" pitchFamily="49" charset="-122"/>
                        <a:sym typeface="Symbol" panose="05050102010706020507" pitchFamily="18" charset="2"/>
                      </a:endParaRPr>
                    </a:p>
                  </a:txBody>
                  <a:tcPr marT="45726" marB="45726" horzOverflow="overflow">
                    <a:lnL w="28575"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lgn="l">
                        <a:spcBef>
                          <a:spcPct val="20000"/>
                        </a:spcBef>
                        <a:buClr>
                          <a:schemeClr val="folHlink"/>
                        </a:buClr>
                        <a:buSzPct val="60000"/>
                        <a:buFont typeface="Wingdings" panose="05000000000000000000" pitchFamily="2" charset="2"/>
                        <a:defRPr sz="2800">
                          <a:solidFill>
                            <a:schemeClr val="tx1"/>
                          </a:solidFill>
                          <a:latin typeface="Times New Roman" panose="02020603050405020304" pitchFamily="18" charset="0"/>
                          <a:ea typeface="黑体" panose="02010609060101010101" pitchFamily="49" charset="-122"/>
                        </a:defRPr>
                      </a:lvl1pPr>
                      <a:lvl2pPr marL="742950" indent="-285750" algn="l">
                        <a:spcBef>
                          <a:spcPct val="20000"/>
                        </a:spcBef>
                        <a:buClr>
                          <a:schemeClr val="hlink"/>
                        </a:buClr>
                        <a:buSzPct val="55000"/>
                        <a:buFont typeface="Wingdings" panose="05000000000000000000" pitchFamily="2" charset="2"/>
                        <a:defRPr sz="2400">
                          <a:solidFill>
                            <a:schemeClr val="tx1"/>
                          </a:solidFill>
                          <a:latin typeface="Times New Roman" panose="02020603050405020304" pitchFamily="18" charset="0"/>
                          <a:ea typeface="黑体" panose="02010609060101010101" pitchFamily="49" charset="-122"/>
                        </a:defRPr>
                      </a:lvl2pPr>
                      <a:lvl3pPr marL="1143000" indent="-228600" algn="l">
                        <a:spcBef>
                          <a:spcPct val="20000"/>
                        </a:spcBef>
                        <a:buClr>
                          <a:schemeClr val="folHlink"/>
                        </a:buClr>
                        <a:buSzPct val="50000"/>
                        <a:buFont typeface="Wingdings" panose="05000000000000000000" pitchFamily="2" charset="2"/>
                        <a:defRPr sz="2000">
                          <a:solidFill>
                            <a:schemeClr val="tx1"/>
                          </a:solidFill>
                          <a:latin typeface="Times New Roman" panose="02020603050405020304" pitchFamily="18" charset="0"/>
                          <a:ea typeface="黑体" panose="02010609060101010101" pitchFamily="49" charset="-122"/>
                        </a:defRPr>
                      </a:lvl3pPr>
                      <a:lvl4pPr marL="1600200" indent="-228600" algn="l">
                        <a:spcBef>
                          <a:spcPct val="20000"/>
                        </a:spcBef>
                        <a:buClr>
                          <a:schemeClr val="accent2"/>
                        </a:buClr>
                        <a:buSzPct val="55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4pPr>
                      <a:lvl5pPr marL="2057400" indent="-228600" algn="l">
                        <a:spcBef>
                          <a:spcPct val="20000"/>
                        </a:spcBef>
                        <a:buClr>
                          <a:schemeClr val="accent1"/>
                        </a:buClr>
                        <a:buSzPct val="50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9pPr>
                    </a:lstStyle>
                    <a:p>
                      <a:pPr marL="0" marR="0" lvl="0" indent="0" algn="l"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endParaRPr kumimoji="0" lang="zh-CN" altLang="zh-CN" sz="2800" b="1" i="0" u="none" strike="noStrike" cap="none" normalizeH="0" baseline="0">
                        <a:ln>
                          <a:noFill/>
                        </a:ln>
                        <a:solidFill>
                          <a:schemeClr val="tx1"/>
                        </a:solidFill>
                        <a:effectLst/>
                        <a:latin typeface="Times New Roman" panose="02020603050405020304" pitchFamily="18" charset="0"/>
                        <a:ea typeface="黑体" panose="02010609060101010101" pitchFamily="49" charset="-122"/>
                      </a:endParaRPr>
                    </a:p>
                  </a:txBody>
                  <a:tcPr marT="45726" marB="45726"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lgn="l">
                        <a:spcBef>
                          <a:spcPct val="20000"/>
                        </a:spcBef>
                        <a:buClr>
                          <a:schemeClr val="folHlink"/>
                        </a:buClr>
                        <a:buSzPct val="60000"/>
                        <a:buFont typeface="Wingdings" panose="05000000000000000000" pitchFamily="2" charset="2"/>
                        <a:defRPr sz="2800">
                          <a:solidFill>
                            <a:schemeClr val="tx1"/>
                          </a:solidFill>
                          <a:latin typeface="Times New Roman" panose="02020603050405020304" pitchFamily="18" charset="0"/>
                          <a:ea typeface="黑体" panose="02010609060101010101" pitchFamily="49" charset="-122"/>
                        </a:defRPr>
                      </a:lvl1pPr>
                      <a:lvl2pPr marL="742950" indent="-285750" algn="l">
                        <a:spcBef>
                          <a:spcPct val="20000"/>
                        </a:spcBef>
                        <a:buClr>
                          <a:schemeClr val="hlink"/>
                        </a:buClr>
                        <a:buSzPct val="55000"/>
                        <a:buFont typeface="Wingdings" panose="05000000000000000000" pitchFamily="2" charset="2"/>
                        <a:defRPr sz="2400">
                          <a:solidFill>
                            <a:schemeClr val="tx1"/>
                          </a:solidFill>
                          <a:latin typeface="Times New Roman" panose="02020603050405020304" pitchFamily="18" charset="0"/>
                          <a:ea typeface="黑体" panose="02010609060101010101" pitchFamily="49" charset="-122"/>
                        </a:defRPr>
                      </a:lvl2pPr>
                      <a:lvl3pPr marL="1143000" indent="-228600" algn="l">
                        <a:spcBef>
                          <a:spcPct val="20000"/>
                        </a:spcBef>
                        <a:buClr>
                          <a:schemeClr val="folHlink"/>
                        </a:buClr>
                        <a:buSzPct val="50000"/>
                        <a:buFont typeface="Wingdings" panose="05000000000000000000" pitchFamily="2" charset="2"/>
                        <a:defRPr sz="2000">
                          <a:solidFill>
                            <a:schemeClr val="tx1"/>
                          </a:solidFill>
                          <a:latin typeface="Times New Roman" panose="02020603050405020304" pitchFamily="18" charset="0"/>
                          <a:ea typeface="黑体" panose="02010609060101010101" pitchFamily="49" charset="-122"/>
                        </a:defRPr>
                      </a:lvl3pPr>
                      <a:lvl4pPr marL="1600200" indent="-228600" algn="l">
                        <a:spcBef>
                          <a:spcPct val="20000"/>
                        </a:spcBef>
                        <a:buClr>
                          <a:schemeClr val="accent2"/>
                        </a:buClr>
                        <a:buSzPct val="55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4pPr>
                      <a:lvl5pPr marL="2057400" indent="-228600" algn="l">
                        <a:spcBef>
                          <a:spcPct val="20000"/>
                        </a:spcBef>
                        <a:buClr>
                          <a:schemeClr val="accent1"/>
                        </a:buClr>
                        <a:buSzPct val="50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9pPr>
                    </a:lstStyle>
                    <a:p>
                      <a:pPr marL="0" marR="0" lvl="0" indent="0" algn="l"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endParaRPr kumimoji="0" lang="zh-CN" altLang="zh-CN" sz="2800" b="1" i="0" u="none" strike="noStrike" cap="none" normalizeH="0" baseline="0">
                        <a:ln>
                          <a:noFill/>
                        </a:ln>
                        <a:solidFill>
                          <a:schemeClr val="tx1"/>
                        </a:solidFill>
                        <a:effectLst/>
                        <a:latin typeface="Times New Roman" panose="02020603050405020304" pitchFamily="18" charset="0"/>
                        <a:ea typeface="黑体" panose="02010609060101010101" pitchFamily="49" charset="-122"/>
                        <a:sym typeface="Symbol" panose="05050102010706020507" pitchFamily="18" charset="2"/>
                      </a:endParaRPr>
                    </a:p>
                  </a:txBody>
                  <a:tcPr marT="45726" marB="45726" horzOverflow="overflow">
                    <a:lnL w="12700" cap="flat" cmpd="sng" algn="ctr">
                      <a:solidFill>
                        <a:schemeClr val="tx1"/>
                      </a:solidFill>
                      <a:prstDash val="solid"/>
                      <a:round/>
                      <a:headEnd type="none" w="sm" len="sm"/>
                      <a:tailEnd type="none" w="sm" len="sm"/>
                    </a:lnL>
                    <a:lnR w="28575" cap="flat" cmpd="sng" algn="ctr">
                      <a:solidFill>
                        <a:schemeClr val="tx1"/>
                      </a:solidFill>
                      <a:prstDash val="solid"/>
                      <a:round/>
                      <a:headEnd type="none" w="sm" len="sm"/>
                      <a:tailEnd type="none" w="sm" len="sm"/>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7"/>
                  </a:ext>
                </a:extLst>
              </a:tr>
              <a:tr h="518231">
                <a:tc>
                  <a:txBody>
                    <a:bodyPr/>
                    <a:lstStyle>
                      <a:lvl1pPr algn="l">
                        <a:spcBef>
                          <a:spcPct val="20000"/>
                        </a:spcBef>
                        <a:buClr>
                          <a:schemeClr val="folHlink"/>
                        </a:buClr>
                        <a:buSzPct val="60000"/>
                        <a:buFont typeface="Wingdings" panose="05000000000000000000" pitchFamily="2" charset="2"/>
                        <a:defRPr sz="2800">
                          <a:solidFill>
                            <a:schemeClr val="tx1"/>
                          </a:solidFill>
                          <a:latin typeface="Times New Roman" panose="02020603050405020304" pitchFamily="18" charset="0"/>
                          <a:ea typeface="黑体" panose="02010609060101010101" pitchFamily="49" charset="-122"/>
                        </a:defRPr>
                      </a:lvl1pPr>
                      <a:lvl2pPr marL="742950" indent="-285750" algn="l">
                        <a:spcBef>
                          <a:spcPct val="20000"/>
                        </a:spcBef>
                        <a:buClr>
                          <a:schemeClr val="hlink"/>
                        </a:buClr>
                        <a:buSzPct val="55000"/>
                        <a:buFont typeface="Wingdings" panose="05000000000000000000" pitchFamily="2" charset="2"/>
                        <a:defRPr sz="2400">
                          <a:solidFill>
                            <a:schemeClr val="tx1"/>
                          </a:solidFill>
                          <a:latin typeface="Times New Roman" panose="02020603050405020304" pitchFamily="18" charset="0"/>
                          <a:ea typeface="黑体" panose="02010609060101010101" pitchFamily="49" charset="-122"/>
                        </a:defRPr>
                      </a:lvl2pPr>
                      <a:lvl3pPr marL="1143000" indent="-228600" algn="l">
                        <a:spcBef>
                          <a:spcPct val="20000"/>
                        </a:spcBef>
                        <a:buClr>
                          <a:schemeClr val="folHlink"/>
                        </a:buClr>
                        <a:buSzPct val="50000"/>
                        <a:buFont typeface="Wingdings" panose="05000000000000000000" pitchFamily="2" charset="2"/>
                        <a:defRPr sz="2000">
                          <a:solidFill>
                            <a:schemeClr val="tx1"/>
                          </a:solidFill>
                          <a:latin typeface="Times New Roman" panose="02020603050405020304" pitchFamily="18" charset="0"/>
                          <a:ea typeface="黑体" panose="02010609060101010101" pitchFamily="49" charset="-122"/>
                        </a:defRPr>
                      </a:lvl3pPr>
                      <a:lvl4pPr marL="1600200" indent="-228600" algn="l">
                        <a:spcBef>
                          <a:spcPct val="20000"/>
                        </a:spcBef>
                        <a:buClr>
                          <a:schemeClr val="accent2"/>
                        </a:buClr>
                        <a:buSzPct val="55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4pPr>
                      <a:lvl5pPr marL="2057400" indent="-228600" algn="l">
                        <a:spcBef>
                          <a:spcPct val="20000"/>
                        </a:spcBef>
                        <a:buClr>
                          <a:schemeClr val="accent1"/>
                        </a:buClr>
                        <a:buSzPct val="50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9pPr>
                    </a:lstStyle>
                    <a:p>
                      <a:pPr marL="0" marR="0" lvl="0" indent="0" algn="l"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endParaRPr kumimoji="0" lang="zh-CN" altLang="zh-CN" sz="2800" b="1" i="0" u="none" strike="noStrike" cap="none" normalizeH="0" baseline="0">
                        <a:ln>
                          <a:noFill/>
                        </a:ln>
                        <a:solidFill>
                          <a:schemeClr val="tx1"/>
                        </a:solidFill>
                        <a:effectLst/>
                        <a:latin typeface="Times New Roman" panose="02020603050405020304" pitchFamily="18" charset="0"/>
                        <a:ea typeface="黑体" panose="02010609060101010101" pitchFamily="49" charset="-122"/>
                        <a:sym typeface="Symbol" panose="05050102010706020507" pitchFamily="18" charset="2"/>
                      </a:endParaRPr>
                    </a:p>
                  </a:txBody>
                  <a:tcPr marT="45726" marB="45726" horzOverflow="overflow">
                    <a:lnL w="28575"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sm" len="sm"/>
                      <a:tailEnd type="none" w="sm" len="sm"/>
                    </a:lnB>
                    <a:lnTlToBr>
                      <a:noFill/>
                    </a:lnTlToBr>
                    <a:lnBlToTr>
                      <a:noFill/>
                    </a:lnBlToTr>
                    <a:noFill/>
                  </a:tcPr>
                </a:tc>
                <a:tc>
                  <a:txBody>
                    <a:bodyPr/>
                    <a:lstStyle>
                      <a:lvl1pPr algn="l">
                        <a:spcBef>
                          <a:spcPct val="20000"/>
                        </a:spcBef>
                        <a:buClr>
                          <a:schemeClr val="folHlink"/>
                        </a:buClr>
                        <a:buSzPct val="60000"/>
                        <a:buFont typeface="Wingdings" panose="05000000000000000000" pitchFamily="2" charset="2"/>
                        <a:defRPr sz="2800">
                          <a:solidFill>
                            <a:schemeClr val="tx1"/>
                          </a:solidFill>
                          <a:latin typeface="Times New Roman" panose="02020603050405020304" pitchFamily="18" charset="0"/>
                          <a:ea typeface="黑体" panose="02010609060101010101" pitchFamily="49" charset="-122"/>
                        </a:defRPr>
                      </a:lvl1pPr>
                      <a:lvl2pPr marL="742950" indent="-285750" algn="l">
                        <a:spcBef>
                          <a:spcPct val="20000"/>
                        </a:spcBef>
                        <a:buClr>
                          <a:schemeClr val="hlink"/>
                        </a:buClr>
                        <a:buSzPct val="55000"/>
                        <a:buFont typeface="Wingdings" panose="05000000000000000000" pitchFamily="2" charset="2"/>
                        <a:defRPr sz="2400">
                          <a:solidFill>
                            <a:schemeClr val="tx1"/>
                          </a:solidFill>
                          <a:latin typeface="Times New Roman" panose="02020603050405020304" pitchFamily="18" charset="0"/>
                          <a:ea typeface="黑体" panose="02010609060101010101" pitchFamily="49" charset="-122"/>
                        </a:defRPr>
                      </a:lvl2pPr>
                      <a:lvl3pPr marL="1143000" indent="-228600" algn="l">
                        <a:spcBef>
                          <a:spcPct val="20000"/>
                        </a:spcBef>
                        <a:buClr>
                          <a:schemeClr val="folHlink"/>
                        </a:buClr>
                        <a:buSzPct val="50000"/>
                        <a:buFont typeface="Wingdings" panose="05000000000000000000" pitchFamily="2" charset="2"/>
                        <a:defRPr sz="2000">
                          <a:solidFill>
                            <a:schemeClr val="tx1"/>
                          </a:solidFill>
                          <a:latin typeface="Times New Roman" panose="02020603050405020304" pitchFamily="18" charset="0"/>
                          <a:ea typeface="黑体" panose="02010609060101010101" pitchFamily="49" charset="-122"/>
                        </a:defRPr>
                      </a:lvl3pPr>
                      <a:lvl4pPr marL="1600200" indent="-228600" algn="l">
                        <a:spcBef>
                          <a:spcPct val="20000"/>
                        </a:spcBef>
                        <a:buClr>
                          <a:schemeClr val="accent2"/>
                        </a:buClr>
                        <a:buSzPct val="55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4pPr>
                      <a:lvl5pPr marL="2057400" indent="-228600" algn="l">
                        <a:spcBef>
                          <a:spcPct val="20000"/>
                        </a:spcBef>
                        <a:buClr>
                          <a:schemeClr val="accent1"/>
                        </a:buClr>
                        <a:buSzPct val="50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9pPr>
                    </a:lstStyle>
                    <a:p>
                      <a:pPr marL="0" marR="0" lvl="0" indent="0" algn="l"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endParaRPr kumimoji="0" lang="zh-CN" altLang="zh-CN" sz="2800" b="1" i="0" u="none" strike="noStrike" cap="none" normalizeH="0" baseline="0">
                        <a:ln>
                          <a:noFill/>
                        </a:ln>
                        <a:solidFill>
                          <a:schemeClr val="tx1"/>
                        </a:solidFill>
                        <a:effectLst/>
                        <a:latin typeface="Times New Roman" panose="02020603050405020304" pitchFamily="18" charset="0"/>
                        <a:ea typeface="黑体" panose="02010609060101010101" pitchFamily="49" charset="-122"/>
                      </a:endParaRPr>
                    </a:p>
                  </a:txBody>
                  <a:tcPr marT="45726" marB="45726"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sm" len="sm"/>
                      <a:tailEnd type="none" w="sm" len="sm"/>
                    </a:lnB>
                    <a:lnTlToBr>
                      <a:noFill/>
                    </a:lnTlToBr>
                    <a:lnBlToTr>
                      <a:noFill/>
                    </a:lnBlToTr>
                    <a:noFill/>
                  </a:tcPr>
                </a:tc>
                <a:tc>
                  <a:txBody>
                    <a:bodyPr/>
                    <a:lstStyle>
                      <a:lvl1pPr algn="l">
                        <a:spcBef>
                          <a:spcPct val="20000"/>
                        </a:spcBef>
                        <a:buClr>
                          <a:schemeClr val="folHlink"/>
                        </a:buClr>
                        <a:buSzPct val="60000"/>
                        <a:buFont typeface="Wingdings" panose="05000000000000000000" pitchFamily="2" charset="2"/>
                        <a:defRPr sz="2800">
                          <a:solidFill>
                            <a:schemeClr val="tx1"/>
                          </a:solidFill>
                          <a:latin typeface="Times New Roman" panose="02020603050405020304" pitchFamily="18" charset="0"/>
                          <a:ea typeface="黑体" panose="02010609060101010101" pitchFamily="49" charset="-122"/>
                        </a:defRPr>
                      </a:lvl1pPr>
                      <a:lvl2pPr marL="742950" indent="-285750" algn="l">
                        <a:spcBef>
                          <a:spcPct val="20000"/>
                        </a:spcBef>
                        <a:buClr>
                          <a:schemeClr val="hlink"/>
                        </a:buClr>
                        <a:buSzPct val="55000"/>
                        <a:buFont typeface="Wingdings" panose="05000000000000000000" pitchFamily="2" charset="2"/>
                        <a:defRPr sz="2400">
                          <a:solidFill>
                            <a:schemeClr val="tx1"/>
                          </a:solidFill>
                          <a:latin typeface="Times New Roman" panose="02020603050405020304" pitchFamily="18" charset="0"/>
                          <a:ea typeface="黑体" panose="02010609060101010101" pitchFamily="49" charset="-122"/>
                        </a:defRPr>
                      </a:lvl2pPr>
                      <a:lvl3pPr marL="1143000" indent="-228600" algn="l">
                        <a:spcBef>
                          <a:spcPct val="20000"/>
                        </a:spcBef>
                        <a:buClr>
                          <a:schemeClr val="folHlink"/>
                        </a:buClr>
                        <a:buSzPct val="50000"/>
                        <a:buFont typeface="Wingdings" panose="05000000000000000000" pitchFamily="2" charset="2"/>
                        <a:defRPr sz="2000">
                          <a:solidFill>
                            <a:schemeClr val="tx1"/>
                          </a:solidFill>
                          <a:latin typeface="Times New Roman" panose="02020603050405020304" pitchFamily="18" charset="0"/>
                          <a:ea typeface="黑体" panose="02010609060101010101" pitchFamily="49" charset="-122"/>
                        </a:defRPr>
                      </a:lvl3pPr>
                      <a:lvl4pPr marL="1600200" indent="-228600" algn="l">
                        <a:spcBef>
                          <a:spcPct val="20000"/>
                        </a:spcBef>
                        <a:buClr>
                          <a:schemeClr val="accent2"/>
                        </a:buClr>
                        <a:buSzPct val="55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4pPr>
                      <a:lvl5pPr marL="2057400" indent="-228600" algn="l">
                        <a:spcBef>
                          <a:spcPct val="20000"/>
                        </a:spcBef>
                        <a:buClr>
                          <a:schemeClr val="accent1"/>
                        </a:buClr>
                        <a:buSzPct val="50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imes New Roman" panose="02020603050405020304" pitchFamily="18" charset="0"/>
                          <a:ea typeface="黑体" panose="02010609060101010101" pitchFamily="49" charset="-122"/>
                        </a:defRPr>
                      </a:lvl9pPr>
                    </a:lstStyle>
                    <a:p>
                      <a:pPr marL="0" marR="0" lvl="0" indent="0" algn="l"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endParaRPr kumimoji="0" lang="zh-CN" altLang="zh-CN" sz="2800" b="1" i="0" u="none" strike="noStrike" cap="none" normalizeH="0" baseline="0" dirty="0">
                        <a:ln>
                          <a:noFill/>
                        </a:ln>
                        <a:solidFill>
                          <a:schemeClr val="tx1"/>
                        </a:solidFill>
                        <a:effectLst/>
                        <a:latin typeface="Times New Roman" panose="02020603050405020304" pitchFamily="18" charset="0"/>
                        <a:ea typeface="黑体" panose="02010609060101010101" pitchFamily="49" charset="-122"/>
                        <a:sym typeface="Symbol" panose="05050102010706020507" pitchFamily="18" charset="2"/>
                      </a:endParaRPr>
                    </a:p>
                  </a:txBody>
                  <a:tcPr marT="45726" marB="45726" horzOverflow="overflow">
                    <a:lnL w="12700" cap="flat" cmpd="sng" algn="ctr">
                      <a:solidFill>
                        <a:schemeClr val="tx1"/>
                      </a:solidFill>
                      <a:prstDash val="solid"/>
                      <a:round/>
                      <a:headEnd type="none" w="sm" len="sm"/>
                      <a:tailEnd type="none" w="sm" len="sm"/>
                    </a:lnL>
                    <a:lnR w="28575" cap="flat" cmpd="sng" algn="ctr">
                      <a:solidFill>
                        <a:schemeClr val="tx1"/>
                      </a:solidFill>
                      <a:prstDash val="solid"/>
                      <a:round/>
                      <a:headEnd type="none" w="sm" len="sm"/>
                      <a:tailEnd type="none" w="sm" len="sm"/>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sm" len="sm"/>
                      <a:tailEnd type="none" w="sm" len="sm"/>
                    </a:lnB>
                    <a:lnTlToBr>
                      <a:noFill/>
                    </a:lnTlToBr>
                    <a:lnBlToTr>
                      <a:noFill/>
                    </a:lnBlToTr>
                    <a:noFill/>
                  </a:tcPr>
                </a:tc>
                <a:extLst>
                  <a:ext uri="{0D108BD9-81ED-4DB2-BD59-A6C34878D82A}">
                    <a16:rowId xmlns:a16="http://schemas.microsoft.com/office/drawing/2014/main" val="10008"/>
                  </a:ext>
                </a:extLst>
              </a:tr>
            </a:tbl>
          </a:graphicData>
        </a:graphic>
      </p:graphicFrame>
      <p:sp>
        <p:nvSpPr>
          <p:cNvPr id="2" name="日期占位符 1">
            <a:extLst>
              <a:ext uri="{FF2B5EF4-FFF2-40B4-BE49-F238E27FC236}">
                <a16:creationId xmlns:a16="http://schemas.microsoft.com/office/drawing/2014/main" id="{3528A320-DF57-4BB2-AF13-996DC72086DE}"/>
              </a:ext>
            </a:extLst>
          </p:cNvPr>
          <p:cNvSpPr>
            <a:spLocks noGrp="1"/>
          </p:cNvSpPr>
          <p:nvPr>
            <p:ph type="dt" sz="half" idx="10"/>
          </p:nvPr>
        </p:nvSpPr>
        <p:spPr/>
        <p:txBody>
          <a:bodyPr/>
          <a:lstStyle/>
          <a:p>
            <a:fld id="{AA6088C8-61EC-405E-96D1-23329BF9FE89}" type="datetime2">
              <a:rPr lang="zh-CN" altLang="en-US" smtClean="0"/>
              <a:pPr/>
              <a:t>2025年11月26日</a:t>
            </a:fld>
            <a:endParaRPr lang="zh-CN" altLang="en-US"/>
          </a:p>
        </p:txBody>
      </p:sp>
      <p:sp>
        <p:nvSpPr>
          <p:cNvPr id="3" name="页脚占位符 2">
            <a:extLst>
              <a:ext uri="{FF2B5EF4-FFF2-40B4-BE49-F238E27FC236}">
                <a16:creationId xmlns:a16="http://schemas.microsoft.com/office/drawing/2014/main" id="{58E3FF65-D890-0AAA-F855-47F65B4D4A09}"/>
              </a:ext>
            </a:extLst>
          </p:cNvPr>
          <p:cNvSpPr>
            <a:spLocks noGrp="1"/>
          </p:cNvSpPr>
          <p:nvPr>
            <p:ph type="ftr" sz="quarter" idx="11"/>
          </p:nvPr>
        </p:nvSpPr>
        <p:spPr/>
        <p:txBody>
          <a:bodyPr/>
          <a:lstStyle/>
          <a:p>
            <a:r>
              <a:rPr lang="zh-CN" altLang="en-US"/>
              <a:t>编译原理</a:t>
            </a:r>
            <a:r>
              <a:rPr lang="en-US" altLang="zh-CN"/>
              <a:t>-</a:t>
            </a:r>
            <a:r>
              <a:rPr lang="zh-CN" altLang="en-US"/>
              <a:t>王欣捷</a:t>
            </a:r>
            <a:r>
              <a:rPr lang="en-US" altLang="zh-CN"/>
              <a:t>-</a:t>
            </a:r>
            <a:r>
              <a:rPr lang="zh-CN" altLang="en-US"/>
              <a:t>第三章 语法分析</a:t>
            </a:r>
            <a:r>
              <a:rPr lang="en-US" altLang="zh-CN"/>
              <a:t>(4)</a:t>
            </a:r>
            <a:endParaRPr lang="zh-CN" altLang="en-US"/>
          </a:p>
        </p:txBody>
      </p:sp>
      <p:sp>
        <p:nvSpPr>
          <p:cNvPr id="4" name="灯片编号占位符 3">
            <a:extLst>
              <a:ext uri="{FF2B5EF4-FFF2-40B4-BE49-F238E27FC236}">
                <a16:creationId xmlns:a16="http://schemas.microsoft.com/office/drawing/2014/main" id="{8B6B639F-596B-DFB6-A11A-B677E27295C2}"/>
              </a:ext>
            </a:extLst>
          </p:cNvPr>
          <p:cNvSpPr>
            <a:spLocks noGrp="1"/>
          </p:cNvSpPr>
          <p:nvPr>
            <p:ph type="sldNum" sz="quarter" idx="12"/>
          </p:nvPr>
        </p:nvSpPr>
        <p:spPr/>
        <p:txBody>
          <a:bodyPr/>
          <a:lstStyle/>
          <a:p>
            <a:fld id="{094DEB03-EFC6-4C20-8FC8-295189A5386F}" type="slidenum">
              <a:rPr lang="zh-CN" altLang="en-US" smtClean="0"/>
              <a:pPr/>
              <a:t>110</a:t>
            </a:fld>
            <a:endParaRPr lang="zh-CN" altLang="en-US"/>
          </a:p>
        </p:txBody>
      </p:sp>
    </p:spTree>
  </p:cSld>
  <p:clrMapOvr>
    <a:masterClrMapping/>
  </p:clrMapOvr>
</p:sld>
</file>

<file path=ppt/slides/slide1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标题 1">
            <a:extLst>
              <a:ext uri="{FF2B5EF4-FFF2-40B4-BE49-F238E27FC236}">
                <a16:creationId xmlns:a16="http://schemas.microsoft.com/office/drawing/2014/main" id="{E081249A-B079-4BE3-B5C2-CFB30BD1A38B}"/>
              </a:ext>
            </a:extLst>
          </p:cNvPr>
          <p:cNvSpPr>
            <a:spLocks noGrp="1"/>
          </p:cNvSpPr>
          <p:nvPr>
            <p:ph type="title"/>
          </p:nvPr>
        </p:nvSpPr>
        <p:spPr/>
        <p:txBody>
          <a:bodyPr/>
          <a:lstStyle/>
          <a:p>
            <a:r>
              <a:rPr lang="zh-CN" altLang="en-US"/>
              <a:t>练习</a:t>
            </a:r>
          </a:p>
        </p:txBody>
      </p:sp>
      <p:sp>
        <p:nvSpPr>
          <p:cNvPr id="3" name="内容占位符 2">
            <a:extLst>
              <a:ext uri="{FF2B5EF4-FFF2-40B4-BE49-F238E27FC236}">
                <a16:creationId xmlns:a16="http://schemas.microsoft.com/office/drawing/2014/main" id="{5DB6AD0B-9411-4771-A193-5007BA2EB84A}"/>
              </a:ext>
            </a:extLst>
          </p:cNvPr>
          <p:cNvSpPr>
            <a:spLocks noGrp="1"/>
          </p:cNvSpPr>
          <p:nvPr>
            <p:ph idx="1"/>
          </p:nvPr>
        </p:nvSpPr>
        <p:spPr/>
        <p:txBody>
          <a:bodyPr/>
          <a:lstStyle/>
          <a:p>
            <a:r>
              <a:rPr lang="zh-CN" altLang="en-US"/>
              <a:t>构造下面文法的</a:t>
            </a:r>
            <a:r>
              <a:rPr lang="en-US" altLang="zh-CN"/>
              <a:t>LL(1)</a:t>
            </a:r>
            <a:r>
              <a:rPr lang="zh-CN" altLang="en-US"/>
              <a:t>预测分析表</a:t>
            </a:r>
            <a:r>
              <a:rPr lang="en-US" altLang="zh-CN"/>
              <a:t>M</a:t>
            </a:r>
          </a:p>
          <a:p>
            <a:pPr lvl="1"/>
            <a:r>
              <a:rPr lang="en-US" altLang="zh-CN" b="1" i="1"/>
              <a:t>S</a:t>
            </a:r>
            <a:r>
              <a:rPr lang="en-US" altLang="zh-CN" b="1"/>
              <a:t> </a:t>
            </a:r>
            <a:r>
              <a:rPr lang="en-US" altLang="zh-CN" b="1">
                <a:sym typeface="Symbol" panose="05050102010706020507" pitchFamily="18" charset="2"/>
              </a:rPr>
              <a:t></a:t>
            </a:r>
            <a:r>
              <a:rPr lang="en-US" altLang="zh-CN" b="1"/>
              <a:t> </a:t>
            </a:r>
            <a:r>
              <a:rPr lang="en-US" altLang="zh-CN" b="1" err="1"/>
              <a:t>a</a:t>
            </a:r>
            <a:r>
              <a:rPr lang="en-US" altLang="zh-CN" b="1" i="1" err="1"/>
              <a:t>BS</a:t>
            </a:r>
            <a:r>
              <a:rPr lang="en-US" altLang="zh-CN" b="1"/>
              <a:t> | </a:t>
            </a:r>
            <a:r>
              <a:rPr lang="en-US" altLang="zh-CN" b="1" err="1"/>
              <a:t>b</a:t>
            </a:r>
            <a:r>
              <a:rPr lang="en-US" altLang="zh-CN" b="1" i="1" err="1"/>
              <a:t>AS</a:t>
            </a:r>
            <a:r>
              <a:rPr lang="en-US" altLang="zh-CN" b="1"/>
              <a:t> | </a:t>
            </a:r>
            <a:r>
              <a:rPr kumimoji="1" lang="en-US" altLang="zh-CN" b="1">
                <a:latin typeface="Times New Roman" panose="02020603050405020304" pitchFamily="18" charset="0"/>
                <a:sym typeface="Symbol" panose="05050102010706020507" pitchFamily="18" charset="2"/>
              </a:rPr>
              <a:t></a:t>
            </a:r>
          </a:p>
          <a:p>
            <a:pPr lvl="1"/>
            <a:r>
              <a:rPr lang="en-US" altLang="zh-CN" b="1" i="1"/>
              <a:t>A</a:t>
            </a:r>
            <a:r>
              <a:rPr lang="en-US" altLang="zh-CN" b="1"/>
              <a:t> </a:t>
            </a:r>
            <a:r>
              <a:rPr lang="en-US" altLang="zh-CN" b="1">
                <a:sym typeface="Symbol" panose="05050102010706020507" pitchFamily="18" charset="2"/>
              </a:rPr>
              <a:t> </a:t>
            </a:r>
            <a:r>
              <a:rPr lang="en-US" altLang="zh-CN" b="1" i="1" err="1">
                <a:sym typeface="Symbol" panose="05050102010706020507" pitchFamily="18" charset="2"/>
              </a:rPr>
              <a:t>bAA</a:t>
            </a:r>
            <a:r>
              <a:rPr lang="en-US" altLang="zh-CN" b="1">
                <a:sym typeface="Symbol" panose="05050102010706020507" pitchFamily="18" charset="2"/>
              </a:rPr>
              <a:t> | a</a:t>
            </a:r>
          </a:p>
          <a:p>
            <a:pPr lvl="1"/>
            <a:r>
              <a:rPr lang="en-US" altLang="zh-CN" b="1" i="1"/>
              <a:t>B</a:t>
            </a:r>
            <a:r>
              <a:rPr lang="en-US" altLang="zh-CN" b="1"/>
              <a:t> </a:t>
            </a:r>
            <a:r>
              <a:rPr lang="en-US" altLang="zh-CN" b="1">
                <a:sym typeface="Symbol" panose="05050102010706020507" pitchFamily="18" charset="2"/>
              </a:rPr>
              <a:t> </a:t>
            </a:r>
            <a:r>
              <a:rPr lang="en-US" altLang="zh-CN" b="1" err="1">
                <a:sym typeface="Symbol" panose="05050102010706020507" pitchFamily="18" charset="2"/>
              </a:rPr>
              <a:t>a</a:t>
            </a:r>
            <a:r>
              <a:rPr lang="en-US" altLang="zh-CN" b="1" i="1" err="1">
                <a:sym typeface="Symbol" panose="05050102010706020507" pitchFamily="18" charset="2"/>
              </a:rPr>
              <a:t>BB</a:t>
            </a:r>
            <a:r>
              <a:rPr lang="en-US" altLang="zh-CN" b="1">
                <a:sym typeface="Symbol" panose="05050102010706020507" pitchFamily="18" charset="2"/>
              </a:rPr>
              <a:t> | b</a:t>
            </a:r>
            <a:endParaRPr lang="en-US" altLang="zh-CN" b="1"/>
          </a:p>
          <a:p>
            <a:endParaRPr lang="zh-CN" altLang="en-US"/>
          </a:p>
        </p:txBody>
      </p:sp>
      <p:sp>
        <p:nvSpPr>
          <p:cNvPr id="4" name="文本框 3">
            <a:extLst>
              <a:ext uri="{FF2B5EF4-FFF2-40B4-BE49-F238E27FC236}">
                <a16:creationId xmlns:a16="http://schemas.microsoft.com/office/drawing/2014/main" id="{168D3C8F-13AE-496C-9810-6F0506871622}"/>
              </a:ext>
            </a:extLst>
          </p:cNvPr>
          <p:cNvSpPr txBox="1"/>
          <p:nvPr/>
        </p:nvSpPr>
        <p:spPr>
          <a:xfrm>
            <a:off x="393260" y="3429000"/>
            <a:ext cx="3773790" cy="2677656"/>
          </a:xfrm>
          <a:prstGeom prst="rect">
            <a:avLst/>
          </a:prstGeom>
          <a:solidFill>
            <a:schemeClr val="accent5">
              <a:lumMod val="20000"/>
              <a:lumOff val="80000"/>
            </a:schemeClr>
          </a:solidFill>
        </p:spPr>
        <p:style>
          <a:lnRef idx="2">
            <a:schemeClr val="accent5"/>
          </a:lnRef>
          <a:fillRef idx="1">
            <a:schemeClr val="lt1"/>
          </a:fillRef>
          <a:effectRef idx="0">
            <a:schemeClr val="accent5"/>
          </a:effectRef>
          <a:fontRef idx="minor">
            <a:schemeClr val="dk1"/>
          </a:fontRef>
        </p:style>
        <p:txBody>
          <a:bodyPr wrap="none" rtlCol="0">
            <a:spAutoFit/>
          </a:bodyPr>
          <a:lstStyle/>
          <a:p>
            <a:r>
              <a:rPr lang="en-US" altLang="zh-CN" sz="2800" b="1">
                <a:latin typeface="Times New Roman" panose="02020603050405020304" pitchFamily="18" charset="0"/>
                <a:cs typeface="Times New Roman" panose="02020603050405020304" pitchFamily="18" charset="0"/>
              </a:rPr>
              <a:t>FIRST(</a:t>
            </a:r>
            <a:r>
              <a:rPr lang="en-US" altLang="zh-CN" sz="2800" b="1" i="1">
                <a:latin typeface="Times New Roman" panose="02020603050405020304" pitchFamily="18" charset="0"/>
                <a:cs typeface="Times New Roman" panose="02020603050405020304" pitchFamily="18" charset="0"/>
              </a:rPr>
              <a:t>S</a:t>
            </a:r>
            <a:r>
              <a:rPr lang="en-US" altLang="zh-CN" sz="2800" b="1">
                <a:latin typeface="Times New Roman" panose="02020603050405020304" pitchFamily="18" charset="0"/>
                <a:cs typeface="Times New Roman" panose="02020603050405020304" pitchFamily="18" charset="0"/>
              </a:rPr>
              <a:t>)</a:t>
            </a:r>
            <a:r>
              <a:rPr lang="en-US" altLang="zh-CN" sz="2800" b="1" i="1">
                <a:latin typeface="Times New Roman" panose="02020603050405020304" pitchFamily="18" charset="0"/>
                <a:cs typeface="Times New Roman" panose="02020603050405020304" pitchFamily="18" charset="0"/>
              </a:rPr>
              <a:t> = </a:t>
            </a:r>
            <a:r>
              <a:rPr lang="en-US" altLang="zh-CN" sz="2800" b="1">
                <a:latin typeface="Times New Roman" panose="02020603050405020304" pitchFamily="18" charset="0"/>
                <a:cs typeface="Times New Roman" panose="02020603050405020304" pitchFamily="18" charset="0"/>
              </a:rPr>
              <a:t>{</a:t>
            </a:r>
            <a:r>
              <a:rPr lang="en-US" altLang="zh-CN" sz="2800" b="1" err="1">
                <a:latin typeface="Times New Roman" panose="02020603050405020304" pitchFamily="18" charset="0"/>
                <a:cs typeface="Times New Roman" panose="02020603050405020304" pitchFamily="18" charset="0"/>
              </a:rPr>
              <a:t>a,b</a:t>
            </a:r>
            <a:r>
              <a:rPr lang="en-US" altLang="zh-CN" sz="2800" b="1">
                <a:latin typeface="Times New Roman" panose="02020603050405020304" pitchFamily="18" charset="0"/>
                <a:cs typeface="Times New Roman" panose="02020603050405020304" pitchFamily="18" charset="0"/>
              </a:rPr>
              <a:t>,</a:t>
            </a:r>
            <a:r>
              <a:rPr kumimoji="1" lang="en-US" altLang="zh-CN" sz="2800" b="1">
                <a:latin typeface="Times New Roman" panose="02020603050405020304" pitchFamily="18" charset="0"/>
                <a:sym typeface="Symbol" panose="05050102010706020507" pitchFamily="18" charset="2"/>
              </a:rPr>
              <a:t></a:t>
            </a:r>
            <a:r>
              <a:rPr lang="en-US" altLang="zh-CN" sz="2800" b="1">
                <a:latin typeface="Times New Roman" panose="02020603050405020304" pitchFamily="18" charset="0"/>
                <a:cs typeface="Times New Roman" panose="02020603050405020304" pitchFamily="18" charset="0"/>
              </a:rPr>
              <a:t>}</a:t>
            </a:r>
          </a:p>
          <a:p>
            <a:r>
              <a:rPr lang="en-US" altLang="zh-CN" sz="2800" b="1">
                <a:latin typeface="Times New Roman" panose="02020603050405020304" pitchFamily="18" charset="0"/>
                <a:cs typeface="Times New Roman" panose="02020603050405020304" pitchFamily="18" charset="0"/>
              </a:rPr>
              <a:t>FIRST(</a:t>
            </a:r>
            <a:r>
              <a:rPr lang="en-US" altLang="zh-CN" sz="2800" b="1" i="1">
                <a:latin typeface="Times New Roman" panose="02020603050405020304" pitchFamily="18" charset="0"/>
                <a:cs typeface="Times New Roman" panose="02020603050405020304" pitchFamily="18" charset="0"/>
              </a:rPr>
              <a:t>A</a:t>
            </a:r>
            <a:r>
              <a:rPr lang="en-US" altLang="zh-CN" sz="2800" b="1">
                <a:latin typeface="Times New Roman" panose="02020603050405020304" pitchFamily="18" charset="0"/>
                <a:cs typeface="Times New Roman" panose="02020603050405020304" pitchFamily="18" charset="0"/>
              </a:rPr>
              <a:t>)</a:t>
            </a:r>
            <a:r>
              <a:rPr lang="en-US" altLang="zh-CN" sz="2800" b="1" i="1">
                <a:latin typeface="Times New Roman" panose="02020603050405020304" pitchFamily="18" charset="0"/>
                <a:cs typeface="Times New Roman" panose="02020603050405020304" pitchFamily="18" charset="0"/>
              </a:rPr>
              <a:t> = </a:t>
            </a:r>
            <a:r>
              <a:rPr lang="en-US" altLang="zh-CN" sz="2800" b="1">
                <a:latin typeface="Times New Roman" panose="02020603050405020304" pitchFamily="18" charset="0"/>
                <a:cs typeface="Times New Roman" panose="02020603050405020304" pitchFamily="18" charset="0"/>
              </a:rPr>
              <a:t>{</a:t>
            </a:r>
            <a:r>
              <a:rPr lang="en-US" altLang="zh-CN" sz="2800" b="1" err="1">
                <a:latin typeface="Times New Roman" panose="02020603050405020304" pitchFamily="18" charset="0"/>
                <a:cs typeface="Times New Roman" panose="02020603050405020304" pitchFamily="18" charset="0"/>
              </a:rPr>
              <a:t>a,b</a:t>
            </a:r>
            <a:r>
              <a:rPr lang="en-US" altLang="zh-CN" sz="2800" b="1">
                <a:latin typeface="Times New Roman" panose="02020603050405020304" pitchFamily="18" charset="0"/>
                <a:cs typeface="Times New Roman" panose="02020603050405020304" pitchFamily="18" charset="0"/>
              </a:rPr>
              <a:t>}</a:t>
            </a:r>
            <a:endParaRPr lang="zh-CN" altLang="en-US" sz="2800" b="1" i="1">
              <a:latin typeface="Times New Roman" panose="02020603050405020304" pitchFamily="18" charset="0"/>
              <a:cs typeface="Times New Roman" panose="02020603050405020304" pitchFamily="18" charset="0"/>
            </a:endParaRPr>
          </a:p>
          <a:p>
            <a:r>
              <a:rPr lang="en-US" altLang="zh-CN" sz="2800" b="1">
                <a:latin typeface="Times New Roman" panose="02020603050405020304" pitchFamily="18" charset="0"/>
                <a:cs typeface="Times New Roman" panose="02020603050405020304" pitchFamily="18" charset="0"/>
              </a:rPr>
              <a:t>FIRST(</a:t>
            </a:r>
            <a:r>
              <a:rPr lang="en-US" altLang="zh-CN" sz="2800" b="1" i="1">
                <a:latin typeface="Times New Roman" panose="02020603050405020304" pitchFamily="18" charset="0"/>
                <a:cs typeface="Times New Roman" panose="02020603050405020304" pitchFamily="18" charset="0"/>
              </a:rPr>
              <a:t>B</a:t>
            </a:r>
            <a:r>
              <a:rPr lang="en-US" altLang="zh-CN" sz="2800" b="1">
                <a:latin typeface="Times New Roman" panose="02020603050405020304" pitchFamily="18" charset="0"/>
                <a:cs typeface="Times New Roman" panose="02020603050405020304" pitchFamily="18" charset="0"/>
              </a:rPr>
              <a:t>)</a:t>
            </a:r>
            <a:r>
              <a:rPr lang="en-US" altLang="zh-CN" sz="2800" b="1" i="1">
                <a:latin typeface="Times New Roman" panose="02020603050405020304" pitchFamily="18" charset="0"/>
                <a:cs typeface="Times New Roman" panose="02020603050405020304" pitchFamily="18" charset="0"/>
              </a:rPr>
              <a:t> = </a:t>
            </a:r>
            <a:r>
              <a:rPr lang="en-US" altLang="zh-CN" sz="2800" b="1">
                <a:latin typeface="Times New Roman" panose="02020603050405020304" pitchFamily="18" charset="0"/>
                <a:cs typeface="Times New Roman" panose="02020603050405020304" pitchFamily="18" charset="0"/>
              </a:rPr>
              <a:t>{</a:t>
            </a:r>
            <a:r>
              <a:rPr lang="en-US" altLang="zh-CN" sz="2800" b="1" err="1">
                <a:latin typeface="Times New Roman" panose="02020603050405020304" pitchFamily="18" charset="0"/>
                <a:cs typeface="Times New Roman" panose="02020603050405020304" pitchFamily="18" charset="0"/>
              </a:rPr>
              <a:t>a,b</a:t>
            </a:r>
            <a:r>
              <a:rPr lang="en-US" altLang="zh-CN" sz="2800" b="1">
                <a:latin typeface="Times New Roman" panose="02020603050405020304" pitchFamily="18" charset="0"/>
                <a:cs typeface="Times New Roman" panose="02020603050405020304" pitchFamily="18" charset="0"/>
              </a:rPr>
              <a:t>}</a:t>
            </a:r>
            <a:endParaRPr lang="zh-CN" altLang="en-US" sz="2800" b="1" i="1">
              <a:latin typeface="Times New Roman" panose="02020603050405020304" pitchFamily="18" charset="0"/>
              <a:cs typeface="Times New Roman" panose="02020603050405020304" pitchFamily="18" charset="0"/>
            </a:endParaRPr>
          </a:p>
          <a:p>
            <a:r>
              <a:rPr lang="en-US" altLang="zh-CN" sz="2800" b="1">
                <a:latin typeface="Times New Roman" panose="02020603050405020304" pitchFamily="18" charset="0"/>
                <a:cs typeface="Times New Roman" panose="02020603050405020304" pitchFamily="18" charset="0"/>
              </a:rPr>
              <a:t>FOLLOW(</a:t>
            </a:r>
            <a:r>
              <a:rPr lang="en-US" altLang="zh-CN" sz="2800" b="1" i="1">
                <a:latin typeface="Times New Roman" panose="02020603050405020304" pitchFamily="18" charset="0"/>
                <a:cs typeface="Times New Roman" panose="02020603050405020304" pitchFamily="18" charset="0"/>
              </a:rPr>
              <a:t>S</a:t>
            </a:r>
            <a:r>
              <a:rPr lang="en-US" altLang="zh-CN" sz="2800" b="1">
                <a:latin typeface="Times New Roman" panose="02020603050405020304" pitchFamily="18" charset="0"/>
                <a:cs typeface="Times New Roman" panose="02020603050405020304" pitchFamily="18" charset="0"/>
              </a:rPr>
              <a:t>) = {$}</a:t>
            </a:r>
          </a:p>
          <a:p>
            <a:r>
              <a:rPr lang="en-US" altLang="zh-CN" sz="2800" b="1">
                <a:latin typeface="Times New Roman" panose="02020603050405020304" pitchFamily="18" charset="0"/>
                <a:cs typeface="Times New Roman" panose="02020603050405020304" pitchFamily="18" charset="0"/>
              </a:rPr>
              <a:t>FOLLOW(</a:t>
            </a:r>
            <a:r>
              <a:rPr lang="en-US" altLang="zh-CN" sz="2800" b="1" i="1">
                <a:latin typeface="Times New Roman" panose="02020603050405020304" pitchFamily="18" charset="0"/>
                <a:cs typeface="Times New Roman" panose="02020603050405020304" pitchFamily="18" charset="0"/>
              </a:rPr>
              <a:t>A</a:t>
            </a:r>
            <a:r>
              <a:rPr lang="en-US" altLang="zh-CN" sz="2800" b="1">
                <a:latin typeface="Times New Roman" panose="02020603050405020304" pitchFamily="18" charset="0"/>
                <a:cs typeface="Times New Roman" panose="02020603050405020304" pitchFamily="18" charset="0"/>
              </a:rPr>
              <a:t>) = {</a:t>
            </a:r>
            <a:r>
              <a:rPr lang="en-US" altLang="zh-CN" sz="2800" b="1" err="1">
                <a:latin typeface="Times New Roman" panose="02020603050405020304" pitchFamily="18" charset="0"/>
                <a:cs typeface="Times New Roman" panose="02020603050405020304" pitchFamily="18" charset="0"/>
              </a:rPr>
              <a:t>a,b</a:t>
            </a:r>
            <a:r>
              <a:rPr lang="en-US" altLang="zh-CN" sz="2800" b="1">
                <a:latin typeface="Times New Roman" panose="02020603050405020304" pitchFamily="18" charset="0"/>
                <a:cs typeface="Times New Roman" panose="02020603050405020304" pitchFamily="18" charset="0"/>
              </a:rPr>
              <a:t>,$}</a:t>
            </a:r>
          </a:p>
          <a:p>
            <a:r>
              <a:rPr lang="en-US" altLang="zh-CN" sz="2800" b="1">
                <a:latin typeface="Times New Roman" panose="02020603050405020304" pitchFamily="18" charset="0"/>
                <a:cs typeface="Times New Roman" panose="02020603050405020304" pitchFamily="18" charset="0"/>
              </a:rPr>
              <a:t>FOLLOW(</a:t>
            </a:r>
            <a:r>
              <a:rPr lang="en-US" altLang="zh-CN" sz="2800" b="1" i="1">
                <a:latin typeface="Times New Roman" panose="02020603050405020304" pitchFamily="18" charset="0"/>
                <a:cs typeface="Times New Roman" panose="02020603050405020304" pitchFamily="18" charset="0"/>
              </a:rPr>
              <a:t>B</a:t>
            </a:r>
            <a:r>
              <a:rPr lang="en-US" altLang="zh-CN" sz="2800" b="1">
                <a:latin typeface="Times New Roman" panose="02020603050405020304" pitchFamily="18" charset="0"/>
                <a:cs typeface="Times New Roman" panose="02020603050405020304" pitchFamily="18" charset="0"/>
              </a:rPr>
              <a:t>) = {</a:t>
            </a:r>
            <a:r>
              <a:rPr lang="en-US" altLang="zh-CN" sz="2800" b="1" err="1">
                <a:latin typeface="Times New Roman" panose="02020603050405020304" pitchFamily="18" charset="0"/>
                <a:cs typeface="Times New Roman" panose="02020603050405020304" pitchFamily="18" charset="0"/>
              </a:rPr>
              <a:t>a,b</a:t>
            </a:r>
            <a:r>
              <a:rPr lang="en-US" altLang="zh-CN" sz="2800" b="1">
                <a:latin typeface="Times New Roman" panose="02020603050405020304" pitchFamily="18" charset="0"/>
                <a:cs typeface="Times New Roman" panose="02020603050405020304" pitchFamily="18" charset="0"/>
              </a:rPr>
              <a:t>,$}</a:t>
            </a:r>
            <a:endParaRPr lang="zh-CN" altLang="en-US" sz="2800" b="1" i="1">
              <a:latin typeface="Times New Roman" panose="02020603050405020304" pitchFamily="18" charset="0"/>
              <a:cs typeface="Times New Roman" panose="02020603050405020304" pitchFamily="18" charset="0"/>
            </a:endParaRPr>
          </a:p>
        </p:txBody>
      </p:sp>
      <p:graphicFrame>
        <p:nvGraphicFramePr>
          <p:cNvPr id="5" name="Group 3">
            <a:extLst>
              <a:ext uri="{FF2B5EF4-FFF2-40B4-BE49-F238E27FC236}">
                <a16:creationId xmlns:a16="http://schemas.microsoft.com/office/drawing/2014/main" id="{434417DA-E2BB-4046-B7A5-1D71C7ACD49C}"/>
              </a:ext>
            </a:extLst>
          </p:cNvPr>
          <p:cNvGraphicFramePr>
            <a:graphicFrameLocks/>
          </p:cNvGraphicFramePr>
          <p:nvPr>
            <p:extLst>
              <p:ext uri="{D42A27DB-BD31-4B8C-83A1-F6EECF244321}">
                <p14:modId xmlns:p14="http://schemas.microsoft.com/office/powerpoint/2010/main" val="3872309176"/>
              </p:ext>
            </p:extLst>
          </p:nvPr>
        </p:nvGraphicFramePr>
        <p:xfrm>
          <a:off x="4481466" y="3429000"/>
          <a:ext cx="4427143" cy="2677657"/>
        </p:xfrm>
        <a:graphic>
          <a:graphicData uri="http://schemas.openxmlformats.org/drawingml/2006/table">
            <a:tbl>
              <a:tblPr/>
              <a:tblGrid>
                <a:gridCol w="715994">
                  <a:extLst>
                    <a:ext uri="{9D8B030D-6E8A-4147-A177-3AD203B41FA5}">
                      <a16:colId xmlns:a16="http://schemas.microsoft.com/office/drawing/2014/main" val="20000"/>
                    </a:ext>
                  </a:extLst>
                </a:gridCol>
                <a:gridCol w="1348408">
                  <a:extLst>
                    <a:ext uri="{9D8B030D-6E8A-4147-A177-3AD203B41FA5}">
                      <a16:colId xmlns:a16="http://schemas.microsoft.com/office/drawing/2014/main" val="20001"/>
                    </a:ext>
                  </a:extLst>
                </a:gridCol>
                <a:gridCol w="1460585">
                  <a:extLst>
                    <a:ext uri="{9D8B030D-6E8A-4147-A177-3AD203B41FA5}">
                      <a16:colId xmlns:a16="http://schemas.microsoft.com/office/drawing/2014/main" val="20002"/>
                    </a:ext>
                  </a:extLst>
                </a:gridCol>
                <a:gridCol w="902156">
                  <a:extLst>
                    <a:ext uri="{9D8B030D-6E8A-4147-A177-3AD203B41FA5}">
                      <a16:colId xmlns:a16="http://schemas.microsoft.com/office/drawing/2014/main" val="20003"/>
                    </a:ext>
                  </a:extLst>
                </a:gridCol>
              </a:tblGrid>
              <a:tr h="536399">
                <a:tc rowSpan="2">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r>
                        <a:rPr kumimoji="0" lang="zh-CN" altLang="en-US" sz="2000" b="0" i="0" u="none" strike="noStrike" cap="none" normalizeH="0" baseline="0">
                          <a:ln>
                            <a:noFill/>
                          </a:ln>
                          <a:solidFill>
                            <a:schemeClr val="tx1"/>
                          </a:solidFill>
                          <a:effectLst/>
                          <a:latin typeface="Times New Roman" panose="02020603050405020304" pitchFamily="18" charset="0"/>
                          <a:ea typeface="黑体" panose="02010609060101010101" pitchFamily="49" charset="-122"/>
                        </a:rPr>
                        <a:t>非 终结 符</a:t>
                      </a:r>
                    </a:p>
                  </a:txBody>
                  <a:tcPr marL="54000" marR="54000" marT="28800" marB="28800" anchor="ct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accent4">
                        <a:lumMod val="20000"/>
                        <a:lumOff val="80000"/>
                      </a:schemeClr>
                    </a:solidFill>
                  </a:tcPr>
                </a:tc>
                <a:tc gridSpan="3">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r>
                        <a:rPr kumimoji="0" lang="zh-CN" altLang="en-US" sz="2400" b="0" i="0" u="none" strike="noStrike" cap="none" normalizeH="0" baseline="0">
                          <a:ln>
                            <a:noFill/>
                          </a:ln>
                          <a:solidFill>
                            <a:schemeClr val="tx1"/>
                          </a:solidFill>
                          <a:effectLst/>
                          <a:latin typeface="Times New Roman" panose="02020603050405020304" pitchFamily="18" charset="0"/>
                          <a:ea typeface="黑体" panose="02010609060101010101" pitchFamily="49" charset="-122"/>
                        </a:rPr>
                        <a:t>输 入 符 号</a:t>
                      </a:r>
                    </a:p>
                  </a:txBody>
                  <a:tcPr marL="54000" marR="54000" marT="28800" marB="28800" anchor="ct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accent4">
                        <a:lumMod val="20000"/>
                        <a:lumOff val="80000"/>
                      </a:schemeClr>
                    </a:solidFill>
                  </a:tcPr>
                </a:tc>
                <a:tc hMerge="1">
                  <a:txBody>
                    <a:bodyPr/>
                    <a:lstStyle/>
                    <a:p>
                      <a:endParaRPr lang="zh-CN" altLang="en-US"/>
                    </a:p>
                  </a:txBody>
                  <a:tcPr/>
                </a:tc>
                <a:tc hMerge="1">
                  <a:txBody>
                    <a:bodyPr/>
                    <a:lstStyle/>
                    <a:p>
                      <a:endParaRPr lang="zh-CN" altLang="en-US"/>
                    </a:p>
                  </a:txBody>
                  <a:tcPr/>
                </a:tc>
                <a:extLst>
                  <a:ext uri="{0D108BD9-81ED-4DB2-BD59-A6C34878D82A}">
                    <a16:rowId xmlns:a16="http://schemas.microsoft.com/office/drawing/2014/main" val="10000"/>
                  </a:ext>
                </a:extLst>
              </a:tr>
              <a:tr h="533507">
                <a:tc vMerge="1">
                  <a:txBody>
                    <a:bodyPr/>
                    <a:lstStyle/>
                    <a:p>
                      <a:endParaRPr lang="zh-CN" altLang="en-US"/>
                    </a:p>
                  </a:txBody>
                  <a:tcPr/>
                </a:tc>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r>
                        <a:rPr lang="en-US" altLang="zh-CN" sz="2400" b="1">
                          <a:latin typeface="Times New Roman" panose="02020603050405020304" pitchFamily="18" charset="0"/>
                          <a:cs typeface="Times New Roman" panose="02020603050405020304" pitchFamily="18" charset="0"/>
                        </a:rPr>
                        <a:t>a</a:t>
                      </a:r>
                      <a:endParaRPr kumimoji="0" lang="en-US" altLang="zh-CN" sz="2400" b="1" i="0" u="none" strike="noStrike" cap="none" normalizeH="0" baseline="0">
                        <a:ln>
                          <a:noFill/>
                        </a:ln>
                        <a:solidFill>
                          <a:schemeClr val="tx1"/>
                        </a:solidFill>
                        <a:effectLst/>
                        <a:latin typeface="Times New Roman" panose="02020603050405020304" pitchFamily="18" charset="0"/>
                        <a:ea typeface="黑体" panose="02010609060101010101" pitchFamily="49" charset="-122"/>
                      </a:endParaRPr>
                    </a:p>
                  </a:txBody>
                  <a:tcPr marL="54000" marR="54000" marT="28800" marB="2880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accent4">
                        <a:lumMod val="20000"/>
                        <a:lumOff val="80000"/>
                      </a:schemeClr>
                    </a:solidFill>
                  </a:tcPr>
                </a:tc>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r>
                        <a:rPr lang="en-US" altLang="zh-CN" sz="2400" b="1">
                          <a:latin typeface="Times New Roman" panose="02020603050405020304" pitchFamily="18" charset="0"/>
                          <a:cs typeface="Times New Roman" panose="02020603050405020304" pitchFamily="18" charset="0"/>
                        </a:rPr>
                        <a:t>b</a:t>
                      </a:r>
                      <a:endParaRPr kumimoji="0" lang="en-US" altLang="zh-CN" sz="2400" b="1" i="0" u="none" strike="noStrike" cap="none" normalizeH="0" baseline="0">
                        <a:ln>
                          <a:noFill/>
                        </a:ln>
                        <a:solidFill>
                          <a:schemeClr val="tx1"/>
                        </a:solidFill>
                        <a:effectLst/>
                        <a:latin typeface="Times New Roman" panose="02020603050405020304" pitchFamily="18" charset="0"/>
                        <a:ea typeface="黑体" panose="02010609060101010101" pitchFamily="49" charset="-122"/>
                      </a:endParaRPr>
                    </a:p>
                  </a:txBody>
                  <a:tcPr marL="54000" marR="54000" marT="28800" marB="2880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accent4">
                        <a:lumMod val="20000"/>
                        <a:lumOff val="80000"/>
                      </a:schemeClr>
                    </a:solidFill>
                  </a:tcPr>
                </a:tc>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r>
                        <a:rPr lang="en-US" altLang="zh-CN" sz="2400" b="1">
                          <a:latin typeface="Times New Roman" panose="02020603050405020304" pitchFamily="18" charset="0"/>
                          <a:cs typeface="Times New Roman" panose="02020603050405020304" pitchFamily="18" charset="0"/>
                        </a:rPr>
                        <a:t>$</a:t>
                      </a:r>
                      <a:endParaRPr kumimoji="0" lang="en-US" altLang="zh-CN" sz="2400" b="1" i="0" u="none" strike="noStrike" cap="none" normalizeH="0" baseline="0">
                        <a:ln>
                          <a:noFill/>
                        </a:ln>
                        <a:solidFill>
                          <a:schemeClr val="tx1"/>
                        </a:solidFill>
                        <a:effectLst/>
                        <a:latin typeface="Times New Roman" panose="02020603050405020304" pitchFamily="18" charset="0"/>
                        <a:ea typeface="黑体" panose="02010609060101010101" pitchFamily="49" charset="-122"/>
                      </a:endParaRPr>
                    </a:p>
                  </a:txBody>
                  <a:tcPr marL="54000" marR="54000" marT="28800" marB="28800" anchor="ct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accent4">
                        <a:lumMod val="20000"/>
                        <a:lumOff val="80000"/>
                      </a:schemeClr>
                    </a:solidFill>
                  </a:tcPr>
                </a:tc>
                <a:extLst>
                  <a:ext uri="{0D108BD9-81ED-4DB2-BD59-A6C34878D82A}">
                    <a16:rowId xmlns:a16="http://schemas.microsoft.com/office/drawing/2014/main" val="10001"/>
                  </a:ext>
                </a:extLst>
              </a:tr>
              <a:tr h="536399">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r>
                        <a:rPr lang="en-US" altLang="zh-CN" sz="2400" b="1" i="1">
                          <a:latin typeface="Times New Roman" panose="02020603050405020304" pitchFamily="18" charset="0"/>
                          <a:cs typeface="Times New Roman" panose="02020603050405020304" pitchFamily="18" charset="0"/>
                        </a:rPr>
                        <a:t>S</a:t>
                      </a:r>
                      <a:endParaRPr kumimoji="0" lang="en-US" altLang="zh-CN" sz="2400" b="1" i="1" u="none" strike="noStrike" cap="none" normalizeH="0" baseline="0">
                        <a:ln>
                          <a:noFill/>
                        </a:ln>
                        <a:solidFill>
                          <a:schemeClr val="tx1"/>
                        </a:solidFill>
                        <a:effectLst/>
                        <a:latin typeface="Times New Roman" panose="02020603050405020304" pitchFamily="18" charset="0"/>
                        <a:ea typeface="黑体" panose="02010609060101010101" pitchFamily="49" charset="-122"/>
                      </a:endParaRPr>
                    </a:p>
                  </a:txBody>
                  <a:tcPr marL="54000" marR="54000" marT="28800" marB="28800" anchor="ct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accent4">
                        <a:lumMod val="20000"/>
                        <a:lumOff val="80000"/>
                      </a:schemeClr>
                    </a:solidFill>
                  </a:tcPr>
                </a:tc>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r>
                        <a:rPr lang="en-US" altLang="zh-CN" sz="2400" b="1" i="1">
                          <a:latin typeface="Times New Roman" panose="02020603050405020304" pitchFamily="18" charset="0"/>
                          <a:cs typeface="Times New Roman" panose="02020603050405020304" pitchFamily="18" charset="0"/>
                        </a:rPr>
                        <a:t>S</a:t>
                      </a:r>
                      <a:r>
                        <a:rPr lang="en-US" altLang="zh-CN" sz="2400" b="1">
                          <a:latin typeface="Times New Roman" panose="02020603050405020304" pitchFamily="18" charset="0"/>
                          <a:cs typeface="Times New Roman" panose="02020603050405020304" pitchFamily="18" charset="0"/>
                        </a:rPr>
                        <a:t> </a:t>
                      </a:r>
                      <a:r>
                        <a:rPr lang="en-US" altLang="zh-CN" sz="2400" b="1">
                          <a:latin typeface="Times New Roman" panose="02020603050405020304" pitchFamily="18" charset="0"/>
                          <a:cs typeface="Times New Roman" panose="02020603050405020304" pitchFamily="18" charset="0"/>
                          <a:sym typeface="Symbol" panose="05050102010706020507" pitchFamily="18" charset="2"/>
                        </a:rPr>
                        <a:t></a:t>
                      </a:r>
                      <a:r>
                        <a:rPr lang="en-US" altLang="zh-CN" sz="2400" b="1">
                          <a:latin typeface="Times New Roman" panose="02020603050405020304" pitchFamily="18" charset="0"/>
                          <a:cs typeface="Times New Roman" panose="02020603050405020304" pitchFamily="18" charset="0"/>
                        </a:rPr>
                        <a:t> </a:t>
                      </a:r>
                      <a:r>
                        <a:rPr lang="en-US" altLang="zh-CN" sz="2400" b="1" err="1">
                          <a:latin typeface="Times New Roman" panose="02020603050405020304" pitchFamily="18" charset="0"/>
                          <a:cs typeface="Times New Roman" panose="02020603050405020304" pitchFamily="18" charset="0"/>
                        </a:rPr>
                        <a:t>a</a:t>
                      </a:r>
                      <a:r>
                        <a:rPr lang="en-US" altLang="zh-CN" sz="2400" b="1" i="1" err="1">
                          <a:latin typeface="Times New Roman" panose="02020603050405020304" pitchFamily="18" charset="0"/>
                          <a:cs typeface="Times New Roman" panose="02020603050405020304" pitchFamily="18" charset="0"/>
                        </a:rPr>
                        <a:t>BS</a:t>
                      </a:r>
                      <a:r>
                        <a:rPr lang="en-US" altLang="zh-CN" sz="2400" b="1">
                          <a:latin typeface="Times New Roman" panose="02020603050405020304" pitchFamily="18" charset="0"/>
                          <a:cs typeface="Times New Roman" panose="02020603050405020304" pitchFamily="18" charset="0"/>
                        </a:rPr>
                        <a:t> </a:t>
                      </a:r>
                      <a:endParaRPr kumimoji="0" lang="en-US" altLang="zh-CN" sz="2400" b="1" i="0" u="none" strike="noStrike" cap="none" normalizeH="0" baseline="0">
                        <a:ln>
                          <a:noFill/>
                        </a:ln>
                        <a:solidFill>
                          <a:schemeClr val="tx1"/>
                        </a:solidFill>
                        <a:effectLst/>
                        <a:latin typeface="Times New Roman" panose="02020603050405020304" pitchFamily="18" charset="0"/>
                        <a:ea typeface="黑体" panose="02010609060101010101" pitchFamily="49" charset="-122"/>
                        <a:cs typeface="Times New Roman" panose="02020603050405020304" pitchFamily="18" charset="0"/>
                        <a:sym typeface="Symbol" panose="05050102010706020507" pitchFamily="18" charset="2"/>
                      </a:endParaRPr>
                    </a:p>
                  </a:txBody>
                  <a:tcPr marL="54000" marR="54000" marT="28800" marB="2880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accent4">
                        <a:lumMod val="20000"/>
                        <a:lumOff val="80000"/>
                      </a:schemeClr>
                    </a:solidFill>
                  </a:tcPr>
                </a:tc>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defRPr/>
                      </a:pPr>
                      <a:r>
                        <a:rPr lang="en-US" altLang="zh-CN" sz="2400" b="1" i="1">
                          <a:latin typeface="Times New Roman" panose="02020603050405020304" pitchFamily="18" charset="0"/>
                          <a:cs typeface="Times New Roman" panose="02020603050405020304" pitchFamily="18" charset="0"/>
                        </a:rPr>
                        <a:t>S</a:t>
                      </a:r>
                      <a:r>
                        <a:rPr lang="en-US" altLang="zh-CN" sz="2400" b="1">
                          <a:latin typeface="Times New Roman" panose="02020603050405020304" pitchFamily="18" charset="0"/>
                          <a:cs typeface="Times New Roman" panose="02020603050405020304" pitchFamily="18" charset="0"/>
                        </a:rPr>
                        <a:t> </a:t>
                      </a:r>
                      <a:r>
                        <a:rPr lang="en-US" altLang="zh-CN" sz="2400" b="1">
                          <a:latin typeface="Times New Roman" panose="02020603050405020304" pitchFamily="18" charset="0"/>
                          <a:cs typeface="Times New Roman" panose="02020603050405020304" pitchFamily="18" charset="0"/>
                          <a:sym typeface="Symbol" panose="05050102010706020507" pitchFamily="18" charset="2"/>
                        </a:rPr>
                        <a:t></a:t>
                      </a:r>
                      <a:r>
                        <a:rPr lang="en-US" altLang="zh-CN" sz="2400" b="1">
                          <a:latin typeface="Times New Roman" panose="02020603050405020304" pitchFamily="18" charset="0"/>
                          <a:cs typeface="Times New Roman" panose="02020603050405020304" pitchFamily="18" charset="0"/>
                        </a:rPr>
                        <a:t> </a:t>
                      </a:r>
                      <a:r>
                        <a:rPr lang="en-US" altLang="zh-CN" sz="2400" b="1" err="1">
                          <a:latin typeface="Times New Roman" panose="02020603050405020304" pitchFamily="18" charset="0"/>
                          <a:cs typeface="Times New Roman" panose="02020603050405020304" pitchFamily="18" charset="0"/>
                        </a:rPr>
                        <a:t>b</a:t>
                      </a:r>
                      <a:r>
                        <a:rPr lang="en-US" altLang="zh-CN" sz="2400" b="1" i="1" err="1">
                          <a:latin typeface="Times New Roman" panose="02020603050405020304" pitchFamily="18" charset="0"/>
                          <a:cs typeface="Times New Roman" panose="02020603050405020304" pitchFamily="18" charset="0"/>
                        </a:rPr>
                        <a:t>AS</a:t>
                      </a:r>
                      <a:r>
                        <a:rPr lang="en-US" altLang="zh-CN" sz="2400" b="1">
                          <a:latin typeface="Times New Roman" panose="02020603050405020304" pitchFamily="18" charset="0"/>
                          <a:cs typeface="Times New Roman" panose="02020603050405020304" pitchFamily="18" charset="0"/>
                        </a:rPr>
                        <a:t> </a:t>
                      </a:r>
                      <a:endParaRPr kumimoji="0" lang="en-US" altLang="zh-CN" sz="2400" b="1" i="0" u="none" strike="noStrike" cap="none" normalizeH="0" baseline="0">
                        <a:ln>
                          <a:noFill/>
                        </a:ln>
                        <a:solidFill>
                          <a:schemeClr val="tx1"/>
                        </a:solidFill>
                        <a:effectLst/>
                        <a:latin typeface="Times New Roman" panose="02020603050405020304" pitchFamily="18" charset="0"/>
                        <a:ea typeface="黑体" panose="02010609060101010101" pitchFamily="49" charset="-122"/>
                        <a:cs typeface="Times New Roman" panose="02020603050405020304" pitchFamily="18" charset="0"/>
                        <a:sym typeface="Symbol" panose="05050102010706020507" pitchFamily="18" charset="2"/>
                      </a:endParaRPr>
                    </a:p>
                  </a:txBody>
                  <a:tcPr marL="54000" marR="54000" marT="28800" marB="2880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accent4">
                        <a:lumMod val="20000"/>
                        <a:lumOff val="80000"/>
                      </a:schemeClr>
                    </a:solidFill>
                  </a:tcPr>
                </a:tc>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defRPr/>
                      </a:pPr>
                      <a:r>
                        <a:rPr lang="en-US" altLang="zh-CN" sz="2400" b="1" i="1">
                          <a:latin typeface="Times New Roman" panose="02020603050405020304" pitchFamily="18" charset="0"/>
                          <a:cs typeface="Times New Roman" panose="02020603050405020304" pitchFamily="18" charset="0"/>
                        </a:rPr>
                        <a:t>S</a:t>
                      </a:r>
                      <a:r>
                        <a:rPr lang="en-US" altLang="zh-CN" sz="2400" b="1">
                          <a:latin typeface="Times New Roman" panose="02020603050405020304" pitchFamily="18" charset="0"/>
                          <a:cs typeface="Times New Roman" panose="02020603050405020304" pitchFamily="18" charset="0"/>
                        </a:rPr>
                        <a:t> </a:t>
                      </a:r>
                      <a:r>
                        <a:rPr lang="en-US" altLang="zh-CN" sz="2400" b="1">
                          <a:latin typeface="Times New Roman" panose="02020603050405020304" pitchFamily="18" charset="0"/>
                          <a:cs typeface="Times New Roman" panose="02020603050405020304" pitchFamily="18" charset="0"/>
                          <a:sym typeface="Symbol" panose="05050102010706020507" pitchFamily="18" charset="2"/>
                        </a:rPr>
                        <a:t></a:t>
                      </a:r>
                      <a:r>
                        <a:rPr lang="en-US" altLang="zh-CN" sz="2400" b="1">
                          <a:latin typeface="Times New Roman" panose="02020603050405020304" pitchFamily="18" charset="0"/>
                          <a:cs typeface="Times New Roman" panose="02020603050405020304" pitchFamily="18" charset="0"/>
                        </a:rPr>
                        <a:t> </a:t>
                      </a:r>
                      <a:r>
                        <a:rPr kumimoji="1" lang="en-US" altLang="zh-CN" sz="2400" b="1">
                          <a:latin typeface="Times New Roman" panose="02020603050405020304" pitchFamily="18" charset="0"/>
                          <a:sym typeface="Symbol" panose="05050102010706020507" pitchFamily="18" charset="2"/>
                        </a:rPr>
                        <a:t></a:t>
                      </a:r>
                      <a:endParaRPr kumimoji="0" lang="en-US" altLang="zh-CN" sz="2400" b="1" i="0" u="none" strike="noStrike" cap="none" normalizeH="0" baseline="0">
                        <a:ln>
                          <a:noFill/>
                        </a:ln>
                        <a:solidFill>
                          <a:schemeClr val="tx1"/>
                        </a:solidFill>
                        <a:effectLst/>
                        <a:latin typeface="Times New Roman" panose="02020603050405020304" pitchFamily="18" charset="0"/>
                        <a:ea typeface="黑体" panose="02010609060101010101" pitchFamily="49" charset="-122"/>
                      </a:endParaRPr>
                    </a:p>
                  </a:txBody>
                  <a:tcPr marL="54000" marR="54000" marT="28800" marB="28800" anchor="ct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accent4">
                        <a:lumMod val="20000"/>
                        <a:lumOff val="80000"/>
                      </a:schemeClr>
                    </a:solidFill>
                  </a:tcPr>
                </a:tc>
                <a:extLst>
                  <a:ext uri="{0D108BD9-81ED-4DB2-BD59-A6C34878D82A}">
                    <a16:rowId xmlns:a16="http://schemas.microsoft.com/office/drawing/2014/main" val="10002"/>
                  </a:ext>
                </a:extLst>
              </a:tr>
              <a:tr h="534953">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r>
                        <a:rPr lang="en-US" altLang="zh-CN" sz="2400" b="1" i="1">
                          <a:latin typeface="Times New Roman" panose="02020603050405020304" pitchFamily="18" charset="0"/>
                          <a:cs typeface="Times New Roman" panose="02020603050405020304" pitchFamily="18" charset="0"/>
                        </a:rPr>
                        <a:t>A</a:t>
                      </a:r>
                      <a:endParaRPr kumimoji="0" lang="en-US" altLang="zh-CN" sz="2400" b="1" i="0" u="none" strike="noStrike" cap="none" normalizeH="0" baseline="0">
                        <a:ln>
                          <a:noFill/>
                        </a:ln>
                        <a:solidFill>
                          <a:schemeClr val="tx1"/>
                        </a:solidFill>
                        <a:effectLst/>
                        <a:latin typeface="Times New Roman" panose="02020603050405020304" pitchFamily="18" charset="0"/>
                        <a:ea typeface="黑体" panose="02010609060101010101" pitchFamily="49" charset="-122"/>
                        <a:sym typeface="Symbol" panose="05050102010706020507" pitchFamily="18" charset="2"/>
                      </a:endParaRPr>
                    </a:p>
                  </a:txBody>
                  <a:tcPr marL="54000" marR="54000" marT="28800" marB="28800" anchor="ct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accent4">
                        <a:lumMod val="20000"/>
                        <a:lumOff val="80000"/>
                      </a:schemeClr>
                    </a:solidFill>
                  </a:tcPr>
                </a:tc>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r>
                        <a:rPr lang="en-US" altLang="zh-CN" sz="2400" b="1" i="1">
                          <a:latin typeface="Times New Roman" panose="02020603050405020304" pitchFamily="18" charset="0"/>
                          <a:cs typeface="Times New Roman" panose="02020603050405020304" pitchFamily="18" charset="0"/>
                        </a:rPr>
                        <a:t>A </a:t>
                      </a:r>
                      <a:r>
                        <a:rPr lang="en-US" altLang="zh-CN" sz="2400" b="1">
                          <a:latin typeface="Times New Roman" panose="02020603050405020304" pitchFamily="18" charset="0"/>
                          <a:cs typeface="Times New Roman" panose="02020603050405020304" pitchFamily="18" charset="0"/>
                          <a:sym typeface="Symbol" panose="05050102010706020507" pitchFamily="18" charset="2"/>
                        </a:rPr>
                        <a:t> </a:t>
                      </a:r>
                      <a:r>
                        <a:rPr lang="en-US" altLang="zh-CN" sz="2400" b="1">
                          <a:latin typeface="Times New Roman" panose="02020603050405020304" pitchFamily="18" charset="0"/>
                          <a:cs typeface="Times New Roman" panose="02020603050405020304" pitchFamily="18" charset="0"/>
                        </a:rPr>
                        <a:t>a</a:t>
                      </a:r>
                      <a:endParaRPr kumimoji="0" lang="zh-CN" altLang="zh-CN" sz="2400" b="0" i="0" u="none" strike="noStrike" cap="none" normalizeH="0" baseline="0">
                        <a:ln>
                          <a:noFill/>
                        </a:ln>
                        <a:solidFill>
                          <a:schemeClr val="tx1"/>
                        </a:solidFill>
                        <a:effectLst/>
                        <a:latin typeface="Times New Roman" panose="02020603050405020304" pitchFamily="18" charset="0"/>
                        <a:ea typeface="黑体" panose="02010609060101010101" pitchFamily="49" charset="-122"/>
                      </a:endParaRPr>
                    </a:p>
                  </a:txBody>
                  <a:tcPr marL="54000" marR="54000" marT="28800" marB="2880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accent4">
                        <a:lumMod val="20000"/>
                        <a:lumOff val="80000"/>
                      </a:schemeClr>
                    </a:solidFill>
                  </a:tcPr>
                </a:tc>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r>
                        <a:rPr lang="en-US" altLang="zh-CN" sz="2400" b="1" i="1">
                          <a:latin typeface="Times New Roman" panose="02020603050405020304" pitchFamily="18" charset="0"/>
                          <a:cs typeface="Times New Roman" panose="02020603050405020304" pitchFamily="18" charset="0"/>
                        </a:rPr>
                        <a:t>A </a:t>
                      </a:r>
                      <a:r>
                        <a:rPr lang="en-US" altLang="zh-CN" sz="2400" b="1">
                          <a:latin typeface="Times New Roman" panose="02020603050405020304" pitchFamily="18" charset="0"/>
                          <a:cs typeface="Times New Roman" panose="02020603050405020304" pitchFamily="18" charset="0"/>
                          <a:sym typeface="Symbol" panose="05050102010706020507" pitchFamily="18" charset="2"/>
                        </a:rPr>
                        <a:t> </a:t>
                      </a:r>
                      <a:r>
                        <a:rPr lang="en-US" altLang="zh-CN" sz="2400" b="1" err="1">
                          <a:latin typeface="Times New Roman" panose="02020603050405020304" pitchFamily="18" charset="0"/>
                          <a:cs typeface="Times New Roman" panose="02020603050405020304" pitchFamily="18" charset="0"/>
                        </a:rPr>
                        <a:t>b</a:t>
                      </a:r>
                      <a:r>
                        <a:rPr lang="en-US" altLang="zh-CN" sz="2400" b="1" i="1" err="1">
                          <a:latin typeface="Times New Roman" panose="02020603050405020304" pitchFamily="18" charset="0"/>
                          <a:cs typeface="Times New Roman" panose="02020603050405020304" pitchFamily="18" charset="0"/>
                        </a:rPr>
                        <a:t>AA</a:t>
                      </a:r>
                      <a:endParaRPr kumimoji="0" lang="en-US" altLang="zh-CN" sz="2400" b="1" i="0" u="none" strike="noStrike" cap="none" normalizeH="0" baseline="0">
                        <a:ln>
                          <a:noFill/>
                        </a:ln>
                        <a:solidFill>
                          <a:schemeClr val="tx1"/>
                        </a:solidFill>
                        <a:effectLst/>
                        <a:latin typeface="Times New Roman" panose="02020603050405020304" pitchFamily="18" charset="0"/>
                        <a:ea typeface="黑体" panose="02010609060101010101" pitchFamily="49" charset="-122"/>
                        <a:sym typeface="Symbol" panose="05050102010706020507" pitchFamily="18" charset="2"/>
                      </a:endParaRPr>
                    </a:p>
                  </a:txBody>
                  <a:tcPr marL="54000" marR="54000" marT="28800" marB="2880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accent4">
                        <a:lumMod val="20000"/>
                        <a:lumOff val="80000"/>
                      </a:schemeClr>
                    </a:solidFill>
                  </a:tcPr>
                </a:tc>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endParaRPr kumimoji="0" lang="zh-CN" altLang="zh-CN" sz="2400" b="0" i="0" u="none" strike="noStrike" cap="none" normalizeH="0" baseline="0">
                        <a:ln>
                          <a:noFill/>
                        </a:ln>
                        <a:solidFill>
                          <a:schemeClr val="tx1"/>
                        </a:solidFill>
                        <a:effectLst/>
                        <a:latin typeface="Times New Roman" panose="02020603050405020304" pitchFamily="18" charset="0"/>
                        <a:ea typeface="黑体" panose="02010609060101010101" pitchFamily="49" charset="-122"/>
                      </a:endParaRPr>
                    </a:p>
                  </a:txBody>
                  <a:tcPr marL="54000" marR="54000" marT="28800" marB="28800" anchor="ct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accent4">
                        <a:lumMod val="20000"/>
                        <a:lumOff val="80000"/>
                      </a:schemeClr>
                    </a:solidFill>
                  </a:tcPr>
                </a:tc>
                <a:extLst>
                  <a:ext uri="{0D108BD9-81ED-4DB2-BD59-A6C34878D82A}">
                    <a16:rowId xmlns:a16="http://schemas.microsoft.com/office/drawing/2014/main" val="10003"/>
                  </a:ext>
                </a:extLst>
              </a:tr>
              <a:tr h="536399">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r>
                        <a:rPr lang="en-US" altLang="zh-CN" sz="2400" b="1" i="1">
                          <a:latin typeface="Times New Roman" panose="02020603050405020304" pitchFamily="18" charset="0"/>
                          <a:cs typeface="Times New Roman" panose="02020603050405020304" pitchFamily="18" charset="0"/>
                        </a:rPr>
                        <a:t>B</a:t>
                      </a:r>
                      <a:endParaRPr kumimoji="0" lang="en-US" altLang="zh-CN" sz="2400" b="1" i="1" u="none" strike="noStrike" cap="none" normalizeH="0" baseline="0">
                        <a:ln>
                          <a:noFill/>
                        </a:ln>
                        <a:solidFill>
                          <a:schemeClr val="tx1"/>
                        </a:solidFill>
                        <a:effectLst/>
                        <a:latin typeface="Times New Roman" panose="02020603050405020304" pitchFamily="18" charset="0"/>
                        <a:ea typeface="黑体" panose="02010609060101010101" pitchFamily="49" charset="-122"/>
                      </a:endParaRPr>
                    </a:p>
                  </a:txBody>
                  <a:tcPr marL="54000" marR="54000" marT="28800" marB="28800" anchor="ct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chemeClr val="accent4">
                        <a:lumMod val="20000"/>
                        <a:lumOff val="80000"/>
                      </a:schemeClr>
                    </a:solidFill>
                  </a:tcPr>
                </a:tc>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r>
                        <a:rPr lang="en-US" altLang="zh-CN" sz="2400" b="1" i="1">
                          <a:latin typeface="Times New Roman" panose="02020603050405020304" pitchFamily="18" charset="0"/>
                          <a:cs typeface="Times New Roman" panose="02020603050405020304" pitchFamily="18" charset="0"/>
                        </a:rPr>
                        <a:t>B </a:t>
                      </a:r>
                      <a:r>
                        <a:rPr lang="en-US" altLang="zh-CN" sz="2400" b="1">
                          <a:latin typeface="Times New Roman" panose="02020603050405020304" pitchFamily="18" charset="0"/>
                          <a:cs typeface="Times New Roman" panose="02020603050405020304" pitchFamily="18" charset="0"/>
                          <a:sym typeface="Symbol" panose="05050102010706020507" pitchFamily="18" charset="2"/>
                        </a:rPr>
                        <a:t> </a:t>
                      </a:r>
                      <a:r>
                        <a:rPr lang="en-US" altLang="zh-CN" sz="2400" b="1" err="1">
                          <a:latin typeface="Times New Roman" panose="02020603050405020304" pitchFamily="18" charset="0"/>
                          <a:cs typeface="Times New Roman" panose="02020603050405020304" pitchFamily="18" charset="0"/>
                        </a:rPr>
                        <a:t>a</a:t>
                      </a:r>
                      <a:r>
                        <a:rPr lang="en-US" altLang="zh-CN" sz="2400" b="1" i="1" err="1">
                          <a:latin typeface="Times New Roman" panose="02020603050405020304" pitchFamily="18" charset="0"/>
                          <a:cs typeface="Times New Roman" panose="02020603050405020304" pitchFamily="18" charset="0"/>
                        </a:rPr>
                        <a:t>BB</a:t>
                      </a:r>
                      <a:endParaRPr kumimoji="0" lang="en-US" altLang="zh-CN" sz="2400" b="1" i="0" u="none" strike="noStrike" cap="none" normalizeH="0" baseline="0">
                        <a:ln>
                          <a:noFill/>
                        </a:ln>
                        <a:solidFill>
                          <a:schemeClr val="tx1"/>
                        </a:solidFill>
                        <a:effectLst/>
                        <a:latin typeface="Times New Roman" panose="02020603050405020304" pitchFamily="18" charset="0"/>
                        <a:ea typeface="黑体" panose="02010609060101010101" pitchFamily="49" charset="-122"/>
                        <a:sym typeface="Symbol" panose="05050102010706020507" pitchFamily="18" charset="2"/>
                      </a:endParaRPr>
                    </a:p>
                  </a:txBody>
                  <a:tcPr marL="54000" marR="54000" marT="28800" marB="2880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chemeClr val="accent4">
                        <a:lumMod val="20000"/>
                        <a:lumOff val="80000"/>
                      </a:schemeClr>
                    </a:solidFill>
                  </a:tcPr>
                </a:tc>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r>
                        <a:rPr lang="en-US" altLang="zh-CN" sz="2400" b="1" i="1">
                          <a:latin typeface="Times New Roman" panose="02020603050405020304" pitchFamily="18" charset="0"/>
                          <a:cs typeface="Times New Roman" panose="02020603050405020304" pitchFamily="18" charset="0"/>
                        </a:rPr>
                        <a:t>B </a:t>
                      </a:r>
                      <a:r>
                        <a:rPr lang="en-US" altLang="zh-CN" sz="2400" b="1">
                          <a:latin typeface="Times New Roman" panose="02020603050405020304" pitchFamily="18" charset="0"/>
                          <a:cs typeface="Times New Roman" panose="02020603050405020304" pitchFamily="18" charset="0"/>
                          <a:sym typeface="Symbol" panose="05050102010706020507" pitchFamily="18" charset="2"/>
                        </a:rPr>
                        <a:t> </a:t>
                      </a:r>
                      <a:r>
                        <a:rPr lang="en-US" altLang="zh-CN" sz="2400" b="1">
                          <a:latin typeface="Times New Roman" panose="02020603050405020304" pitchFamily="18" charset="0"/>
                          <a:cs typeface="Times New Roman" panose="02020603050405020304" pitchFamily="18" charset="0"/>
                        </a:rPr>
                        <a:t>b</a:t>
                      </a:r>
                      <a:endParaRPr kumimoji="0" lang="zh-CN" altLang="zh-CN" sz="2400" b="0" i="0" u="none" strike="noStrike" cap="none" normalizeH="0" baseline="0">
                        <a:ln>
                          <a:noFill/>
                        </a:ln>
                        <a:solidFill>
                          <a:schemeClr val="tx1"/>
                        </a:solidFill>
                        <a:effectLst/>
                        <a:latin typeface="Times New Roman" panose="02020603050405020304" pitchFamily="18" charset="0"/>
                        <a:ea typeface="黑体" panose="02010609060101010101" pitchFamily="49" charset="-122"/>
                      </a:endParaRPr>
                    </a:p>
                  </a:txBody>
                  <a:tcPr marL="54000" marR="54000" marT="28800" marB="2880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chemeClr val="accent4">
                        <a:lumMod val="20000"/>
                        <a:lumOff val="80000"/>
                      </a:schemeClr>
                    </a:solidFill>
                  </a:tcPr>
                </a:tc>
                <a:tc>
                  <a:txBody>
                    <a:bodyPr/>
                    <a:lstStyle>
                      <a:lvl1pPr eaLnBrk="0" hangingPunct="0">
                        <a:spcBef>
                          <a:spcPct val="20000"/>
                        </a:spcBef>
                        <a:buClr>
                          <a:schemeClr val="folHlink"/>
                        </a:buClr>
                        <a:buSzPct val="60000"/>
                        <a:buFont typeface="Wingdings" panose="05000000000000000000" pitchFamily="2" charset="2"/>
                        <a:defRPr sz="2800">
                          <a:solidFill>
                            <a:schemeClr val="tx1"/>
                          </a:solidFill>
                          <a:latin typeface="Tahoma" panose="020B0604030504040204" pitchFamily="34" charset="0"/>
                          <a:ea typeface="黑体" panose="02010609060101010101" pitchFamily="49" charset="-122"/>
                        </a:defRPr>
                      </a:lvl1pPr>
                      <a:lvl2pPr marL="742950" indent="-285750" eaLnBrk="0" hangingPunct="0">
                        <a:spcBef>
                          <a:spcPct val="20000"/>
                        </a:spcBef>
                        <a:buClr>
                          <a:schemeClr val="hlink"/>
                        </a:buClr>
                        <a:buSzPct val="55000"/>
                        <a:buFont typeface="Wingdings" panose="05000000000000000000" pitchFamily="2" charset="2"/>
                        <a:defRPr sz="2400">
                          <a:solidFill>
                            <a:schemeClr val="tx1"/>
                          </a:solidFill>
                          <a:latin typeface="Tahoma" panose="020B0604030504040204" pitchFamily="34" charset="0"/>
                          <a:ea typeface="黑体" panose="02010609060101010101" pitchFamily="49" charset="-122"/>
                        </a:defRPr>
                      </a:lvl2pPr>
                      <a:lvl3pPr marL="1143000" indent="-228600" eaLnBrk="0" hangingPunct="0">
                        <a:spcBef>
                          <a:spcPct val="20000"/>
                        </a:spcBef>
                        <a:buClr>
                          <a:schemeClr val="folHlink"/>
                        </a:buClr>
                        <a:buSzPct val="50000"/>
                        <a:buFont typeface="Wingdings" panose="05000000000000000000" pitchFamily="2" charset="2"/>
                        <a:defRPr sz="2000">
                          <a:solidFill>
                            <a:schemeClr val="tx1"/>
                          </a:solidFill>
                          <a:latin typeface="Tahoma" panose="020B0604030504040204" pitchFamily="34" charset="0"/>
                          <a:ea typeface="黑体" panose="02010609060101010101" pitchFamily="49" charset="-122"/>
                        </a:defRPr>
                      </a:lvl3pPr>
                      <a:lvl4pPr marL="1600200" indent="-228600" eaLnBrk="0" hangingPunct="0">
                        <a:spcBef>
                          <a:spcPct val="20000"/>
                        </a:spcBef>
                        <a:buClr>
                          <a:schemeClr val="accent2"/>
                        </a:buClr>
                        <a:buSzPct val="55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4pPr>
                      <a:lvl5pPr marL="2057400" indent="-228600" eaLnBrk="0" hangingPunct="0">
                        <a:spcBef>
                          <a:spcPct val="20000"/>
                        </a:spcBef>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20000"/>
                        </a:spcBef>
                        <a:spcAft>
                          <a:spcPct val="0"/>
                        </a:spcAft>
                        <a:buClr>
                          <a:schemeClr val="accent1"/>
                        </a:buClr>
                        <a:buSzPct val="50000"/>
                        <a:buFont typeface="Wingdings" panose="05000000000000000000" pitchFamily="2" charset="2"/>
                        <a:defRPr>
                          <a:solidFill>
                            <a:schemeClr val="tx1"/>
                          </a:solidFill>
                          <a:latin typeface="Tahoma" panose="020B0604030504040204" pitchFamily="34" charset="0"/>
                          <a:ea typeface="黑体" panose="02010609060101010101" pitchFamily="49" charset="-122"/>
                        </a:defRPr>
                      </a:lvl9p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anose="05000000000000000000" pitchFamily="2" charset="2"/>
                        <a:buNone/>
                        <a:tabLst/>
                      </a:pPr>
                      <a:endParaRPr kumimoji="0" lang="zh-CN" altLang="zh-CN" sz="2400" b="0" i="0" u="none" strike="noStrike" cap="none" normalizeH="0" baseline="0" dirty="0">
                        <a:ln>
                          <a:noFill/>
                        </a:ln>
                        <a:solidFill>
                          <a:schemeClr val="tx1"/>
                        </a:solidFill>
                        <a:effectLst/>
                        <a:latin typeface="Times New Roman" panose="02020603050405020304" pitchFamily="18" charset="0"/>
                        <a:ea typeface="黑体" panose="02010609060101010101" pitchFamily="49" charset="-122"/>
                      </a:endParaRPr>
                    </a:p>
                  </a:txBody>
                  <a:tcPr marL="54000" marR="54000" marT="28800" marB="28800" anchor="ct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chemeClr val="accent4">
                        <a:lumMod val="20000"/>
                        <a:lumOff val="80000"/>
                      </a:schemeClr>
                    </a:solidFill>
                  </a:tcPr>
                </a:tc>
                <a:extLst>
                  <a:ext uri="{0D108BD9-81ED-4DB2-BD59-A6C34878D82A}">
                    <a16:rowId xmlns:a16="http://schemas.microsoft.com/office/drawing/2014/main" val="10004"/>
                  </a:ext>
                </a:extLst>
              </a:tr>
            </a:tbl>
          </a:graphicData>
        </a:graphic>
      </p:graphicFrame>
      <p:sp>
        <p:nvSpPr>
          <p:cNvPr id="6" name="日期占位符 5">
            <a:extLst>
              <a:ext uri="{FF2B5EF4-FFF2-40B4-BE49-F238E27FC236}">
                <a16:creationId xmlns:a16="http://schemas.microsoft.com/office/drawing/2014/main" id="{72BDA9A6-2030-D1CF-8CC3-DBE033F04CC7}"/>
              </a:ext>
            </a:extLst>
          </p:cNvPr>
          <p:cNvSpPr>
            <a:spLocks noGrp="1"/>
          </p:cNvSpPr>
          <p:nvPr>
            <p:ph type="dt" sz="half" idx="10"/>
          </p:nvPr>
        </p:nvSpPr>
        <p:spPr/>
        <p:txBody>
          <a:bodyPr/>
          <a:lstStyle/>
          <a:p>
            <a:fld id="{53BCEA08-5138-4BD1-A905-BBFF8EA2A6F0}" type="datetime2">
              <a:rPr lang="zh-CN" altLang="en-US" smtClean="0"/>
              <a:pPr/>
              <a:t>2025年11月26日</a:t>
            </a:fld>
            <a:endParaRPr lang="zh-CN" altLang="en-US"/>
          </a:p>
        </p:txBody>
      </p:sp>
      <p:sp>
        <p:nvSpPr>
          <p:cNvPr id="7" name="页脚占位符 6">
            <a:extLst>
              <a:ext uri="{FF2B5EF4-FFF2-40B4-BE49-F238E27FC236}">
                <a16:creationId xmlns:a16="http://schemas.microsoft.com/office/drawing/2014/main" id="{3E91748C-26AD-A56D-B62A-E0F729BFB3F8}"/>
              </a:ext>
            </a:extLst>
          </p:cNvPr>
          <p:cNvSpPr>
            <a:spLocks noGrp="1"/>
          </p:cNvSpPr>
          <p:nvPr>
            <p:ph type="ftr" sz="quarter" idx="11"/>
          </p:nvPr>
        </p:nvSpPr>
        <p:spPr/>
        <p:txBody>
          <a:bodyPr/>
          <a:lstStyle/>
          <a:p>
            <a:r>
              <a:rPr lang="zh-CN" altLang="en-US"/>
              <a:t>编译原理</a:t>
            </a:r>
            <a:r>
              <a:rPr lang="en-US" altLang="zh-CN"/>
              <a:t>-</a:t>
            </a:r>
            <a:r>
              <a:rPr lang="zh-CN" altLang="en-US"/>
              <a:t>王欣捷</a:t>
            </a:r>
            <a:r>
              <a:rPr lang="en-US" altLang="zh-CN"/>
              <a:t>-</a:t>
            </a:r>
            <a:r>
              <a:rPr lang="zh-CN" altLang="en-US"/>
              <a:t>第三章 语法分析</a:t>
            </a:r>
            <a:r>
              <a:rPr lang="en-US" altLang="zh-CN"/>
              <a:t>(4)</a:t>
            </a:r>
            <a:endParaRPr lang="zh-CN" altLang="en-US"/>
          </a:p>
        </p:txBody>
      </p:sp>
      <p:sp>
        <p:nvSpPr>
          <p:cNvPr id="8" name="灯片编号占位符 7">
            <a:extLst>
              <a:ext uri="{FF2B5EF4-FFF2-40B4-BE49-F238E27FC236}">
                <a16:creationId xmlns:a16="http://schemas.microsoft.com/office/drawing/2014/main" id="{A5E14D99-BFA3-37DE-E3E8-AB2A080A6DCA}"/>
              </a:ext>
            </a:extLst>
          </p:cNvPr>
          <p:cNvSpPr>
            <a:spLocks noGrp="1"/>
          </p:cNvSpPr>
          <p:nvPr>
            <p:ph type="sldNum" sz="quarter" idx="12"/>
          </p:nvPr>
        </p:nvSpPr>
        <p:spPr/>
        <p:txBody>
          <a:bodyPr/>
          <a:lstStyle/>
          <a:p>
            <a:fld id="{094DEB03-EFC6-4C20-8FC8-295189A5386F}" type="slidenum">
              <a:rPr lang="zh-CN" altLang="en-US" smtClean="0"/>
              <a:pPr/>
              <a:t>111</a:t>
            </a:fld>
            <a:endParaRPr lang="zh-CN" altLang="en-US"/>
          </a:p>
        </p:txBody>
      </p:sp>
      <p:pic>
        <p:nvPicPr>
          <p:cNvPr id="9" name="图片 8" descr="图标&#10;&#10;描述已自动生成">
            <a:extLst>
              <a:ext uri="{FF2B5EF4-FFF2-40B4-BE49-F238E27FC236}">
                <a16:creationId xmlns:a16="http://schemas.microsoft.com/office/drawing/2014/main" id="{5C981387-176C-06CE-38E5-F757DBB58B67}"/>
              </a:ext>
            </a:extLst>
          </p:cNvPr>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8358317" y="265831"/>
            <a:ext cx="768469" cy="1082451"/>
          </a:xfrm>
          <a:prstGeom prst="rect">
            <a:avLst/>
          </a:prstGeom>
        </p:spPr>
      </p:pic>
    </p:spTree>
    <p:extLst>
      <p:ext uri="{BB962C8B-B14F-4D97-AF65-F5344CB8AC3E}">
        <p14:creationId xmlns:p14="http://schemas.microsoft.com/office/powerpoint/2010/main" val="410104942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4"/>
                                        </p:tgtEl>
                                        <p:attrNameLst>
                                          <p:attrName>style.visibility</p:attrName>
                                        </p:attrNameLst>
                                      </p:cBhvr>
                                      <p:to>
                                        <p:strVal val="visible"/>
                                      </p:to>
                                    </p:set>
                                  </p:childTnLst>
                                </p:cTn>
                              </p:par>
                              <p:par>
                                <p:cTn id="7" presetID="1" presetClass="entr" presetSubtype="0" fill="hold" nodeType="withEffect">
                                  <p:stCondLst>
                                    <p:cond delay="0"/>
                                  </p:stCondLst>
                                  <p:childTnLst>
                                    <p:set>
                                      <p:cBhvr>
                                        <p:cTn id="8" dur="1" fill="hold">
                                          <p:stCondLst>
                                            <p:cond delay="0"/>
                                          </p:stCondLst>
                                        </p:cTn>
                                        <p:tgtEl>
                                          <p:spTgt spid="5"/>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animBg="1"/>
    </p:bldLst>
  </p:timing>
</p:sld>
</file>

<file path=ppt/slides/slide1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6386" name="Rectangle 2">
            <a:extLst>
              <a:ext uri="{FF2B5EF4-FFF2-40B4-BE49-F238E27FC236}">
                <a16:creationId xmlns:a16="http://schemas.microsoft.com/office/drawing/2014/main" id="{B111009E-5783-4033-98B2-34BB1769CA10}"/>
              </a:ext>
            </a:extLst>
          </p:cNvPr>
          <p:cNvSpPr>
            <a:spLocks noGrp="1" noChangeArrowheads="1"/>
          </p:cNvSpPr>
          <p:nvPr>
            <p:ph type="title"/>
          </p:nvPr>
        </p:nvSpPr>
        <p:spPr/>
        <p:txBody>
          <a:bodyPr/>
          <a:lstStyle/>
          <a:p>
            <a:pPr eaLnBrk="1" hangingPunct="1"/>
            <a:r>
              <a:rPr lang="zh-CN" altLang="en-US"/>
              <a:t>本节小结</a:t>
            </a:r>
          </a:p>
        </p:txBody>
      </p:sp>
      <p:sp>
        <p:nvSpPr>
          <p:cNvPr id="14339" name="Rectangle 3">
            <a:extLst>
              <a:ext uri="{FF2B5EF4-FFF2-40B4-BE49-F238E27FC236}">
                <a16:creationId xmlns:a16="http://schemas.microsoft.com/office/drawing/2014/main" id="{8FDF1250-9DC5-4192-B4E5-E9FB0A67A711}"/>
              </a:ext>
            </a:extLst>
          </p:cNvPr>
          <p:cNvSpPr>
            <a:spLocks noGrp="1" noChangeArrowheads="1"/>
          </p:cNvSpPr>
          <p:nvPr>
            <p:ph idx="1"/>
          </p:nvPr>
        </p:nvSpPr>
        <p:spPr/>
        <p:txBody>
          <a:bodyPr/>
          <a:lstStyle/>
          <a:p>
            <a:pPr eaLnBrk="1" hangingPunct="1"/>
            <a:r>
              <a:rPr lang="en-US" altLang="zh-CN" sz="3600"/>
              <a:t>3.3 </a:t>
            </a:r>
            <a:r>
              <a:rPr lang="zh-CN" altLang="en-US" sz="3600"/>
              <a:t>自上而下分析</a:t>
            </a:r>
          </a:p>
          <a:p>
            <a:pPr lvl="1" eaLnBrk="1" hangingPunct="1"/>
            <a:r>
              <a:rPr lang="en-US" altLang="zh-CN" sz="3200"/>
              <a:t>3.3.4 </a:t>
            </a:r>
            <a:r>
              <a:rPr lang="zh-CN" altLang="en-US" sz="3200"/>
              <a:t>预测分析实现：非递归</a:t>
            </a:r>
            <a:endParaRPr lang="en-US" altLang="zh-CN" sz="3200"/>
          </a:p>
          <a:p>
            <a:pPr lvl="1" eaLnBrk="1" hangingPunct="1"/>
            <a:r>
              <a:rPr lang="en-US" altLang="zh-CN" sz="3200"/>
              <a:t>3.3.5 </a:t>
            </a:r>
            <a:r>
              <a:rPr lang="zh-CN" altLang="en-US" sz="3200"/>
              <a:t>构造预测分析表</a:t>
            </a:r>
            <a:endParaRPr lang="en-US" altLang="zh-CN" sz="3200"/>
          </a:p>
          <a:p>
            <a:pPr lvl="1" eaLnBrk="1" hangingPunct="1"/>
            <a:r>
              <a:rPr lang="en-US" altLang="zh-CN" sz="3200"/>
              <a:t>3.3.6 </a:t>
            </a:r>
            <a:r>
              <a:rPr lang="zh-CN" altLang="en-US" sz="3200"/>
              <a:t>预测分析的错误恢复</a:t>
            </a:r>
            <a:endParaRPr lang="zh-CN" altLang="en-US"/>
          </a:p>
          <a:p>
            <a:pPr lvl="1" eaLnBrk="1" hangingPunct="1">
              <a:defRPr/>
            </a:pPr>
            <a:endParaRPr lang="en-US" altLang="zh-CN"/>
          </a:p>
        </p:txBody>
      </p:sp>
      <p:sp>
        <p:nvSpPr>
          <p:cNvPr id="2" name="日期占位符 1">
            <a:extLst>
              <a:ext uri="{FF2B5EF4-FFF2-40B4-BE49-F238E27FC236}">
                <a16:creationId xmlns:a16="http://schemas.microsoft.com/office/drawing/2014/main" id="{93B7A9B4-5C5F-BC1F-DB8A-F0B71C6EBA7D}"/>
              </a:ext>
            </a:extLst>
          </p:cNvPr>
          <p:cNvSpPr>
            <a:spLocks noGrp="1"/>
          </p:cNvSpPr>
          <p:nvPr>
            <p:ph type="dt" sz="half" idx="10"/>
          </p:nvPr>
        </p:nvSpPr>
        <p:spPr/>
        <p:txBody>
          <a:bodyPr/>
          <a:lstStyle/>
          <a:p>
            <a:fld id="{9C3B9B9B-86D5-4361-B22D-454B5939856E}" type="datetime2">
              <a:rPr lang="zh-CN" altLang="en-US" smtClean="0"/>
              <a:pPr/>
              <a:t>2025年11月26日</a:t>
            </a:fld>
            <a:endParaRPr lang="zh-CN" altLang="en-US"/>
          </a:p>
        </p:txBody>
      </p:sp>
      <p:sp>
        <p:nvSpPr>
          <p:cNvPr id="3" name="页脚占位符 2">
            <a:extLst>
              <a:ext uri="{FF2B5EF4-FFF2-40B4-BE49-F238E27FC236}">
                <a16:creationId xmlns:a16="http://schemas.microsoft.com/office/drawing/2014/main" id="{C8729596-DB91-1B19-16EC-BDC39DBACB61}"/>
              </a:ext>
            </a:extLst>
          </p:cNvPr>
          <p:cNvSpPr>
            <a:spLocks noGrp="1"/>
          </p:cNvSpPr>
          <p:nvPr>
            <p:ph type="ftr" sz="quarter" idx="11"/>
          </p:nvPr>
        </p:nvSpPr>
        <p:spPr/>
        <p:txBody>
          <a:bodyPr/>
          <a:lstStyle/>
          <a:p>
            <a:r>
              <a:rPr lang="zh-CN" altLang="en-US"/>
              <a:t>编译原理</a:t>
            </a:r>
            <a:r>
              <a:rPr lang="en-US" altLang="zh-CN"/>
              <a:t>-</a:t>
            </a:r>
            <a:r>
              <a:rPr lang="zh-CN" altLang="en-US"/>
              <a:t>王欣捷</a:t>
            </a:r>
            <a:r>
              <a:rPr lang="en-US" altLang="zh-CN"/>
              <a:t>-</a:t>
            </a:r>
            <a:r>
              <a:rPr lang="zh-CN" altLang="en-US"/>
              <a:t>第三章 语法分析</a:t>
            </a:r>
            <a:r>
              <a:rPr lang="en-US" altLang="zh-CN"/>
              <a:t>(4)</a:t>
            </a:r>
            <a:endParaRPr lang="zh-CN" altLang="en-US"/>
          </a:p>
        </p:txBody>
      </p:sp>
      <p:sp>
        <p:nvSpPr>
          <p:cNvPr id="4" name="灯片编号占位符 3">
            <a:extLst>
              <a:ext uri="{FF2B5EF4-FFF2-40B4-BE49-F238E27FC236}">
                <a16:creationId xmlns:a16="http://schemas.microsoft.com/office/drawing/2014/main" id="{97268CC0-1A62-D704-39B4-B93A654089BF}"/>
              </a:ext>
            </a:extLst>
          </p:cNvPr>
          <p:cNvSpPr>
            <a:spLocks noGrp="1"/>
          </p:cNvSpPr>
          <p:nvPr>
            <p:ph type="sldNum" sz="quarter" idx="12"/>
          </p:nvPr>
        </p:nvSpPr>
        <p:spPr/>
        <p:txBody>
          <a:bodyPr/>
          <a:lstStyle/>
          <a:p>
            <a:fld id="{094DEB03-EFC6-4C20-8FC8-295189A5386F}" type="slidenum">
              <a:rPr lang="zh-CN" altLang="en-US" smtClean="0"/>
              <a:pPr/>
              <a:t>112</a:t>
            </a:fld>
            <a:endParaRPr lang="zh-CN" altLang="en-US"/>
          </a:p>
        </p:txBody>
      </p:sp>
    </p:spTree>
    <p:extLst>
      <p:ext uri="{BB962C8B-B14F-4D97-AF65-F5344CB8AC3E}">
        <p14:creationId xmlns:p14="http://schemas.microsoft.com/office/powerpoint/2010/main" val="446609998"/>
      </p:ext>
    </p:extLst>
  </p:cSld>
  <p:clrMapOvr>
    <a:masterClrMapping/>
  </p:clrMapOvr>
</p:sld>
</file>

<file path=ppt/slides/slide1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8" name="图片 7">
            <a:extLst>
              <a:ext uri="{FF2B5EF4-FFF2-40B4-BE49-F238E27FC236}">
                <a16:creationId xmlns:a16="http://schemas.microsoft.com/office/drawing/2014/main" id="{9A646754-C3D8-2E08-8387-2FD68AEC0685}"/>
              </a:ext>
            </a:extLst>
          </p:cNvPr>
          <p:cNvPicPr>
            <a:picLocks noChangeAspect="1"/>
          </p:cNvPicPr>
          <p:nvPr/>
        </p:nvPicPr>
        <p:blipFill>
          <a:blip r:embed="rId2">
            <a:clrChange>
              <a:clrFrom>
                <a:srgbClr val="FFFFFF"/>
              </a:clrFrom>
              <a:clrTo>
                <a:srgbClr val="FFFFFF">
                  <a:alpha val="0"/>
                </a:srgbClr>
              </a:clrTo>
            </a:clrChange>
          </a:blip>
          <a:stretch>
            <a:fillRect/>
          </a:stretch>
        </p:blipFill>
        <p:spPr>
          <a:xfrm>
            <a:off x="-29728" y="883086"/>
            <a:ext cx="9203455" cy="5896798"/>
          </a:xfrm>
          <a:prstGeom prst="rect">
            <a:avLst/>
          </a:prstGeom>
        </p:spPr>
      </p:pic>
      <p:sp>
        <p:nvSpPr>
          <p:cNvPr id="16386" name="Rectangle 2">
            <a:extLst>
              <a:ext uri="{FF2B5EF4-FFF2-40B4-BE49-F238E27FC236}">
                <a16:creationId xmlns:a16="http://schemas.microsoft.com/office/drawing/2014/main" id="{B111009E-5783-4033-98B2-34BB1769CA10}"/>
              </a:ext>
            </a:extLst>
          </p:cNvPr>
          <p:cNvSpPr>
            <a:spLocks noGrp="1" noChangeArrowheads="1"/>
          </p:cNvSpPr>
          <p:nvPr>
            <p:ph type="title"/>
          </p:nvPr>
        </p:nvSpPr>
        <p:spPr/>
        <p:txBody>
          <a:bodyPr/>
          <a:lstStyle/>
          <a:p>
            <a:pPr eaLnBrk="1" hangingPunct="1"/>
            <a:r>
              <a:rPr lang="zh-CN" altLang="en-US"/>
              <a:t>本节小结</a:t>
            </a:r>
          </a:p>
        </p:txBody>
      </p:sp>
      <p:sp>
        <p:nvSpPr>
          <p:cNvPr id="2" name="日期占位符 1">
            <a:extLst>
              <a:ext uri="{FF2B5EF4-FFF2-40B4-BE49-F238E27FC236}">
                <a16:creationId xmlns:a16="http://schemas.microsoft.com/office/drawing/2014/main" id="{93B7A9B4-5C5F-BC1F-DB8A-F0B71C6EBA7D}"/>
              </a:ext>
            </a:extLst>
          </p:cNvPr>
          <p:cNvSpPr>
            <a:spLocks noGrp="1"/>
          </p:cNvSpPr>
          <p:nvPr>
            <p:ph type="dt" sz="half" idx="10"/>
          </p:nvPr>
        </p:nvSpPr>
        <p:spPr/>
        <p:txBody>
          <a:bodyPr/>
          <a:lstStyle/>
          <a:p>
            <a:fld id="{9C3B9B9B-86D5-4361-B22D-454B5939856E}" type="datetime2">
              <a:rPr lang="zh-CN" altLang="en-US" smtClean="0"/>
              <a:pPr/>
              <a:t>2025年11月26日</a:t>
            </a:fld>
            <a:endParaRPr lang="zh-CN" altLang="en-US"/>
          </a:p>
        </p:txBody>
      </p:sp>
      <p:sp>
        <p:nvSpPr>
          <p:cNvPr id="3" name="页脚占位符 2">
            <a:extLst>
              <a:ext uri="{FF2B5EF4-FFF2-40B4-BE49-F238E27FC236}">
                <a16:creationId xmlns:a16="http://schemas.microsoft.com/office/drawing/2014/main" id="{C8729596-DB91-1B19-16EC-BDC39DBACB61}"/>
              </a:ext>
            </a:extLst>
          </p:cNvPr>
          <p:cNvSpPr>
            <a:spLocks noGrp="1"/>
          </p:cNvSpPr>
          <p:nvPr>
            <p:ph type="ftr" sz="quarter" idx="11"/>
          </p:nvPr>
        </p:nvSpPr>
        <p:spPr/>
        <p:txBody>
          <a:bodyPr/>
          <a:lstStyle/>
          <a:p>
            <a:r>
              <a:rPr lang="zh-CN" altLang="en-US"/>
              <a:t>编译原理</a:t>
            </a:r>
            <a:r>
              <a:rPr lang="en-US" altLang="zh-CN"/>
              <a:t>-</a:t>
            </a:r>
            <a:r>
              <a:rPr lang="zh-CN" altLang="en-US"/>
              <a:t>王欣捷</a:t>
            </a:r>
            <a:r>
              <a:rPr lang="en-US" altLang="zh-CN"/>
              <a:t>-</a:t>
            </a:r>
            <a:r>
              <a:rPr lang="zh-CN" altLang="en-US"/>
              <a:t>第三章 语法分析</a:t>
            </a:r>
            <a:r>
              <a:rPr lang="en-US" altLang="zh-CN"/>
              <a:t>(4)</a:t>
            </a:r>
            <a:endParaRPr lang="zh-CN" altLang="en-US"/>
          </a:p>
        </p:txBody>
      </p:sp>
      <p:sp>
        <p:nvSpPr>
          <p:cNvPr id="4" name="灯片编号占位符 3">
            <a:extLst>
              <a:ext uri="{FF2B5EF4-FFF2-40B4-BE49-F238E27FC236}">
                <a16:creationId xmlns:a16="http://schemas.microsoft.com/office/drawing/2014/main" id="{97268CC0-1A62-D704-39B4-B93A654089BF}"/>
              </a:ext>
            </a:extLst>
          </p:cNvPr>
          <p:cNvSpPr>
            <a:spLocks noGrp="1"/>
          </p:cNvSpPr>
          <p:nvPr>
            <p:ph type="sldNum" sz="quarter" idx="12"/>
          </p:nvPr>
        </p:nvSpPr>
        <p:spPr/>
        <p:txBody>
          <a:bodyPr/>
          <a:lstStyle/>
          <a:p>
            <a:fld id="{094DEB03-EFC6-4C20-8FC8-295189A5386F}" type="slidenum">
              <a:rPr lang="zh-CN" altLang="en-US" smtClean="0"/>
              <a:pPr/>
              <a:t>113</a:t>
            </a:fld>
            <a:endParaRPr lang="zh-CN" altLang="en-US"/>
          </a:p>
        </p:txBody>
      </p:sp>
    </p:spTree>
    <p:extLst>
      <p:ext uri="{BB962C8B-B14F-4D97-AF65-F5344CB8AC3E}">
        <p14:creationId xmlns:p14="http://schemas.microsoft.com/office/powerpoint/2010/main" val="2329577245"/>
      </p:ext>
    </p:extLst>
  </p:cSld>
  <p:clrMapOvr>
    <a:masterClrMapping/>
  </p:clrMapOvr>
</p:sld>
</file>

<file path=ppt/tags/tag1.xml><?xml version="1.0" encoding="utf-8"?>
<p:tagLst xmlns:a="http://schemas.openxmlformats.org/drawingml/2006/main" xmlns:r="http://schemas.openxmlformats.org/officeDocument/2006/relationships" xmlns:p="http://schemas.openxmlformats.org/presentationml/2006/main">
  <p:tag name="RAINPROBLEM" val="MultipleChoice"/>
  <p:tag name="PROBLEMSCORE" val="1.0"/>
</p:tagLst>
</file>

<file path=ppt/tags/tag2.xml><?xml version="1.0" encoding="utf-8"?>
<p:tagLst xmlns:a="http://schemas.openxmlformats.org/drawingml/2006/main" xmlns:r="http://schemas.openxmlformats.org/officeDocument/2006/relationships" xmlns:p="http://schemas.openxmlformats.org/presentationml/2006/main">
  <p:tag name="RAINPROBLEM" val="ProblemBody"/>
</p:tagLst>
</file>

<file path=ppt/tags/tag3.xml><?xml version="1.0" encoding="utf-8"?>
<p:tagLst xmlns:a="http://schemas.openxmlformats.org/drawingml/2006/main" xmlns:r="http://schemas.openxmlformats.org/officeDocument/2006/relationships" xmlns:p="http://schemas.openxmlformats.org/presentationml/2006/main">
  <p:tag name="RAINPROBLEM" val="ProblemItem"/>
</p:tagLst>
</file>

<file path=ppt/tags/tag4.xml><?xml version="1.0" encoding="utf-8"?>
<p:tagLst xmlns:a="http://schemas.openxmlformats.org/drawingml/2006/main" xmlns:r="http://schemas.openxmlformats.org/officeDocument/2006/relationships" xmlns:p="http://schemas.openxmlformats.org/presentationml/2006/main">
  <p:tag name="RAINPROBLEM" val="ProblemItem"/>
</p:tagLst>
</file>

<file path=ppt/tags/tag5.xml><?xml version="1.0" encoding="utf-8"?>
<p:tagLst xmlns:a="http://schemas.openxmlformats.org/drawingml/2006/main" xmlns:r="http://schemas.openxmlformats.org/officeDocument/2006/relationships" xmlns:p="http://schemas.openxmlformats.org/presentationml/2006/main">
  <p:tag name="RAINPROBLEM" val="ProblemItem"/>
</p:tagLst>
</file>

<file path=ppt/tags/tag6.xml><?xml version="1.0" encoding="utf-8"?>
<p:tagLst xmlns:a="http://schemas.openxmlformats.org/drawingml/2006/main" xmlns:r="http://schemas.openxmlformats.org/officeDocument/2006/relationships" xmlns:p="http://schemas.openxmlformats.org/presentationml/2006/main">
  <p:tag name="RAINPROBLEM" val="ProblemItem"/>
</p:tagLst>
</file>

<file path=ppt/tags/tag7.xml><?xml version="1.0" encoding="utf-8"?>
<p:tagLst xmlns:a="http://schemas.openxmlformats.org/drawingml/2006/main" xmlns:r="http://schemas.openxmlformats.org/officeDocument/2006/relationships" xmlns:p="http://schemas.openxmlformats.org/presentationml/2006/main">
  <p:tag name="RAINPROBLEM" val="ProblemBullet"/>
  <p:tag name="RAINPROBLEMTYPE" val="MultipleChoice"/>
  <p:tag name="RAINBULLET" val="Correct"/>
</p:tagLst>
</file>

<file path=ppt/tags/tag8.xml><?xml version="1.0" encoding="utf-8"?>
<p:tagLst xmlns:a="http://schemas.openxmlformats.org/drawingml/2006/main" xmlns:r="http://schemas.openxmlformats.org/officeDocument/2006/relationships" xmlns:p="http://schemas.openxmlformats.org/presentationml/2006/main">
  <p:tag name="RAINPROBLEM" val="ProblemBullet"/>
  <p:tag name="RAINPROBLEMTYPE" val="MultipleChoice"/>
  <p:tag name="RAINBULLET" val="Wrong"/>
</p:tagLst>
</file>

<file path=ppt/tags/tag9.xml><?xml version="1.0" encoding="utf-8"?>
<p:tagLst xmlns:a="http://schemas.openxmlformats.org/drawingml/2006/main" xmlns:r="http://schemas.openxmlformats.org/officeDocument/2006/relationships" xmlns:p="http://schemas.openxmlformats.org/presentationml/2006/main">
  <p:tag name="RAINPROBLEM" val="ProblemBullet"/>
  <p:tag name="RAINPROBLEMTYPE" val="MultipleChoice"/>
  <p:tag name="RAINBULLET" val="Wrong"/>
</p:tagLst>
</file>

<file path=ppt/tags/tag10.xml><?xml version="1.0" encoding="utf-8"?>
<p:tagLst xmlns:a="http://schemas.openxmlformats.org/drawingml/2006/main" xmlns:r="http://schemas.openxmlformats.org/officeDocument/2006/relationships" xmlns:p="http://schemas.openxmlformats.org/presentationml/2006/main">
  <p:tag name="RAINPROBLEM" val="ProblemBullet"/>
  <p:tag name="RAINPROBLEMTYPE" val="MultipleChoice"/>
  <p:tag name="RAINBULLET" val="Wrong"/>
</p:tagLst>
</file>

<file path=ppt/tags/tag11.xml><?xml version="1.0" encoding="utf-8"?>
<p:tagLst xmlns:a="http://schemas.openxmlformats.org/drawingml/2006/main" xmlns:r="http://schemas.openxmlformats.org/officeDocument/2006/relationships" xmlns:p="http://schemas.openxmlformats.org/presentationml/2006/main">
  <p:tag name="RAINPROBLEM" val="ProblemSubmit"/>
  <p:tag name="RAINPROBLEMTYPE" val="MultipleChoice"/>
</p:tagLst>
</file>

<file path=ppt/tags/tag12.xml><?xml version="1.0" encoding="utf-8"?>
<p:tagLst xmlns:a="http://schemas.openxmlformats.org/drawingml/2006/main" xmlns:r="http://schemas.openxmlformats.org/officeDocument/2006/relationships" xmlns:p="http://schemas.openxmlformats.org/presentationml/2006/main">
  <p:tag name="RAINPROBLEMTYPE" val="ProblemTypeMarker"/>
</p:tagLst>
</file>

<file path=ppt/tags/tag13.xml><?xml version="1.0" encoding="utf-8"?>
<p:tagLst xmlns:a="http://schemas.openxmlformats.org/drawingml/2006/main" xmlns:r="http://schemas.openxmlformats.org/officeDocument/2006/relationships" xmlns:p="http://schemas.openxmlformats.org/presentationml/2006/main">
  <p:tag name="RAINPROBLEM" val="ProblemSetting"/>
  <p:tag name="RAINPROBLEMTYPE" val="MultipleChoice"/>
</p:tagLst>
</file>

<file path=ppt/tags/tag14.xml><?xml version="1.0" encoding="utf-8"?>
<p:tagLst xmlns:a="http://schemas.openxmlformats.org/drawingml/2006/main" xmlns:r="http://schemas.openxmlformats.org/officeDocument/2006/relationships" xmlns:p="http://schemas.openxmlformats.org/presentationml/2006/main">
  <p:tag name="RAINPROBLEMTYPE" val="ProblemTypeMarker"/>
</p:tagLst>
</file>

<file path=ppt/tags/tag15.xml><?xml version="1.0" encoding="utf-8"?>
<p:tagLst xmlns:a="http://schemas.openxmlformats.org/drawingml/2006/main" xmlns:r="http://schemas.openxmlformats.org/officeDocument/2006/relationships" xmlns:p="http://schemas.openxmlformats.org/presentationml/2006/main">
  <p:tag name="RAINPROBLEMTYPE" val="ProblemTypeMarker"/>
</p:tagLst>
</file>

<file path=ppt/tags/tag16.xml><?xml version="1.0" encoding="utf-8"?>
<p:tagLst xmlns:a="http://schemas.openxmlformats.org/drawingml/2006/main" xmlns:r="http://schemas.openxmlformats.org/officeDocument/2006/relationships" xmlns:p="http://schemas.openxmlformats.org/presentationml/2006/main">
  <p:tag name="RAINPROBLEMTYPE" val="ProblemTypeMarker"/>
</p:tagLst>
</file>

<file path=ppt/tags/tag17.xml><?xml version="1.0" encoding="utf-8"?>
<p:tagLst xmlns:a="http://schemas.openxmlformats.org/drawingml/2006/main" xmlns:r="http://schemas.openxmlformats.org/officeDocument/2006/relationships" xmlns:p="http://schemas.openxmlformats.org/presentationml/2006/main">
  <p:tag name="RAINPROBLEMTYPE" val="ProblemTypeMarker"/>
</p:tagLst>
</file>

<file path=ppt/tags/tag18.xml><?xml version="1.0" encoding="utf-8"?>
<p:tagLst xmlns:a="http://schemas.openxmlformats.org/drawingml/2006/main" xmlns:r="http://schemas.openxmlformats.org/officeDocument/2006/relationships" xmlns:p="http://schemas.openxmlformats.org/presentationml/2006/main">
  <p:tag name="RAINPROBLEM" val="MultipleChoice"/>
  <p:tag name="PROBLEMSCORE" val="1.0"/>
  <p:tag name="PROBLEMREMARK" val="C"/>
  <p:tag name="PROBLEMHASREMARK" val="False"/>
</p:tagLst>
</file>

<file path=ppt/tags/tag19.xml><?xml version="1.0" encoding="utf-8"?>
<p:tagLst xmlns:a="http://schemas.openxmlformats.org/drawingml/2006/main" xmlns:r="http://schemas.openxmlformats.org/officeDocument/2006/relationships" xmlns:p="http://schemas.openxmlformats.org/presentationml/2006/main">
  <p:tag name="RAINPROBLEM" val="ProblemRemarkBoard"/>
</p:tagLst>
</file>

<file path=ppt/tags/tag20.xml><?xml version="1.0" encoding="utf-8"?>
<p:tagLst xmlns:a="http://schemas.openxmlformats.org/drawingml/2006/main" xmlns:r="http://schemas.openxmlformats.org/officeDocument/2006/relationships" xmlns:p="http://schemas.openxmlformats.org/presentationml/2006/main">
  <p:tag name="RAINPROBLEM" val="ProblemBody"/>
</p:tagLst>
</file>

<file path=ppt/tags/tag21.xml><?xml version="1.0" encoding="utf-8"?>
<p:tagLst xmlns:a="http://schemas.openxmlformats.org/drawingml/2006/main" xmlns:r="http://schemas.openxmlformats.org/officeDocument/2006/relationships" xmlns:p="http://schemas.openxmlformats.org/presentationml/2006/main">
  <p:tag name="RAINPROBLEM" val="ProblemItem"/>
</p:tagLst>
</file>

<file path=ppt/tags/tag22.xml><?xml version="1.0" encoding="utf-8"?>
<p:tagLst xmlns:a="http://schemas.openxmlformats.org/drawingml/2006/main" xmlns:r="http://schemas.openxmlformats.org/officeDocument/2006/relationships" xmlns:p="http://schemas.openxmlformats.org/presentationml/2006/main">
  <p:tag name="RAINPROBLEM" val="ProblemItem"/>
</p:tagLst>
</file>

<file path=ppt/tags/tag23.xml><?xml version="1.0" encoding="utf-8"?>
<p:tagLst xmlns:a="http://schemas.openxmlformats.org/drawingml/2006/main" xmlns:r="http://schemas.openxmlformats.org/officeDocument/2006/relationships" xmlns:p="http://schemas.openxmlformats.org/presentationml/2006/main">
  <p:tag name="RAINPROBLEM" val="ProblemItem"/>
</p:tagLst>
</file>

<file path=ppt/tags/tag24.xml><?xml version="1.0" encoding="utf-8"?>
<p:tagLst xmlns:a="http://schemas.openxmlformats.org/drawingml/2006/main" xmlns:r="http://schemas.openxmlformats.org/officeDocument/2006/relationships" xmlns:p="http://schemas.openxmlformats.org/presentationml/2006/main">
  <p:tag name="RAINPROBLEM" val="ProblemItem"/>
</p:tagLst>
</file>

<file path=ppt/tags/tag25.xml><?xml version="1.0" encoding="utf-8"?>
<p:tagLst xmlns:a="http://schemas.openxmlformats.org/drawingml/2006/main" xmlns:r="http://schemas.openxmlformats.org/officeDocument/2006/relationships" xmlns:p="http://schemas.openxmlformats.org/presentationml/2006/main">
  <p:tag name="RAINPROBLEM" val="ProblemBullet"/>
  <p:tag name="RAINPROBLEMTYPE" val="MultipleChoice"/>
  <p:tag name="RAINBULLET" val="Wrong"/>
</p:tagLst>
</file>

<file path=ppt/tags/tag26.xml><?xml version="1.0" encoding="utf-8"?>
<p:tagLst xmlns:a="http://schemas.openxmlformats.org/drawingml/2006/main" xmlns:r="http://schemas.openxmlformats.org/officeDocument/2006/relationships" xmlns:p="http://schemas.openxmlformats.org/presentationml/2006/main">
  <p:tag name="RAINPROBLEM" val="ProblemBullet"/>
  <p:tag name="RAINPROBLEMTYPE" val="MultipleChoice"/>
  <p:tag name="RAINBULLET" val="Wrong"/>
</p:tagLst>
</file>

<file path=ppt/tags/tag27.xml><?xml version="1.0" encoding="utf-8"?>
<p:tagLst xmlns:a="http://schemas.openxmlformats.org/drawingml/2006/main" xmlns:r="http://schemas.openxmlformats.org/officeDocument/2006/relationships" xmlns:p="http://schemas.openxmlformats.org/presentationml/2006/main">
  <p:tag name="RAINPROBLEM" val="ProblemBullet"/>
  <p:tag name="RAINPROBLEMTYPE" val="MultipleChoice"/>
  <p:tag name="RAINBULLET" val="Correct"/>
</p:tagLst>
</file>

<file path=ppt/tags/tag28.xml><?xml version="1.0" encoding="utf-8"?>
<p:tagLst xmlns:a="http://schemas.openxmlformats.org/drawingml/2006/main" xmlns:r="http://schemas.openxmlformats.org/officeDocument/2006/relationships" xmlns:p="http://schemas.openxmlformats.org/presentationml/2006/main">
  <p:tag name="RAINPROBLEM" val="ProblemBullet"/>
  <p:tag name="RAINPROBLEMTYPE" val="MultipleChoice"/>
  <p:tag name="RAINBULLET" val="Wrong"/>
</p:tagLst>
</file>

<file path=ppt/tags/tag29.xml><?xml version="1.0" encoding="utf-8"?>
<p:tagLst xmlns:a="http://schemas.openxmlformats.org/drawingml/2006/main" xmlns:r="http://schemas.openxmlformats.org/officeDocument/2006/relationships" xmlns:p="http://schemas.openxmlformats.org/presentationml/2006/main">
  <p:tag name="RAINPROBLEM" val="ProblemSubmit"/>
  <p:tag name="RAINPROBLEMTYPE" val="MultipleChoice"/>
</p:tagLst>
</file>

<file path=ppt/tags/tag30.xml><?xml version="1.0" encoding="utf-8"?>
<p:tagLst xmlns:a="http://schemas.openxmlformats.org/drawingml/2006/main" xmlns:r="http://schemas.openxmlformats.org/officeDocument/2006/relationships" xmlns:p="http://schemas.openxmlformats.org/presentationml/2006/main">
  <p:tag name="PROBLEMREMARKTITLE" val="ProblemRemarkBoardTip"/>
</p:tagLst>
</file>

<file path=ppt/tags/tag31.xml><?xml version="1.0" encoding="utf-8"?>
<p:tagLst xmlns:a="http://schemas.openxmlformats.org/drawingml/2006/main" xmlns:r="http://schemas.openxmlformats.org/officeDocument/2006/relationships" xmlns:p="http://schemas.openxmlformats.org/presentationml/2006/main">
  <p:tag name="RAINPROBLEM" val="ProblemRemark"/>
</p:tagLst>
</file>

<file path=ppt/tags/tag32.xml><?xml version="1.0" encoding="utf-8"?>
<p:tagLst xmlns:a="http://schemas.openxmlformats.org/drawingml/2006/main" xmlns:r="http://schemas.openxmlformats.org/officeDocument/2006/relationships" xmlns:p="http://schemas.openxmlformats.org/presentationml/2006/main">
  <p:tag name="PROBLEMREMARKTITLE" val="ProblemRemarkBoardTitle"/>
</p:tagLst>
</file>

<file path=ppt/tags/tag33.xml><?xml version="1.0" encoding="utf-8"?>
<p:tagLst xmlns:a="http://schemas.openxmlformats.org/drawingml/2006/main" xmlns:r="http://schemas.openxmlformats.org/officeDocument/2006/relationships" xmlns:p="http://schemas.openxmlformats.org/presentationml/2006/main">
  <p:tag name="RAINPROBLEMTYPE" val="ProblemTypeMarker"/>
</p:tagLst>
</file>

<file path=ppt/tags/tag34.xml><?xml version="1.0" encoding="utf-8"?>
<p:tagLst xmlns:a="http://schemas.openxmlformats.org/drawingml/2006/main" xmlns:r="http://schemas.openxmlformats.org/officeDocument/2006/relationships" xmlns:p="http://schemas.openxmlformats.org/presentationml/2006/main">
  <p:tag name="RAINPROBLEM" val="ProblemSetting"/>
  <p:tag name="RAINPROBLEMTYPE" val="MultipleChoice"/>
</p:tagLst>
</file>

<file path=ppt/tags/tag35.xml><?xml version="1.0" encoding="utf-8"?>
<p:tagLst xmlns:a="http://schemas.openxmlformats.org/drawingml/2006/main" xmlns:r="http://schemas.openxmlformats.org/officeDocument/2006/relationships" xmlns:p="http://schemas.openxmlformats.org/presentationml/2006/main">
  <p:tag name="RAINPROBLEMTYPE" val="ProblemTypeMarker"/>
</p:tagLst>
</file>

<file path=ppt/tags/tag36.xml><?xml version="1.0" encoding="utf-8"?>
<p:tagLst xmlns:a="http://schemas.openxmlformats.org/drawingml/2006/main" xmlns:r="http://schemas.openxmlformats.org/officeDocument/2006/relationships" xmlns:p="http://schemas.openxmlformats.org/presentationml/2006/main">
  <p:tag name="RAINPROBLEMTYPE" val="ProblemTypeMarker"/>
</p:tagLst>
</file>

<file path=ppt/tags/tag37.xml><?xml version="1.0" encoding="utf-8"?>
<p:tagLst xmlns:a="http://schemas.openxmlformats.org/drawingml/2006/main" xmlns:r="http://schemas.openxmlformats.org/officeDocument/2006/relationships" xmlns:p="http://schemas.openxmlformats.org/presentationml/2006/main">
  <p:tag name="RAINPROBLEMTYPE" val="ProblemTypeMarker"/>
</p:tagLst>
</file>

<file path=ppt/tags/tag38.xml><?xml version="1.0" encoding="utf-8"?>
<p:tagLst xmlns:a="http://schemas.openxmlformats.org/drawingml/2006/main" xmlns:r="http://schemas.openxmlformats.org/officeDocument/2006/relationships" xmlns:p="http://schemas.openxmlformats.org/presentationml/2006/main">
  <p:tag name="RAINPROBLEMTYPE" val="ProblemTypeMarker"/>
</p:tagLst>
</file>

<file path=ppt/tags/tag39.xml><?xml version="1.0" encoding="utf-8"?>
<p:tagLst xmlns:a="http://schemas.openxmlformats.org/drawingml/2006/main" xmlns:r="http://schemas.openxmlformats.org/officeDocument/2006/relationships" xmlns:p="http://schemas.openxmlformats.org/presentationml/2006/main">
  <p:tag name="PROBLEMREMARKTITLE" val="ProblemRemarkBoardTitle"/>
</p:tagLst>
</file>

<file path=ppt/tags/tag40.xml><?xml version="1.0" encoding="utf-8"?>
<p:tagLst xmlns:a="http://schemas.openxmlformats.org/drawingml/2006/main" xmlns:r="http://schemas.openxmlformats.org/officeDocument/2006/relationships" xmlns:p="http://schemas.openxmlformats.org/presentationml/2006/main">
  <p:tag name="PROBLEMREMARKTITLE" val="ProblemRemarkBoardTitle"/>
</p:tagLst>
</file>

<file path=ppt/tags/tag41.xml><?xml version="1.0" encoding="utf-8"?>
<p:tagLst xmlns:a="http://schemas.openxmlformats.org/drawingml/2006/main" xmlns:r="http://schemas.openxmlformats.org/officeDocument/2006/relationships" xmlns:p="http://schemas.openxmlformats.org/presentationml/2006/main">
  <p:tag name="PROBLEMREMARKTITLE" val="ProblemRemarkBoardTitle"/>
</p:tagLst>
</file>

<file path=ppt/theme/theme1.xml><?xml version="1.0" encoding="utf-8"?>
<a:theme xmlns:a="http://schemas.openxmlformats.org/drawingml/2006/main" name="主题1">
  <a:themeElements>
    <a:clrScheme name="Office">
      <a:dk1>
        <a:sysClr val="windowText" lastClr="000000"/>
      </a:dk1>
      <a:lt1>
        <a:sysClr val="window" lastClr="FFFFFF"/>
      </a:lt1>
      <a:dk2>
        <a:srgbClr val="44546A"/>
      </a:dk2>
      <a:lt2>
        <a:srgbClr val="E7E6E6"/>
      </a:lt2>
      <a:accent1>
        <a:srgbClr val="4472C4"/>
      </a:accent1>
      <a:accent2>
        <a:srgbClr val="ED7D31"/>
      </a:accent2>
      <a:accent3>
        <a:srgbClr val="A5A5A5"/>
      </a:accent3>
      <a:accent4>
        <a:srgbClr val="FFC000"/>
      </a:accent4>
      <a:accent5>
        <a:srgbClr val="5B9BD5"/>
      </a:accent5>
      <a:accent6>
        <a:srgbClr val="70AD47"/>
      </a:accent6>
      <a:hlink>
        <a:srgbClr val="0563C1"/>
      </a:hlink>
      <a:folHlink>
        <a:srgbClr val="954F72"/>
      </a:folHlink>
    </a:clrScheme>
    <a:fontScheme name="编译原理">
      <a:majorFont>
        <a:latin typeface="Times New Roman"/>
        <a:ea typeface="黑体"/>
        <a:cs typeface=""/>
      </a:majorFont>
      <a:minorFont>
        <a:latin typeface="Times New Roman"/>
        <a:ea typeface="黑体"/>
        <a:cs typeface=""/>
      </a:minorFont>
    </a:fontScheme>
    <a:fmtScheme name="Office 主题​​">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主题1" id="{E1A4A9B1-7E4E-47AA-AA07-2768A6A8C14F}" vid="{86F4E090-C3C9-4325-B7F9-CF07F329FE49}"/>
    </a:ext>
  </a:extLst>
</a:theme>
</file>

<file path=ppt/theme/theme2.xml><?xml version="1.0" encoding="utf-8"?>
<a:theme xmlns:a="http://schemas.openxmlformats.org/drawingml/2006/main" name="Office 主题​​">
  <a:themeElements>
    <a:clrScheme name="Office">
      <a:dk1>
        <a:sysClr val="windowText" lastClr="000000"/>
      </a:dk1>
      <a:lt1>
        <a:sysClr val="window" lastClr="FFFFFF"/>
      </a:lt1>
      <a:dk2>
        <a:srgbClr val="44546A"/>
      </a:dk2>
      <a:lt2>
        <a:srgbClr val="E7E6E6"/>
      </a:lt2>
      <a:accent1>
        <a:srgbClr val="4472C4"/>
      </a:accent1>
      <a:accent2>
        <a:srgbClr val="ED7D31"/>
      </a:accent2>
      <a:accent3>
        <a:srgbClr val="A5A5A5"/>
      </a:accent3>
      <a:accent4>
        <a:srgbClr val="FFC000"/>
      </a:accent4>
      <a:accent5>
        <a:srgbClr val="5B9BD5"/>
      </a:accent5>
      <a:accent6>
        <a:srgbClr val="70AD47"/>
      </a:accent6>
      <a:hlink>
        <a:srgbClr val="0563C1"/>
      </a:hlink>
      <a:folHlink>
        <a:srgbClr val="954F72"/>
      </a:folHlink>
    </a:clrScheme>
    <a:fontScheme name="Office">
      <a:majorFont>
        <a:latin typeface="等线 Light" panose="020F030202020403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ajorFont>
      <a:minorFont>
        <a:latin typeface="等线" panose="020F050202020403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docProps/app.xml><?xml version="1.0" encoding="utf-8"?>
<Properties xmlns="http://schemas.openxmlformats.org/officeDocument/2006/extended-properties" xmlns:vt="http://schemas.openxmlformats.org/officeDocument/2006/docPropsVTypes">
  <Template>主题1</Template>
  <TotalTime>119</TotalTime>
  <Words>11099</Words>
  <Application>Microsoft Office PowerPoint</Application>
  <PresentationFormat>全屏显示(4:3)</PresentationFormat>
  <Paragraphs>2548</Paragraphs>
  <Slides>113</Slides>
  <Notes>8</Notes>
  <HiddenSlides>0</HiddenSlides>
  <MMClips>0</MMClips>
  <ScaleCrop>false</ScaleCrop>
  <HeadingPairs>
    <vt:vector size="6" baseType="variant">
      <vt:variant>
        <vt:lpstr>已用的字体</vt:lpstr>
      </vt:variant>
      <vt:variant>
        <vt:i4>10</vt:i4>
      </vt:variant>
      <vt:variant>
        <vt:lpstr>主题</vt:lpstr>
      </vt:variant>
      <vt:variant>
        <vt:i4>1</vt:i4>
      </vt:variant>
      <vt:variant>
        <vt:lpstr>幻灯片标题</vt:lpstr>
      </vt:variant>
      <vt:variant>
        <vt:i4>113</vt:i4>
      </vt:variant>
    </vt:vector>
  </HeadingPairs>
  <TitlesOfParts>
    <vt:vector size="124" baseType="lpstr">
      <vt:lpstr>-apple-system</vt:lpstr>
      <vt:lpstr>等线</vt:lpstr>
      <vt:lpstr>华文彩云</vt:lpstr>
      <vt:lpstr>宋体</vt:lpstr>
      <vt:lpstr>Microsoft Yahei</vt:lpstr>
      <vt:lpstr>Arial</vt:lpstr>
      <vt:lpstr>Symbol</vt:lpstr>
      <vt:lpstr>Tahoma</vt:lpstr>
      <vt:lpstr>Times New Roman</vt:lpstr>
      <vt:lpstr>Wingdings</vt:lpstr>
      <vt:lpstr>主题1</vt:lpstr>
      <vt:lpstr>第三章 语法分析(4)</vt:lpstr>
      <vt:lpstr>上次课回顾</vt:lpstr>
      <vt:lpstr>上次课回顾</vt:lpstr>
      <vt:lpstr>上次课回顾</vt:lpstr>
      <vt:lpstr>上次课回顾</vt:lpstr>
      <vt:lpstr>上次课回顾</vt:lpstr>
      <vt:lpstr>上次课回顾</vt:lpstr>
      <vt:lpstr>本次课内容</vt:lpstr>
      <vt:lpstr>3.3.4 非递归的预测分析</vt:lpstr>
      <vt:lpstr>3.3.4 非递归的预测分析</vt:lpstr>
      <vt:lpstr>PowerPoint 演示文稿</vt:lpstr>
      <vt:lpstr>3.3.4 非递归的预测分析</vt:lpstr>
      <vt:lpstr>3.3.4 非递归的预测分析</vt:lpstr>
      <vt:lpstr>3.3.4 非递归的预测分析</vt:lpstr>
      <vt:lpstr>3.3.4 非递归的预测分析</vt:lpstr>
      <vt:lpstr>3.3.4 非递归的预测分析</vt:lpstr>
      <vt:lpstr>3.3.4 非递归的预测分析</vt:lpstr>
      <vt:lpstr>3.3.4 非递归的预测分析</vt:lpstr>
      <vt:lpstr>3.3.4 非递归的预测分析</vt:lpstr>
      <vt:lpstr>3.3.4 非递归的预测分析</vt:lpstr>
      <vt:lpstr>3.3.4 非递归的预测分析</vt:lpstr>
      <vt:lpstr>3.3.4 非递归的预测分析</vt:lpstr>
      <vt:lpstr>3.3.4 非递归的预测分析</vt:lpstr>
      <vt:lpstr>3.3.4 非递归的预测分析</vt:lpstr>
      <vt:lpstr>3.3.4 非递归的预测分析</vt:lpstr>
      <vt:lpstr>3.3.4 非递归的预测分析</vt:lpstr>
      <vt:lpstr>3.3.4 非递归的预测分析</vt:lpstr>
      <vt:lpstr>3.3.4 非递归的预测分析</vt:lpstr>
      <vt:lpstr>3.3.4 非递归的预测分析</vt:lpstr>
      <vt:lpstr>3.3.4 非递归的预测分析</vt:lpstr>
      <vt:lpstr>3.3.4 非递归的预测分析</vt:lpstr>
      <vt:lpstr>3.3.4 非递归的预测分析</vt:lpstr>
      <vt:lpstr>3.3.4 非递归的预测分析</vt:lpstr>
      <vt:lpstr>3.3.4 非递归的预测分析</vt:lpstr>
      <vt:lpstr>3.3.4 非递归的预测分析</vt:lpstr>
      <vt:lpstr>3.3.5 构造预测分析表</vt:lpstr>
      <vt:lpstr>3.3.5 构造预测分析表</vt:lpstr>
      <vt:lpstr>3.3.5 构造预测分析表</vt:lpstr>
      <vt:lpstr>3.3.5 构造预测分析表</vt:lpstr>
      <vt:lpstr>3.3.5 构造预测分析表</vt:lpstr>
      <vt:lpstr>3.3.5 构造预测分析表</vt:lpstr>
      <vt:lpstr>3.3.5 构造预测分析表</vt:lpstr>
      <vt:lpstr>3.3.5 构造预测分析表</vt:lpstr>
      <vt:lpstr>3.3.5 构造预测分析表</vt:lpstr>
      <vt:lpstr>3.3.5 构造预测分析表</vt:lpstr>
      <vt:lpstr>3.3.5 构造预测分析表</vt:lpstr>
      <vt:lpstr>3.3.5 构造预测分析表</vt:lpstr>
      <vt:lpstr>3.3.5 构造预测分析表</vt:lpstr>
      <vt:lpstr>3.3.5 构造预测分析表</vt:lpstr>
      <vt:lpstr>3.3.5 构造预测分析表</vt:lpstr>
      <vt:lpstr>3.3.5 构造预测分析表</vt:lpstr>
      <vt:lpstr>3.3.5 构造预测分析表</vt:lpstr>
      <vt:lpstr>PowerPoint 演示文稿</vt:lpstr>
      <vt:lpstr>3.3.5 构造预测分析表</vt:lpstr>
      <vt:lpstr>3.3.5 构造预测分析表</vt:lpstr>
      <vt:lpstr>3.3.5 构造预测分析表</vt:lpstr>
      <vt:lpstr>3.3.5 构造预测分析表</vt:lpstr>
      <vt:lpstr>3.3.5 构造预测分析表</vt:lpstr>
      <vt:lpstr>3.3.6 预测分析的错误恢复</vt:lpstr>
      <vt:lpstr>3.3.6 预测分析的错误恢复</vt:lpstr>
      <vt:lpstr>3.3.6 预测分析的错误恢复</vt:lpstr>
      <vt:lpstr>3.3.6 预测分析的错误恢复</vt:lpstr>
      <vt:lpstr>3.3.6 预测分析的错误恢复</vt:lpstr>
      <vt:lpstr>3.3.6 预测分析的错误恢复</vt:lpstr>
      <vt:lpstr>3.3.6 预测分析的错误恢复</vt:lpstr>
      <vt:lpstr>3.3.6 预测分析的错误恢复</vt:lpstr>
      <vt:lpstr>3.3.6 预测分析的错误恢复</vt:lpstr>
      <vt:lpstr>3.3.6 预测分析的错误恢复</vt:lpstr>
      <vt:lpstr>3.3.6 预测分析的错误恢复</vt:lpstr>
      <vt:lpstr>3.3.6 预测分析的错误恢复</vt:lpstr>
      <vt:lpstr>3.3.6 预测分析的错误恢复</vt:lpstr>
      <vt:lpstr>3.3.6 预测分析的错误恢复</vt:lpstr>
      <vt:lpstr>3.3.6 预测分析的错误恢复</vt:lpstr>
      <vt:lpstr>3.3.6 预测分析的错误恢复</vt:lpstr>
      <vt:lpstr>3.3.6 预测分析的错误恢复</vt:lpstr>
      <vt:lpstr>3.3.6 预测分析的错误恢复</vt:lpstr>
      <vt:lpstr>3.3.6 预测分析的错误恢复</vt:lpstr>
      <vt:lpstr>3.3.6 预测分析的错误恢复</vt:lpstr>
      <vt:lpstr>3.3.6 预测分析的错误恢复</vt:lpstr>
      <vt:lpstr>3.3.6 预测分析的错误恢复</vt:lpstr>
      <vt:lpstr>3.3.6 预测分析的错误恢复</vt:lpstr>
      <vt:lpstr>3.3.6 预测分析的错误恢复</vt:lpstr>
      <vt:lpstr>3.3.6 预测分析的错误恢复</vt:lpstr>
      <vt:lpstr>3.3.6 预测分析的错误恢复</vt:lpstr>
      <vt:lpstr>3.3.6 预测分析的错误恢复</vt:lpstr>
      <vt:lpstr>3.3.6 预测分析的错误恢复</vt:lpstr>
      <vt:lpstr>3.3.6 预测分析的错误恢复</vt:lpstr>
      <vt:lpstr>3.3.6 预测分析的错误恢复</vt:lpstr>
      <vt:lpstr>3.3.6 预测分析的错误恢复</vt:lpstr>
      <vt:lpstr>3.3.6 预测分析的错误恢复</vt:lpstr>
      <vt:lpstr>3.3.6 预测分析的错误恢复</vt:lpstr>
      <vt:lpstr>3.3.6 预测分析的错误恢复</vt:lpstr>
      <vt:lpstr>3.3.6 预测分析的错误恢复</vt:lpstr>
      <vt:lpstr>3.3.6 预测分析的错误恢复</vt:lpstr>
      <vt:lpstr>3.3.6 预测分析的错误恢复</vt:lpstr>
      <vt:lpstr>3.3.6 预测分析的错误恢复</vt:lpstr>
      <vt:lpstr>3.3.6 预测分析的错误恢复</vt:lpstr>
      <vt:lpstr>3.3.6 预测分析的错误恢复</vt:lpstr>
      <vt:lpstr>3.3.6 预测分析的错误恢复</vt:lpstr>
      <vt:lpstr>3.3.6 预测分析的错误恢复</vt:lpstr>
      <vt:lpstr>3.3.6 预测分析的错误恢复</vt:lpstr>
      <vt:lpstr>3.3.6 预测分析的错误恢复</vt:lpstr>
      <vt:lpstr>3.3.6 预测分析的错误恢复</vt:lpstr>
      <vt:lpstr>3.3.6 预测分析的错误恢复</vt:lpstr>
      <vt:lpstr>3.3.6 预测分析的错误恢复</vt:lpstr>
      <vt:lpstr>3.3.6 预测分析的错误恢复</vt:lpstr>
      <vt:lpstr>3.3.6 预测分析的错误恢复</vt:lpstr>
      <vt:lpstr>3.3.6 预测分析的错误恢复</vt:lpstr>
      <vt:lpstr>3.3.6 预测分析的错误恢复</vt:lpstr>
      <vt:lpstr>3.3.6 预测分析的错误恢复</vt:lpstr>
      <vt:lpstr>练习</vt:lpstr>
      <vt:lpstr>本节小结</vt:lpstr>
      <vt:lpstr>本节小结</vt:lpstr>
    </vt:vector>
  </TitlesOfParts>
  <LinksUpToDate>false</LinksUpToDate>
  <SharedDoc>false</SharedDoc>
  <HyperlinksChanged>false</HyperlinksChanged>
  <AppVersion>16.0000</AppVersion>
</Properties>
</file>

<file path=docProps/core.xml><?xml version="1.0" encoding="utf-8"?>
<cp:coreProperties xmlns:cp="http://schemas.openxmlformats.org/package/2006/metadata/core-properties" xmlns:dc="http://purl.org/dc/elements/1.1/" xmlns:dcterms="http://purl.org/dc/terms/" xmlns:dcmitype="http://purl.org/dc/dcmitype/" xmlns:xsi="http://www.w3.org/2001/XMLSchema-instance">
  <dc:title>PowerPoint 演示文稿</dc:title>
  <dc:creator>王 欣捷</dc:creator>
  <cp:lastModifiedBy>欣捷 王</cp:lastModifiedBy>
  <cp:revision>2</cp:revision>
  <dcterms:created xsi:type="dcterms:W3CDTF">2021-02-17T04:10:24Z</dcterms:created>
  <dcterms:modified xsi:type="dcterms:W3CDTF">2025-11-26T03:17:17Z</dcterms:modified>
</cp:coreProperties>
</file>